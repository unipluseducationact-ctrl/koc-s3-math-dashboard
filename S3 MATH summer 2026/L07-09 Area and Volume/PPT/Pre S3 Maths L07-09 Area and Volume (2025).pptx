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notesSlides/notesSlide1.xml" ContentType="application/vnd.openxmlformats-officedocument.presentationml.notesSlide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notesSlides/notesSlide2.xml" ContentType="application/vnd.openxmlformats-officedocument.presentationml.notesSlide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notesSlides/notesSlide3.xml" ContentType="application/vnd.openxmlformats-officedocument.presentationml.notesSlide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notesSlides/notesSlide4.xml" ContentType="application/vnd.openxmlformats-officedocument.presentationml.notesSlide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notesSlides/notesSlide5.xml" ContentType="application/vnd.openxmlformats-officedocument.presentationml.notesSlide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notesSlides/notesSlide6.xml" ContentType="application/vnd.openxmlformats-officedocument.presentationml.notesSlide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1"/>
  </p:notesMasterIdLst>
  <p:sldIdLst>
    <p:sldId id="452" r:id="rId5"/>
    <p:sldId id="453" r:id="rId6"/>
    <p:sldId id="454" r:id="rId7"/>
    <p:sldId id="455" r:id="rId8"/>
    <p:sldId id="456" r:id="rId9"/>
    <p:sldId id="457" r:id="rId10"/>
    <p:sldId id="458" r:id="rId11"/>
    <p:sldId id="459" r:id="rId12"/>
    <p:sldId id="461" r:id="rId13"/>
    <p:sldId id="460" r:id="rId14"/>
    <p:sldId id="462" r:id="rId15"/>
    <p:sldId id="463" r:id="rId16"/>
    <p:sldId id="464" r:id="rId17"/>
    <p:sldId id="465" r:id="rId18"/>
    <p:sldId id="466" r:id="rId19"/>
    <p:sldId id="467" r:id="rId20"/>
    <p:sldId id="468" r:id="rId21"/>
    <p:sldId id="469" r:id="rId22"/>
    <p:sldId id="470" r:id="rId23"/>
    <p:sldId id="471" r:id="rId24"/>
    <p:sldId id="472" r:id="rId25"/>
    <p:sldId id="473" r:id="rId26"/>
    <p:sldId id="474" r:id="rId27"/>
    <p:sldId id="476" r:id="rId28"/>
    <p:sldId id="483" r:id="rId29"/>
    <p:sldId id="479" r:id="rId30"/>
    <p:sldId id="477" r:id="rId31"/>
    <p:sldId id="478" r:id="rId32"/>
    <p:sldId id="480" r:id="rId33"/>
    <p:sldId id="481" r:id="rId34"/>
    <p:sldId id="482" r:id="rId35"/>
    <p:sldId id="484" r:id="rId36"/>
    <p:sldId id="485" r:id="rId37"/>
    <p:sldId id="486" r:id="rId38"/>
    <p:sldId id="488" r:id="rId39"/>
    <p:sldId id="489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 S3 Maths L07" id="{16EEFEB5-FD65-4D20-B233-D47C850800AB}">
          <p14:sldIdLst>
            <p14:sldId id="452"/>
            <p14:sldId id="453"/>
            <p14:sldId id="454"/>
            <p14:sldId id="455"/>
            <p14:sldId id="456"/>
            <p14:sldId id="457"/>
            <p14:sldId id="458"/>
            <p14:sldId id="459"/>
            <p14:sldId id="461"/>
            <p14:sldId id="460"/>
            <p14:sldId id="462"/>
            <p14:sldId id="463"/>
          </p14:sldIdLst>
        </p14:section>
        <p14:section name="Pre S3 Maths L08" id="{0719F7C7-6562-41B8-877D-25887D68422D}">
          <p14:sldIdLst>
            <p14:sldId id="464"/>
            <p14:sldId id="465"/>
            <p14:sldId id="466"/>
            <p14:sldId id="467"/>
            <p14:sldId id="468"/>
            <p14:sldId id="469"/>
            <p14:sldId id="470"/>
            <p14:sldId id="471"/>
            <p14:sldId id="472"/>
            <p14:sldId id="473"/>
            <p14:sldId id="474"/>
            <p14:sldId id="476"/>
          </p14:sldIdLst>
        </p14:section>
        <p14:section name="Pre S3 Maths L09" id="{E7C1C3FC-7F26-43F0-9179-A2943E835E84}">
          <p14:sldIdLst>
            <p14:sldId id="483"/>
            <p14:sldId id="479"/>
            <p14:sldId id="477"/>
            <p14:sldId id="478"/>
            <p14:sldId id="480"/>
            <p14:sldId id="481"/>
            <p14:sldId id="482"/>
            <p14:sldId id="484"/>
            <p14:sldId id="485"/>
            <p14:sldId id="486"/>
            <p14:sldId id="488"/>
            <p14:sldId id="4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FF7C8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F95D3E-4905-48C5-8947-F0D854759BD8}" v="10" dt="2025-08-20T09:25:47.1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son" userId="0d14e2f0-dd76-4ab6-bd78-e0bb9d5df491" providerId="ADAL" clId="{94F95D3E-4905-48C5-8947-F0D854759BD8}"/>
    <pc:docChg chg="undo custSel modSld">
      <pc:chgData name="Simson" userId="0d14e2f0-dd76-4ab6-bd78-e0bb9d5df491" providerId="ADAL" clId="{94F95D3E-4905-48C5-8947-F0D854759BD8}" dt="2025-08-20T09:25:47.119" v="9" actId="478"/>
      <pc:docMkLst>
        <pc:docMk/>
      </pc:docMkLst>
      <pc:sldChg chg="addSp delSp modSp mod">
        <pc:chgData name="Simson" userId="0d14e2f0-dd76-4ab6-bd78-e0bb9d5df491" providerId="ADAL" clId="{94F95D3E-4905-48C5-8947-F0D854759BD8}" dt="2025-08-20T09:25:47.119" v="9" actId="478"/>
        <pc:sldMkLst>
          <pc:docMk/>
          <pc:sldMk cId="1874235828" sldId="458"/>
        </pc:sldMkLst>
        <pc:spChg chg="add del mod">
          <ac:chgData name="Simson" userId="0d14e2f0-dd76-4ab6-bd78-e0bb9d5df491" providerId="ADAL" clId="{94F95D3E-4905-48C5-8947-F0D854759BD8}" dt="2025-08-20T09:25:47.119" v="9" actId="478"/>
          <ac:spMkLst>
            <pc:docMk/>
            <pc:sldMk cId="1874235828" sldId="458"/>
            <ac:spMk id="2" creationId="{B89FE228-3C53-912F-C57B-1E01C3F2B3E3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06:35:17.349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0,'1979'0,"-1954"0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06:35:22.617"/>
    </inkml:context>
    <inkml:brush xml:id="br0">
      <inkml:brushProperty name="width" value="0.3" units="cm"/>
      <inkml:brushProperty name="height" value="0.6" units="cm"/>
      <inkml:brushProperty name="color" value="#61CBF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0,'5054'0,"-4990"0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06:43:29.581"/>
    </inkml:context>
    <inkml:brush xml:id="br0">
      <inkml:brushProperty name="width" value="0.3" units="cm"/>
      <inkml:brushProperty name="height" value="0.6" units="cm"/>
      <inkml:brushProperty name="color" value="#C2F1C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0,'960'0,"-948"0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06:43:41.116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0,'960'0,"-948"0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06:43:51.809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0,'960'0,"-948"0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06:44:04.749"/>
    </inkml:context>
    <inkml:brush xml:id="br0">
      <inkml:brushProperty name="width" value="0.3" units="cm"/>
      <inkml:brushProperty name="height" value="0.6" units="cm"/>
      <inkml:brushProperty name="color" value="#D86ECC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0,'960'0,"-948"0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06:44:17.908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0,'960'0,"-948"0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07:14:05.835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0,'2225'0,"-2196"0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07:14:33.073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0,'1954'0,"-1930"0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07:34:16.413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0,'3199'0,"-3159"0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1T07:34:25.84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0,'2092'0,"-2066"0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4:03:37.003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0,'18794'0,"-18559"0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4:03:52.404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0,'1715'0,"-1694"0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4:04:13.630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0,'1715'0,"-1694"0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4:05:04.378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0,'8849'0,"-8738"0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4:05:13.073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0,'2528'0,"-2496"0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5:21:48.311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0,'3064'0,"-3026"0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5:22:02.533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0,'2770'0,"-2735"0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5:22:09.983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0,'2915'0,"-2879"0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5:22:37.083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0,'749'0,"-740"0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5:22:49.320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0,'749'0,"-740"0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5:24:55.195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0,'5961'0,"-5886"0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7:10:20.294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0,'4093'0,"-4041"0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7:10:27.794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0,'4839'0,"-4778"0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7:11:03.236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0,'5895'0,"-5822"0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7:41:01.64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0,'1850'0,"-1827"0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7:41:19.683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0,'897'0,"-886"0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7:41:29.272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0,'897'0,"-886"0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7:42:32.608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0,'2750'0,"-2716"0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7:50:37.666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0,'2750'0,"-2716"0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7:57:38.783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0,'4357'0,"-4303"0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8:22:38.36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0,'9916'0,"-9792"0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8:22:50.611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0,'5349'0,"-5282"0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8:23:13.743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0,'2386'0,"-2357"0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8:23:20.076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0,'21211'0,"-20946"0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8:23:34.428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0,'3135'0,"-3096"0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8:23:52.698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0,'3658'0,"-3612"0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9:49:27.424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0,'1982'0,"-1957"0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9:53:56.787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0,'744'0,"-735"0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09:54:17.765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0,'1495'0,"-1477"0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10:02:26.427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0,'5587'0,"-5518"0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10:02:51.680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0,'910'0,"-898"0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10:08:16.600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0,'5932'0,"-5857"0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10:55:08.318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0,'2750'0,"-2716"0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5T10:57:07.265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0,'2960'0,"-2923"0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4:09:03.770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0,'3187'0,"-3147"0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4:31:53.503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0,'3356'0,"-3314"0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4:32:02.404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0,'8035'0,"-7934"0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4:32:19.064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0,'2068'0,"-2042"0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4:32:33.886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0,'1433'0,"-1415"0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4:43:10.063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0,'3114'0,"-3075"0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5:28:47.055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0,'1433'0,"-1415"0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5:30:23.978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0,'1275'0,"-1259"0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5:33:39.757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0,'3059'0,"-3021"0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5:33:45.725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0,'2149'0,"-2122"0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5:33:52.091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0,'2149'0,"-2122"0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5:33:58.889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0,'4356'0,"-4301"0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7:09:14.879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0,'1300'0,"-1284"0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7:09:29.551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0,'2820'0,"-2785"0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7:09:41.635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0,'693'0,"-684"0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7:09:46.807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0,'2801'0,"-2766"0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7:55:22.075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0,'3321'0,"-3280"0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8:10:21.732"/>
    </inkml:context>
    <inkml:brush xml:id="br0">
      <inkml:brushProperty name="width" value="0.3" units="cm"/>
      <inkml:brushProperty name="height" value="0.6" units="cm"/>
      <inkml:brushProperty name="color" value="#D9F2D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0,'2094'0,"-2068"0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8:10:37.719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0,'1930'0,"-1906"0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8:11:11.246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0,'8642'0,"-8534"0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8:11:23.621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0,'6178'0,"-6101"0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8:12:20.329"/>
    </inkml:context>
    <inkml:brush xml:id="br0">
      <inkml:brushProperty name="width" value="0.3" units="cm"/>
      <inkml:brushProperty name="height" value="0.6" units="cm"/>
      <inkml:brushProperty name="color" value="#D9F2D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0,'1781'0,"-1759"0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8:13:29.676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0,'1282'0,"-1266"0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8:10:21.732"/>
    </inkml:context>
    <inkml:brush xml:id="br0">
      <inkml:brushProperty name="width" value="0.3" units="cm"/>
      <inkml:brushProperty name="height" value="0.6" units="cm"/>
      <inkml:brushProperty name="color" value="#D9F2D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0,'2094'0,"-2068"0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8:10:37.719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0,'1930'0,"-1906"0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8:11:11.246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0,'8642'0,"-8534"0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8:11:23.621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0,'6178'0,"-6101"0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8:12:20.329"/>
    </inkml:context>
    <inkml:brush xml:id="br0">
      <inkml:brushProperty name="width" value="0.3" units="cm"/>
      <inkml:brushProperty name="height" value="0.6" units="cm"/>
      <inkml:brushProperty name="color" value="#D9F2D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0,'1781'0,"-1759"0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8:13:29.676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0,'1282'0,"-1266"0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8:44:47.299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0,'3241'0,"-3201"0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9:29:51.863"/>
    </inkml:context>
    <inkml:brush xml:id="br0">
      <inkml:brushProperty name="width" value="0.3" units="cm"/>
      <inkml:brushProperty name="height" value="0.6" units="cm"/>
      <inkml:brushProperty name="color" value="#D9F2D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0,'4300'0,"-4247"0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9:30:09.926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0,'3383'0,"-3341"0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9:30:19.442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0,'2978'0,"-2941"0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9:32:56.677"/>
    </inkml:context>
    <inkml:brush xml:id="br0">
      <inkml:brushProperty name="width" value="0.3" units="cm"/>
      <inkml:brushProperty name="height" value="0.6" units="cm"/>
      <inkml:brushProperty name="color" value="#00B0F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0,'1531'0,"-1511"0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9:33:06.568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0,'5260'0,"-5194"0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9:34:22.268"/>
    </inkml:context>
    <inkml:brush xml:id="br0">
      <inkml:brushProperty name="width" value="0.3" units="cm"/>
      <inkml:brushProperty name="height" value="0.6" units="cm"/>
      <inkml:brushProperty name="color" value="#D9F2D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0,'1232'0,"-1217"0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9:35:16.114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0,'1232'0,"-1217"0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8T08:37:15.065"/>
    </inkml:context>
    <inkml:brush xml:id="br0">
      <inkml:brushProperty name="width" value="0.3" units="cm"/>
      <inkml:brushProperty name="height" value="0.6" units="cm"/>
      <inkml:brushProperty name="color" value="#00B0F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0,'1531'0,"-1511"0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9:29:51.863"/>
    </inkml:context>
    <inkml:brush xml:id="br0">
      <inkml:brushProperty name="width" value="0.3" units="cm"/>
      <inkml:brushProperty name="height" value="0.6" units="cm"/>
      <inkml:brushProperty name="color" value="#D9F2D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0,'4300'0,"-4247"0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9:30:09.926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0,'3383'0,"-3341"0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9:30:19.442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0,'3384'0,"-3342"0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9:32:56.677"/>
    </inkml:context>
    <inkml:brush xml:id="br0">
      <inkml:brushProperty name="width" value="0.3" units="cm"/>
      <inkml:brushProperty name="height" value="0.6" units="cm"/>
      <inkml:brushProperty name="color" value="#00B0F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0,'1531'0,"-1511"0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9:33:06.568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0,'5260'0,"-5194"0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9:34:22.268"/>
    </inkml:context>
    <inkml:brush xml:id="br0">
      <inkml:brushProperty name="width" value="0.3" units="cm"/>
      <inkml:brushProperty name="height" value="0.6" units="cm"/>
      <inkml:brushProperty name="color" value="#D9F2D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0,'1232'0,"-1217"0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09:35:16.114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0,'1232'0,"-1217"0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10:24:15.456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0,'2349'0,"-2319"0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10:44:55.191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0,'4300'0,"-4247"0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10:45:19.951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0,'2911'0,"-2875"0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10:45:40.356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0,'5486'0,"-5418"0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10:48:11.914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0,'970'0,"-958"0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6T10:48:20.398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0,'1073'0,"-1060"0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4:21:17.207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0,'7197'0,"-7108"0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5:10:20.196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0,'3329'0,"-3288"0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5:10:33.926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0,'8246'0,"-8144"0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5:10:45.131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0,'734'0,"-725"0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5:11:05.724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0,'1200'0,"-1185"0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5:11:28.264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0,'7246'0,"-7157"0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5:10:20.196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0,'3329'0,"-3288"0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5:10:33.926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0,'8246'0,"-8144"0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5:10:45.131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0,'734'0,"-725"0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5:11:05.724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0,'1200'0,"-1185"0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5:11:28.264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0,'7246'0,"-7157"0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5:53:27.517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0,'2569'0,"-2538"0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6:10:12.978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0,'4345'0,"-4292"0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6:44:17.42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0,'1336'0,"-1319"0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6:44:27.462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0,'1117'0,"-1103"0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6:44:37.692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0,'1648'0,"-1628"0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6:45:19.275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0,'5889'0,"-5816"0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7:21:38.833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0,'4665'0,"-4607"0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7:21:59.628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0,'1370'0,"-1353"0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7:22:10.979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0,'1370'0,"-1353"0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7:22:48.747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0,'1001'0,"-989"0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7:22:57.082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0,'1001'0,"-989"0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7:38:08.383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0,'1647'0,"-1626"0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7:38:08.384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0,'1370'0,"-1353"0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7:38:08.385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0,'1001'0,"-989"0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7:38:08.386"/>
    </inkml:context>
    <inkml:brush xml:id="br0">
      <inkml:brushProperty name="width" value="0.3" units="cm"/>
      <inkml:brushProperty name="height" value="0.6" units="cm"/>
      <inkml:brushProperty name="color" value="#B4E5A2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0,'1001'0,"-989"0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7:43:33.390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0,'5378'0,"-5311"0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7:48:33.912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0,'4145'0,"-4092"0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7:48:33.913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0,'1306'0,"-1290"0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7:48:33.91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0,'1875'0,"-1852"0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7:49:04.261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0,'2876'0,"-2840"0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8:11:27.102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0,'1302'0,"-1286"0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8:11:40.348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0,'1946'0,"-1922"0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8:13:31.369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0,'474'0,"-469"0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8:30:17.560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0,'1865'0,"-1842"0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8:40:14.919"/>
    </inkml:context>
    <inkml:brush xml:id="br0">
      <inkml:brushProperty name="width" value="0.3" units="cm"/>
      <inkml:brushProperty name="height" value="0.6" units="cm"/>
      <inkml:brushProperty name="color" value="#92D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0,'5680'0,"-5609"0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8:53:14.410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0,'1302'0,"-1286"0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9:09:03.230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0,'1946'0,"-1922"0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8:11:27.102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0,'1302'0,"-1286"0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8:11:40.348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0,'1946'0,"-1922"0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8:13:31.369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0,'474'0,"-469"0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8:30:17.560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0,'1865'0,"-1842"0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8:53:14.410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0,'1302'0,"-1286"0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9:11:30.518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0,'4342'0,"-4287"0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09:25:16.560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0,'1946'0,"-1922"0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10:13:58.503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0,'2112'0,"-2086"0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10:14:20.209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0,'2240'0,"-2212"0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10:14:53.373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0,'1093'0,"-1080"0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10:15:37.057"/>
    </inkml:context>
    <inkml:brush xml:id="br0">
      <inkml:brushProperty name="width" value="0.3" units="cm"/>
      <inkml:brushProperty name="height" value="0.6" units="cm"/>
      <inkml:brushProperty name="color" value="#CAEEFB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0,'3675'0,"-3629"0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10:15:49.119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0,'1038'0,"-1026"0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10:16:07.017"/>
    </inkml:context>
    <inkml:brush xml:id="br0">
      <inkml:brushProperty name="width" value="0.3" units="cm"/>
      <inkml:brushProperty name="height" value="0.6" units="cm"/>
      <inkml:brushProperty name="color" value="#61CBF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0,'4802'0,"-4743"0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7T10:27:38.173"/>
    </inkml:context>
    <inkml:brush xml:id="br0">
      <inkml:brushProperty name="width" value="0.3" units="cm"/>
      <inkml:brushProperty name="height" value="0.6" units="cm"/>
      <inkml:brushProperty name="color" value="#E59ED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0,'4802'0,"-4743"0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8T04:59:21.985"/>
    </inkml:context>
    <inkml:brush xml:id="br0">
      <inkml:brushProperty name="width" value="0.3" units="cm"/>
      <inkml:brushProperty name="height" value="0.6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0,'8106'0,"-8007"0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8T04:59:43.441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0,'3756'0,"-3709"0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8T05:00:17.770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0,'6716'0,"-6633"0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8T05:00:28.592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0,'233'0,"-231"0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8T05:00:39.275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0,'233'0,"-231"0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8T05:00:53.854"/>
    </inkml:context>
    <inkml:brush xml:id="br0">
      <inkml:brushProperty name="width" value="0.3" units="cm"/>
      <inkml:brushProperty name="height" value="0.6" units="cm"/>
      <inkml:brushProperty name="color" value="#C2F1C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0,'2243'0,"-2216"0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8T05:01:08.028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0,'4449'0,"-4394"0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8T06:58:21.703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0,'744'0,"-735"0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8T06:58:35.987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0,'392'0,"-387"0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8T07:10:33.043"/>
    </inkml:context>
    <inkml:brush xml:id="br0">
      <inkml:brushProperty name="width" value="0.3" units="cm"/>
      <inkml:brushProperty name="height" value="0.6" units="cm"/>
      <inkml:brushProperty name="color" value="#00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0,'1279'0,"-1263"0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8T07:10:44.982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0,'1279'0,"-1263"0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8T07:11:00.100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0,'3438'0,"-3396"0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8T06:58:21.703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0,'744'0,"-735"0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8T06:58:35.987"/>
    </inkml:context>
    <inkml:brush xml:id="br0">
      <inkml:brushProperty name="width" value="0.3" units="cm"/>
      <inkml:brushProperty name="height" value="0.6" units="cm"/>
      <inkml:brushProperty name="color" value="#96DCF8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0,'392'0,"-387"0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8T07:10:33.043"/>
    </inkml:context>
    <inkml:brush xml:id="br0">
      <inkml:brushProperty name="width" value="0.3" units="cm"/>
      <inkml:brushProperty name="height" value="0.6" units="cm"/>
      <inkml:brushProperty name="color" value="#00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0,'1279'0,"-1263"0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8T07:10:44.982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0,'1279'0,"-1263"0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8T07:11:00.100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0,'3438'0,"-3396"0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7-18T07:43:35.838"/>
    </inkml:context>
    <inkml:brush xml:id="br0">
      <inkml:brushProperty name="width" value="0.54681" units="cm"/>
      <inkml:brushProperty name="height" value="1.09361" units="cm"/>
      <inkml:brushProperty name="color" value="#F6C6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0,'1003'0,"-991"0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1E48C2-7F2B-4CB1-AAAF-8485AC062275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464592-46DB-4C93-8B8A-A16F442DE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73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64592-46DB-4C93-8B8A-A16F442DE96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021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64592-46DB-4C93-8B8A-A16F442DE96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544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64592-46DB-4C93-8B8A-A16F442DE96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145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64592-46DB-4C93-8B8A-A16F442DE96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43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C00EB-20DF-432E-1E66-B956E6E94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D2B9C9-344C-8734-8A49-E4F702B34C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85E84F-3246-4A3A-C378-CA75E8195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52967-B805-9785-5B11-6B43B940C8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64592-46DB-4C93-8B8A-A16F442DE96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884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464592-46DB-4C93-8B8A-A16F442DE96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91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E4EA8-0340-B820-8DF1-799D7EC168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3FDD68-29D6-908D-0103-A8DD6F057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38510-4A57-96DC-FD70-D4AF48851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C57CF-2D64-4D82-8649-9CC3FE99F17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A6420-8868-25FF-16DD-CB2DB48BF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27C1D-7D16-9692-85AB-7F4C3DD23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97770-4F21-4F5A-90B5-AA5BCACD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7436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F81D3-F852-534F-7DDF-C1A561F2F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B3DDE-3F5B-E1D5-5296-E544D1C7B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7D736-90E9-8002-C906-ABC281420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C57CF-2D64-4D82-8649-9CC3FE99F17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CDEDBC-0DD8-89F8-3F18-20A40EFC2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EF1F3-D674-A0F6-C9CB-7ED90601D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97770-4F21-4F5A-90B5-AA5BCACD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879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500C8-3196-2E19-0AF9-13486BEAF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90EC0-E247-E47F-8208-5CCB31D87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EE088-24AC-B904-B712-DDFA72545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C57CF-2D64-4D82-8649-9CC3FE99F17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30703-9D04-92FB-E97E-7737E9BD7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332CF-7173-5FEB-3BC9-420C9E0C4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97770-4F21-4F5A-90B5-AA5BCACD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17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DB67-6278-181B-E152-2ED40C83A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A28CE-8940-D343-61D3-868C838A28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D68469-15C7-79AC-1C93-938C3C39F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25A67-CD13-41B9-56AD-D689A2459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C57CF-2D64-4D82-8649-9CC3FE99F17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547C3D-2C10-C783-5DC4-786F98D19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BFE06-0813-8342-A1C8-FE93F2CF0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97770-4F21-4F5A-90B5-AA5BCACD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714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2877D-DDC1-8D3E-192C-BF585A3CB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5B877-59C2-EDA8-BBB4-389081BF2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39193A-4B13-B064-48CC-F3585127D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C6102F-3820-5A7E-D508-06C6C1AC21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FA3ED0-7857-52F4-FB1E-E13C918F1B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CD3D31-D347-C406-9FAB-5ADF0CE7D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C57CF-2D64-4D82-8649-9CC3FE99F17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0CACE-F22C-E1E1-1E11-C32D1D212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EB24F9-D845-156F-2784-C6D3D48BE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97770-4F21-4F5A-90B5-AA5BCACD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387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FF9A0-A3A4-7270-A5C9-04DFC5D7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9954A5-935A-77E1-88C6-2E7556680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C57CF-2D64-4D82-8649-9CC3FE99F17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A84518-E166-A6D3-F499-D15691111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531115-53C1-975E-4C24-01E82CAFA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97770-4F21-4F5A-90B5-AA5BCACD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055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2C9A65-7051-E2FE-655D-B6D3C54A4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C57CF-2D64-4D82-8649-9CC3FE99F17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945ACB-527D-9A79-8DB1-8548316A1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047EAA-B078-E9B4-A27B-0F1377C4C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97770-4F21-4F5A-90B5-AA5BCACD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730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6ED35-2ACB-B3CB-7240-4C638BE6C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A7C8E-0D5F-88B3-100A-91EB5FD07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CEBC95-1089-E5D3-DAC5-4F0B52622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5A2F3-30A7-E5D5-B072-1FC2CD438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C57CF-2D64-4D82-8649-9CC3FE99F17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54EB0-D9CF-F48F-1999-63D39284A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38E96A-ACA3-04F0-CE81-FC8F03FF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97770-4F21-4F5A-90B5-AA5BCACD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85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3AA28-C24A-5F08-A1E4-43CF7E370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C54892-748B-2EDF-3906-D17211FC3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E25D3-1BA4-39C9-2F72-D5F8ABD46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EBACF-AD98-9EAF-121B-3FA5646A5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C57CF-2D64-4D82-8649-9CC3FE99F17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25AA8-2060-FDC2-6D2E-A975A7468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EB85B-92FF-D401-3848-A5F5FB987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97770-4F21-4F5A-90B5-AA5BCACD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69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DFEC1-D08F-5EDE-FDD3-B4B1DEA6E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330B37-BFA5-A5CA-0DD4-803CF5A3A5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802D6D-CE29-A03F-27D6-FB5EF5E64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C57CF-2D64-4D82-8649-9CC3FE99F17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43E5D-B817-DD8C-8CBE-8FD9F1685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53D79-CE41-2010-4798-DD4EEBCBA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97770-4F21-4F5A-90B5-AA5BCACD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433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41643A-C9BB-8BC4-D5A0-438F2DBB4B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792EA6-21D0-835E-C574-5CCAD5C669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AD733-E71E-991F-B697-F5CA8F9AB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EC57CF-2D64-4D82-8649-9CC3FE99F17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6AEED-E1DB-A2B1-A297-1A887A37B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79317-27DD-DD12-5381-E1D810EE0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097770-4F21-4F5A-90B5-AA5BCACD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30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A18AC-03EB-539F-BD0F-5884313BC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68236-6FB7-1F4F-6CFE-06CA71A9D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33AD9-9CD2-CA7D-C252-FC7CC530BB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EC57CF-2D64-4D82-8649-9CC3FE99F174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DDD48-2C95-19C5-CC1C-9DB3712BA4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14BAD-D9F1-4F5F-787A-0B0302B61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097770-4F21-4F5A-90B5-AA5BCACDC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8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.png"/><Relationship Id="rId18" Type="http://schemas.openxmlformats.org/officeDocument/2006/relationships/customXml" Target="../ink/ink6.xml"/><Relationship Id="rId26" Type="http://schemas.openxmlformats.org/officeDocument/2006/relationships/image" Target="../media/image46.png"/><Relationship Id="rId39" Type="http://schemas.openxmlformats.org/officeDocument/2006/relationships/image" Target="../media/image59.png"/><Relationship Id="rId21" Type="http://schemas.openxmlformats.org/officeDocument/2006/relationships/image" Target="../media/image41.png"/><Relationship Id="rId34" Type="http://schemas.openxmlformats.org/officeDocument/2006/relationships/image" Target="../media/image54.png"/><Relationship Id="rId7" Type="http://schemas.openxmlformats.org/officeDocument/2006/relationships/image" Target="../media/image32.png"/><Relationship Id="rId12" Type="http://schemas.openxmlformats.org/officeDocument/2006/relationships/customXml" Target="../ink/ink3.xml"/><Relationship Id="rId17" Type="http://schemas.openxmlformats.org/officeDocument/2006/relationships/image" Target="../media/image39.png"/><Relationship Id="rId25" Type="http://schemas.openxmlformats.org/officeDocument/2006/relationships/image" Target="../media/image45.png"/><Relationship Id="rId33" Type="http://schemas.openxmlformats.org/officeDocument/2006/relationships/image" Target="../media/image53.png"/><Relationship Id="rId38" Type="http://schemas.openxmlformats.org/officeDocument/2006/relationships/image" Target="../media/image58.png"/><Relationship Id="rId2" Type="http://schemas.openxmlformats.org/officeDocument/2006/relationships/image" Target="../media/image29.png"/><Relationship Id="rId16" Type="http://schemas.openxmlformats.org/officeDocument/2006/relationships/customXml" Target="../ink/ink5.xml"/><Relationship Id="rId20" Type="http://schemas.openxmlformats.org/officeDocument/2006/relationships/customXml" Target="../ink/ink7.xml"/><Relationship Id="rId29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36.png"/><Relationship Id="rId24" Type="http://schemas.openxmlformats.org/officeDocument/2006/relationships/image" Target="../media/image44.png"/><Relationship Id="rId32" Type="http://schemas.openxmlformats.org/officeDocument/2006/relationships/image" Target="../media/image52.png"/><Relationship Id="rId37" Type="http://schemas.openxmlformats.org/officeDocument/2006/relationships/image" Target="../media/image57.png"/><Relationship Id="rId40" Type="http://schemas.openxmlformats.org/officeDocument/2006/relationships/image" Target="../media/image60.png"/><Relationship Id="rId5" Type="http://schemas.openxmlformats.org/officeDocument/2006/relationships/image" Target="../media/image31.png"/><Relationship Id="rId15" Type="http://schemas.openxmlformats.org/officeDocument/2006/relationships/image" Target="../media/image38.png"/><Relationship Id="rId23" Type="http://schemas.openxmlformats.org/officeDocument/2006/relationships/image" Target="../media/image43.png"/><Relationship Id="rId28" Type="http://schemas.openxmlformats.org/officeDocument/2006/relationships/image" Target="../media/image48.png"/><Relationship Id="rId36" Type="http://schemas.openxmlformats.org/officeDocument/2006/relationships/image" Target="../media/image56.png"/><Relationship Id="rId10" Type="http://schemas.openxmlformats.org/officeDocument/2006/relationships/image" Target="../media/image35.png"/><Relationship Id="rId19" Type="http://schemas.openxmlformats.org/officeDocument/2006/relationships/image" Target="../media/image40.png"/><Relationship Id="rId31" Type="http://schemas.openxmlformats.org/officeDocument/2006/relationships/image" Target="../media/image51.png"/><Relationship Id="rId4" Type="http://schemas.openxmlformats.org/officeDocument/2006/relationships/customXml" Target="../ink/ink1.xml"/><Relationship Id="rId9" Type="http://schemas.openxmlformats.org/officeDocument/2006/relationships/image" Target="../media/image34.png"/><Relationship Id="rId14" Type="http://schemas.openxmlformats.org/officeDocument/2006/relationships/customXml" Target="../ink/ink4.xml"/><Relationship Id="rId22" Type="http://schemas.openxmlformats.org/officeDocument/2006/relationships/image" Target="../media/image42.png"/><Relationship Id="rId27" Type="http://schemas.openxmlformats.org/officeDocument/2006/relationships/image" Target="../media/image47.png"/><Relationship Id="rId30" Type="http://schemas.openxmlformats.org/officeDocument/2006/relationships/image" Target="../media/image50.png"/><Relationship Id="rId35" Type="http://schemas.openxmlformats.org/officeDocument/2006/relationships/image" Target="../media/image55.png"/><Relationship Id="rId8" Type="http://schemas.openxmlformats.org/officeDocument/2006/relationships/image" Target="../media/image33.png"/><Relationship Id="rId3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26" Type="http://schemas.openxmlformats.org/officeDocument/2006/relationships/image" Target="../media/image81.png"/><Relationship Id="rId39" Type="http://schemas.openxmlformats.org/officeDocument/2006/relationships/image" Target="../media/image94.png"/><Relationship Id="rId21" Type="http://schemas.openxmlformats.org/officeDocument/2006/relationships/image" Target="../media/image76.png"/><Relationship Id="rId34" Type="http://schemas.openxmlformats.org/officeDocument/2006/relationships/image" Target="../media/image89.png"/><Relationship Id="rId42" Type="http://schemas.openxmlformats.org/officeDocument/2006/relationships/image" Target="../media/image97.png"/><Relationship Id="rId47" Type="http://schemas.openxmlformats.org/officeDocument/2006/relationships/image" Target="../media/image102.png"/><Relationship Id="rId50" Type="http://schemas.openxmlformats.org/officeDocument/2006/relationships/image" Target="../media/image105.png"/><Relationship Id="rId7" Type="http://schemas.openxmlformats.org/officeDocument/2006/relationships/image" Target="../media/image64.png"/><Relationship Id="rId2" Type="http://schemas.openxmlformats.org/officeDocument/2006/relationships/image" Target="../media/image61.png"/><Relationship Id="rId16" Type="http://schemas.openxmlformats.org/officeDocument/2006/relationships/image" Target="../media/image71.png"/><Relationship Id="rId29" Type="http://schemas.openxmlformats.org/officeDocument/2006/relationships/image" Target="../media/image84.png"/><Relationship Id="rId11" Type="http://schemas.openxmlformats.org/officeDocument/2006/relationships/image" Target="../media/image67.png"/><Relationship Id="rId24" Type="http://schemas.openxmlformats.org/officeDocument/2006/relationships/image" Target="../media/image79.png"/><Relationship Id="rId32" Type="http://schemas.openxmlformats.org/officeDocument/2006/relationships/image" Target="../media/image87.png"/><Relationship Id="rId37" Type="http://schemas.openxmlformats.org/officeDocument/2006/relationships/image" Target="../media/image92.png"/><Relationship Id="rId40" Type="http://schemas.openxmlformats.org/officeDocument/2006/relationships/image" Target="../media/image95.png"/><Relationship Id="rId45" Type="http://schemas.openxmlformats.org/officeDocument/2006/relationships/image" Target="../media/image100.png"/><Relationship Id="rId5" Type="http://schemas.openxmlformats.org/officeDocument/2006/relationships/customXml" Target="../ink/ink9.xml"/><Relationship Id="rId15" Type="http://schemas.openxmlformats.org/officeDocument/2006/relationships/image" Target="../media/image70.png"/><Relationship Id="rId23" Type="http://schemas.openxmlformats.org/officeDocument/2006/relationships/image" Target="../media/image78.png"/><Relationship Id="rId28" Type="http://schemas.openxmlformats.org/officeDocument/2006/relationships/image" Target="../media/image83.png"/><Relationship Id="rId36" Type="http://schemas.openxmlformats.org/officeDocument/2006/relationships/image" Target="../media/image91.png"/><Relationship Id="rId49" Type="http://schemas.openxmlformats.org/officeDocument/2006/relationships/image" Target="../media/image104.png"/><Relationship Id="rId10" Type="http://schemas.openxmlformats.org/officeDocument/2006/relationships/customXml" Target="../ink/ink10.xml"/><Relationship Id="rId19" Type="http://schemas.openxmlformats.org/officeDocument/2006/relationships/image" Target="../media/image74.png"/><Relationship Id="rId31" Type="http://schemas.openxmlformats.org/officeDocument/2006/relationships/image" Target="../media/image86.png"/><Relationship Id="rId44" Type="http://schemas.openxmlformats.org/officeDocument/2006/relationships/image" Target="../media/image99.png"/><Relationship Id="rId52" Type="http://schemas.openxmlformats.org/officeDocument/2006/relationships/image" Target="../media/image107.png"/><Relationship Id="rId4" Type="http://schemas.openxmlformats.org/officeDocument/2006/relationships/image" Target="../media/image62.png"/><Relationship Id="rId9" Type="http://schemas.openxmlformats.org/officeDocument/2006/relationships/image" Target="../media/image66.png"/><Relationship Id="rId14" Type="http://schemas.openxmlformats.org/officeDocument/2006/relationships/image" Target="../media/image69.png"/><Relationship Id="rId22" Type="http://schemas.openxmlformats.org/officeDocument/2006/relationships/image" Target="../media/image77.png"/><Relationship Id="rId27" Type="http://schemas.openxmlformats.org/officeDocument/2006/relationships/image" Target="../media/image82.png"/><Relationship Id="rId30" Type="http://schemas.openxmlformats.org/officeDocument/2006/relationships/image" Target="../media/image85.png"/><Relationship Id="rId35" Type="http://schemas.openxmlformats.org/officeDocument/2006/relationships/image" Target="../media/image90.png"/><Relationship Id="rId43" Type="http://schemas.openxmlformats.org/officeDocument/2006/relationships/image" Target="../media/image98.png"/><Relationship Id="rId48" Type="http://schemas.openxmlformats.org/officeDocument/2006/relationships/image" Target="../media/image103.png"/><Relationship Id="rId8" Type="http://schemas.openxmlformats.org/officeDocument/2006/relationships/image" Target="../media/image65.png"/><Relationship Id="rId51" Type="http://schemas.openxmlformats.org/officeDocument/2006/relationships/image" Target="../media/image106.png"/><Relationship Id="rId3" Type="http://schemas.openxmlformats.org/officeDocument/2006/relationships/customXml" Target="../ink/ink8.xml"/><Relationship Id="rId12" Type="http://schemas.openxmlformats.org/officeDocument/2006/relationships/customXml" Target="../ink/ink11.xml"/><Relationship Id="rId17" Type="http://schemas.openxmlformats.org/officeDocument/2006/relationships/image" Target="../media/image72.png"/><Relationship Id="rId25" Type="http://schemas.openxmlformats.org/officeDocument/2006/relationships/image" Target="../media/image80.png"/><Relationship Id="rId33" Type="http://schemas.openxmlformats.org/officeDocument/2006/relationships/image" Target="../media/image88.png"/><Relationship Id="rId38" Type="http://schemas.openxmlformats.org/officeDocument/2006/relationships/image" Target="../media/image93.png"/><Relationship Id="rId46" Type="http://schemas.openxmlformats.org/officeDocument/2006/relationships/image" Target="../media/image101.png"/><Relationship Id="rId20" Type="http://schemas.openxmlformats.org/officeDocument/2006/relationships/image" Target="../media/image75.png"/><Relationship Id="rId41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10" Type="http://schemas.openxmlformats.org/officeDocument/2006/relationships/image" Target="../media/image116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23.png"/><Relationship Id="rId18" Type="http://schemas.openxmlformats.org/officeDocument/2006/relationships/image" Target="../media/image128.png"/><Relationship Id="rId3" Type="http://schemas.openxmlformats.org/officeDocument/2006/relationships/customXml" Target="../ink/ink12.xml"/><Relationship Id="rId21" Type="http://schemas.openxmlformats.org/officeDocument/2006/relationships/image" Target="../media/image131.png"/><Relationship Id="rId7" Type="http://schemas.openxmlformats.org/officeDocument/2006/relationships/customXml" Target="../ink/ink14.xml"/><Relationship Id="rId12" Type="http://schemas.openxmlformats.org/officeDocument/2006/relationships/image" Target="../media/image122.png"/><Relationship Id="rId17" Type="http://schemas.openxmlformats.org/officeDocument/2006/relationships/image" Target="../media/image127.png"/><Relationship Id="rId2" Type="http://schemas.openxmlformats.org/officeDocument/2006/relationships/image" Target="../media/image117.png"/><Relationship Id="rId16" Type="http://schemas.openxmlformats.org/officeDocument/2006/relationships/image" Target="../media/image126.png"/><Relationship Id="rId20" Type="http://schemas.openxmlformats.org/officeDocument/2006/relationships/image" Target="../media/image1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11" Type="http://schemas.openxmlformats.org/officeDocument/2006/relationships/customXml" Target="../ink/ink16.xml"/><Relationship Id="rId5" Type="http://schemas.openxmlformats.org/officeDocument/2006/relationships/customXml" Target="../ink/ink13.xml"/><Relationship Id="rId15" Type="http://schemas.openxmlformats.org/officeDocument/2006/relationships/image" Target="../media/image125.png"/><Relationship Id="rId10" Type="http://schemas.openxmlformats.org/officeDocument/2006/relationships/image" Target="../media/image121.png"/><Relationship Id="rId19" Type="http://schemas.openxmlformats.org/officeDocument/2006/relationships/image" Target="../media/image129.png"/><Relationship Id="rId4" Type="http://schemas.openxmlformats.org/officeDocument/2006/relationships/image" Target="../media/image118.png"/><Relationship Id="rId9" Type="http://schemas.openxmlformats.org/officeDocument/2006/relationships/customXml" Target="../ink/ink15.xml"/><Relationship Id="rId14" Type="http://schemas.openxmlformats.org/officeDocument/2006/relationships/image" Target="../media/image124.png"/><Relationship Id="rId22" Type="http://schemas.openxmlformats.org/officeDocument/2006/relationships/image" Target="../media/image132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4.png"/><Relationship Id="rId18" Type="http://schemas.openxmlformats.org/officeDocument/2006/relationships/image" Target="../media/image149.png"/><Relationship Id="rId26" Type="http://schemas.openxmlformats.org/officeDocument/2006/relationships/image" Target="../media/image157.png"/><Relationship Id="rId39" Type="http://schemas.openxmlformats.org/officeDocument/2006/relationships/image" Target="../media/image166.png"/><Relationship Id="rId21" Type="http://schemas.openxmlformats.org/officeDocument/2006/relationships/image" Target="../media/image152.png"/><Relationship Id="rId34" Type="http://schemas.openxmlformats.org/officeDocument/2006/relationships/customXml" Target="../ink/ink18.xml"/><Relationship Id="rId42" Type="http://schemas.openxmlformats.org/officeDocument/2006/relationships/customXml" Target="../ink/ink22.xml"/><Relationship Id="rId7" Type="http://schemas.openxmlformats.org/officeDocument/2006/relationships/image" Target="../media/image138.png"/><Relationship Id="rId2" Type="http://schemas.openxmlformats.org/officeDocument/2006/relationships/image" Target="../media/image133.png"/><Relationship Id="rId16" Type="http://schemas.openxmlformats.org/officeDocument/2006/relationships/image" Target="../media/image147.png"/><Relationship Id="rId20" Type="http://schemas.openxmlformats.org/officeDocument/2006/relationships/image" Target="../media/image151.png"/><Relationship Id="rId29" Type="http://schemas.openxmlformats.org/officeDocument/2006/relationships/image" Target="../media/image160.png"/><Relationship Id="rId41" Type="http://schemas.openxmlformats.org/officeDocument/2006/relationships/image" Target="../media/image1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24" Type="http://schemas.openxmlformats.org/officeDocument/2006/relationships/image" Target="../media/image155.png"/><Relationship Id="rId32" Type="http://schemas.openxmlformats.org/officeDocument/2006/relationships/customXml" Target="../ink/ink17.xml"/><Relationship Id="rId37" Type="http://schemas.openxmlformats.org/officeDocument/2006/relationships/image" Target="../media/image165.png"/><Relationship Id="rId40" Type="http://schemas.openxmlformats.org/officeDocument/2006/relationships/customXml" Target="../ink/ink21.xml"/><Relationship Id="rId5" Type="http://schemas.openxmlformats.org/officeDocument/2006/relationships/image" Target="../media/image136.png"/><Relationship Id="rId15" Type="http://schemas.openxmlformats.org/officeDocument/2006/relationships/image" Target="../media/image146.png"/><Relationship Id="rId23" Type="http://schemas.openxmlformats.org/officeDocument/2006/relationships/image" Target="../media/image154.png"/><Relationship Id="rId28" Type="http://schemas.openxmlformats.org/officeDocument/2006/relationships/image" Target="../media/image159.png"/><Relationship Id="rId36" Type="http://schemas.openxmlformats.org/officeDocument/2006/relationships/customXml" Target="../ink/ink19.xml"/><Relationship Id="rId10" Type="http://schemas.openxmlformats.org/officeDocument/2006/relationships/image" Target="../media/image141.png"/><Relationship Id="rId19" Type="http://schemas.openxmlformats.org/officeDocument/2006/relationships/image" Target="../media/image150.png"/><Relationship Id="rId31" Type="http://schemas.openxmlformats.org/officeDocument/2006/relationships/image" Target="../media/image162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Relationship Id="rId14" Type="http://schemas.openxmlformats.org/officeDocument/2006/relationships/image" Target="../media/image145.png"/><Relationship Id="rId22" Type="http://schemas.openxmlformats.org/officeDocument/2006/relationships/image" Target="../media/image153.png"/><Relationship Id="rId27" Type="http://schemas.openxmlformats.org/officeDocument/2006/relationships/image" Target="../media/image158.png"/><Relationship Id="rId30" Type="http://schemas.openxmlformats.org/officeDocument/2006/relationships/image" Target="../media/image161.png"/><Relationship Id="rId35" Type="http://schemas.openxmlformats.org/officeDocument/2006/relationships/image" Target="../media/image164.png"/><Relationship Id="rId43" Type="http://schemas.openxmlformats.org/officeDocument/2006/relationships/image" Target="../media/image168.png"/><Relationship Id="rId8" Type="http://schemas.openxmlformats.org/officeDocument/2006/relationships/image" Target="../media/image139.png"/><Relationship Id="rId3" Type="http://schemas.openxmlformats.org/officeDocument/2006/relationships/image" Target="../media/image134.png"/><Relationship Id="rId12" Type="http://schemas.openxmlformats.org/officeDocument/2006/relationships/image" Target="../media/image143.png"/><Relationship Id="rId17" Type="http://schemas.openxmlformats.org/officeDocument/2006/relationships/image" Target="../media/image148.png"/><Relationship Id="rId25" Type="http://schemas.openxmlformats.org/officeDocument/2006/relationships/image" Target="../media/image156.png"/><Relationship Id="rId33" Type="http://schemas.openxmlformats.org/officeDocument/2006/relationships/image" Target="../media/image163.png"/><Relationship Id="rId38" Type="http://schemas.openxmlformats.org/officeDocument/2006/relationships/customXml" Target="../ink/ink2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png"/><Relationship Id="rId13" Type="http://schemas.openxmlformats.org/officeDocument/2006/relationships/image" Target="../media/image180.png"/><Relationship Id="rId18" Type="http://schemas.openxmlformats.org/officeDocument/2006/relationships/image" Target="../media/image185.png"/><Relationship Id="rId26" Type="http://schemas.openxmlformats.org/officeDocument/2006/relationships/customXml" Target="../ink/ink23.xml"/><Relationship Id="rId3" Type="http://schemas.openxmlformats.org/officeDocument/2006/relationships/image" Target="../media/image170.png"/><Relationship Id="rId21" Type="http://schemas.openxmlformats.org/officeDocument/2006/relationships/image" Target="../media/image188.png"/><Relationship Id="rId7" Type="http://schemas.openxmlformats.org/officeDocument/2006/relationships/image" Target="../media/image174.png"/><Relationship Id="rId12" Type="http://schemas.openxmlformats.org/officeDocument/2006/relationships/image" Target="../media/image179.png"/><Relationship Id="rId17" Type="http://schemas.openxmlformats.org/officeDocument/2006/relationships/image" Target="../media/image184.png"/><Relationship Id="rId25" Type="http://schemas.openxmlformats.org/officeDocument/2006/relationships/image" Target="../media/image192.png"/><Relationship Id="rId2" Type="http://schemas.openxmlformats.org/officeDocument/2006/relationships/image" Target="../media/image169.png"/><Relationship Id="rId16" Type="http://schemas.openxmlformats.org/officeDocument/2006/relationships/image" Target="../media/image183.png"/><Relationship Id="rId20" Type="http://schemas.openxmlformats.org/officeDocument/2006/relationships/image" Target="../media/image187.png"/><Relationship Id="rId29" Type="http://schemas.openxmlformats.org/officeDocument/2006/relationships/image" Target="../media/image1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3.png"/><Relationship Id="rId11" Type="http://schemas.openxmlformats.org/officeDocument/2006/relationships/image" Target="../media/image178.png"/><Relationship Id="rId24" Type="http://schemas.openxmlformats.org/officeDocument/2006/relationships/image" Target="../media/image191.png"/><Relationship Id="rId5" Type="http://schemas.openxmlformats.org/officeDocument/2006/relationships/image" Target="../media/image172.png"/><Relationship Id="rId15" Type="http://schemas.openxmlformats.org/officeDocument/2006/relationships/image" Target="../media/image182.png"/><Relationship Id="rId23" Type="http://schemas.openxmlformats.org/officeDocument/2006/relationships/image" Target="../media/image190.png"/><Relationship Id="rId28" Type="http://schemas.openxmlformats.org/officeDocument/2006/relationships/customXml" Target="../ink/ink24.xml"/><Relationship Id="rId10" Type="http://schemas.openxmlformats.org/officeDocument/2006/relationships/image" Target="../media/image177.png"/><Relationship Id="rId19" Type="http://schemas.openxmlformats.org/officeDocument/2006/relationships/image" Target="../media/image186.png"/><Relationship Id="rId31" Type="http://schemas.openxmlformats.org/officeDocument/2006/relationships/image" Target="../media/image195.png"/><Relationship Id="rId4" Type="http://schemas.openxmlformats.org/officeDocument/2006/relationships/image" Target="../media/image171.png"/><Relationship Id="rId9" Type="http://schemas.openxmlformats.org/officeDocument/2006/relationships/image" Target="../media/image176.png"/><Relationship Id="rId14" Type="http://schemas.openxmlformats.org/officeDocument/2006/relationships/image" Target="../media/image181.png"/><Relationship Id="rId22" Type="http://schemas.openxmlformats.org/officeDocument/2006/relationships/image" Target="../media/image189.png"/><Relationship Id="rId27" Type="http://schemas.openxmlformats.org/officeDocument/2006/relationships/image" Target="../media/image193.png"/><Relationship Id="rId30" Type="http://schemas.openxmlformats.org/officeDocument/2006/relationships/customXml" Target="../ink/ink2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3" Type="http://schemas.openxmlformats.org/officeDocument/2006/relationships/image" Target="../media/image197.png"/><Relationship Id="rId7" Type="http://schemas.openxmlformats.org/officeDocument/2006/relationships/image" Target="../media/image201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11" Type="http://schemas.openxmlformats.org/officeDocument/2006/relationships/image" Target="../media/image205.png"/><Relationship Id="rId5" Type="http://schemas.openxmlformats.org/officeDocument/2006/relationships/image" Target="../media/image199.png"/><Relationship Id="rId10" Type="http://schemas.openxmlformats.org/officeDocument/2006/relationships/image" Target="../media/image204.png"/><Relationship Id="rId4" Type="http://schemas.openxmlformats.org/officeDocument/2006/relationships/image" Target="../media/image198.png"/><Relationship Id="rId9" Type="http://schemas.openxmlformats.org/officeDocument/2006/relationships/image" Target="../media/image203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2.png"/><Relationship Id="rId18" Type="http://schemas.openxmlformats.org/officeDocument/2006/relationships/image" Target="../media/image217.png"/><Relationship Id="rId26" Type="http://schemas.openxmlformats.org/officeDocument/2006/relationships/image" Target="../media/image225.png"/><Relationship Id="rId39" Type="http://schemas.openxmlformats.org/officeDocument/2006/relationships/image" Target="../media/image236.png"/><Relationship Id="rId21" Type="http://schemas.openxmlformats.org/officeDocument/2006/relationships/image" Target="../media/image220.png"/><Relationship Id="rId34" Type="http://schemas.openxmlformats.org/officeDocument/2006/relationships/customXml" Target="../ink/ink31.xml"/><Relationship Id="rId42" Type="http://schemas.openxmlformats.org/officeDocument/2006/relationships/image" Target="../media/image239.png"/><Relationship Id="rId47" Type="http://schemas.openxmlformats.org/officeDocument/2006/relationships/image" Target="../media/image244.png"/><Relationship Id="rId7" Type="http://schemas.openxmlformats.org/officeDocument/2006/relationships/image" Target="../media/image20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15.png"/><Relationship Id="rId29" Type="http://schemas.openxmlformats.org/officeDocument/2006/relationships/image" Target="../media/image22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7.xml"/><Relationship Id="rId11" Type="http://schemas.openxmlformats.org/officeDocument/2006/relationships/image" Target="../media/image210.png"/><Relationship Id="rId24" Type="http://schemas.openxmlformats.org/officeDocument/2006/relationships/image" Target="../media/image223.png"/><Relationship Id="rId32" Type="http://schemas.openxmlformats.org/officeDocument/2006/relationships/image" Target="../media/image230.png"/><Relationship Id="rId37" Type="http://schemas.openxmlformats.org/officeDocument/2006/relationships/image" Target="../media/image234.png"/><Relationship Id="rId40" Type="http://schemas.openxmlformats.org/officeDocument/2006/relationships/image" Target="../media/image237.png"/><Relationship Id="rId45" Type="http://schemas.openxmlformats.org/officeDocument/2006/relationships/image" Target="../media/image242.png"/><Relationship Id="rId5" Type="http://schemas.openxmlformats.org/officeDocument/2006/relationships/image" Target="../media/image207.png"/><Relationship Id="rId15" Type="http://schemas.openxmlformats.org/officeDocument/2006/relationships/image" Target="../media/image214.png"/><Relationship Id="rId23" Type="http://schemas.openxmlformats.org/officeDocument/2006/relationships/image" Target="../media/image222.png"/><Relationship Id="rId28" Type="http://schemas.openxmlformats.org/officeDocument/2006/relationships/image" Target="../media/image226.png"/><Relationship Id="rId36" Type="http://schemas.openxmlformats.org/officeDocument/2006/relationships/image" Target="../media/image233.png"/><Relationship Id="rId10" Type="http://schemas.openxmlformats.org/officeDocument/2006/relationships/image" Target="../media/image209.png"/><Relationship Id="rId19" Type="http://schemas.openxmlformats.org/officeDocument/2006/relationships/image" Target="../media/image218.png"/><Relationship Id="rId31" Type="http://schemas.openxmlformats.org/officeDocument/2006/relationships/image" Target="../media/image229.png"/><Relationship Id="rId44" Type="http://schemas.openxmlformats.org/officeDocument/2006/relationships/image" Target="../media/image241.png"/><Relationship Id="rId4" Type="http://schemas.openxmlformats.org/officeDocument/2006/relationships/customXml" Target="../ink/ink26.xml"/><Relationship Id="rId9" Type="http://schemas.openxmlformats.org/officeDocument/2006/relationships/customXml" Target="../ink/ink29.xml"/><Relationship Id="rId14" Type="http://schemas.openxmlformats.org/officeDocument/2006/relationships/image" Target="../media/image213.png"/><Relationship Id="rId22" Type="http://schemas.openxmlformats.org/officeDocument/2006/relationships/image" Target="../media/image221.png"/><Relationship Id="rId27" Type="http://schemas.openxmlformats.org/officeDocument/2006/relationships/customXml" Target="../ink/ink30.xml"/><Relationship Id="rId30" Type="http://schemas.openxmlformats.org/officeDocument/2006/relationships/image" Target="../media/image228.png"/><Relationship Id="rId35" Type="http://schemas.openxmlformats.org/officeDocument/2006/relationships/image" Target="../media/image232.png"/><Relationship Id="rId43" Type="http://schemas.openxmlformats.org/officeDocument/2006/relationships/image" Target="../media/image240.png"/><Relationship Id="rId8" Type="http://schemas.openxmlformats.org/officeDocument/2006/relationships/customXml" Target="../ink/ink28.xml"/><Relationship Id="rId3" Type="http://schemas.openxmlformats.org/officeDocument/2006/relationships/image" Target="../media/image206.png"/><Relationship Id="rId12" Type="http://schemas.openxmlformats.org/officeDocument/2006/relationships/image" Target="../media/image211.png"/><Relationship Id="rId17" Type="http://schemas.openxmlformats.org/officeDocument/2006/relationships/image" Target="../media/image216.png"/><Relationship Id="rId25" Type="http://schemas.openxmlformats.org/officeDocument/2006/relationships/image" Target="../media/image224.png"/><Relationship Id="rId33" Type="http://schemas.openxmlformats.org/officeDocument/2006/relationships/image" Target="../media/image231.png"/><Relationship Id="rId38" Type="http://schemas.openxmlformats.org/officeDocument/2006/relationships/image" Target="../media/image235.png"/><Relationship Id="rId46" Type="http://schemas.openxmlformats.org/officeDocument/2006/relationships/image" Target="../media/image243.png"/><Relationship Id="rId20" Type="http://schemas.openxmlformats.org/officeDocument/2006/relationships/image" Target="../media/image219.png"/><Relationship Id="rId41" Type="http://schemas.openxmlformats.org/officeDocument/2006/relationships/image" Target="../media/image2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png"/><Relationship Id="rId13" Type="http://schemas.openxmlformats.org/officeDocument/2006/relationships/customXml" Target="../ink/ink37.xml"/><Relationship Id="rId18" Type="http://schemas.openxmlformats.org/officeDocument/2006/relationships/image" Target="../media/image255.png"/><Relationship Id="rId26" Type="http://schemas.openxmlformats.org/officeDocument/2006/relationships/image" Target="../media/image263.png"/><Relationship Id="rId3" Type="http://schemas.openxmlformats.org/officeDocument/2006/relationships/customXml" Target="../ink/ink32.xml"/><Relationship Id="rId21" Type="http://schemas.openxmlformats.org/officeDocument/2006/relationships/image" Target="../media/image258.png"/><Relationship Id="rId7" Type="http://schemas.openxmlformats.org/officeDocument/2006/relationships/customXml" Target="../ink/ink34.xml"/><Relationship Id="rId12" Type="http://schemas.openxmlformats.org/officeDocument/2006/relationships/image" Target="../media/image250.png"/><Relationship Id="rId17" Type="http://schemas.openxmlformats.org/officeDocument/2006/relationships/image" Target="../media/image254.png"/><Relationship Id="rId25" Type="http://schemas.openxmlformats.org/officeDocument/2006/relationships/image" Target="../media/image262.png"/><Relationship Id="rId2" Type="http://schemas.openxmlformats.org/officeDocument/2006/relationships/image" Target="../media/image245.png"/><Relationship Id="rId16" Type="http://schemas.openxmlformats.org/officeDocument/2006/relationships/image" Target="../media/image253.png"/><Relationship Id="rId20" Type="http://schemas.openxmlformats.org/officeDocument/2006/relationships/image" Target="../media/image257.png"/><Relationship Id="rId29" Type="http://schemas.openxmlformats.org/officeDocument/2006/relationships/image" Target="../media/image26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7.png"/><Relationship Id="rId11" Type="http://schemas.openxmlformats.org/officeDocument/2006/relationships/customXml" Target="../ink/ink36.xml"/><Relationship Id="rId24" Type="http://schemas.openxmlformats.org/officeDocument/2006/relationships/image" Target="../media/image261.png"/><Relationship Id="rId32" Type="http://schemas.openxmlformats.org/officeDocument/2006/relationships/image" Target="../media/image269.png"/><Relationship Id="rId5" Type="http://schemas.openxmlformats.org/officeDocument/2006/relationships/customXml" Target="../ink/ink33.xml"/><Relationship Id="rId15" Type="http://schemas.openxmlformats.org/officeDocument/2006/relationships/image" Target="../media/image252.png"/><Relationship Id="rId23" Type="http://schemas.openxmlformats.org/officeDocument/2006/relationships/image" Target="../media/image260.png"/><Relationship Id="rId28" Type="http://schemas.openxmlformats.org/officeDocument/2006/relationships/image" Target="../media/image265.png"/><Relationship Id="rId10" Type="http://schemas.openxmlformats.org/officeDocument/2006/relationships/image" Target="../media/image249.png"/><Relationship Id="rId19" Type="http://schemas.openxmlformats.org/officeDocument/2006/relationships/image" Target="../media/image256.png"/><Relationship Id="rId31" Type="http://schemas.openxmlformats.org/officeDocument/2006/relationships/image" Target="../media/image268.png"/><Relationship Id="rId4" Type="http://schemas.openxmlformats.org/officeDocument/2006/relationships/image" Target="../media/image246.png"/><Relationship Id="rId9" Type="http://schemas.openxmlformats.org/officeDocument/2006/relationships/customXml" Target="../ink/ink35.xml"/><Relationship Id="rId14" Type="http://schemas.openxmlformats.org/officeDocument/2006/relationships/image" Target="../media/image251.png"/><Relationship Id="rId22" Type="http://schemas.openxmlformats.org/officeDocument/2006/relationships/image" Target="../media/image259.png"/><Relationship Id="rId27" Type="http://schemas.openxmlformats.org/officeDocument/2006/relationships/image" Target="../media/image264.png"/><Relationship Id="rId30" Type="http://schemas.openxmlformats.org/officeDocument/2006/relationships/image" Target="../media/image267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8.png"/><Relationship Id="rId18" Type="http://schemas.openxmlformats.org/officeDocument/2006/relationships/image" Target="../media/image283.png"/><Relationship Id="rId26" Type="http://schemas.openxmlformats.org/officeDocument/2006/relationships/customXml" Target="../ink/ink41.xml"/><Relationship Id="rId39" Type="http://schemas.openxmlformats.org/officeDocument/2006/relationships/image" Target="../media/image302.png"/><Relationship Id="rId21" Type="http://schemas.openxmlformats.org/officeDocument/2006/relationships/image" Target="../media/image286.png"/><Relationship Id="rId34" Type="http://schemas.openxmlformats.org/officeDocument/2006/relationships/image" Target="../media/image297.png"/><Relationship Id="rId42" Type="http://schemas.openxmlformats.org/officeDocument/2006/relationships/image" Target="../media/image304.png"/><Relationship Id="rId47" Type="http://schemas.openxmlformats.org/officeDocument/2006/relationships/image" Target="../media/image309.png"/><Relationship Id="rId50" Type="http://schemas.openxmlformats.org/officeDocument/2006/relationships/image" Target="../media/image312.png"/><Relationship Id="rId55" Type="http://schemas.openxmlformats.org/officeDocument/2006/relationships/image" Target="../media/image317.png"/><Relationship Id="rId7" Type="http://schemas.openxmlformats.org/officeDocument/2006/relationships/image" Target="../media/image274.png"/><Relationship Id="rId2" Type="http://schemas.openxmlformats.org/officeDocument/2006/relationships/image" Target="../media/image270.png"/><Relationship Id="rId16" Type="http://schemas.openxmlformats.org/officeDocument/2006/relationships/image" Target="../media/image281.png"/><Relationship Id="rId29" Type="http://schemas.openxmlformats.org/officeDocument/2006/relationships/image" Target="../media/image292.png"/><Relationship Id="rId11" Type="http://schemas.openxmlformats.org/officeDocument/2006/relationships/image" Target="../media/image277.png"/><Relationship Id="rId24" Type="http://schemas.openxmlformats.org/officeDocument/2006/relationships/image" Target="../media/image289.png"/><Relationship Id="rId32" Type="http://schemas.openxmlformats.org/officeDocument/2006/relationships/image" Target="../media/image295.png"/><Relationship Id="rId37" Type="http://schemas.openxmlformats.org/officeDocument/2006/relationships/image" Target="../media/image300.png"/><Relationship Id="rId40" Type="http://schemas.openxmlformats.org/officeDocument/2006/relationships/customXml" Target="../ink/ink43.xml"/><Relationship Id="rId45" Type="http://schemas.openxmlformats.org/officeDocument/2006/relationships/image" Target="../media/image307.png"/><Relationship Id="rId53" Type="http://schemas.openxmlformats.org/officeDocument/2006/relationships/image" Target="../media/image315.png"/><Relationship Id="rId5" Type="http://schemas.openxmlformats.org/officeDocument/2006/relationships/image" Target="../media/image272.png"/><Relationship Id="rId10" Type="http://schemas.openxmlformats.org/officeDocument/2006/relationships/customXml" Target="../ink/ink39.xml"/><Relationship Id="rId19" Type="http://schemas.openxmlformats.org/officeDocument/2006/relationships/image" Target="../media/image284.png"/><Relationship Id="rId31" Type="http://schemas.openxmlformats.org/officeDocument/2006/relationships/image" Target="../media/image294.png"/><Relationship Id="rId44" Type="http://schemas.openxmlformats.org/officeDocument/2006/relationships/image" Target="../media/image306.png"/><Relationship Id="rId52" Type="http://schemas.openxmlformats.org/officeDocument/2006/relationships/image" Target="../media/image314.png"/><Relationship Id="rId4" Type="http://schemas.openxmlformats.org/officeDocument/2006/relationships/image" Target="../media/image271.png"/><Relationship Id="rId9" Type="http://schemas.openxmlformats.org/officeDocument/2006/relationships/image" Target="../media/image276.png"/><Relationship Id="rId14" Type="http://schemas.openxmlformats.org/officeDocument/2006/relationships/image" Target="../media/image279.png"/><Relationship Id="rId22" Type="http://schemas.openxmlformats.org/officeDocument/2006/relationships/image" Target="../media/image287.png"/><Relationship Id="rId27" Type="http://schemas.openxmlformats.org/officeDocument/2006/relationships/image" Target="../media/image291.png"/><Relationship Id="rId30" Type="http://schemas.openxmlformats.org/officeDocument/2006/relationships/image" Target="../media/image293.png"/><Relationship Id="rId35" Type="http://schemas.openxmlformats.org/officeDocument/2006/relationships/image" Target="../media/image298.png"/><Relationship Id="rId43" Type="http://schemas.openxmlformats.org/officeDocument/2006/relationships/image" Target="../media/image305.png"/><Relationship Id="rId48" Type="http://schemas.openxmlformats.org/officeDocument/2006/relationships/image" Target="../media/image310.png"/><Relationship Id="rId56" Type="http://schemas.openxmlformats.org/officeDocument/2006/relationships/image" Target="../media/image318.png"/><Relationship Id="rId8" Type="http://schemas.openxmlformats.org/officeDocument/2006/relationships/image" Target="../media/image275.png"/><Relationship Id="rId51" Type="http://schemas.openxmlformats.org/officeDocument/2006/relationships/image" Target="../media/image313.png"/><Relationship Id="rId3" Type="http://schemas.openxmlformats.org/officeDocument/2006/relationships/customXml" Target="../ink/ink38.xml"/><Relationship Id="rId12" Type="http://schemas.openxmlformats.org/officeDocument/2006/relationships/customXml" Target="../ink/ink40.xml"/><Relationship Id="rId17" Type="http://schemas.openxmlformats.org/officeDocument/2006/relationships/image" Target="../media/image282.png"/><Relationship Id="rId25" Type="http://schemas.openxmlformats.org/officeDocument/2006/relationships/image" Target="../media/image290.png"/><Relationship Id="rId33" Type="http://schemas.openxmlformats.org/officeDocument/2006/relationships/image" Target="../media/image296.png"/><Relationship Id="rId38" Type="http://schemas.openxmlformats.org/officeDocument/2006/relationships/image" Target="../media/image301.png"/><Relationship Id="rId46" Type="http://schemas.openxmlformats.org/officeDocument/2006/relationships/image" Target="../media/image308.png"/><Relationship Id="rId20" Type="http://schemas.openxmlformats.org/officeDocument/2006/relationships/image" Target="../media/image285.png"/><Relationship Id="rId41" Type="http://schemas.openxmlformats.org/officeDocument/2006/relationships/image" Target="../media/image303.png"/><Relationship Id="rId54" Type="http://schemas.openxmlformats.org/officeDocument/2006/relationships/image" Target="../media/image3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3.png"/><Relationship Id="rId15" Type="http://schemas.openxmlformats.org/officeDocument/2006/relationships/image" Target="../media/image280.png"/><Relationship Id="rId23" Type="http://schemas.openxmlformats.org/officeDocument/2006/relationships/image" Target="../media/image288.png"/><Relationship Id="rId28" Type="http://schemas.openxmlformats.org/officeDocument/2006/relationships/customXml" Target="../ink/ink42.xml"/><Relationship Id="rId36" Type="http://schemas.openxmlformats.org/officeDocument/2006/relationships/image" Target="../media/image299.png"/><Relationship Id="rId49" Type="http://schemas.openxmlformats.org/officeDocument/2006/relationships/image" Target="../media/image3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4.png"/><Relationship Id="rId3" Type="http://schemas.openxmlformats.org/officeDocument/2006/relationships/image" Target="../media/image320.png"/><Relationship Id="rId7" Type="http://schemas.openxmlformats.org/officeDocument/2006/relationships/image" Target="../media/image323.png"/><Relationship Id="rId2" Type="http://schemas.openxmlformats.org/officeDocument/2006/relationships/image" Target="../media/image3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2.png"/><Relationship Id="rId5" Type="http://schemas.openxmlformats.org/officeDocument/2006/relationships/image" Target="../media/image223.png"/><Relationship Id="rId4" Type="http://schemas.openxmlformats.org/officeDocument/2006/relationships/image" Target="../media/image321.png"/><Relationship Id="rId9" Type="http://schemas.openxmlformats.org/officeDocument/2006/relationships/image" Target="../media/image3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png"/><Relationship Id="rId13" Type="http://schemas.openxmlformats.org/officeDocument/2006/relationships/image" Target="../media/image333.png"/><Relationship Id="rId18" Type="http://schemas.openxmlformats.org/officeDocument/2006/relationships/image" Target="../media/image337.png"/><Relationship Id="rId3" Type="http://schemas.openxmlformats.org/officeDocument/2006/relationships/image" Target="../media/image326.png"/><Relationship Id="rId21" Type="http://schemas.openxmlformats.org/officeDocument/2006/relationships/image" Target="../media/image340.png"/><Relationship Id="rId7" Type="http://schemas.openxmlformats.org/officeDocument/2006/relationships/image" Target="../media/image328.png"/><Relationship Id="rId12" Type="http://schemas.openxmlformats.org/officeDocument/2006/relationships/image" Target="../media/image332.png"/><Relationship Id="rId17" Type="http://schemas.openxmlformats.org/officeDocument/2006/relationships/customXml" Target="../ink/ink46.xml"/><Relationship Id="rId25" Type="http://schemas.openxmlformats.org/officeDocument/2006/relationships/image" Target="../media/image34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36.png"/><Relationship Id="rId20" Type="http://schemas.openxmlformats.org/officeDocument/2006/relationships/image" Target="../media/image3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7.png"/><Relationship Id="rId11" Type="http://schemas.openxmlformats.org/officeDocument/2006/relationships/image" Target="../media/image331.png"/><Relationship Id="rId24" Type="http://schemas.openxmlformats.org/officeDocument/2006/relationships/image" Target="../media/image343.png"/><Relationship Id="rId5" Type="http://schemas.openxmlformats.org/officeDocument/2006/relationships/image" Target="../media/image209.png"/><Relationship Id="rId15" Type="http://schemas.openxmlformats.org/officeDocument/2006/relationships/image" Target="../media/image335.png"/><Relationship Id="rId23" Type="http://schemas.openxmlformats.org/officeDocument/2006/relationships/image" Target="../media/image342.png"/><Relationship Id="rId10" Type="http://schemas.openxmlformats.org/officeDocument/2006/relationships/image" Target="../media/image330.png"/><Relationship Id="rId19" Type="http://schemas.openxmlformats.org/officeDocument/2006/relationships/image" Target="../media/image338.png"/><Relationship Id="rId4" Type="http://schemas.openxmlformats.org/officeDocument/2006/relationships/customXml" Target="../ink/ink44.xml"/><Relationship Id="rId9" Type="http://schemas.openxmlformats.org/officeDocument/2006/relationships/customXml" Target="../ink/ink45.xml"/><Relationship Id="rId14" Type="http://schemas.openxmlformats.org/officeDocument/2006/relationships/image" Target="../media/image334.png"/><Relationship Id="rId22" Type="http://schemas.openxmlformats.org/officeDocument/2006/relationships/image" Target="../media/image341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52.png"/><Relationship Id="rId18" Type="http://schemas.openxmlformats.org/officeDocument/2006/relationships/image" Target="../media/image357.png"/><Relationship Id="rId26" Type="http://schemas.openxmlformats.org/officeDocument/2006/relationships/image" Target="../media/image365.png"/><Relationship Id="rId39" Type="http://schemas.openxmlformats.org/officeDocument/2006/relationships/image" Target="../media/image377.png"/><Relationship Id="rId21" Type="http://schemas.openxmlformats.org/officeDocument/2006/relationships/image" Target="../media/image360.png"/><Relationship Id="rId34" Type="http://schemas.openxmlformats.org/officeDocument/2006/relationships/image" Target="../media/image372.png"/><Relationship Id="rId42" Type="http://schemas.openxmlformats.org/officeDocument/2006/relationships/image" Target="../media/image380.png"/><Relationship Id="rId7" Type="http://schemas.openxmlformats.org/officeDocument/2006/relationships/customXml" Target="../ink/ink49.xml"/><Relationship Id="rId2" Type="http://schemas.openxmlformats.org/officeDocument/2006/relationships/image" Target="../media/image345.png"/><Relationship Id="rId16" Type="http://schemas.openxmlformats.org/officeDocument/2006/relationships/image" Target="../media/image355.png"/><Relationship Id="rId20" Type="http://schemas.openxmlformats.org/officeDocument/2006/relationships/image" Target="../media/image359.png"/><Relationship Id="rId29" Type="http://schemas.openxmlformats.org/officeDocument/2006/relationships/image" Target="../media/image368.png"/><Relationship Id="rId41" Type="http://schemas.openxmlformats.org/officeDocument/2006/relationships/image" Target="../media/image3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7.png"/><Relationship Id="rId11" Type="http://schemas.openxmlformats.org/officeDocument/2006/relationships/image" Target="../media/image350.png"/><Relationship Id="rId24" Type="http://schemas.openxmlformats.org/officeDocument/2006/relationships/image" Target="../media/image363.png"/><Relationship Id="rId32" Type="http://schemas.openxmlformats.org/officeDocument/2006/relationships/image" Target="../media/image371.png"/><Relationship Id="rId37" Type="http://schemas.openxmlformats.org/officeDocument/2006/relationships/image" Target="../media/image375.png"/><Relationship Id="rId40" Type="http://schemas.openxmlformats.org/officeDocument/2006/relationships/image" Target="../media/image378.png"/><Relationship Id="rId5" Type="http://schemas.openxmlformats.org/officeDocument/2006/relationships/customXml" Target="../ink/ink48.xml"/><Relationship Id="rId15" Type="http://schemas.openxmlformats.org/officeDocument/2006/relationships/image" Target="../media/image354.png"/><Relationship Id="rId23" Type="http://schemas.openxmlformats.org/officeDocument/2006/relationships/image" Target="../media/image362.png"/><Relationship Id="rId28" Type="http://schemas.openxmlformats.org/officeDocument/2006/relationships/image" Target="../media/image367.png"/><Relationship Id="rId36" Type="http://schemas.openxmlformats.org/officeDocument/2006/relationships/image" Target="../media/image374.png"/><Relationship Id="rId10" Type="http://schemas.openxmlformats.org/officeDocument/2006/relationships/image" Target="../media/image349.png"/><Relationship Id="rId19" Type="http://schemas.openxmlformats.org/officeDocument/2006/relationships/image" Target="../media/image358.png"/><Relationship Id="rId31" Type="http://schemas.openxmlformats.org/officeDocument/2006/relationships/image" Target="../media/image370.png"/><Relationship Id="rId4" Type="http://schemas.openxmlformats.org/officeDocument/2006/relationships/image" Target="../media/image346.png"/><Relationship Id="rId9" Type="http://schemas.openxmlformats.org/officeDocument/2006/relationships/customXml" Target="../ink/ink50.xml"/><Relationship Id="rId14" Type="http://schemas.openxmlformats.org/officeDocument/2006/relationships/image" Target="../media/image353.png"/><Relationship Id="rId22" Type="http://schemas.openxmlformats.org/officeDocument/2006/relationships/image" Target="../media/image361.png"/><Relationship Id="rId27" Type="http://schemas.openxmlformats.org/officeDocument/2006/relationships/image" Target="../media/image366.png"/><Relationship Id="rId30" Type="http://schemas.openxmlformats.org/officeDocument/2006/relationships/image" Target="../media/image369.png"/><Relationship Id="rId35" Type="http://schemas.openxmlformats.org/officeDocument/2006/relationships/image" Target="../media/image373.png"/><Relationship Id="rId8" Type="http://schemas.openxmlformats.org/officeDocument/2006/relationships/image" Target="../media/image348.png"/><Relationship Id="rId3" Type="http://schemas.openxmlformats.org/officeDocument/2006/relationships/customXml" Target="../ink/ink47.xml"/><Relationship Id="rId12" Type="http://schemas.openxmlformats.org/officeDocument/2006/relationships/image" Target="../media/image351.png"/><Relationship Id="rId17" Type="http://schemas.openxmlformats.org/officeDocument/2006/relationships/image" Target="../media/image356.png"/><Relationship Id="rId25" Type="http://schemas.openxmlformats.org/officeDocument/2006/relationships/image" Target="../media/image364.png"/><Relationship Id="rId33" Type="http://schemas.openxmlformats.org/officeDocument/2006/relationships/customXml" Target="../ink/ink51.xml"/><Relationship Id="rId38" Type="http://schemas.openxmlformats.org/officeDocument/2006/relationships/image" Target="../media/image376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7.png"/><Relationship Id="rId18" Type="http://schemas.openxmlformats.org/officeDocument/2006/relationships/image" Target="../media/image390.png"/><Relationship Id="rId26" Type="http://schemas.openxmlformats.org/officeDocument/2006/relationships/image" Target="../media/image398.png"/><Relationship Id="rId39" Type="http://schemas.openxmlformats.org/officeDocument/2006/relationships/image" Target="../media/image411.png"/><Relationship Id="rId21" Type="http://schemas.openxmlformats.org/officeDocument/2006/relationships/image" Target="../media/image393.png"/><Relationship Id="rId34" Type="http://schemas.openxmlformats.org/officeDocument/2006/relationships/image" Target="../media/image406.png"/><Relationship Id="rId42" Type="http://schemas.openxmlformats.org/officeDocument/2006/relationships/image" Target="../media/image414.png"/><Relationship Id="rId47" Type="http://schemas.openxmlformats.org/officeDocument/2006/relationships/image" Target="../media/image419.png"/><Relationship Id="rId7" Type="http://schemas.openxmlformats.org/officeDocument/2006/relationships/image" Target="../media/image384.png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57.xml"/><Relationship Id="rId29" Type="http://schemas.openxmlformats.org/officeDocument/2006/relationships/image" Target="../media/image40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2.xml"/><Relationship Id="rId11" Type="http://schemas.openxmlformats.org/officeDocument/2006/relationships/image" Target="../media/image386.png"/><Relationship Id="rId24" Type="http://schemas.openxmlformats.org/officeDocument/2006/relationships/image" Target="../media/image396.png"/><Relationship Id="rId32" Type="http://schemas.openxmlformats.org/officeDocument/2006/relationships/image" Target="../media/image404.png"/><Relationship Id="rId37" Type="http://schemas.openxmlformats.org/officeDocument/2006/relationships/image" Target="../media/image409.png"/><Relationship Id="rId40" Type="http://schemas.openxmlformats.org/officeDocument/2006/relationships/image" Target="../media/image412.png"/><Relationship Id="rId45" Type="http://schemas.openxmlformats.org/officeDocument/2006/relationships/image" Target="../media/image417.png"/><Relationship Id="rId5" Type="http://schemas.openxmlformats.org/officeDocument/2006/relationships/image" Target="../media/image383.png"/><Relationship Id="rId15" Type="http://schemas.openxmlformats.org/officeDocument/2006/relationships/image" Target="../media/image388.png"/><Relationship Id="rId23" Type="http://schemas.openxmlformats.org/officeDocument/2006/relationships/image" Target="../media/image395.png"/><Relationship Id="rId28" Type="http://schemas.openxmlformats.org/officeDocument/2006/relationships/image" Target="../media/image400.png"/><Relationship Id="rId36" Type="http://schemas.openxmlformats.org/officeDocument/2006/relationships/image" Target="../media/image408.png"/><Relationship Id="rId10" Type="http://schemas.openxmlformats.org/officeDocument/2006/relationships/customXml" Target="../ink/ink54.xml"/><Relationship Id="rId19" Type="http://schemas.openxmlformats.org/officeDocument/2006/relationships/image" Target="../media/image391.png"/><Relationship Id="rId31" Type="http://schemas.openxmlformats.org/officeDocument/2006/relationships/image" Target="../media/image403.png"/><Relationship Id="rId44" Type="http://schemas.openxmlformats.org/officeDocument/2006/relationships/image" Target="../media/image416.png"/><Relationship Id="rId4" Type="http://schemas.openxmlformats.org/officeDocument/2006/relationships/image" Target="../media/image382.png"/><Relationship Id="rId9" Type="http://schemas.openxmlformats.org/officeDocument/2006/relationships/image" Target="../media/image385.png"/><Relationship Id="rId14" Type="http://schemas.openxmlformats.org/officeDocument/2006/relationships/customXml" Target="../ink/ink56.xml"/><Relationship Id="rId22" Type="http://schemas.openxmlformats.org/officeDocument/2006/relationships/image" Target="../media/image394.png"/><Relationship Id="rId27" Type="http://schemas.openxmlformats.org/officeDocument/2006/relationships/image" Target="../media/image399.png"/><Relationship Id="rId30" Type="http://schemas.openxmlformats.org/officeDocument/2006/relationships/image" Target="../media/image402.png"/><Relationship Id="rId35" Type="http://schemas.openxmlformats.org/officeDocument/2006/relationships/image" Target="../media/image407.png"/><Relationship Id="rId43" Type="http://schemas.openxmlformats.org/officeDocument/2006/relationships/image" Target="../media/image415.png"/><Relationship Id="rId48" Type="http://schemas.openxmlformats.org/officeDocument/2006/relationships/image" Target="../media/image420.png"/><Relationship Id="rId8" Type="http://schemas.openxmlformats.org/officeDocument/2006/relationships/customXml" Target="../ink/ink53.xml"/><Relationship Id="rId3" Type="http://schemas.openxmlformats.org/officeDocument/2006/relationships/image" Target="../media/image381.png"/><Relationship Id="rId12" Type="http://schemas.openxmlformats.org/officeDocument/2006/relationships/customXml" Target="../ink/ink55.xml"/><Relationship Id="rId17" Type="http://schemas.openxmlformats.org/officeDocument/2006/relationships/image" Target="../media/image389.png"/><Relationship Id="rId25" Type="http://schemas.openxmlformats.org/officeDocument/2006/relationships/image" Target="../media/image397.png"/><Relationship Id="rId33" Type="http://schemas.openxmlformats.org/officeDocument/2006/relationships/image" Target="../media/image405.png"/><Relationship Id="rId38" Type="http://schemas.openxmlformats.org/officeDocument/2006/relationships/image" Target="../media/image410.png"/><Relationship Id="rId46" Type="http://schemas.openxmlformats.org/officeDocument/2006/relationships/image" Target="../media/image418.png"/><Relationship Id="rId20" Type="http://schemas.openxmlformats.org/officeDocument/2006/relationships/image" Target="../media/image392.png"/><Relationship Id="rId41" Type="http://schemas.openxmlformats.org/officeDocument/2006/relationships/image" Target="../media/image413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8.png"/><Relationship Id="rId18" Type="http://schemas.openxmlformats.org/officeDocument/2006/relationships/image" Target="../media/image433.png"/><Relationship Id="rId26" Type="http://schemas.openxmlformats.org/officeDocument/2006/relationships/image" Target="../media/image441.png"/><Relationship Id="rId39" Type="http://schemas.openxmlformats.org/officeDocument/2006/relationships/image" Target="../media/image454.png"/><Relationship Id="rId21" Type="http://schemas.openxmlformats.org/officeDocument/2006/relationships/image" Target="../media/image436.png"/><Relationship Id="rId34" Type="http://schemas.openxmlformats.org/officeDocument/2006/relationships/image" Target="../media/image449.png"/><Relationship Id="rId42" Type="http://schemas.openxmlformats.org/officeDocument/2006/relationships/image" Target="../media/image457.png"/><Relationship Id="rId7" Type="http://schemas.openxmlformats.org/officeDocument/2006/relationships/customXml" Target="../ink/ink60.xml"/><Relationship Id="rId2" Type="http://schemas.openxmlformats.org/officeDocument/2006/relationships/image" Target="../media/image421.png"/><Relationship Id="rId16" Type="http://schemas.openxmlformats.org/officeDocument/2006/relationships/image" Target="../media/image431.png"/><Relationship Id="rId29" Type="http://schemas.openxmlformats.org/officeDocument/2006/relationships/image" Target="../media/image4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3.png"/><Relationship Id="rId11" Type="http://schemas.openxmlformats.org/officeDocument/2006/relationships/image" Target="../media/image426.png"/><Relationship Id="rId24" Type="http://schemas.openxmlformats.org/officeDocument/2006/relationships/image" Target="../media/image439.png"/><Relationship Id="rId32" Type="http://schemas.openxmlformats.org/officeDocument/2006/relationships/image" Target="../media/image447.png"/><Relationship Id="rId37" Type="http://schemas.openxmlformats.org/officeDocument/2006/relationships/image" Target="../media/image452.png"/><Relationship Id="rId40" Type="http://schemas.openxmlformats.org/officeDocument/2006/relationships/image" Target="../media/image455.png"/><Relationship Id="rId45" Type="http://schemas.openxmlformats.org/officeDocument/2006/relationships/image" Target="../media/image459.png"/><Relationship Id="rId5" Type="http://schemas.openxmlformats.org/officeDocument/2006/relationships/customXml" Target="../ink/ink59.xml"/><Relationship Id="rId15" Type="http://schemas.openxmlformats.org/officeDocument/2006/relationships/image" Target="../media/image430.png"/><Relationship Id="rId23" Type="http://schemas.openxmlformats.org/officeDocument/2006/relationships/image" Target="../media/image438.png"/><Relationship Id="rId28" Type="http://schemas.openxmlformats.org/officeDocument/2006/relationships/image" Target="../media/image443.png"/><Relationship Id="rId36" Type="http://schemas.openxmlformats.org/officeDocument/2006/relationships/image" Target="../media/image451.png"/><Relationship Id="rId10" Type="http://schemas.openxmlformats.org/officeDocument/2006/relationships/image" Target="../media/image425.png"/><Relationship Id="rId19" Type="http://schemas.openxmlformats.org/officeDocument/2006/relationships/image" Target="../media/image434.png"/><Relationship Id="rId31" Type="http://schemas.openxmlformats.org/officeDocument/2006/relationships/image" Target="../media/image446.png"/><Relationship Id="rId44" Type="http://schemas.openxmlformats.org/officeDocument/2006/relationships/customXml" Target="../ink/ink62.xml"/><Relationship Id="rId4" Type="http://schemas.openxmlformats.org/officeDocument/2006/relationships/image" Target="../media/image422.png"/><Relationship Id="rId9" Type="http://schemas.openxmlformats.org/officeDocument/2006/relationships/customXml" Target="../ink/ink61.xml"/><Relationship Id="rId14" Type="http://schemas.openxmlformats.org/officeDocument/2006/relationships/image" Target="../media/image429.png"/><Relationship Id="rId22" Type="http://schemas.openxmlformats.org/officeDocument/2006/relationships/image" Target="../media/image437.png"/><Relationship Id="rId27" Type="http://schemas.openxmlformats.org/officeDocument/2006/relationships/image" Target="../media/image442.png"/><Relationship Id="rId30" Type="http://schemas.openxmlformats.org/officeDocument/2006/relationships/image" Target="../media/image445.png"/><Relationship Id="rId35" Type="http://schemas.openxmlformats.org/officeDocument/2006/relationships/image" Target="../media/image450.png"/><Relationship Id="rId43" Type="http://schemas.openxmlformats.org/officeDocument/2006/relationships/image" Target="../media/image458.png"/><Relationship Id="rId8" Type="http://schemas.openxmlformats.org/officeDocument/2006/relationships/image" Target="../media/image424.png"/><Relationship Id="rId3" Type="http://schemas.openxmlformats.org/officeDocument/2006/relationships/customXml" Target="../ink/ink58.xml"/><Relationship Id="rId12" Type="http://schemas.openxmlformats.org/officeDocument/2006/relationships/image" Target="../media/image427.png"/><Relationship Id="rId17" Type="http://schemas.openxmlformats.org/officeDocument/2006/relationships/image" Target="../media/image432.png"/><Relationship Id="rId25" Type="http://schemas.openxmlformats.org/officeDocument/2006/relationships/image" Target="../media/image440.png"/><Relationship Id="rId33" Type="http://schemas.openxmlformats.org/officeDocument/2006/relationships/image" Target="../media/image448.png"/><Relationship Id="rId38" Type="http://schemas.openxmlformats.org/officeDocument/2006/relationships/image" Target="../media/image453.png"/><Relationship Id="rId20" Type="http://schemas.openxmlformats.org/officeDocument/2006/relationships/image" Target="../media/image435.png"/><Relationship Id="rId41" Type="http://schemas.openxmlformats.org/officeDocument/2006/relationships/image" Target="../media/image456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8.xml"/><Relationship Id="rId18" Type="http://schemas.openxmlformats.org/officeDocument/2006/relationships/image" Target="../media/image470.png"/><Relationship Id="rId26" Type="http://schemas.openxmlformats.org/officeDocument/2006/relationships/image" Target="../media/image478.png"/><Relationship Id="rId39" Type="http://schemas.openxmlformats.org/officeDocument/2006/relationships/image" Target="../media/image491.png"/><Relationship Id="rId21" Type="http://schemas.openxmlformats.org/officeDocument/2006/relationships/image" Target="../media/image473.png"/><Relationship Id="rId34" Type="http://schemas.openxmlformats.org/officeDocument/2006/relationships/image" Target="../media/image486.png"/><Relationship Id="rId42" Type="http://schemas.openxmlformats.org/officeDocument/2006/relationships/image" Target="../media/image494.png"/><Relationship Id="rId47" Type="http://schemas.openxmlformats.org/officeDocument/2006/relationships/image" Target="../media/image499.png"/><Relationship Id="rId7" Type="http://schemas.openxmlformats.org/officeDocument/2006/relationships/customXml" Target="../ink/ink65.xml"/><Relationship Id="rId2" Type="http://schemas.openxmlformats.org/officeDocument/2006/relationships/image" Target="../media/image460.png"/><Relationship Id="rId16" Type="http://schemas.openxmlformats.org/officeDocument/2006/relationships/image" Target="../media/image468.png"/><Relationship Id="rId29" Type="http://schemas.openxmlformats.org/officeDocument/2006/relationships/image" Target="../media/image481.png"/><Relationship Id="rId11" Type="http://schemas.openxmlformats.org/officeDocument/2006/relationships/customXml" Target="../ink/ink67.xml"/><Relationship Id="rId24" Type="http://schemas.openxmlformats.org/officeDocument/2006/relationships/image" Target="../media/image476.png"/><Relationship Id="rId32" Type="http://schemas.openxmlformats.org/officeDocument/2006/relationships/image" Target="../media/image484.png"/><Relationship Id="rId37" Type="http://schemas.openxmlformats.org/officeDocument/2006/relationships/image" Target="../media/image489.png"/><Relationship Id="rId40" Type="http://schemas.openxmlformats.org/officeDocument/2006/relationships/image" Target="../media/image492.png"/><Relationship Id="rId45" Type="http://schemas.openxmlformats.org/officeDocument/2006/relationships/image" Target="../media/image497.png"/><Relationship Id="rId5" Type="http://schemas.openxmlformats.org/officeDocument/2006/relationships/customXml" Target="../ink/ink64.xml"/><Relationship Id="rId15" Type="http://schemas.openxmlformats.org/officeDocument/2006/relationships/image" Target="../media/image467.png"/><Relationship Id="rId23" Type="http://schemas.openxmlformats.org/officeDocument/2006/relationships/image" Target="../media/image475.png"/><Relationship Id="rId28" Type="http://schemas.openxmlformats.org/officeDocument/2006/relationships/image" Target="../media/image480.png"/><Relationship Id="rId36" Type="http://schemas.openxmlformats.org/officeDocument/2006/relationships/image" Target="../media/image488.png"/><Relationship Id="rId49" Type="http://schemas.openxmlformats.org/officeDocument/2006/relationships/image" Target="../media/image501.png"/><Relationship Id="rId10" Type="http://schemas.openxmlformats.org/officeDocument/2006/relationships/image" Target="../media/image464.png"/><Relationship Id="rId19" Type="http://schemas.openxmlformats.org/officeDocument/2006/relationships/image" Target="../media/image471.png"/><Relationship Id="rId31" Type="http://schemas.openxmlformats.org/officeDocument/2006/relationships/image" Target="../media/image483.png"/><Relationship Id="rId44" Type="http://schemas.openxmlformats.org/officeDocument/2006/relationships/image" Target="../media/image496.png"/><Relationship Id="rId4" Type="http://schemas.openxmlformats.org/officeDocument/2006/relationships/image" Target="../media/image461.png"/><Relationship Id="rId9" Type="http://schemas.openxmlformats.org/officeDocument/2006/relationships/customXml" Target="../ink/ink66.xml"/><Relationship Id="rId14" Type="http://schemas.openxmlformats.org/officeDocument/2006/relationships/image" Target="../media/image466.png"/><Relationship Id="rId22" Type="http://schemas.openxmlformats.org/officeDocument/2006/relationships/image" Target="../media/image474.png"/><Relationship Id="rId27" Type="http://schemas.openxmlformats.org/officeDocument/2006/relationships/image" Target="../media/image479.png"/><Relationship Id="rId30" Type="http://schemas.openxmlformats.org/officeDocument/2006/relationships/image" Target="../media/image482.png"/><Relationship Id="rId35" Type="http://schemas.openxmlformats.org/officeDocument/2006/relationships/image" Target="../media/image487.png"/><Relationship Id="rId43" Type="http://schemas.openxmlformats.org/officeDocument/2006/relationships/image" Target="../media/image495.png"/><Relationship Id="rId48" Type="http://schemas.openxmlformats.org/officeDocument/2006/relationships/image" Target="../media/image500.png"/><Relationship Id="rId8" Type="http://schemas.openxmlformats.org/officeDocument/2006/relationships/image" Target="../media/image463.png"/><Relationship Id="rId3" Type="http://schemas.openxmlformats.org/officeDocument/2006/relationships/customXml" Target="../ink/ink63.xml"/><Relationship Id="rId12" Type="http://schemas.openxmlformats.org/officeDocument/2006/relationships/image" Target="../media/image465.png"/><Relationship Id="rId17" Type="http://schemas.openxmlformats.org/officeDocument/2006/relationships/image" Target="../media/image469.png"/><Relationship Id="rId25" Type="http://schemas.openxmlformats.org/officeDocument/2006/relationships/image" Target="../media/image477.png"/><Relationship Id="rId33" Type="http://schemas.openxmlformats.org/officeDocument/2006/relationships/image" Target="../media/image485.png"/><Relationship Id="rId38" Type="http://schemas.openxmlformats.org/officeDocument/2006/relationships/image" Target="../media/image490.png"/><Relationship Id="rId46" Type="http://schemas.openxmlformats.org/officeDocument/2006/relationships/image" Target="../media/image498.png"/><Relationship Id="rId20" Type="http://schemas.openxmlformats.org/officeDocument/2006/relationships/image" Target="../media/image472.png"/><Relationship Id="rId41" Type="http://schemas.openxmlformats.org/officeDocument/2006/relationships/image" Target="../media/image4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2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4.xml"/><Relationship Id="rId18" Type="http://schemas.openxmlformats.org/officeDocument/2006/relationships/image" Target="../media/image504.png"/><Relationship Id="rId26" Type="http://schemas.openxmlformats.org/officeDocument/2006/relationships/image" Target="../media/image511.png"/><Relationship Id="rId39" Type="http://schemas.openxmlformats.org/officeDocument/2006/relationships/image" Target="../media/image524.png"/><Relationship Id="rId21" Type="http://schemas.openxmlformats.org/officeDocument/2006/relationships/image" Target="../media/image506.png"/><Relationship Id="rId34" Type="http://schemas.openxmlformats.org/officeDocument/2006/relationships/image" Target="../media/image519.png"/><Relationship Id="rId42" Type="http://schemas.openxmlformats.org/officeDocument/2006/relationships/image" Target="../media/image527.png"/><Relationship Id="rId7" Type="http://schemas.openxmlformats.org/officeDocument/2006/relationships/customXml" Target="../ink/ink71.xml"/><Relationship Id="rId2" Type="http://schemas.openxmlformats.org/officeDocument/2006/relationships/image" Target="../media/image460.png"/><Relationship Id="rId16" Type="http://schemas.openxmlformats.org/officeDocument/2006/relationships/customXml" Target="../ink/ink75.xml"/><Relationship Id="rId20" Type="http://schemas.openxmlformats.org/officeDocument/2006/relationships/image" Target="../media/image402.png"/><Relationship Id="rId29" Type="http://schemas.openxmlformats.org/officeDocument/2006/relationships/image" Target="../media/image514.png"/><Relationship Id="rId41" Type="http://schemas.openxmlformats.org/officeDocument/2006/relationships/image" Target="../media/image5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2.png"/><Relationship Id="rId11" Type="http://schemas.openxmlformats.org/officeDocument/2006/relationships/customXml" Target="../ink/ink73.xml"/><Relationship Id="rId24" Type="http://schemas.openxmlformats.org/officeDocument/2006/relationships/image" Target="../media/image509.png"/><Relationship Id="rId32" Type="http://schemas.openxmlformats.org/officeDocument/2006/relationships/image" Target="../media/image517.png"/><Relationship Id="rId37" Type="http://schemas.openxmlformats.org/officeDocument/2006/relationships/image" Target="../media/image522.png"/><Relationship Id="rId40" Type="http://schemas.openxmlformats.org/officeDocument/2006/relationships/image" Target="../media/image525.png"/><Relationship Id="rId5" Type="http://schemas.openxmlformats.org/officeDocument/2006/relationships/customXml" Target="../ink/ink70.xml"/><Relationship Id="rId15" Type="http://schemas.openxmlformats.org/officeDocument/2006/relationships/image" Target="../media/image502.png"/><Relationship Id="rId23" Type="http://schemas.openxmlformats.org/officeDocument/2006/relationships/image" Target="../media/image508.png"/><Relationship Id="rId28" Type="http://schemas.openxmlformats.org/officeDocument/2006/relationships/image" Target="../media/image513.png"/><Relationship Id="rId36" Type="http://schemas.openxmlformats.org/officeDocument/2006/relationships/image" Target="../media/image521.png"/><Relationship Id="rId10" Type="http://schemas.openxmlformats.org/officeDocument/2006/relationships/image" Target="../media/image464.png"/><Relationship Id="rId19" Type="http://schemas.openxmlformats.org/officeDocument/2006/relationships/image" Target="../media/image505.png"/><Relationship Id="rId31" Type="http://schemas.openxmlformats.org/officeDocument/2006/relationships/image" Target="../media/image516.png"/><Relationship Id="rId4" Type="http://schemas.openxmlformats.org/officeDocument/2006/relationships/image" Target="../media/image461.png"/><Relationship Id="rId9" Type="http://schemas.openxmlformats.org/officeDocument/2006/relationships/customXml" Target="../ink/ink72.xml"/><Relationship Id="rId14" Type="http://schemas.openxmlformats.org/officeDocument/2006/relationships/image" Target="../media/image466.png"/><Relationship Id="rId22" Type="http://schemas.openxmlformats.org/officeDocument/2006/relationships/image" Target="../media/image507.png"/><Relationship Id="rId27" Type="http://schemas.openxmlformats.org/officeDocument/2006/relationships/image" Target="../media/image512.png"/><Relationship Id="rId30" Type="http://schemas.openxmlformats.org/officeDocument/2006/relationships/image" Target="../media/image515.png"/><Relationship Id="rId35" Type="http://schemas.openxmlformats.org/officeDocument/2006/relationships/image" Target="../media/image520.png"/><Relationship Id="rId43" Type="http://schemas.openxmlformats.org/officeDocument/2006/relationships/image" Target="../media/image528.png"/><Relationship Id="rId8" Type="http://schemas.openxmlformats.org/officeDocument/2006/relationships/image" Target="../media/image463.png"/><Relationship Id="rId3" Type="http://schemas.openxmlformats.org/officeDocument/2006/relationships/customXml" Target="../ink/ink69.xml"/><Relationship Id="rId12" Type="http://schemas.openxmlformats.org/officeDocument/2006/relationships/image" Target="../media/image465.png"/><Relationship Id="rId17" Type="http://schemas.openxmlformats.org/officeDocument/2006/relationships/image" Target="../media/image503.png"/><Relationship Id="rId25" Type="http://schemas.openxmlformats.org/officeDocument/2006/relationships/image" Target="../media/image510.png"/><Relationship Id="rId33" Type="http://schemas.openxmlformats.org/officeDocument/2006/relationships/image" Target="../media/image518.png"/><Relationship Id="rId38" Type="http://schemas.openxmlformats.org/officeDocument/2006/relationships/image" Target="../media/image523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36.png"/><Relationship Id="rId18" Type="http://schemas.openxmlformats.org/officeDocument/2006/relationships/image" Target="../media/image539.png"/><Relationship Id="rId26" Type="http://schemas.openxmlformats.org/officeDocument/2006/relationships/image" Target="../media/image545.png"/><Relationship Id="rId39" Type="http://schemas.openxmlformats.org/officeDocument/2006/relationships/image" Target="../media/image558.png"/><Relationship Id="rId21" Type="http://schemas.openxmlformats.org/officeDocument/2006/relationships/customXml" Target="../ink/ink82.xml"/><Relationship Id="rId34" Type="http://schemas.openxmlformats.org/officeDocument/2006/relationships/image" Target="../media/image553.png"/><Relationship Id="rId42" Type="http://schemas.openxmlformats.org/officeDocument/2006/relationships/customXml" Target="../ink/ink83.xml"/><Relationship Id="rId7" Type="http://schemas.openxmlformats.org/officeDocument/2006/relationships/image" Target="../media/image532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38.png"/><Relationship Id="rId20" Type="http://schemas.openxmlformats.org/officeDocument/2006/relationships/image" Target="../media/image540.png"/><Relationship Id="rId29" Type="http://schemas.openxmlformats.org/officeDocument/2006/relationships/image" Target="../media/image548.png"/><Relationship Id="rId41" Type="http://schemas.openxmlformats.org/officeDocument/2006/relationships/image" Target="../media/image56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6.xml"/><Relationship Id="rId11" Type="http://schemas.openxmlformats.org/officeDocument/2006/relationships/image" Target="../media/image534.png"/><Relationship Id="rId24" Type="http://schemas.openxmlformats.org/officeDocument/2006/relationships/image" Target="../media/image543.png"/><Relationship Id="rId32" Type="http://schemas.openxmlformats.org/officeDocument/2006/relationships/image" Target="../media/image551.png"/><Relationship Id="rId37" Type="http://schemas.openxmlformats.org/officeDocument/2006/relationships/image" Target="../media/image556.png"/><Relationship Id="rId40" Type="http://schemas.openxmlformats.org/officeDocument/2006/relationships/image" Target="../media/image559.png"/><Relationship Id="rId5" Type="http://schemas.openxmlformats.org/officeDocument/2006/relationships/image" Target="../media/image531.png"/><Relationship Id="rId15" Type="http://schemas.openxmlformats.org/officeDocument/2006/relationships/customXml" Target="../ink/ink79.xml"/><Relationship Id="rId23" Type="http://schemas.openxmlformats.org/officeDocument/2006/relationships/image" Target="../media/image542.png"/><Relationship Id="rId28" Type="http://schemas.openxmlformats.org/officeDocument/2006/relationships/image" Target="../media/image547.png"/><Relationship Id="rId36" Type="http://schemas.openxmlformats.org/officeDocument/2006/relationships/image" Target="../media/image555.png"/><Relationship Id="rId10" Type="http://schemas.openxmlformats.org/officeDocument/2006/relationships/customXml" Target="../ink/ink78.xml"/><Relationship Id="rId19" Type="http://schemas.openxmlformats.org/officeDocument/2006/relationships/customXml" Target="../ink/ink81.xml"/><Relationship Id="rId31" Type="http://schemas.openxmlformats.org/officeDocument/2006/relationships/image" Target="../media/image550.png"/><Relationship Id="rId4" Type="http://schemas.openxmlformats.org/officeDocument/2006/relationships/image" Target="../media/image530.png"/><Relationship Id="rId9" Type="http://schemas.openxmlformats.org/officeDocument/2006/relationships/image" Target="../media/image533.png"/><Relationship Id="rId14" Type="http://schemas.openxmlformats.org/officeDocument/2006/relationships/image" Target="../media/image537.png"/><Relationship Id="rId22" Type="http://schemas.openxmlformats.org/officeDocument/2006/relationships/image" Target="../media/image541.png"/><Relationship Id="rId27" Type="http://schemas.openxmlformats.org/officeDocument/2006/relationships/image" Target="../media/image546.png"/><Relationship Id="rId30" Type="http://schemas.openxmlformats.org/officeDocument/2006/relationships/image" Target="../media/image549.png"/><Relationship Id="rId35" Type="http://schemas.openxmlformats.org/officeDocument/2006/relationships/image" Target="../media/image554.png"/><Relationship Id="rId8" Type="http://schemas.openxmlformats.org/officeDocument/2006/relationships/customXml" Target="../ink/ink77.xml"/><Relationship Id="rId3" Type="http://schemas.openxmlformats.org/officeDocument/2006/relationships/image" Target="../media/image529.png"/><Relationship Id="rId12" Type="http://schemas.openxmlformats.org/officeDocument/2006/relationships/image" Target="../media/image535.png"/><Relationship Id="rId17" Type="http://schemas.openxmlformats.org/officeDocument/2006/relationships/customXml" Target="../ink/ink80.xml"/><Relationship Id="rId25" Type="http://schemas.openxmlformats.org/officeDocument/2006/relationships/image" Target="../media/image544.png"/><Relationship Id="rId33" Type="http://schemas.openxmlformats.org/officeDocument/2006/relationships/image" Target="../media/image552.png"/><Relationship Id="rId38" Type="http://schemas.openxmlformats.org/officeDocument/2006/relationships/image" Target="../media/image557.png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38.png"/><Relationship Id="rId18" Type="http://schemas.openxmlformats.org/officeDocument/2006/relationships/customXml" Target="../ink/ink90.xml"/><Relationship Id="rId26" Type="http://schemas.openxmlformats.org/officeDocument/2006/relationships/image" Target="../media/image569.png"/><Relationship Id="rId39" Type="http://schemas.openxmlformats.org/officeDocument/2006/relationships/image" Target="../media/image582.png"/><Relationship Id="rId21" Type="http://schemas.openxmlformats.org/officeDocument/2006/relationships/image" Target="../media/image564.png"/><Relationship Id="rId34" Type="http://schemas.openxmlformats.org/officeDocument/2006/relationships/image" Target="../media/image577.png"/><Relationship Id="rId42" Type="http://schemas.openxmlformats.org/officeDocument/2006/relationships/image" Target="../media/image585.png"/><Relationship Id="rId47" Type="http://schemas.openxmlformats.org/officeDocument/2006/relationships/image" Target="../media/image590.png"/><Relationship Id="rId50" Type="http://schemas.openxmlformats.org/officeDocument/2006/relationships/image" Target="../media/image591.png"/><Relationship Id="rId7" Type="http://schemas.openxmlformats.org/officeDocument/2006/relationships/customXml" Target="../ink/ink85.xml"/><Relationship Id="rId2" Type="http://schemas.openxmlformats.org/officeDocument/2006/relationships/notesSlide" Target="../notesSlides/notesSlide5.xml"/><Relationship Id="rId16" Type="http://schemas.openxmlformats.org/officeDocument/2006/relationships/customXml" Target="../ink/ink89.xml"/><Relationship Id="rId29" Type="http://schemas.openxmlformats.org/officeDocument/2006/relationships/image" Target="../media/image572.png"/><Relationship Id="rId11" Type="http://schemas.openxmlformats.org/officeDocument/2006/relationships/image" Target="../media/image562.png"/><Relationship Id="rId24" Type="http://schemas.openxmlformats.org/officeDocument/2006/relationships/image" Target="../media/image567.png"/><Relationship Id="rId32" Type="http://schemas.openxmlformats.org/officeDocument/2006/relationships/image" Target="../media/image575.png"/><Relationship Id="rId37" Type="http://schemas.openxmlformats.org/officeDocument/2006/relationships/image" Target="../media/image580.png"/><Relationship Id="rId40" Type="http://schemas.openxmlformats.org/officeDocument/2006/relationships/image" Target="../media/image583.png"/><Relationship Id="rId45" Type="http://schemas.openxmlformats.org/officeDocument/2006/relationships/image" Target="../media/image588.png"/><Relationship Id="rId5" Type="http://schemas.openxmlformats.org/officeDocument/2006/relationships/customXml" Target="../ink/ink84.xml"/><Relationship Id="rId15" Type="http://schemas.openxmlformats.org/officeDocument/2006/relationships/image" Target="../media/image539.png"/><Relationship Id="rId23" Type="http://schemas.openxmlformats.org/officeDocument/2006/relationships/image" Target="../media/image566.png"/><Relationship Id="rId28" Type="http://schemas.openxmlformats.org/officeDocument/2006/relationships/image" Target="../media/image571.png"/><Relationship Id="rId36" Type="http://schemas.openxmlformats.org/officeDocument/2006/relationships/image" Target="../media/image579.png"/><Relationship Id="rId49" Type="http://schemas.openxmlformats.org/officeDocument/2006/relationships/customXml" Target="../ink/ink91.xml"/><Relationship Id="rId10" Type="http://schemas.openxmlformats.org/officeDocument/2006/relationships/image" Target="../media/image561.png"/><Relationship Id="rId19" Type="http://schemas.openxmlformats.org/officeDocument/2006/relationships/image" Target="../media/image541.png"/><Relationship Id="rId31" Type="http://schemas.openxmlformats.org/officeDocument/2006/relationships/image" Target="../media/image574.png"/><Relationship Id="rId44" Type="http://schemas.openxmlformats.org/officeDocument/2006/relationships/image" Target="../media/image587.png"/><Relationship Id="rId4" Type="http://schemas.openxmlformats.org/officeDocument/2006/relationships/image" Target="../media/image530.png"/><Relationship Id="rId9" Type="http://schemas.openxmlformats.org/officeDocument/2006/relationships/customXml" Target="../ink/ink86.xml"/><Relationship Id="rId14" Type="http://schemas.openxmlformats.org/officeDocument/2006/relationships/customXml" Target="../ink/ink88.xml"/><Relationship Id="rId22" Type="http://schemas.openxmlformats.org/officeDocument/2006/relationships/image" Target="../media/image565.png"/><Relationship Id="rId27" Type="http://schemas.openxmlformats.org/officeDocument/2006/relationships/image" Target="../media/image570.png"/><Relationship Id="rId30" Type="http://schemas.openxmlformats.org/officeDocument/2006/relationships/image" Target="../media/image573.png"/><Relationship Id="rId35" Type="http://schemas.openxmlformats.org/officeDocument/2006/relationships/image" Target="../media/image578.png"/><Relationship Id="rId43" Type="http://schemas.openxmlformats.org/officeDocument/2006/relationships/image" Target="../media/image586.png"/><Relationship Id="rId48" Type="http://schemas.openxmlformats.org/officeDocument/2006/relationships/image" Target="../media/image83.png"/><Relationship Id="rId8" Type="http://schemas.openxmlformats.org/officeDocument/2006/relationships/image" Target="../media/image533.png"/><Relationship Id="rId3" Type="http://schemas.openxmlformats.org/officeDocument/2006/relationships/image" Target="../media/image529.png"/><Relationship Id="rId12" Type="http://schemas.openxmlformats.org/officeDocument/2006/relationships/customXml" Target="../ink/ink87.xml"/><Relationship Id="rId17" Type="http://schemas.openxmlformats.org/officeDocument/2006/relationships/image" Target="../media/image540.png"/><Relationship Id="rId25" Type="http://schemas.openxmlformats.org/officeDocument/2006/relationships/image" Target="../media/image568.png"/><Relationship Id="rId33" Type="http://schemas.openxmlformats.org/officeDocument/2006/relationships/image" Target="../media/image576.png"/><Relationship Id="rId38" Type="http://schemas.openxmlformats.org/officeDocument/2006/relationships/image" Target="../media/image581.png"/><Relationship Id="rId46" Type="http://schemas.openxmlformats.org/officeDocument/2006/relationships/image" Target="../media/image589.png"/><Relationship Id="rId20" Type="http://schemas.openxmlformats.org/officeDocument/2006/relationships/image" Target="../media/image563.png"/><Relationship Id="rId41" Type="http://schemas.openxmlformats.org/officeDocument/2006/relationships/image" Target="../media/image58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2.png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09.png"/><Relationship Id="rId21" Type="http://schemas.openxmlformats.org/officeDocument/2006/relationships/image" Target="../media/image604.png"/><Relationship Id="rId42" Type="http://schemas.openxmlformats.org/officeDocument/2006/relationships/image" Target="../media/image625.png"/><Relationship Id="rId47" Type="http://schemas.openxmlformats.org/officeDocument/2006/relationships/image" Target="../media/image630.png"/><Relationship Id="rId63" Type="http://schemas.openxmlformats.org/officeDocument/2006/relationships/image" Target="../media/image646.png"/><Relationship Id="rId68" Type="http://schemas.openxmlformats.org/officeDocument/2006/relationships/image" Target="../media/image65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99.png"/><Relationship Id="rId29" Type="http://schemas.openxmlformats.org/officeDocument/2006/relationships/image" Target="../media/image612.png"/><Relationship Id="rId11" Type="http://schemas.openxmlformats.org/officeDocument/2006/relationships/image" Target="../media/image39.png"/><Relationship Id="rId24" Type="http://schemas.openxmlformats.org/officeDocument/2006/relationships/image" Target="../media/image607.png"/><Relationship Id="rId32" Type="http://schemas.openxmlformats.org/officeDocument/2006/relationships/image" Target="../media/image615.png"/><Relationship Id="rId37" Type="http://schemas.openxmlformats.org/officeDocument/2006/relationships/image" Target="../media/image620.png"/><Relationship Id="rId40" Type="http://schemas.openxmlformats.org/officeDocument/2006/relationships/image" Target="../media/image623.png"/><Relationship Id="rId45" Type="http://schemas.openxmlformats.org/officeDocument/2006/relationships/image" Target="../media/image628.png"/><Relationship Id="rId53" Type="http://schemas.openxmlformats.org/officeDocument/2006/relationships/image" Target="../media/image636.png"/><Relationship Id="rId58" Type="http://schemas.openxmlformats.org/officeDocument/2006/relationships/image" Target="../media/image641.png"/><Relationship Id="rId66" Type="http://schemas.openxmlformats.org/officeDocument/2006/relationships/image" Target="../media/image649.png"/><Relationship Id="rId74" Type="http://schemas.openxmlformats.org/officeDocument/2006/relationships/image" Target="../media/image656.png"/><Relationship Id="rId5" Type="http://schemas.openxmlformats.org/officeDocument/2006/relationships/image" Target="../media/image593.png"/><Relationship Id="rId61" Type="http://schemas.openxmlformats.org/officeDocument/2006/relationships/image" Target="../media/image644.png"/><Relationship Id="rId19" Type="http://schemas.openxmlformats.org/officeDocument/2006/relationships/image" Target="../media/image602.png"/><Relationship Id="rId14" Type="http://schemas.openxmlformats.org/officeDocument/2006/relationships/image" Target="../media/image597.png"/><Relationship Id="rId22" Type="http://schemas.openxmlformats.org/officeDocument/2006/relationships/image" Target="../media/image605.png"/><Relationship Id="rId27" Type="http://schemas.openxmlformats.org/officeDocument/2006/relationships/image" Target="../media/image610.png"/><Relationship Id="rId30" Type="http://schemas.openxmlformats.org/officeDocument/2006/relationships/image" Target="../media/image613.png"/><Relationship Id="rId35" Type="http://schemas.openxmlformats.org/officeDocument/2006/relationships/image" Target="../media/image618.png"/><Relationship Id="rId43" Type="http://schemas.openxmlformats.org/officeDocument/2006/relationships/image" Target="../media/image626.png"/><Relationship Id="rId48" Type="http://schemas.openxmlformats.org/officeDocument/2006/relationships/image" Target="../media/image631.png"/><Relationship Id="rId56" Type="http://schemas.openxmlformats.org/officeDocument/2006/relationships/image" Target="../media/image639.png"/><Relationship Id="rId64" Type="http://schemas.openxmlformats.org/officeDocument/2006/relationships/image" Target="../media/image647.png"/><Relationship Id="rId69" Type="http://schemas.openxmlformats.org/officeDocument/2006/relationships/image" Target="../media/image652.png"/><Relationship Id="rId8" Type="http://schemas.openxmlformats.org/officeDocument/2006/relationships/customXml" Target="../ink/ink94.xml"/><Relationship Id="rId51" Type="http://schemas.openxmlformats.org/officeDocument/2006/relationships/image" Target="../media/image634.png"/><Relationship Id="rId72" Type="http://schemas.openxmlformats.org/officeDocument/2006/relationships/image" Target="../media/image655.png"/><Relationship Id="rId3" Type="http://schemas.openxmlformats.org/officeDocument/2006/relationships/image" Target="../media/image592.png"/><Relationship Id="rId12" Type="http://schemas.openxmlformats.org/officeDocument/2006/relationships/customXml" Target="../ink/ink96.xml"/><Relationship Id="rId17" Type="http://schemas.openxmlformats.org/officeDocument/2006/relationships/image" Target="../media/image600.png"/><Relationship Id="rId25" Type="http://schemas.openxmlformats.org/officeDocument/2006/relationships/image" Target="../media/image608.png"/><Relationship Id="rId33" Type="http://schemas.openxmlformats.org/officeDocument/2006/relationships/image" Target="../media/image616.png"/><Relationship Id="rId38" Type="http://schemas.openxmlformats.org/officeDocument/2006/relationships/image" Target="../media/image621.png"/><Relationship Id="rId46" Type="http://schemas.openxmlformats.org/officeDocument/2006/relationships/image" Target="../media/image629.png"/><Relationship Id="rId59" Type="http://schemas.openxmlformats.org/officeDocument/2006/relationships/image" Target="../media/image642.png"/><Relationship Id="rId67" Type="http://schemas.openxmlformats.org/officeDocument/2006/relationships/image" Target="../media/image650.png"/><Relationship Id="rId20" Type="http://schemas.openxmlformats.org/officeDocument/2006/relationships/image" Target="../media/image603.png"/><Relationship Id="rId41" Type="http://schemas.openxmlformats.org/officeDocument/2006/relationships/image" Target="../media/image624.png"/><Relationship Id="rId54" Type="http://schemas.openxmlformats.org/officeDocument/2006/relationships/image" Target="../media/image637.png"/><Relationship Id="rId62" Type="http://schemas.openxmlformats.org/officeDocument/2006/relationships/image" Target="../media/image645.png"/><Relationship Id="rId70" Type="http://schemas.openxmlformats.org/officeDocument/2006/relationships/image" Target="../media/image65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3.xml"/><Relationship Id="rId15" Type="http://schemas.openxmlformats.org/officeDocument/2006/relationships/image" Target="../media/image598.png"/><Relationship Id="rId23" Type="http://schemas.openxmlformats.org/officeDocument/2006/relationships/image" Target="../media/image606.png"/><Relationship Id="rId28" Type="http://schemas.openxmlformats.org/officeDocument/2006/relationships/image" Target="../media/image611.png"/><Relationship Id="rId36" Type="http://schemas.openxmlformats.org/officeDocument/2006/relationships/image" Target="../media/image619.png"/><Relationship Id="rId49" Type="http://schemas.openxmlformats.org/officeDocument/2006/relationships/image" Target="../media/image632.png"/><Relationship Id="rId57" Type="http://schemas.openxmlformats.org/officeDocument/2006/relationships/image" Target="../media/image640.png"/><Relationship Id="rId10" Type="http://schemas.openxmlformats.org/officeDocument/2006/relationships/customXml" Target="../ink/ink95.xml"/><Relationship Id="rId31" Type="http://schemas.openxmlformats.org/officeDocument/2006/relationships/image" Target="../media/image614.png"/><Relationship Id="rId44" Type="http://schemas.openxmlformats.org/officeDocument/2006/relationships/image" Target="../media/image627.png"/><Relationship Id="rId52" Type="http://schemas.openxmlformats.org/officeDocument/2006/relationships/image" Target="../media/image635.png"/><Relationship Id="rId60" Type="http://schemas.openxmlformats.org/officeDocument/2006/relationships/image" Target="../media/image643.png"/><Relationship Id="rId65" Type="http://schemas.openxmlformats.org/officeDocument/2006/relationships/image" Target="../media/image648.png"/><Relationship Id="rId73" Type="http://schemas.openxmlformats.org/officeDocument/2006/relationships/customXml" Target="../ink/ink97.xml"/><Relationship Id="rId4" Type="http://schemas.openxmlformats.org/officeDocument/2006/relationships/customXml" Target="../ink/ink92.xml"/><Relationship Id="rId9" Type="http://schemas.openxmlformats.org/officeDocument/2006/relationships/image" Target="../media/image595.png"/><Relationship Id="rId13" Type="http://schemas.openxmlformats.org/officeDocument/2006/relationships/image" Target="../media/image596.png"/><Relationship Id="rId18" Type="http://schemas.openxmlformats.org/officeDocument/2006/relationships/image" Target="../media/image601.png"/><Relationship Id="rId39" Type="http://schemas.openxmlformats.org/officeDocument/2006/relationships/image" Target="../media/image622.png"/><Relationship Id="rId34" Type="http://schemas.openxmlformats.org/officeDocument/2006/relationships/image" Target="../media/image617.png"/><Relationship Id="rId50" Type="http://schemas.openxmlformats.org/officeDocument/2006/relationships/image" Target="../media/image633.png"/><Relationship Id="rId55" Type="http://schemas.openxmlformats.org/officeDocument/2006/relationships/image" Target="../media/image638.png"/><Relationship Id="rId7" Type="http://schemas.openxmlformats.org/officeDocument/2006/relationships/image" Target="../media/image594.png"/><Relationship Id="rId71" Type="http://schemas.openxmlformats.org/officeDocument/2006/relationships/image" Target="../media/image654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0.xml"/><Relationship Id="rId18" Type="http://schemas.openxmlformats.org/officeDocument/2006/relationships/image" Target="../media/image667.png"/><Relationship Id="rId26" Type="http://schemas.openxmlformats.org/officeDocument/2006/relationships/image" Target="../media/image675.png"/><Relationship Id="rId39" Type="http://schemas.openxmlformats.org/officeDocument/2006/relationships/image" Target="../media/image688.png"/><Relationship Id="rId21" Type="http://schemas.openxmlformats.org/officeDocument/2006/relationships/image" Target="../media/image670.png"/><Relationship Id="rId34" Type="http://schemas.openxmlformats.org/officeDocument/2006/relationships/image" Target="../media/image683.png"/><Relationship Id="rId42" Type="http://schemas.openxmlformats.org/officeDocument/2006/relationships/image" Target="../media/image691.png"/><Relationship Id="rId47" Type="http://schemas.openxmlformats.org/officeDocument/2006/relationships/image" Target="../media/image696.png"/><Relationship Id="rId50" Type="http://schemas.openxmlformats.org/officeDocument/2006/relationships/image" Target="../media/image699.png"/><Relationship Id="rId7" Type="http://schemas.openxmlformats.org/officeDocument/2006/relationships/image" Target="../media/image661.png"/><Relationship Id="rId2" Type="http://schemas.openxmlformats.org/officeDocument/2006/relationships/image" Target="../media/image657.png"/><Relationship Id="rId16" Type="http://schemas.openxmlformats.org/officeDocument/2006/relationships/image" Target="../media/image666.png"/><Relationship Id="rId29" Type="http://schemas.openxmlformats.org/officeDocument/2006/relationships/image" Target="../media/image678.png"/><Relationship Id="rId11" Type="http://schemas.openxmlformats.org/officeDocument/2006/relationships/customXml" Target="../ink/ink99.xml"/><Relationship Id="rId24" Type="http://schemas.openxmlformats.org/officeDocument/2006/relationships/image" Target="../media/image673.png"/><Relationship Id="rId32" Type="http://schemas.openxmlformats.org/officeDocument/2006/relationships/image" Target="../media/image681.png"/><Relationship Id="rId37" Type="http://schemas.openxmlformats.org/officeDocument/2006/relationships/image" Target="../media/image686.png"/><Relationship Id="rId40" Type="http://schemas.openxmlformats.org/officeDocument/2006/relationships/image" Target="../media/image689.png"/><Relationship Id="rId45" Type="http://schemas.openxmlformats.org/officeDocument/2006/relationships/image" Target="../media/image694.png"/><Relationship Id="rId5" Type="http://schemas.openxmlformats.org/officeDocument/2006/relationships/image" Target="../media/image421.png"/><Relationship Id="rId15" Type="http://schemas.openxmlformats.org/officeDocument/2006/relationships/customXml" Target="../ink/ink101.xml"/><Relationship Id="rId23" Type="http://schemas.openxmlformats.org/officeDocument/2006/relationships/image" Target="../media/image672.png"/><Relationship Id="rId28" Type="http://schemas.openxmlformats.org/officeDocument/2006/relationships/image" Target="../media/image677.png"/><Relationship Id="rId36" Type="http://schemas.openxmlformats.org/officeDocument/2006/relationships/image" Target="../media/image685.png"/><Relationship Id="rId49" Type="http://schemas.openxmlformats.org/officeDocument/2006/relationships/image" Target="../media/image698.png"/><Relationship Id="rId10" Type="http://schemas.openxmlformats.org/officeDocument/2006/relationships/image" Target="../media/image663.png"/><Relationship Id="rId19" Type="http://schemas.openxmlformats.org/officeDocument/2006/relationships/image" Target="../media/image668.png"/><Relationship Id="rId31" Type="http://schemas.openxmlformats.org/officeDocument/2006/relationships/image" Target="../media/image680.png"/><Relationship Id="rId44" Type="http://schemas.openxmlformats.org/officeDocument/2006/relationships/image" Target="../media/image693.png"/><Relationship Id="rId4" Type="http://schemas.openxmlformats.org/officeDocument/2006/relationships/image" Target="../media/image659.png"/><Relationship Id="rId9" Type="http://schemas.openxmlformats.org/officeDocument/2006/relationships/customXml" Target="../ink/ink98.xml"/><Relationship Id="rId14" Type="http://schemas.openxmlformats.org/officeDocument/2006/relationships/image" Target="../media/image665.png"/><Relationship Id="rId22" Type="http://schemas.openxmlformats.org/officeDocument/2006/relationships/image" Target="../media/image671.png"/><Relationship Id="rId27" Type="http://schemas.openxmlformats.org/officeDocument/2006/relationships/image" Target="../media/image676.png"/><Relationship Id="rId30" Type="http://schemas.openxmlformats.org/officeDocument/2006/relationships/image" Target="../media/image679.png"/><Relationship Id="rId35" Type="http://schemas.openxmlformats.org/officeDocument/2006/relationships/image" Target="../media/image684.png"/><Relationship Id="rId43" Type="http://schemas.openxmlformats.org/officeDocument/2006/relationships/image" Target="../media/image692.png"/><Relationship Id="rId48" Type="http://schemas.openxmlformats.org/officeDocument/2006/relationships/image" Target="../media/image697.png"/><Relationship Id="rId8" Type="http://schemas.openxmlformats.org/officeDocument/2006/relationships/image" Target="../media/image662.png"/><Relationship Id="rId3" Type="http://schemas.openxmlformats.org/officeDocument/2006/relationships/image" Target="../media/image658.png"/><Relationship Id="rId12" Type="http://schemas.openxmlformats.org/officeDocument/2006/relationships/image" Target="../media/image664.png"/><Relationship Id="rId17" Type="http://schemas.openxmlformats.org/officeDocument/2006/relationships/customXml" Target="../ink/ink102.xml"/><Relationship Id="rId25" Type="http://schemas.openxmlformats.org/officeDocument/2006/relationships/image" Target="../media/image674.png"/><Relationship Id="rId33" Type="http://schemas.openxmlformats.org/officeDocument/2006/relationships/image" Target="../media/image682.png"/><Relationship Id="rId38" Type="http://schemas.openxmlformats.org/officeDocument/2006/relationships/image" Target="../media/image687.png"/><Relationship Id="rId46" Type="http://schemas.openxmlformats.org/officeDocument/2006/relationships/image" Target="../media/image695.png"/><Relationship Id="rId20" Type="http://schemas.openxmlformats.org/officeDocument/2006/relationships/image" Target="../media/image669.png"/><Relationship Id="rId41" Type="http://schemas.openxmlformats.org/officeDocument/2006/relationships/image" Target="../media/image6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0.png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09.png"/><Relationship Id="rId21" Type="http://schemas.openxmlformats.org/officeDocument/2006/relationships/image" Target="../media/image704.png"/><Relationship Id="rId34" Type="http://schemas.openxmlformats.org/officeDocument/2006/relationships/image" Target="../media/image717.png"/><Relationship Id="rId42" Type="http://schemas.openxmlformats.org/officeDocument/2006/relationships/image" Target="../media/image725.png"/><Relationship Id="rId47" Type="http://schemas.openxmlformats.org/officeDocument/2006/relationships/image" Target="../media/image729.png"/><Relationship Id="rId50" Type="http://schemas.openxmlformats.org/officeDocument/2006/relationships/image" Target="../media/image732.png"/><Relationship Id="rId55" Type="http://schemas.openxmlformats.org/officeDocument/2006/relationships/image" Target="../media/image735.png"/><Relationship Id="rId63" Type="http://schemas.openxmlformats.org/officeDocument/2006/relationships/image" Target="../media/image743.png"/><Relationship Id="rId7" Type="http://schemas.openxmlformats.org/officeDocument/2006/relationships/customXml" Target="../ink/ink104.xml"/><Relationship Id="rId2" Type="http://schemas.openxmlformats.org/officeDocument/2006/relationships/image" Target="../media/image657.png"/><Relationship Id="rId16" Type="http://schemas.openxmlformats.org/officeDocument/2006/relationships/customXml" Target="../ink/ink108.xml"/><Relationship Id="rId29" Type="http://schemas.openxmlformats.org/officeDocument/2006/relationships/image" Target="../media/image712.png"/><Relationship Id="rId11" Type="http://schemas.openxmlformats.org/officeDocument/2006/relationships/customXml" Target="../ink/ink106.xml"/><Relationship Id="rId24" Type="http://schemas.openxmlformats.org/officeDocument/2006/relationships/image" Target="../media/image707.png"/><Relationship Id="rId32" Type="http://schemas.openxmlformats.org/officeDocument/2006/relationships/image" Target="../media/image715.png"/><Relationship Id="rId37" Type="http://schemas.openxmlformats.org/officeDocument/2006/relationships/image" Target="../media/image720.png"/><Relationship Id="rId40" Type="http://schemas.openxmlformats.org/officeDocument/2006/relationships/image" Target="../media/image723.png"/><Relationship Id="rId45" Type="http://schemas.openxmlformats.org/officeDocument/2006/relationships/image" Target="../media/image728.png"/><Relationship Id="rId53" Type="http://schemas.openxmlformats.org/officeDocument/2006/relationships/image" Target="../media/image615.png"/><Relationship Id="rId58" Type="http://schemas.openxmlformats.org/officeDocument/2006/relationships/image" Target="../media/image738.png"/><Relationship Id="rId5" Type="http://schemas.openxmlformats.org/officeDocument/2006/relationships/customXml" Target="../ink/ink103.xml"/><Relationship Id="rId61" Type="http://schemas.openxmlformats.org/officeDocument/2006/relationships/image" Target="../media/image741.png"/><Relationship Id="rId19" Type="http://schemas.openxmlformats.org/officeDocument/2006/relationships/image" Target="../media/image702.png"/><Relationship Id="rId14" Type="http://schemas.openxmlformats.org/officeDocument/2006/relationships/image" Target="../media/image667.png"/><Relationship Id="rId22" Type="http://schemas.openxmlformats.org/officeDocument/2006/relationships/image" Target="../media/image705.png"/><Relationship Id="rId27" Type="http://schemas.openxmlformats.org/officeDocument/2006/relationships/image" Target="../media/image710.png"/><Relationship Id="rId30" Type="http://schemas.openxmlformats.org/officeDocument/2006/relationships/image" Target="../media/image713.png"/><Relationship Id="rId35" Type="http://schemas.openxmlformats.org/officeDocument/2006/relationships/image" Target="../media/image718.png"/><Relationship Id="rId43" Type="http://schemas.openxmlformats.org/officeDocument/2006/relationships/image" Target="../media/image726.png"/><Relationship Id="rId48" Type="http://schemas.openxmlformats.org/officeDocument/2006/relationships/image" Target="../media/image730.png"/><Relationship Id="rId56" Type="http://schemas.openxmlformats.org/officeDocument/2006/relationships/image" Target="../media/image736.png"/><Relationship Id="rId64" Type="http://schemas.openxmlformats.org/officeDocument/2006/relationships/image" Target="../media/image744.png"/><Relationship Id="rId8" Type="http://schemas.openxmlformats.org/officeDocument/2006/relationships/image" Target="../media/image664.png"/><Relationship Id="rId51" Type="http://schemas.openxmlformats.org/officeDocument/2006/relationships/image" Target="../media/image733.png"/><Relationship Id="rId3" Type="http://schemas.openxmlformats.org/officeDocument/2006/relationships/image" Target="../media/image658.png"/><Relationship Id="rId12" Type="http://schemas.openxmlformats.org/officeDocument/2006/relationships/image" Target="../media/image666.png"/><Relationship Id="rId17" Type="http://schemas.openxmlformats.org/officeDocument/2006/relationships/image" Target="../media/image700.png"/><Relationship Id="rId25" Type="http://schemas.openxmlformats.org/officeDocument/2006/relationships/image" Target="../media/image708.png"/><Relationship Id="rId33" Type="http://schemas.openxmlformats.org/officeDocument/2006/relationships/image" Target="../media/image716.png"/><Relationship Id="rId38" Type="http://schemas.openxmlformats.org/officeDocument/2006/relationships/image" Target="../media/image721.png"/><Relationship Id="rId46" Type="http://schemas.openxmlformats.org/officeDocument/2006/relationships/customXml" Target="../ink/ink109.xml"/><Relationship Id="rId59" Type="http://schemas.openxmlformats.org/officeDocument/2006/relationships/image" Target="../media/image739.png"/><Relationship Id="rId20" Type="http://schemas.openxmlformats.org/officeDocument/2006/relationships/image" Target="../media/image703.png"/><Relationship Id="rId41" Type="http://schemas.openxmlformats.org/officeDocument/2006/relationships/image" Target="../media/image724.png"/><Relationship Id="rId54" Type="http://schemas.openxmlformats.org/officeDocument/2006/relationships/image" Target="../media/image530.png"/><Relationship Id="rId62" Type="http://schemas.openxmlformats.org/officeDocument/2006/relationships/image" Target="../media/image7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3.png"/><Relationship Id="rId15" Type="http://schemas.openxmlformats.org/officeDocument/2006/relationships/image" Target="../media/image699.png"/><Relationship Id="rId23" Type="http://schemas.openxmlformats.org/officeDocument/2006/relationships/image" Target="../media/image706.png"/><Relationship Id="rId28" Type="http://schemas.openxmlformats.org/officeDocument/2006/relationships/image" Target="../media/image711.png"/><Relationship Id="rId36" Type="http://schemas.openxmlformats.org/officeDocument/2006/relationships/image" Target="../media/image719.png"/><Relationship Id="rId49" Type="http://schemas.openxmlformats.org/officeDocument/2006/relationships/image" Target="../media/image731.png"/><Relationship Id="rId57" Type="http://schemas.openxmlformats.org/officeDocument/2006/relationships/image" Target="../media/image737.png"/><Relationship Id="rId10" Type="http://schemas.openxmlformats.org/officeDocument/2006/relationships/image" Target="../media/image665.png"/><Relationship Id="rId31" Type="http://schemas.openxmlformats.org/officeDocument/2006/relationships/image" Target="../media/image714.png"/><Relationship Id="rId44" Type="http://schemas.openxmlformats.org/officeDocument/2006/relationships/image" Target="../media/image727.png"/><Relationship Id="rId52" Type="http://schemas.openxmlformats.org/officeDocument/2006/relationships/image" Target="../media/image734.png"/><Relationship Id="rId60" Type="http://schemas.openxmlformats.org/officeDocument/2006/relationships/image" Target="../media/image740.png"/><Relationship Id="rId65" Type="http://schemas.openxmlformats.org/officeDocument/2006/relationships/image" Target="../media/image421.png"/><Relationship Id="rId4" Type="http://schemas.openxmlformats.org/officeDocument/2006/relationships/image" Target="../media/image659.png"/><Relationship Id="rId9" Type="http://schemas.openxmlformats.org/officeDocument/2006/relationships/customXml" Target="../ink/ink105.xml"/><Relationship Id="rId13" Type="http://schemas.openxmlformats.org/officeDocument/2006/relationships/customXml" Target="../ink/ink107.xml"/><Relationship Id="rId18" Type="http://schemas.openxmlformats.org/officeDocument/2006/relationships/image" Target="../media/image701.png"/><Relationship Id="rId39" Type="http://schemas.openxmlformats.org/officeDocument/2006/relationships/image" Target="../media/image72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9.png"/><Relationship Id="rId13" Type="http://schemas.openxmlformats.org/officeDocument/2006/relationships/image" Target="../media/image754.png"/><Relationship Id="rId3" Type="http://schemas.microsoft.com/office/2007/relationships/hdphoto" Target="../media/hdphoto1.wdp"/><Relationship Id="rId7" Type="http://schemas.openxmlformats.org/officeDocument/2006/relationships/image" Target="../media/image748.png"/><Relationship Id="rId12" Type="http://schemas.openxmlformats.org/officeDocument/2006/relationships/image" Target="../media/image753.png"/><Relationship Id="rId2" Type="http://schemas.openxmlformats.org/officeDocument/2006/relationships/image" Target="../media/image745.png"/><Relationship Id="rId16" Type="http://schemas.openxmlformats.org/officeDocument/2006/relationships/image" Target="../media/image7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7.png"/><Relationship Id="rId11" Type="http://schemas.openxmlformats.org/officeDocument/2006/relationships/image" Target="../media/image752.png"/><Relationship Id="rId5" Type="http://schemas.microsoft.com/office/2007/relationships/hdphoto" Target="../media/hdphoto2.wdp"/><Relationship Id="rId15" Type="http://schemas.openxmlformats.org/officeDocument/2006/relationships/image" Target="../media/image756.png"/><Relationship Id="rId10" Type="http://schemas.openxmlformats.org/officeDocument/2006/relationships/image" Target="../media/image751.png"/><Relationship Id="rId4" Type="http://schemas.openxmlformats.org/officeDocument/2006/relationships/image" Target="../media/image746.png"/><Relationship Id="rId9" Type="http://schemas.openxmlformats.org/officeDocument/2006/relationships/image" Target="../media/image750.png"/><Relationship Id="rId14" Type="http://schemas.openxmlformats.org/officeDocument/2006/relationships/image" Target="../media/image7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9.png"/><Relationship Id="rId7" Type="http://schemas.openxmlformats.org/officeDocument/2006/relationships/image" Target="../media/image763.png"/><Relationship Id="rId2" Type="http://schemas.openxmlformats.org/officeDocument/2006/relationships/image" Target="../media/image7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2.png"/><Relationship Id="rId5" Type="http://schemas.openxmlformats.org/officeDocument/2006/relationships/image" Target="../media/image761.png"/><Relationship Id="rId4" Type="http://schemas.openxmlformats.org/officeDocument/2006/relationships/image" Target="../media/image76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7.png"/><Relationship Id="rId13" Type="http://schemas.openxmlformats.org/officeDocument/2006/relationships/image" Target="../media/image771.png"/><Relationship Id="rId18" Type="http://schemas.openxmlformats.org/officeDocument/2006/relationships/image" Target="../media/image775.png"/><Relationship Id="rId3" Type="http://schemas.openxmlformats.org/officeDocument/2006/relationships/customXml" Target="../ink/ink110.xml"/><Relationship Id="rId7" Type="http://schemas.openxmlformats.org/officeDocument/2006/relationships/customXml" Target="../ink/ink112.xml"/><Relationship Id="rId12" Type="http://schemas.openxmlformats.org/officeDocument/2006/relationships/image" Target="../media/image770.png"/><Relationship Id="rId17" Type="http://schemas.openxmlformats.org/officeDocument/2006/relationships/image" Target="../media/image774.png"/><Relationship Id="rId2" Type="http://schemas.openxmlformats.org/officeDocument/2006/relationships/image" Target="../media/image764.png"/><Relationship Id="rId16" Type="http://schemas.openxmlformats.org/officeDocument/2006/relationships/image" Target="../media/image7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6.png"/><Relationship Id="rId11" Type="http://schemas.openxmlformats.org/officeDocument/2006/relationships/image" Target="../media/image769.png"/><Relationship Id="rId5" Type="http://schemas.openxmlformats.org/officeDocument/2006/relationships/customXml" Target="../ink/ink111.xml"/><Relationship Id="rId15" Type="http://schemas.openxmlformats.org/officeDocument/2006/relationships/image" Target="../media/image772.png"/><Relationship Id="rId10" Type="http://schemas.openxmlformats.org/officeDocument/2006/relationships/image" Target="../media/image768.png"/><Relationship Id="rId4" Type="http://schemas.openxmlformats.org/officeDocument/2006/relationships/image" Target="../media/image765.png"/><Relationship Id="rId9" Type="http://schemas.openxmlformats.org/officeDocument/2006/relationships/customXml" Target="../ink/ink113.xml"/><Relationship Id="rId14" Type="http://schemas.openxmlformats.org/officeDocument/2006/relationships/image" Target="../media/image14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7.xml"/><Relationship Id="rId13" Type="http://schemas.openxmlformats.org/officeDocument/2006/relationships/image" Target="../media/image782.png"/><Relationship Id="rId3" Type="http://schemas.openxmlformats.org/officeDocument/2006/relationships/customXml" Target="../ink/ink114.xml"/><Relationship Id="rId7" Type="http://schemas.openxmlformats.org/officeDocument/2006/relationships/customXml" Target="../ink/ink116.xml"/><Relationship Id="rId12" Type="http://schemas.openxmlformats.org/officeDocument/2006/relationships/image" Target="../media/image781.png"/><Relationship Id="rId2" Type="http://schemas.openxmlformats.org/officeDocument/2006/relationships/image" Target="../media/image7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8.png"/><Relationship Id="rId11" Type="http://schemas.openxmlformats.org/officeDocument/2006/relationships/image" Target="../media/image780.png"/><Relationship Id="rId5" Type="http://schemas.openxmlformats.org/officeDocument/2006/relationships/customXml" Target="../ink/ink115.xml"/><Relationship Id="rId15" Type="http://schemas.openxmlformats.org/officeDocument/2006/relationships/image" Target="../media/image784.png"/><Relationship Id="rId10" Type="http://schemas.openxmlformats.org/officeDocument/2006/relationships/customXml" Target="../ink/ink118.xml"/><Relationship Id="rId4" Type="http://schemas.openxmlformats.org/officeDocument/2006/relationships/image" Target="../media/image777.png"/><Relationship Id="rId9" Type="http://schemas.openxmlformats.org/officeDocument/2006/relationships/image" Target="../media/image779.png"/><Relationship Id="rId14" Type="http://schemas.openxmlformats.org/officeDocument/2006/relationships/image" Target="../media/image78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9.png"/><Relationship Id="rId13" Type="http://schemas.openxmlformats.org/officeDocument/2006/relationships/image" Target="../media/image791.png"/><Relationship Id="rId3" Type="http://schemas.openxmlformats.org/officeDocument/2006/relationships/customXml" Target="../ink/ink119.xml"/><Relationship Id="rId7" Type="http://schemas.openxmlformats.org/officeDocument/2006/relationships/customXml" Target="../ink/ink121.xml"/><Relationship Id="rId12" Type="http://schemas.openxmlformats.org/officeDocument/2006/relationships/image" Target="../media/image790.png"/><Relationship Id="rId2" Type="http://schemas.openxmlformats.org/officeDocument/2006/relationships/image" Target="../media/image785.png"/><Relationship Id="rId16" Type="http://schemas.openxmlformats.org/officeDocument/2006/relationships/image" Target="../media/image7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7.png"/><Relationship Id="rId11" Type="http://schemas.openxmlformats.org/officeDocument/2006/relationships/image" Target="../media/image789.png"/><Relationship Id="rId5" Type="http://schemas.openxmlformats.org/officeDocument/2006/relationships/customXml" Target="../ink/ink120.xml"/><Relationship Id="rId15" Type="http://schemas.openxmlformats.org/officeDocument/2006/relationships/customXml" Target="../ink/ink123.xml"/><Relationship Id="rId10" Type="http://schemas.openxmlformats.org/officeDocument/2006/relationships/image" Target="../media/image788.png"/><Relationship Id="rId4" Type="http://schemas.openxmlformats.org/officeDocument/2006/relationships/image" Target="../media/image786.png"/><Relationship Id="rId9" Type="http://schemas.openxmlformats.org/officeDocument/2006/relationships/customXml" Target="../ink/ink122.xml"/><Relationship Id="rId14" Type="http://schemas.openxmlformats.org/officeDocument/2006/relationships/image" Target="../media/image79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7.png"/><Relationship Id="rId13" Type="http://schemas.openxmlformats.org/officeDocument/2006/relationships/image" Target="../media/image801.png"/><Relationship Id="rId3" Type="http://schemas.openxmlformats.org/officeDocument/2006/relationships/customXml" Target="../ink/ink124.xml"/><Relationship Id="rId7" Type="http://schemas.openxmlformats.org/officeDocument/2006/relationships/customXml" Target="../ink/ink126.xml"/><Relationship Id="rId12" Type="http://schemas.openxmlformats.org/officeDocument/2006/relationships/image" Target="../media/image800.png"/><Relationship Id="rId2" Type="http://schemas.openxmlformats.org/officeDocument/2006/relationships/image" Target="../media/image794.png"/><Relationship Id="rId16" Type="http://schemas.openxmlformats.org/officeDocument/2006/relationships/image" Target="../media/image8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6.png"/><Relationship Id="rId11" Type="http://schemas.openxmlformats.org/officeDocument/2006/relationships/customXml" Target="../ink/ink127.xml"/><Relationship Id="rId5" Type="http://schemas.openxmlformats.org/officeDocument/2006/relationships/customXml" Target="../ink/ink125.xml"/><Relationship Id="rId15" Type="http://schemas.openxmlformats.org/officeDocument/2006/relationships/image" Target="../media/image803.png"/><Relationship Id="rId10" Type="http://schemas.openxmlformats.org/officeDocument/2006/relationships/image" Target="../media/image799.png"/><Relationship Id="rId4" Type="http://schemas.openxmlformats.org/officeDocument/2006/relationships/image" Target="../media/image795.png"/><Relationship Id="rId9" Type="http://schemas.openxmlformats.org/officeDocument/2006/relationships/image" Target="../media/image798.png"/><Relationship Id="rId14" Type="http://schemas.openxmlformats.org/officeDocument/2006/relationships/image" Target="../media/image802.png"/></Relationships>
</file>

<file path=ppt/slides/_rels/slide3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12.png"/><Relationship Id="rId18" Type="http://schemas.openxmlformats.org/officeDocument/2006/relationships/customXml" Target="../ink/ink132.xml"/><Relationship Id="rId26" Type="http://schemas.openxmlformats.org/officeDocument/2006/relationships/image" Target="../media/image824.png"/><Relationship Id="rId39" Type="http://schemas.openxmlformats.org/officeDocument/2006/relationships/image" Target="../media/image837.png"/><Relationship Id="rId21" Type="http://schemas.openxmlformats.org/officeDocument/2006/relationships/image" Target="../media/image819.png"/><Relationship Id="rId34" Type="http://schemas.openxmlformats.org/officeDocument/2006/relationships/image" Target="../media/image832.png"/><Relationship Id="rId7" Type="http://schemas.openxmlformats.org/officeDocument/2006/relationships/customXml" Target="../ink/ink130.xml"/><Relationship Id="rId2" Type="http://schemas.openxmlformats.org/officeDocument/2006/relationships/image" Target="../media/image805.png"/><Relationship Id="rId16" Type="http://schemas.openxmlformats.org/officeDocument/2006/relationships/image" Target="../media/image815.png"/><Relationship Id="rId20" Type="http://schemas.openxmlformats.org/officeDocument/2006/relationships/image" Target="../media/image818.png"/><Relationship Id="rId29" Type="http://schemas.openxmlformats.org/officeDocument/2006/relationships/image" Target="../media/image827.png"/><Relationship Id="rId41" Type="http://schemas.openxmlformats.org/officeDocument/2006/relationships/customXml" Target="../ink/ink13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7.png"/><Relationship Id="rId11" Type="http://schemas.openxmlformats.org/officeDocument/2006/relationships/image" Target="../media/image811.png"/><Relationship Id="rId24" Type="http://schemas.openxmlformats.org/officeDocument/2006/relationships/image" Target="../media/image822.png"/><Relationship Id="rId32" Type="http://schemas.openxmlformats.org/officeDocument/2006/relationships/image" Target="../media/image830.png"/><Relationship Id="rId37" Type="http://schemas.openxmlformats.org/officeDocument/2006/relationships/image" Target="../media/image835.png"/><Relationship Id="rId40" Type="http://schemas.openxmlformats.org/officeDocument/2006/relationships/customXml" Target="../ink/ink133.xml"/><Relationship Id="rId5" Type="http://schemas.openxmlformats.org/officeDocument/2006/relationships/customXml" Target="../ink/ink129.xml"/><Relationship Id="rId15" Type="http://schemas.openxmlformats.org/officeDocument/2006/relationships/image" Target="../media/image814.png"/><Relationship Id="rId23" Type="http://schemas.openxmlformats.org/officeDocument/2006/relationships/image" Target="../media/image821.png"/><Relationship Id="rId28" Type="http://schemas.openxmlformats.org/officeDocument/2006/relationships/image" Target="../media/image826.png"/><Relationship Id="rId36" Type="http://schemas.openxmlformats.org/officeDocument/2006/relationships/image" Target="../media/image834.png"/><Relationship Id="rId10" Type="http://schemas.openxmlformats.org/officeDocument/2006/relationships/image" Target="../media/image810.png"/><Relationship Id="rId19" Type="http://schemas.openxmlformats.org/officeDocument/2006/relationships/image" Target="../media/image817.png"/><Relationship Id="rId31" Type="http://schemas.openxmlformats.org/officeDocument/2006/relationships/image" Target="../media/image829.png"/><Relationship Id="rId4" Type="http://schemas.openxmlformats.org/officeDocument/2006/relationships/image" Target="../media/image806.png"/><Relationship Id="rId9" Type="http://schemas.openxmlformats.org/officeDocument/2006/relationships/image" Target="../media/image809.png"/><Relationship Id="rId14" Type="http://schemas.openxmlformats.org/officeDocument/2006/relationships/image" Target="../media/image813.png"/><Relationship Id="rId22" Type="http://schemas.openxmlformats.org/officeDocument/2006/relationships/image" Target="../media/image820.png"/><Relationship Id="rId27" Type="http://schemas.openxmlformats.org/officeDocument/2006/relationships/image" Target="../media/image825.png"/><Relationship Id="rId30" Type="http://schemas.openxmlformats.org/officeDocument/2006/relationships/image" Target="../media/image828.png"/><Relationship Id="rId35" Type="http://schemas.openxmlformats.org/officeDocument/2006/relationships/image" Target="../media/image833.png"/><Relationship Id="rId8" Type="http://schemas.openxmlformats.org/officeDocument/2006/relationships/image" Target="../media/image808.png"/><Relationship Id="rId3" Type="http://schemas.openxmlformats.org/officeDocument/2006/relationships/customXml" Target="../ink/ink128.xml"/><Relationship Id="rId12" Type="http://schemas.openxmlformats.org/officeDocument/2006/relationships/customXml" Target="../ink/ink131.xml"/><Relationship Id="rId17" Type="http://schemas.openxmlformats.org/officeDocument/2006/relationships/image" Target="../media/image816.png"/><Relationship Id="rId25" Type="http://schemas.openxmlformats.org/officeDocument/2006/relationships/image" Target="../media/image823.png"/><Relationship Id="rId33" Type="http://schemas.openxmlformats.org/officeDocument/2006/relationships/image" Target="../media/image831.png"/><Relationship Id="rId38" Type="http://schemas.openxmlformats.org/officeDocument/2006/relationships/image" Target="../media/image836.png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29.png"/><Relationship Id="rId18" Type="http://schemas.openxmlformats.org/officeDocument/2006/relationships/image" Target="../media/image842.png"/><Relationship Id="rId26" Type="http://schemas.openxmlformats.org/officeDocument/2006/relationships/image" Target="../media/image849.png"/><Relationship Id="rId39" Type="http://schemas.openxmlformats.org/officeDocument/2006/relationships/image" Target="../media/image862.png"/><Relationship Id="rId21" Type="http://schemas.openxmlformats.org/officeDocument/2006/relationships/image" Target="../media/image845.png"/><Relationship Id="rId34" Type="http://schemas.openxmlformats.org/officeDocument/2006/relationships/image" Target="../media/image857.png"/><Relationship Id="rId42" Type="http://schemas.openxmlformats.org/officeDocument/2006/relationships/image" Target="../media/image52.png"/><Relationship Id="rId47" Type="http://schemas.openxmlformats.org/officeDocument/2006/relationships/image" Target="../media/image869.png"/><Relationship Id="rId50" Type="http://schemas.openxmlformats.org/officeDocument/2006/relationships/image" Target="../media/image872.png"/><Relationship Id="rId55" Type="http://schemas.openxmlformats.org/officeDocument/2006/relationships/image" Target="../media/image877.png"/><Relationship Id="rId7" Type="http://schemas.openxmlformats.org/officeDocument/2006/relationships/customXml" Target="../ink/ink137.xml"/><Relationship Id="rId2" Type="http://schemas.openxmlformats.org/officeDocument/2006/relationships/image" Target="../media/image805.png"/><Relationship Id="rId16" Type="http://schemas.openxmlformats.org/officeDocument/2006/relationships/image" Target="../media/image840.png"/><Relationship Id="rId29" Type="http://schemas.openxmlformats.org/officeDocument/2006/relationships/image" Target="../media/image852.png"/><Relationship Id="rId11" Type="http://schemas.openxmlformats.org/officeDocument/2006/relationships/customXml" Target="../ink/ink139.xml"/><Relationship Id="rId24" Type="http://schemas.openxmlformats.org/officeDocument/2006/relationships/customXml" Target="../ink/ink141.xml"/><Relationship Id="rId32" Type="http://schemas.openxmlformats.org/officeDocument/2006/relationships/image" Target="../media/image855.png"/><Relationship Id="rId37" Type="http://schemas.openxmlformats.org/officeDocument/2006/relationships/image" Target="../media/image860.png"/><Relationship Id="rId40" Type="http://schemas.openxmlformats.org/officeDocument/2006/relationships/image" Target="../media/image863.png"/><Relationship Id="rId45" Type="http://schemas.openxmlformats.org/officeDocument/2006/relationships/image" Target="../media/image867.png"/><Relationship Id="rId53" Type="http://schemas.openxmlformats.org/officeDocument/2006/relationships/image" Target="../media/image875.png"/><Relationship Id="rId58" Type="http://schemas.openxmlformats.org/officeDocument/2006/relationships/image" Target="../media/image880.png"/><Relationship Id="rId5" Type="http://schemas.openxmlformats.org/officeDocument/2006/relationships/customXml" Target="../ink/ink136.xml"/><Relationship Id="rId19" Type="http://schemas.openxmlformats.org/officeDocument/2006/relationships/image" Target="../media/image843.png"/><Relationship Id="rId4" Type="http://schemas.openxmlformats.org/officeDocument/2006/relationships/image" Target="../media/image806.png"/><Relationship Id="rId9" Type="http://schemas.openxmlformats.org/officeDocument/2006/relationships/customXml" Target="../ink/ink138.xml"/><Relationship Id="rId14" Type="http://schemas.openxmlformats.org/officeDocument/2006/relationships/image" Target="../media/image838.png"/><Relationship Id="rId22" Type="http://schemas.openxmlformats.org/officeDocument/2006/relationships/image" Target="../media/image846.png"/><Relationship Id="rId27" Type="http://schemas.openxmlformats.org/officeDocument/2006/relationships/image" Target="../media/image850.png"/><Relationship Id="rId30" Type="http://schemas.openxmlformats.org/officeDocument/2006/relationships/image" Target="../media/image853.png"/><Relationship Id="rId35" Type="http://schemas.openxmlformats.org/officeDocument/2006/relationships/image" Target="../media/image858.png"/><Relationship Id="rId43" Type="http://schemas.openxmlformats.org/officeDocument/2006/relationships/image" Target="../media/image865.png"/><Relationship Id="rId48" Type="http://schemas.openxmlformats.org/officeDocument/2006/relationships/image" Target="../media/image870.png"/><Relationship Id="rId56" Type="http://schemas.openxmlformats.org/officeDocument/2006/relationships/image" Target="../media/image878.png"/><Relationship Id="rId8" Type="http://schemas.openxmlformats.org/officeDocument/2006/relationships/image" Target="../media/image808.png"/><Relationship Id="rId51" Type="http://schemas.openxmlformats.org/officeDocument/2006/relationships/image" Target="../media/image873.png"/><Relationship Id="rId3" Type="http://schemas.openxmlformats.org/officeDocument/2006/relationships/customXml" Target="../ink/ink135.xml"/><Relationship Id="rId12" Type="http://schemas.openxmlformats.org/officeDocument/2006/relationships/customXml" Target="../ink/ink140.xml"/><Relationship Id="rId17" Type="http://schemas.openxmlformats.org/officeDocument/2006/relationships/image" Target="../media/image841.png"/><Relationship Id="rId25" Type="http://schemas.openxmlformats.org/officeDocument/2006/relationships/image" Target="../media/image848.png"/><Relationship Id="rId33" Type="http://schemas.openxmlformats.org/officeDocument/2006/relationships/image" Target="../media/image856.png"/><Relationship Id="rId38" Type="http://schemas.openxmlformats.org/officeDocument/2006/relationships/image" Target="../media/image861.png"/><Relationship Id="rId46" Type="http://schemas.openxmlformats.org/officeDocument/2006/relationships/image" Target="../media/image868.png"/><Relationship Id="rId20" Type="http://schemas.openxmlformats.org/officeDocument/2006/relationships/image" Target="../media/image844.png"/><Relationship Id="rId41" Type="http://schemas.openxmlformats.org/officeDocument/2006/relationships/image" Target="../media/image864.png"/><Relationship Id="rId54" Type="http://schemas.openxmlformats.org/officeDocument/2006/relationships/image" Target="../media/image8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7.png"/><Relationship Id="rId15" Type="http://schemas.openxmlformats.org/officeDocument/2006/relationships/image" Target="../media/image839.png"/><Relationship Id="rId23" Type="http://schemas.openxmlformats.org/officeDocument/2006/relationships/image" Target="../media/image847.png"/><Relationship Id="rId28" Type="http://schemas.openxmlformats.org/officeDocument/2006/relationships/image" Target="../media/image851.png"/><Relationship Id="rId36" Type="http://schemas.openxmlformats.org/officeDocument/2006/relationships/image" Target="../media/image859.png"/><Relationship Id="rId49" Type="http://schemas.openxmlformats.org/officeDocument/2006/relationships/image" Target="../media/image871.png"/><Relationship Id="rId57" Type="http://schemas.openxmlformats.org/officeDocument/2006/relationships/image" Target="../media/image879.png"/><Relationship Id="rId10" Type="http://schemas.openxmlformats.org/officeDocument/2006/relationships/image" Target="../media/image812.png"/><Relationship Id="rId31" Type="http://schemas.openxmlformats.org/officeDocument/2006/relationships/image" Target="../media/image854.png"/><Relationship Id="rId44" Type="http://schemas.openxmlformats.org/officeDocument/2006/relationships/image" Target="../media/image866.png"/><Relationship Id="rId52" Type="http://schemas.openxmlformats.org/officeDocument/2006/relationships/image" Target="../media/image874.png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47.xml"/><Relationship Id="rId18" Type="http://schemas.openxmlformats.org/officeDocument/2006/relationships/image" Target="../media/image891.png"/><Relationship Id="rId26" Type="http://schemas.openxmlformats.org/officeDocument/2006/relationships/image" Target="../media/image898.png"/><Relationship Id="rId39" Type="http://schemas.openxmlformats.org/officeDocument/2006/relationships/image" Target="../media/image910.png"/><Relationship Id="rId21" Type="http://schemas.openxmlformats.org/officeDocument/2006/relationships/customXml" Target="../ink/ink148.xml"/><Relationship Id="rId34" Type="http://schemas.openxmlformats.org/officeDocument/2006/relationships/image" Target="../media/image905.png"/><Relationship Id="rId42" Type="http://schemas.openxmlformats.org/officeDocument/2006/relationships/image" Target="../media/image913.png"/><Relationship Id="rId47" Type="http://schemas.openxmlformats.org/officeDocument/2006/relationships/image" Target="../media/image918.png"/><Relationship Id="rId50" Type="http://schemas.openxmlformats.org/officeDocument/2006/relationships/image" Target="../media/image921.png"/><Relationship Id="rId7" Type="http://schemas.openxmlformats.org/officeDocument/2006/relationships/customXml" Target="../ink/ink144.xml"/><Relationship Id="rId2" Type="http://schemas.openxmlformats.org/officeDocument/2006/relationships/image" Target="../media/image881.png"/><Relationship Id="rId16" Type="http://schemas.openxmlformats.org/officeDocument/2006/relationships/image" Target="../media/image889.png"/><Relationship Id="rId29" Type="http://schemas.openxmlformats.org/officeDocument/2006/relationships/image" Target="../media/image901.png"/><Relationship Id="rId11" Type="http://schemas.openxmlformats.org/officeDocument/2006/relationships/customXml" Target="../ink/ink146.xml"/><Relationship Id="rId24" Type="http://schemas.openxmlformats.org/officeDocument/2006/relationships/image" Target="../media/image896.png"/><Relationship Id="rId32" Type="http://schemas.openxmlformats.org/officeDocument/2006/relationships/image" Target="../media/image903.png"/><Relationship Id="rId37" Type="http://schemas.openxmlformats.org/officeDocument/2006/relationships/image" Target="../media/image908.png"/><Relationship Id="rId40" Type="http://schemas.openxmlformats.org/officeDocument/2006/relationships/image" Target="../media/image911.png"/><Relationship Id="rId45" Type="http://schemas.openxmlformats.org/officeDocument/2006/relationships/image" Target="../media/image916.png"/><Relationship Id="rId5" Type="http://schemas.openxmlformats.org/officeDocument/2006/relationships/customXml" Target="../ink/ink143.xml"/><Relationship Id="rId15" Type="http://schemas.openxmlformats.org/officeDocument/2006/relationships/image" Target="../media/image888.png"/><Relationship Id="rId23" Type="http://schemas.openxmlformats.org/officeDocument/2006/relationships/image" Target="../media/image895.png"/><Relationship Id="rId28" Type="http://schemas.openxmlformats.org/officeDocument/2006/relationships/image" Target="../media/image900.png"/><Relationship Id="rId36" Type="http://schemas.openxmlformats.org/officeDocument/2006/relationships/image" Target="../media/image907.png"/><Relationship Id="rId49" Type="http://schemas.openxmlformats.org/officeDocument/2006/relationships/image" Target="../media/image920.png"/><Relationship Id="rId10" Type="http://schemas.openxmlformats.org/officeDocument/2006/relationships/image" Target="../media/image885.png"/><Relationship Id="rId19" Type="http://schemas.openxmlformats.org/officeDocument/2006/relationships/image" Target="../media/image892.png"/><Relationship Id="rId31" Type="http://schemas.openxmlformats.org/officeDocument/2006/relationships/image" Target="../media/image756.png"/><Relationship Id="rId44" Type="http://schemas.openxmlformats.org/officeDocument/2006/relationships/image" Target="../media/image915.png"/><Relationship Id="rId52" Type="http://schemas.openxmlformats.org/officeDocument/2006/relationships/image" Target="../media/image923.png"/><Relationship Id="rId4" Type="http://schemas.openxmlformats.org/officeDocument/2006/relationships/image" Target="../media/image882.png"/><Relationship Id="rId9" Type="http://schemas.openxmlformats.org/officeDocument/2006/relationships/customXml" Target="../ink/ink145.xml"/><Relationship Id="rId14" Type="http://schemas.openxmlformats.org/officeDocument/2006/relationships/image" Target="../media/image887.png"/><Relationship Id="rId22" Type="http://schemas.openxmlformats.org/officeDocument/2006/relationships/image" Target="../media/image894.png"/><Relationship Id="rId27" Type="http://schemas.openxmlformats.org/officeDocument/2006/relationships/image" Target="../media/image899.png"/><Relationship Id="rId30" Type="http://schemas.openxmlformats.org/officeDocument/2006/relationships/image" Target="../media/image902.png"/><Relationship Id="rId35" Type="http://schemas.openxmlformats.org/officeDocument/2006/relationships/image" Target="../media/image906.png"/><Relationship Id="rId43" Type="http://schemas.openxmlformats.org/officeDocument/2006/relationships/image" Target="../media/image914.png"/><Relationship Id="rId48" Type="http://schemas.openxmlformats.org/officeDocument/2006/relationships/image" Target="../media/image919.png"/><Relationship Id="rId8" Type="http://schemas.openxmlformats.org/officeDocument/2006/relationships/image" Target="../media/image884.png"/><Relationship Id="rId51" Type="http://schemas.openxmlformats.org/officeDocument/2006/relationships/image" Target="../media/image922.png"/><Relationship Id="rId3" Type="http://schemas.openxmlformats.org/officeDocument/2006/relationships/customXml" Target="../ink/ink142.xml"/><Relationship Id="rId12" Type="http://schemas.openxmlformats.org/officeDocument/2006/relationships/image" Target="../media/image886.png"/><Relationship Id="rId17" Type="http://schemas.openxmlformats.org/officeDocument/2006/relationships/image" Target="../media/image890.png"/><Relationship Id="rId25" Type="http://schemas.openxmlformats.org/officeDocument/2006/relationships/image" Target="../media/image897.png"/><Relationship Id="rId33" Type="http://schemas.openxmlformats.org/officeDocument/2006/relationships/image" Target="../media/image904.png"/><Relationship Id="rId38" Type="http://schemas.openxmlformats.org/officeDocument/2006/relationships/image" Target="../media/image909.png"/><Relationship Id="rId46" Type="http://schemas.openxmlformats.org/officeDocument/2006/relationships/image" Target="../media/image917.png"/><Relationship Id="rId20" Type="http://schemas.openxmlformats.org/officeDocument/2006/relationships/image" Target="../media/image893.png"/><Relationship Id="rId41" Type="http://schemas.openxmlformats.org/officeDocument/2006/relationships/image" Target="../media/image9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3.png"/></Relationships>
</file>

<file path=ppt/slides/_rels/slide3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54.xml"/><Relationship Id="rId18" Type="http://schemas.openxmlformats.org/officeDocument/2006/relationships/image" Target="../media/image933.png"/><Relationship Id="rId26" Type="http://schemas.openxmlformats.org/officeDocument/2006/relationships/image" Target="../media/image941.png"/><Relationship Id="rId39" Type="http://schemas.openxmlformats.org/officeDocument/2006/relationships/image" Target="../media/image847.png"/><Relationship Id="rId21" Type="http://schemas.openxmlformats.org/officeDocument/2006/relationships/image" Target="../media/image936.png"/><Relationship Id="rId34" Type="http://schemas.openxmlformats.org/officeDocument/2006/relationships/image" Target="../media/image949.png"/><Relationship Id="rId7" Type="http://schemas.openxmlformats.org/officeDocument/2006/relationships/customXml" Target="../ink/ink151.xml"/><Relationship Id="rId12" Type="http://schemas.openxmlformats.org/officeDocument/2006/relationships/image" Target="../media/image929.png"/><Relationship Id="rId17" Type="http://schemas.openxmlformats.org/officeDocument/2006/relationships/image" Target="../media/image932.png"/><Relationship Id="rId25" Type="http://schemas.openxmlformats.org/officeDocument/2006/relationships/image" Target="../media/image940.png"/><Relationship Id="rId33" Type="http://schemas.openxmlformats.org/officeDocument/2006/relationships/image" Target="../media/image948.png"/><Relationship Id="rId38" Type="http://schemas.openxmlformats.org/officeDocument/2006/relationships/image" Target="../media/image953.png"/><Relationship Id="rId2" Type="http://schemas.openxmlformats.org/officeDocument/2006/relationships/image" Target="../media/image924.png"/><Relationship Id="rId16" Type="http://schemas.openxmlformats.org/officeDocument/2006/relationships/image" Target="../media/image931.png"/><Relationship Id="rId20" Type="http://schemas.openxmlformats.org/officeDocument/2006/relationships/image" Target="../media/image935.png"/><Relationship Id="rId29" Type="http://schemas.openxmlformats.org/officeDocument/2006/relationships/image" Target="../media/image9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6.png"/><Relationship Id="rId11" Type="http://schemas.openxmlformats.org/officeDocument/2006/relationships/customXml" Target="../ink/ink153.xml"/><Relationship Id="rId24" Type="http://schemas.openxmlformats.org/officeDocument/2006/relationships/image" Target="../media/image939.png"/><Relationship Id="rId32" Type="http://schemas.openxmlformats.org/officeDocument/2006/relationships/image" Target="../media/image947.png"/><Relationship Id="rId37" Type="http://schemas.openxmlformats.org/officeDocument/2006/relationships/image" Target="../media/image952.png"/><Relationship Id="rId5" Type="http://schemas.openxmlformats.org/officeDocument/2006/relationships/customXml" Target="../ink/ink150.xml"/><Relationship Id="rId15" Type="http://schemas.openxmlformats.org/officeDocument/2006/relationships/customXml" Target="../ink/ink155.xml"/><Relationship Id="rId23" Type="http://schemas.openxmlformats.org/officeDocument/2006/relationships/image" Target="../media/image938.png"/><Relationship Id="rId28" Type="http://schemas.openxmlformats.org/officeDocument/2006/relationships/image" Target="../media/image943.png"/><Relationship Id="rId36" Type="http://schemas.openxmlformats.org/officeDocument/2006/relationships/image" Target="../media/image951.png"/><Relationship Id="rId10" Type="http://schemas.openxmlformats.org/officeDocument/2006/relationships/image" Target="../media/image928.png"/><Relationship Id="rId19" Type="http://schemas.openxmlformats.org/officeDocument/2006/relationships/image" Target="../media/image934.png"/><Relationship Id="rId31" Type="http://schemas.openxmlformats.org/officeDocument/2006/relationships/image" Target="../media/image946.png"/><Relationship Id="rId4" Type="http://schemas.openxmlformats.org/officeDocument/2006/relationships/image" Target="../media/image925.png"/><Relationship Id="rId9" Type="http://schemas.openxmlformats.org/officeDocument/2006/relationships/customXml" Target="../ink/ink152.xml"/><Relationship Id="rId14" Type="http://schemas.openxmlformats.org/officeDocument/2006/relationships/image" Target="../media/image930.png"/><Relationship Id="rId22" Type="http://schemas.openxmlformats.org/officeDocument/2006/relationships/image" Target="../media/image937.png"/><Relationship Id="rId27" Type="http://schemas.openxmlformats.org/officeDocument/2006/relationships/image" Target="../media/image942.png"/><Relationship Id="rId30" Type="http://schemas.openxmlformats.org/officeDocument/2006/relationships/image" Target="../media/image945.png"/><Relationship Id="rId35" Type="http://schemas.openxmlformats.org/officeDocument/2006/relationships/image" Target="../media/image950.png"/><Relationship Id="rId8" Type="http://schemas.openxmlformats.org/officeDocument/2006/relationships/image" Target="../media/image927.png"/><Relationship Id="rId3" Type="http://schemas.openxmlformats.org/officeDocument/2006/relationships/customXml" Target="../ink/ink149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0.png"/><Relationship Id="rId13" Type="http://schemas.openxmlformats.org/officeDocument/2006/relationships/image" Target="../media/image964.png"/><Relationship Id="rId18" Type="http://schemas.openxmlformats.org/officeDocument/2006/relationships/image" Target="../media/image968.png"/><Relationship Id="rId26" Type="http://schemas.openxmlformats.org/officeDocument/2006/relationships/image" Target="../media/image976.png"/><Relationship Id="rId3" Type="http://schemas.openxmlformats.org/officeDocument/2006/relationships/image" Target="../media/image955.png"/><Relationship Id="rId21" Type="http://schemas.openxmlformats.org/officeDocument/2006/relationships/image" Target="../media/image971.png"/><Relationship Id="rId7" Type="http://schemas.openxmlformats.org/officeDocument/2006/relationships/image" Target="../media/image959.png"/><Relationship Id="rId12" Type="http://schemas.openxmlformats.org/officeDocument/2006/relationships/customXml" Target="../ink/ink156.xml"/><Relationship Id="rId17" Type="http://schemas.openxmlformats.org/officeDocument/2006/relationships/image" Target="../media/image967.png"/><Relationship Id="rId25" Type="http://schemas.openxmlformats.org/officeDocument/2006/relationships/image" Target="../media/image975.png"/><Relationship Id="rId2" Type="http://schemas.openxmlformats.org/officeDocument/2006/relationships/image" Target="../media/image954.png"/><Relationship Id="rId16" Type="http://schemas.openxmlformats.org/officeDocument/2006/relationships/image" Target="../media/image966.png"/><Relationship Id="rId20" Type="http://schemas.openxmlformats.org/officeDocument/2006/relationships/image" Target="../media/image970.png"/><Relationship Id="rId29" Type="http://schemas.openxmlformats.org/officeDocument/2006/relationships/customXml" Target="../ink/ink15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8.png"/><Relationship Id="rId11" Type="http://schemas.openxmlformats.org/officeDocument/2006/relationships/image" Target="../media/image963.png"/><Relationship Id="rId24" Type="http://schemas.openxmlformats.org/officeDocument/2006/relationships/image" Target="../media/image974.png"/><Relationship Id="rId32" Type="http://schemas.openxmlformats.org/officeDocument/2006/relationships/image" Target="../media/image979.png"/><Relationship Id="rId5" Type="http://schemas.openxmlformats.org/officeDocument/2006/relationships/image" Target="../media/image957.png"/><Relationship Id="rId15" Type="http://schemas.openxmlformats.org/officeDocument/2006/relationships/image" Target="../media/image965.png"/><Relationship Id="rId23" Type="http://schemas.openxmlformats.org/officeDocument/2006/relationships/image" Target="../media/image973.png"/><Relationship Id="rId28" Type="http://schemas.openxmlformats.org/officeDocument/2006/relationships/image" Target="../media/image977.png"/><Relationship Id="rId10" Type="http://schemas.openxmlformats.org/officeDocument/2006/relationships/image" Target="../media/image962.png"/><Relationship Id="rId19" Type="http://schemas.openxmlformats.org/officeDocument/2006/relationships/image" Target="../media/image969.png"/><Relationship Id="rId31" Type="http://schemas.openxmlformats.org/officeDocument/2006/relationships/customXml" Target="../ink/ink160.xml"/><Relationship Id="rId4" Type="http://schemas.openxmlformats.org/officeDocument/2006/relationships/image" Target="../media/image956.png"/><Relationship Id="rId9" Type="http://schemas.openxmlformats.org/officeDocument/2006/relationships/image" Target="../media/image961.png"/><Relationship Id="rId14" Type="http://schemas.openxmlformats.org/officeDocument/2006/relationships/customXml" Target="../ink/ink157.xml"/><Relationship Id="rId22" Type="http://schemas.openxmlformats.org/officeDocument/2006/relationships/image" Target="../media/image972.png"/><Relationship Id="rId27" Type="http://schemas.openxmlformats.org/officeDocument/2006/relationships/customXml" Target="../ink/ink158.xml"/><Relationship Id="rId30" Type="http://schemas.openxmlformats.org/officeDocument/2006/relationships/image" Target="../media/image978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7.png"/><Relationship Id="rId13" Type="http://schemas.openxmlformats.org/officeDocument/2006/relationships/image" Target="../media/image980.png"/><Relationship Id="rId18" Type="http://schemas.openxmlformats.org/officeDocument/2006/relationships/image" Target="../media/image984.png"/><Relationship Id="rId26" Type="http://schemas.openxmlformats.org/officeDocument/2006/relationships/image" Target="../media/image991.png"/><Relationship Id="rId3" Type="http://schemas.openxmlformats.org/officeDocument/2006/relationships/customXml" Target="../ink/ink161.xml"/><Relationship Id="rId21" Type="http://schemas.openxmlformats.org/officeDocument/2006/relationships/image" Target="../media/image152.png"/><Relationship Id="rId7" Type="http://schemas.openxmlformats.org/officeDocument/2006/relationships/customXml" Target="../ink/ink163.xml"/><Relationship Id="rId12" Type="http://schemas.openxmlformats.org/officeDocument/2006/relationships/image" Target="../media/image979.png"/><Relationship Id="rId17" Type="http://schemas.openxmlformats.org/officeDocument/2006/relationships/image" Target="../media/image983.png"/><Relationship Id="rId25" Type="http://schemas.openxmlformats.org/officeDocument/2006/relationships/image" Target="../media/image990.png"/><Relationship Id="rId2" Type="http://schemas.openxmlformats.org/officeDocument/2006/relationships/image" Target="../media/image954.png"/><Relationship Id="rId16" Type="http://schemas.openxmlformats.org/officeDocument/2006/relationships/image" Target="../media/image982.png"/><Relationship Id="rId20" Type="http://schemas.openxmlformats.org/officeDocument/2006/relationships/image" Target="../media/image986.png"/><Relationship Id="rId29" Type="http://schemas.openxmlformats.org/officeDocument/2006/relationships/image" Target="../media/image99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5.png"/><Relationship Id="rId11" Type="http://schemas.openxmlformats.org/officeDocument/2006/relationships/customXml" Target="../ink/ink165.xml"/><Relationship Id="rId24" Type="http://schemas.openxmlformats.org/officeDocument/2006/relationships/image" Target="../media/image989.png"/><Relationship Id="rId5" Type="http://schemas.openxmlformats.org/officeDocument/2006/relationships/customXml" Target="../ink/ink162.xml"/><Relationship Id="rId15" Type="http://schemas.openxmlformats.org/officeDocument/2006/relationships/image" Target="../media/image981.png"/><Relationship Id="rId23" Type="http://schemas.openxmlformats.org/officeDocument/2006/relationships/image" Target="../media/image988.png"/><Relationship Id="rId28" Type="http://schemas.openxmlformats.org/officeDocument/2006/relationships/image" Target="../media/image993.png"/><Relationship Id="rId10" Type="http://schemas.openxmlformats.org/officeDocument/2006/relationships/image" Target="../media/image978.png"/><Relationship Id="rId19" Type="http://schemas.openxmlformats.org/officeDocument/2006/relationships/image" Target="../media/image985.png"/><Relationship Id="rId4" Type="http://schemas.openxmlformats.org/officeDocument/2006/relationships/image" Target="../media/image964.png"/><Relationship Id="rId9" Type="http://schemas.openxmlformats.org/officeDocument/2006/relationships/customXml" Target="../ink/ink164.xml"/><Relationship Id="rId14" Type="http://schemas.openxmlformats.org/officeDocument/2006/relationships/customXml" Target="../ink/ink166.xml"/><Relationship Id="rId22" Type="http://schemas.openxmlformats.org/officeDocument/2006/relationships/image" Target="../media/image987.png"/><Relationship Id="rId27" Type="http://schemas.openxmlformats.org/officeDocument/2006/relationships/image" Target="../media/image992.png"/><Relationship Id="rId30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629BA01B-F913-10BB-349F-F6B5D2A644F4}"/>
              </a:ext>
            </a:extLst>
          </p:cNvPr>
          <p:cNvSpPr txBox="1"/>
          <p:nvPr/>
        </p:nvSpPr>
        <p:spPr>
          <a:xfrm>
            <a:off x="-168696" y="110553"/>
            <a:ext cx="4608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Area and Volume </a:t>
            </a:r>
            <a:r>
              <a:rPr lang="en-US" altLang="zh-HK" sz="28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1</a:t>
            </a:r>
            <a:endParaRPr lang="zh-TW" altLang="en-US" sz="2800" b="1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A8DCC6CA-2F7D-19DE-5D5F-768529D8E63E}"/>
              </a:ext>
            </a:extLst>
          </p:cNvPr>
          <p:cNvSpPr txBox="1"/>
          <p:nvPr/>
        </p:nvSpPr>
        <p:spPr>
          <a:xfrm>
            <a:off x="2783632" y="764704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different shape</a:t>
            </a:r>
            <a:endParaRPr lang="zh-TW" altLang="en-US" sz="24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5DC94AD-D560-6CB4-B1CA-A21D2D9CF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340768"/>
            <a:ext cx="1228571" cy="1219048"/>
          </a:xfrm>
          <a:prstGeom prst="rect">
            <a:avLst/>
          </a:prstGeom>
        </p:spPr>
      </p:pic>
      <p:sp>
        <p:nvSpPr>
          <p:cNvPr id="6" name="TextBox 15">
            <a:extLst>
              <a:ext uri="{FF2B5EF4-FFF2-40B4-BE49-F238E27FC236}">
                <a16:creationId xmlns:a16="http://schemas.microsoft.com/office/drawing/2014/main" id="{0CE2F9B3-47B6-F3FC-4220-35CDB3C4EE1B}"/>
              </a:ext>
            </a:extLst>
          </p:cNvPr>
          <p:cNvSpPr txBox="1"/>
          <p:nvPr/>
        </p:nvSpPr>
        <p:spPr>
          <a:xfrm>
            <a:off x="1607029" y="1750237"/>
            <a:ext cx="2256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square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EB165EE-E851-2041-0C86-D8A2BB8A351C}"/>
              </a:ext>
            </a:extLst>
          </p:cNvPr>
          <p:cNvSpPr txBox="1"/>
          <p:nvPr/>
        </p:nvSpPr>
        <p:spPr>
          <a:xfrm>
            <a:off x="559873" y="2559816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l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F38B6AC-C494-6DAE-AD71-DAB3F38845EF}"/>
              </a:ext>
            </a:extLst>
          </p:cNvPr>
          <p:cNvSpPr txBox="1"/>
          <p:nvPr/>
        </p:nvSpPr>
        <p:spPr>
          <a:xfrm>
            <a:off x="1271464" y="1782382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l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975F5BA-925C-0C6E-7D1C-EAC0925807B5}"/>
                  </a:ext>
                </a:extLst>
              </p:cNvPr>
              <p:cNvSpPr txBox="1"/>
              <p:nvPr/>
            </p:nvSpPr>
            <p:spPr>
              <a:xfrm>
                <a:off x="3719736" y="17502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975F5BA-925C-0C6E-7D1C-EAC092580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36" y="1750237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群組 11">
            <a:extLst>
              <a:ext uri="{FF2B5EF4-FFF2-40B4-BE49-F238E27FC236}">
                <a16:creationId xmlns:a16="http://schemas.microsoft.com/office/drawing/2014/main" id="{890EEEAC-6E72-615E-69F0-DA72F1A98DBA}"/>
              </a:ext>
            </a:extLst>
          </p:cNvPr>
          <p:cNvGrpSpPr/>
          <p:nvPr/>
        </p:nvGrpSpPr>
        <p:grpSpPr>
          <a:xfrm>
            <a:off x="4015424" y="1596348"/>
            <a:ext cx="498743" cy="553999"/>
            <a:chOff x="1607029" y="3347119"/>
            <a:chExt cx="498743" cy="553999"/>
          </a:xfrm>
        </p:grpSpPr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161904D3-BC13-81F1-EC82-73B149451171}"/>
                </a:ext>
              </a:extLst>
            </p:cNvPr>
            <p:cNvSpPr txBox="1"/>
            <p:nvPr/>
          </p:nvSpPr>
          <p:spPr>
            <a:xfrm>
              <a:off x="1607029" y="3501008"/>
              <a:ext cx="347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Calligraphy" panose="03010101010101010101" pitchFamily="66" charset="0"/>
                </a:rPr>
                <a:t>l</a:t>
              </a:r>
              <a:endParaRPr lang="en-HK" altLang="zh-HK" sz="2000" b="1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6DF4172-79C1-0847-2234-418CB8006C67}"/>
                </a:ext>
              </a:extLst>
            </p:cNvPr>
            <p:cNvSpPr txBox="1"/>
            <p:nvPr/>
          </p:nvSpPr>
          <p:spPr>
            <a:xfrm>
              <a:off x="1780777" y="3347119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p:pic>
        <p:nvPicPr>
          <p:cNvPr id="14" name="圖片 13">
            <a:extLst>
              <a:ext uri="{FF2B5EF4-FFF2-40B4-BE49-F238E27FC236}">
                <a16:creationId xmlns:a16="http://schemas.microsoft.com/office/drawing/2014/main" id="{F7758895-2DFD-92BF-FD55-B9ABC69BC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3" y="3071518"/>
            <a:ext cx="2352381" cy="1209524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0F536C05-02A5-D93C-EF4B-F3847E0A7203}"/>
              </a:ext>
            </a:extLst>
          </p:cNvPr>
          <p:cNvSpPr txBox="1"/>
          <p:nvPr/>
        </p:nvSpPr>
        <p:spPr>
          <a:xfrm>
            <a:off x="1097715" y="4246441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l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BF13A99-F602-1F11-420F-E9078B538AFA}"/>
              </a:ext>
            </a:extLst>
          </p:cNvPr>
          <p:cNvSpPr txBox="1"/>
          <p:nvPr/>
        </p:nvSpPr>
        <p:spPr>
          <a:xfrm>
            <a:off x="2360272" y="3476225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w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75A06824-74D3-44AC-0F92-13CAB7146775}"/>
              </a:ext>
            </a:extLst>
          </p:cNvPr>
          <p:cNvSpPr txBox="1"/>
          <p:nvPr/>
        </p:nvSpPr>
        <p:spPr>
          <a:xfrm>
            <a:off x="2783632" y="3473489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rectangle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36E2AC52-8987-930B-7597-0123A9DE8971}"/>
                  </a:ext>
                </a:extLst>
              </p:cNvPr>
              <p:cNvSpPr txBox="1"/>
              <p:nvPr/>
            </p:nvSpPr>
            <p:spPr>
              <a:xfrm>
                <a:off x="5303912" y="347348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36E2AC52-8987-930B-7597-0123A9DE8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912" y="3473489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>
            <a:extLst>
              <a:ext uri="{FF2B5EF4-FFF2-40B4-BE49-F238E27FC236}">
                <a16:creationId xmlns:a16="http://schemas.microsoft.com/office/drawing/2014/main" id="{FCE8EE9D-65B1-E12A-D332-1AAD521F6CDE}"/>
              </a:ext>
            </a:extLst>
          </p:cNvPr>
          <p:cNvSpPr txBox="1"/>
          <p:nvPr/>
        </p:nvSpPr>
        <p:spPr>
          <a:xfrm>
            <a:off x="5599600" y="3473937"/>
            <a:ext cx="669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err="1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l</a:t>
            </a:r>
            <a:r>
              <a:rPr lang="en-HK" altLang="zh-HK" sz="2000" b="1" err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w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4EBB6373-2901-49DE-96A6-E58666B9C7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360" y="4997561"/>
            <a:ext cx="1390476" cy="1247619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907B98F4-2501-ADA4-3A2B-9FFCA0980225}"/>
              </a:ext>
            </a:extLst>
          </p:cNvPr>
          <p:cNvSpPr txBox="1"/>
          <p:nvPr/>
        </p:nvSpPr>
        <p:spPr>
          <a:xfrm>
            <a:off x="753185" y="6239241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b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4001A0B1-8B7B-BB49-530B-540FBA0ECD91}"/>
              </a:ext>
            </a:extLst>
          </p:cNvPr>
          <p:cNvCxnSpPr>
            <a:cxnSpLocks/>
          </p:cNvCxnSpPr>
          <p:nvPr/>
        </p:nvCxnSpPr>
        <p:spPr>
          <a:xfrm>
            <a:off x="1725836" y="4997561"/>
            <a:ext cx="0" cy="1187252"/>
          </a:xfrm>
          <a:prstGeom prst="straightConnector1">
            <a:avLst/>
          </a:prstGeom>
          <a:ln w="38100">
            <a:solidFill>
              <a:srgbClr val="00FF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2F26039-08FB-E59A-374B-A4FAE5F13F6C}"/>
              </a:ext>
            </a:extLst>
          </p:cNvPr>
          <p:cNvSpPr txBox="1"/>
          <p:nvPr/>
        </p:nvSpPr>
        <p:spPr>
          <a:xfrm>
            <a:off x="1725836" y="5421315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26" name="TextBox 15">
            <a:extLst>
              <a:ext uri="{FF2B5EF4-FFF2-40B4-BE49-F238E27FC236}">
                <a16:creationId xmlns:a16="http://schemas.microsoft.com/office/drawing/2014/main" id="{B2614598-F858-2132-CE45-1F2F582379EA}"/>
              </a:ext>
            </a:extLst>
          </p:cNvPr>
          <p:cNvSpPr txBox="1"/>
          <p:nvPr/>
        </p:nvSpPr>
        <p:spPr>
          <a:xfrm>
            <a:off x="2073332" y="5402954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triangle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99CBC093-E935-4771-05BE-64DFBD02E07D}"/>
                  </a:ext>
                </a:extLst>
              </p:cNvPr>
              <p:cNvSpPr txBox="1"/>
              <p:nvPr/>
            </p:nvSpPr>
            <p:spPr>
              <a:xfrm>
                <a:off x="4511824" y="540295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99CBC093-E935-4771-05BE-64DFBD02E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5402954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3361115D-B30E-8602-943A-DFB126656AC7}"/>
              </a:ext>
            </a:extLst>
          </p:cNvPr>
          <p:cNvGrpSpPr/>
          <p:nvPr/>
        </p:nvGrpSpPr>
        <p:grpSpPr>
          <a:xfrm>
            <a:off x="4807512" y="5221260"/>
            <a:ext cx="511679" cy="788884"/>
            <a:chOff x="2800688" y="4660253"/>
            <a:chExt cx="511679" cy="788884"/>
          </a:xfrm>
        </p:grpSpPr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90E91CA2-75A7-4A87-1CFB-7EF64F40E546}"/>
                </a:ext>
              </a:extLst>
            </p:cNvPr>
            <p:cNvSpPr txBox="1"/>
            <p:nvPr/>
          </p:nvSpPr>
          <p:spPr>
            <a:xfrm>
              <a:off x="2800688" y="4660253"/>
              <a:ext cx="5116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err="1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Calligraphy" panose="03010101010101010101" pitchFamily="66" charset="0"/>
                </a:rPr>
                <a:t>b</a:t>
              </a:r>
              <a:r>
                <a:rPr lang="en-HK" altLang="zh-HK" sz="2000" b="1" err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h</a:t>
              </a:r>
              <a:endPara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endParaRPr>
            </a:p>
          </p:txBody>
        </p:sp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24B86CBC-6D10-82A7-5833-D8490C1882AA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31" name="直線接點 30">
                <a:extLst>
                  <a:ext uri="{FF2B5EF4-FFF2-40B4-BE49-F238E27FC236}">
                    <a16:creationId xmlns:a16="http://schemas.microsoft.com/office/drawing/2014/main" id="{DCF8346F-6FE7-CBE0-1186-CD52A451BA0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C077FAC-A3F2-22B8-E0AA-26CA670826EB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pic>
        <p:nvPicPr>
          <p:cNvPr id="34" name="圖片 33">
            <a:extLst>
              <a:ext uri="{FF2B5EF4-FFF2-40B4-BE49-F238E27FC236}">
                <a16:creationId xmlns:a16="http://schemas.microsoft.com/office/drawing/2014/main" id="{CB1DC907-15E9-4BE3-DE21-BF2B3BAA66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6292" y="1285947"/>
            <a:ext cx="1419048" cy="1266667"/>
          </a:xfrm>
          <a:prstGeom prst="rect">
            <a:avLst/>
          </a:prstGeom>
        </p:spPr>
      </p:pic>
      <p:sp>
        <p:nvSpPr>
          <p:cNvPr id="35" name="文字方塊 34">
            <a:extLst>
              <a:ext uri="{FF2B5EF4-FFF2-40B4-BE49-F238E27FC236}">
                <a16:creationId xmlns:a16="http://schemas.microsoft.com/office/drawing/2014/main" id="{9C7CA7E4-8040-1DED-0BE4-C75EFB32E74B}"/>
              </a:ext>
            </a:extLst>
          </p:cNvPr>
          <p:cNvSpPr txBox="1"/>
          <p:nvPr/>
        </p:nvSpPr>
        <p:spPr>
          <a:xfrm>
            <a:off x="6744072" y="2524834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b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F82802F8-2C54-544F-E004-772538DDD9FC}"/>
              </a:ext>
            </a:extLst>
          </p:cNvPr>
          <p:cNvCxnSpPr>
            <a:cxnSpLocks/>
          </p:cNvCxnSpPr>
          <p:nvPr/>
        </p:nvCxnSpPr>
        <p:spPr>
          <a:xfrm>
            <a:off x="7691200" y="1386052"/>
            <a:ext cx="0" cy="1127534"/>
          </a:xfrm>
          <a:prstGeom prst="straightConnector1">
            <a:avLst/>
          </a:prstGeom>
          <a:ln w="38100">
            <a:solidFill>
              <a:srgbClr val="00FF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78F54E59-A0C6-DBC1-3445-354F2C0BD9E7}"/>
              </a:ext>
            </a:extLst>
          </p:cNvPr>
          <p:cNvSpPr txBox="1"/>
          <p:nvPr/>
        </p:nvSpPr>
        <p:spPr>
          <a:xfrm>
            <a:off x="7695340" y="1791533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8B90DB3D-1B5C-9239-5695-6D337E7144E4}"/>
              </a:ext>
            </a:extLst>
          </p:cNvPr>
          <p:cNvSpPr txBox="1"/>
          <p:nvPr/>
        </p:nvSpPr>
        <p:spPr>
          <a:xfrm>
            <a:off x="8042836" y="1782382"/>
            <a:ext cx="3237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parallelogram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83F07A6A-20D7-8959-E65A-466DF4FCDBC5}"/>
                  </a:ext>
                </a:extLst>
              </p:cNvPr>
              <p:cNvSpPr txBox="1"/>
              <p:nvPr/>
            </p:nvSpPr>
            <p:spPr>
              <a:xfrm>
                <a:off x="11200912" y="177003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83F07A6A-20D7-8959-E65A-466DF4FCD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0912" y="1770038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1">
            <a:extLst>
              <a:ext uri="{FF2B5EF4-FFF2-40B4-BE49-F238E27FC236}">
                <a16:creationId xmlns:a16="http://schemas.microsoft.com/office/drawing/2014/main" id="{68A77E49-0A2B-362F-E66D-6E840D81F174}"/>
              </a:ext>
            </a:extLst>
          </p:cNvPr>
          <p:cNvSpPr txBox="1"/>
          <p:nvPr/>
        </p:nvSpPr>
        <p:spPr>
          <a:xfrm>
            <a:off x="11470832" y="1791533"/>
            <a:ext cx="586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err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b</a:t>
            </a:r>
            <a:r>
              <a:rPr lang="en-HK" altLang="zh-HK" sz="2000" b="1" err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E6C74FAE-8CE6-D294-646B-F42B71B5A5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5824656" y="5036779"/>
            <a:ext cx="1819048" cy="1257143"/>
          </a:xfrm>
          <a:prstGeom prst="rect">
            <a:avLst/>
          </a:prstGeom>
        </p:spPr>
      </p:pic>
      <p:grpSp>
        <p:nvGrpSpPr>
          <p:cNvPr id="45" name="群組 44">
            <a:extLst>
              <a:ext uri="{FF2B5EF4-FFF2-40B4-BE49-F238E27FC236}">
                <a16:creationId xmlns:a16="http://schemas.microsoft.com/office/drawing/2014/main" id="{5649E594-85FA-A6FB-DD8A-37F52943196E}"/>
              </a:ext>
            </a:extLst>
          </p:cNvPr>
          <p:cNvGrpSpPr/>
          <p:nvPr/>
        </p:nvGrpSpPr>
        <p:grpSpPr>
          <a:xfrm>
            <a:off x="6482457" y="4748406"/>
            <a:ext cx="419957" cy="400110"/>
            <a:chOff x="3533569" y="4005064"/>
            <a:chExt cx="419957" cy="400110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168DFE9C-7DD2-C4CB-F676-8C0E0CD91BDE}"/>
                </a:ext>
              </a:extLst>
            </p:cNvPr>
            <p:cNvSpPr txBox="1"/>
            <p:nvPr/>
          </p:nvSpPr>
          <p:spPr>
            <a:xfrm>
              <a:off x="3533569" y="4005064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Calligraphy" panose="03010101010101010101" pitchFamily="66" charset="0"/>
                </a:rPr>
                <a:t>b</a:t>
              </a:r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8871A346-6ED1-FD00-673B-7C9372662865}"/>
                </a:ext>
              </a:extLst>
            </p:cNvPr>
            <p:cNvSpPr txBox="1"/>
            <p:nvPr/>
          </p:nvSpPr>
          <p:spPr>
            <a:xfrm>
              <a:off x="3701534" y="4128175"/>
              <a:ext cx="2519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Calligraphy" panose="03010101010101010101" pitchFamily="66" charset="0"/>
                </a:rPr>
                <a:t>1</a:t>
              </a:r>
            </a:p>
          </p:txBody>
        </p:sp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3D867CDE-F2C5-07F1-BF36-DA69D189616D}"/>
              </a:ext>
            </a:extLst>
          </p:cNvPr>
          <p:cNvGrpSpPr/>
          <p:nvPr/>
        </p:nvGrpSpPr>
        <p:grpSpPr>
          <a:xfrm>
            <a:off x="6529746" y="6187950"/>
            <a:ext cx="440797" cy="400110"/>
            <a:chOff x="3533569" y="4005064"/>
            <a:chExt cx="440797" cy="400110"/>
          </a:xfrm>
        </p:grpSpPr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F6F7DCDD-7E6D-E555-CEDB-42E876D02746}"/>
                </a:ext>
              </a:extLst>
            </p:cNvPr>
            <p:cNvSpPr txBox="1"/>
            <p:nvPr/>
          </p:nvSpPr>
          <p:spPr>
            <a:xfrm>
              <a:off x="3533569" y="4005064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b</a:t>
              </a: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8C926E07-86D9-CC00-F10B-2CC69D7004B1}"/>
                </a:ext>
              </a:extLst>
            </p:cNvPr>
            <p:cNvSpPr txBox="1"/>
            <p:nvPr/>
          </p:nvSpPr>
          <p:spPr>
            <a:xfrm>
              <a:off x="3701534" y="4128175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2</a:t>
              </a:r>
            </a:p>
          </p:txBody>
        </p:sp>
      </p:grp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10F3927D-5985-E4B9-FCDB-7AACD5AC3D62}"/>
              </a:ext>
            </a:extLst>
          </p:cNvPr>
          <p:cNvCxnSpPr>
            <a:cxnSpLocks/>
          </p:cNvCxnSpPr>
          <p:nvPr/>
        </p:nvCxnSpPr>
        <p:spPr>
          <a:xfrm>
            <a:off x="7643704" y="5056291"/>
            <a:ext cx="0" cy="1127534"/>
          </a:xfrm>
          <a:prstGeom prst="straightConnector1">
            <a:avLst/>
          </a:prstGeom>
          <a:ln w="38100">
            <a:solidFill>
              <a:srgbClr val="00FF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2422C788-1B5F-D34C-FBAF-17EBE31C492D}"/>
              </a:ext>
            </a:extLst>
          </p:cNvPr>
          <p:cNvSpPr txBox="1"/>
          <p:nvPr/>
        </p:nvSpPr>
        <p:spPr>
          <a:xfrm>
            <a:off x="7647844" y="5461772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53" name="TextBox 15">
            <a:extLst>
              <a:ext uri="{FF2B5EF4-FFF2-40B4-BE49-F238E27FC236}">
                <a16:creationId xmlns:a16="http://schemas.microsoft.com/office/drawing/2014/main" id="{A19056B7-10D1-E8FD-1F36-20ED8CFB3671}"/>
              </a:ext>
            </a:extLst>
          </p:cNvPr>
          <p:cNvSpPr txBox="1"/>
          <p:nvPr/>
        </p:nvSpPr>
        <p:spPr>
          <a:xfrm>
            <a:off x="8027152" y="5449473"/>
            <a:ext cx="2774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trapezium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DF7C5716-C826-3A52-A407-823FAF3E597B}"/>
                  </a:ext>
                </a:extLst>
              </p:cNvPr>
              <p:cNvSpPr txBox="1"/>
              <p:nvPr/>
            </p:nvSpPr>
            <p:spPr>
              <a:xfrm>
                <a:off x="10665420" y="54371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DF7C5716-C826-3A52-A407-823FAF3E5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5420" y="5437129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群組 64">
            <a:extLst>
              <a:ext uri="{FF2B5EF4-FFF2-40B4-BE49-F238E27FC236}">
                <a16:creationId xmlns:a16="http://schemas.microsoft.com/office/drawing/2014/main" id="{7DFAAF78-DC42-9998-D856-70BD8B7404A9}"/>
              </a:ext>
            </a:extLst>
          </p:cNvPr>
          <p:cNvGrpSpPr/>
          <p:nvPr/>
        </p:nvGrpSpPr>
        <p:grpSpPr>
          <a:xfrm>
            <a:off x="11017055" y="5227610"/>
            <a:ext cx="986416" cy="819147"/>
            <a:chOff x="7468052" y="4726696"/>
            <a:chExt cx="986416" cy="819147"/>
          </a:xfrm>
        </p:grpSpPr>
        <p:grpSp>
          <p:nvGrpSpPr>
            <p:cNvPr id="55" name="群組 54">
              <a:extLst>
                <a:ext uri="{FF2B5EF4-FFF2-40B4-BE49-F238E27FC236}">
                  <a16:creationId xmlns:a16="http://schemas.microsoft.com/office/drawing/2014/main" id="{06FD229F-A3B1-9EAC-DB93-ECA512C7A261}"/>
                </a:ext>
              </a:extLst>
            </p:cNvPr>
            <p:cNvGrpSpPr/>
            <p:nvPr/>
          </p:nvGrpSpPr>
          <p:grpSpPr>
            <a:xfrm>
              <a:off x="7481221" y="4761878"/>
              <a:ext cx="419957" cy="400110"/>
              <a:chOff x="3533569" y="4005064"/>
              <a:chExt cx="419957" cy="400110"/>
            </a:xfrm>
          </p:grpSpPr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3A609B3B-A453-BBA8-CE3C-375DF8E7ECEB}"/>
                  </a:ext>
                </a:extLst>
              </p:cNvPr>
              <p:cNvSpPr txBox="1"/>
              <p:nvPr/>
            </p:nvSpPr>
            <p:spPr>
              <a:xfrm>
                <a:off x="3533569" y="4005064"/>
                <a:ext cx="3417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66FF"/>
                    </a:solidFill>
                    <a:latin typeface="Lucida Calligraphy" panose="03010101010101010101" pitchFamily="66" charset="0"/>
                  </a:rPr>
                  <a:t>b</a:t>
                </a:r>
              </a:p>
            </p:txBody>
          </p:sp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71EB095-A663-F597-A356-A4E94218046E}"/>
                  </a:ext>
                </a:extLst>
              </p:cNvPr>
              <p:cNvSpPr txBox="1"/>
              <p:nvPr/>
            </p:nvSpPr>
            <p:spPr>
              <a:xfrm>
                <a:off x="3701534" y="4128175"/>
                <a:ext cx="2519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solidFill>
                      <a:srgbClr val="FF66FF"/>
                    </a:solidFill>
                    <a:latin typeface="Lucida Calligraphy" panose="03010101010101010101" pitchFamily="66" charset="0"/>
                  </a:rPr>
                  <a:t>1</a:t>
                </a: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E9453B5C-202B-5585-401D-A9C46FAD4F7D}"/>
                    </a:ext>
                  </a:extLst>
                </p:cNvPr>
                <p:cNvSpPr txBox="1"/>
                <p:nvPr/>
              </p:nvSpPr>
              <p:spPr>
                <a:xfrm>
                  <a:off x="7773455" y="472669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E9453B5C-202B-5585-401D-A9C46FAD4F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3455" y="4726696"/>
                  <a:ext cx="295688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9" name="群組 58">
              <a:extLst>
                <a:ext uri="{FF2B5EF4-FFF2-40B4-BE49-F238E27FC236}">
                  <a16:creationId xmlns:a16="http://schemas.microsoft.com/office/drawing/2014/main" id="{6B563E06-8650-9BB7-979B-3B29F52C3D53}"/>
                </a:ext>
              </a:extLst>
            </p:cNvPr>
            <p:cNvGrpSpPr/>
            <p:nvPr/>
          </p:nvGrpSpPr>
          <p:grpSpPr>
            <a:xfrm>
              <a:off x="8013671" y="4762209"/>
              <a:ext cx="440797" cy="400110"/>
              <a:chOff x="3533569" y="4005064"/>
              <a:chExt cx="440797" cy="400110"/>
            </a:xfrm>
          </p:grpSpPr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AEBC8375-729C-81AB-B804-56A72B07DD38}"/>
                  </a:ext>
                </a:extLst>
              </p:cNvPr>
              <p:cNvSpPr txBox="1"/>
              <p:nvPr/>
            </p:nvSpPr>
            <p:spPr>
              <a:xfrm>
                <a:off x="3533569" y="4005064"/>
                <a:ext cx="3417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Calligraphy" panose="03010101010101010101" pitchFamily="66" charset="0"/>
                  </a:rPr>
                  <a:t>b</a:t>
                </a:r>
              </a:p>
            </p:txBody>
          </p:sp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D88A7E84-6E9D-9039-22CE-401C2086F359}"/>
                  </a:ext>
                </a:extLst>
              </p:cNvPr>
              <p:cNvSpPr txBox="1"/>
              <p:nvPr/>
            </p:nvSpPr>
            <p:spPr>
              <a:xfrm>
                <a:off x="3701534" y="4128175"/>
                <a:ext cx="2728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Calligraphy" panose="03010101010101010101" pitchFamily="66" charset="0"/>
                  </a:rPr>
                  <a:t>2</a:t>
                </a:r>
              </a:p>
            </p:txBody>
          </p:sp>
        </p:grpSp>
        <p:cxnSp>
          <p:nvCxnSpPr>
            <p:cNvPr id="62" name="直線接點 61">
              <a:extLst>
                <a:ext uri="{FF2B5EF4-FFF2-40B4-BE49-F238E27FC236}">
                  <a16:creationId xmlns:a16="http://schemas.microsoft.com/office/drawing/2014/main" id="{A0900605-6FD7-E65A-8AD9-7479D292AA6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468052" y="5139494"/>
              <a:ext cx="986416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9FD1475C-C2E5-B89A-87DD-4156A1C3DAAF}"/>
                </a:ext>
              </a:extLst>
            </p:cNvPr>
            <p:cNvSpPr txBox="1"/>
            <p:nvPr/>
          </p:nvSpPr>
          <p:spPr>
            <a:xfrm>
              <a:off x="7794927" y="5145733"/>
              <a:ext cx="324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p:pic>
        <p:nvPicPr>
          <p:cNvPr id="67" name="圖片 66">
            <a:extLst>
              <a:ext uri="{FF2B5EF4-FFF2-40B4-BE49-F238E27FC236}">
                <a16:creationId xmlns:a16="http://schemas.microsoft.com/office/drawing/2014/main" id="{1D1F36C6-8C1D-BCAD-E5B0-624340FB18C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09082" y="3035987"/>
            <a:ext cx="1914286" cy="1390476"/>
          </a:xfrm>
          <a:prstGeom prst="rect">
            <a:avLst/>
          </a:prstGeom>
        </p:spPr>
      </p:pic>
      <p:sp>
        <p:nvSpPr>
          <p:cNvPr id="68" name="TextBox 15">
            <a:extLst>
              <a:ext uri="{FF2B5EF4-FFF2-40B4-BE49-F238E27FC236}">
                <a16:creationId xmlns:a16="http://schemas.microsoft.com/office/drawing/2014/main" id="{3A459161-83D2-53EB-19C1-670EFF50427D}"/>
              </a:ext>
            </a:extLst>
          </p:cNvPr>
          <p:cNvSpPr txBox="1"/>
          <p:nvPr/>
        </p:nvSpPr>
        <p:spPr>
          <a:xfrm>
            <a:off x="7995340" y="3620480"/>
            <a:ext cx="2565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rhombus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3A4D3F64-66FC-1AED-DEA9-F7D70EB6D6DF}"/>
                  </a:ext>
                </a:extLst>
              </p:cNvPr>
              <p:cNvSpPr txBox="1"/>
              <p:nvPr/>
            </p:nvSpPr>
            <p:spPr>
              <a:xfrm>
                <a:off x="10416480" y="360813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3A4D3F64-66FC-1AED-DEA9-F7D70EB6D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6480" y="3608136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群組 78">
            <a:extLst>
              <a:ext uri="{FF2B5EF4-FFF2-40B4-BE49-F238E27FC236}">
                <a16:creationId xmlns:a16="http://schemas.microsoft.com/office/drawing/2014/main" id="{F75CCFF9-9DAB-03F9-E88C-73C7968738C0}"/>
              </a:ext>
            </a:extLst>
          </p:cNvPr>
          <p:cNvGrpSpPr/>
          <p:nvPr/>
        </p:nvGrpSpPr>
        <p:grpSpPr>
          <a:xfrm>
            <a:off x="10794180" y="3415879"/>
            <a:ext cx="690616" cy="784623"/>
            <a:chOff x="8321833" y="4563948"/>
            <a:chExt cx="690616" cy="784623"/>
          </a:xfrm>
        </p:grpSpPr>
        <p:grpSp>
          <p:nvGrpSpPr>
            <p:cNvPr id="70" name="群組 69">
              <a:extLst>
                <a:ext uri="{FF2B5EF4-FFF2-40B4-BE49-F238E27FC236}">
                  <a16:creationId xmlns:a16="http://schemas.microsoft.com/office/drawing/2014/main" id="{41D974CE-0483-09D4-E3E0-EFD87BC23CB8}"/>
                </a:ext>
              </a:extLst>
            </p:cNvPr>
            <p:cNvGrpSpPr/>
            <p:nvPr/>
          </p:nvGrpSpPr>
          <p:grpSpPr>
            <a:xfrm>
              <a:off x="8321833" y="4563948"/>
              <a:ext cx="419957" cy="400110"/>
              <a:chOff x="3533569" y="4005064"/>
              <a:chExt cx="419957" cy="400110"/>
            </a:xfrm>
          </p:grpSpPr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B00CA3F4-C402-7A71-C96C-D17488D571F0}"/>
                  </a:ext>
                </a:extLst>
              </p:cNvPr>
              <p:cNvSpPr txBox="1"/>
              <p:nvPr/>
            </p:nvSpPr>
            <p:spPr>
              <a:xfrm>
                <a:off x="3533569" y="4005064"/>
                <a:ext cx="3561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d</a:t>
                </a:r>
              </a:p>
            </p:txBody>
          </p:sp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CC097ECE-6BBD-1B62-ADF9-5AE7B1022938}"/>
                  </a:ext>
                </a:extLst>
              </p:cNvPr>
              <p:cNvSpPr txBox="1"/>
              <p:nvPr/>
            </p:nvSpPr>
            <p:spPr>
              <a:xfrm>
                <a:off x="3701534" y="4128175"/>
                <a:ext cx="2519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1</a:t>
                </a:r>
              </a:p>
            </p:txBody>
          </p:sp>
        </p:grpSp>
        <p:grpSp>
          <p:nvGrpSpPr>
            <p:cNvPr id="73" name="群組 72">
              <a:extLst>
                <a:ext uri="{FF2B5EF4-FFF2-40B4-BE49-F238E27FC236}">
                  <a16:creationId xmlns:a16="http://schemas.microsoft.com/office/drawing/2014/main" id="{1DB2913F-F142-B78A-8901-B7ED5EC0308E}"/>
                </a:ext>
              </a:extLst>
            </p:cNvPr>
            <p:cNvGrpSpPr/>
            <p:nvPr/>
          </p:nvGrpSpPr>
          <p:grpSpPr>
            <a:xfrm>
              <a:off x="8571652" y="4567337"/>
              <a:ext cx="440797" cy="400110"/>
              <a:chOff x="3533569" y="4005064"/>
              <a:chExt cx="440797" cy="400110"/>
            </a:xfrm>
          </p:grpSpPr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CD7AE90C-8C94-030B-E613-A30248CFF3D7}"/>
                  </a:ext>
                </a:extLst>
              </p:cNvPr>
              <p:cNvSpPr txBox="1"/>
              <p:nvPr/>
            </p:nvSpPr>
            <p:spPr>
              <a:xfrm>
                <a:off x="3533569" y="4005064"/>
                <a:ext cx="3561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d</a:t>
                </a:r>
              </a:p>
            </p:txBody>
          </p:sp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38BA45DA-E08B-1410-7A2C-25E252932FE4}"/>
                  </a:ext>
                </a:extLst>
              </p:cNvPr>
              <p:cNvSpPr txBox="1"/>
              <p:nvPr/>
            </p:nvSpPr>
            <p:spPr>
              <a:xfrm>
                <a:off x="3701534" y="4128175"/>
                <a:ext cx="2728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2</a:t>
                </a:r>
              </a:p>
            </p:txBody>
          </p:sp>
        </p:grpSp>
        <p:cxnSp>
          <p:nvCxnSpPr>
            <p:cNvPr id="76" name="直線接點 75">
              <a:extLst>
                <a:ext uri="{FF2B5EF4-FFF2-40B4-BE49-F238E27FC236}">
                  <a16:creationId xmlns:a16="http://schemas.microsoft.com/office/drawing/2014/main" id="{6A608F09-B255-6742-FD57-CE008044F51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340194" y="4942222"/>
              <a:ext cx="672255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5FE4E492-2EBD-0CC7-7505-320D36325AF0}"/>
                </a:ext>
              </a:extLst>
            </p:cNvPr>
            <p:cNvSpPr txBox="1"/>
            <p:nvPr/>
          </p:nvSpPr>
          <p:spPr>
            <a:xfrm>
              <a:off x="8511832" y="4948461"/>
              <a:ext cx="324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162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7" grpId="0"/>
      <p:bldP spid="8" grpId="0"/>
      <p:bldP spid="9" grpId="0"/>
      <p:bldP spid="15" grpId="0"/>
      <p:bldP spid="16" grpId="0"/>
      <p:bldP spid="17" grpId="0"/>
      <p:bldP spid="18" grpId="0"/>
      <p:bldP spid="19" grpId="0"/>
      <p:bldP spid="22" grpId="0"/>
      <p:bldP spid="25" grpId="0"/>
      <p:bldP spid="26" grpId="0"/>
      <p:bldP spid="27" grpId="0"/>
      <p:bldP spid="35" grpId="0"/>
      <p:bldP spid="37" grpId="0"/>
      <p:bldP spid="40" grpId="0"/>
      <p:bldP spid="41" grpId="0"/>
      <p:bldP spid="42" grpId="0"/>
      <p:bldP spid="52" grpId="0"/>
      <p:bldP spid="53" grpId="0"/>
      <p:bldP spid="54" grpId="0"/>
      <p:bldP spid="68" grpId="0"/>
      <p:bldP spid="6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8787679-1878-E5D6-23E2-BB847546E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5" y="116632"/>
            <a:ext cx="1728192" cy="1674187"/>
          </a:xfrm>
          <a:prstGeom prst="rect">
            <a:avLst/>
          </a:prstGeom>
        </p:spPr>
      </p:pic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F0B8AF23-4671-FFDD-B11D-76B176560B2E}"/>
              </a:ext>
            </a:extLst>
          </p:cNvPr>
          <p:cNvCxnSpPr>
            <a:cxnSpLocks/>
          </p:cNvCxnSpPr>
          <p:nvPr/>
        </p:nvCxnSpPr>
        <p:spPr>
          <a:xfrm flipH="1">
            <a:off x="983432" y="980728"/>
            <a:ext cx="841772" cy="0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51452CA4-9D2D-B3F7-9032-600C9F058281}"/>
              </a:ext>
            </a:extLst>
          </p:cNvPr>
          <p:cNvSpPr txBox="1"/>
          <p:nvPr/>
        </p:nvSpPr>
        <p:spPr>
          <a:xfrm>
            <a:off x="1230570" y="604494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r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13958421-8863-2BFA-955C-C80F4F640A2D}"/>
              </a:ext>
            </a:extLst>
          </p:cNvPr>
          <p:cNvSpPr txBox="1"/>
          <p:nvPr/>
        </p:nvSpPr>
        <p:spPr>
          <a:xfrm>
            <a:off x="1830400" y="804549"/>
            <a:ext cx="2256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circle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98790DB-8B9A-F87C-1DCE-73ACDEF99C62}"/>
                  </a:ext>
                </a:extLst>
              </p:cNvPr>
              <p:cNvSpPr txBox="1"/>
              <p:nvPr/>
            </p:nvSpPr>
            <p:spPr>
              <a:xfrm>
                <a:off x="3928104" y="78441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98790DB-8B9A-F87C-1DCE-73ACDEF99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104" y="784415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群組 13">
            <a:extLst>
              <a:ext uri="{FF2B5EF4-FFF2-40B4-BE49-F238E27FC236}">
                <a16:creationId xmlns:a16="http://schemas.microsoft.com/office/drawing/2014/main" id="{C5FFDE41-DCA3-143C-D9C8-AB369E080D94}"/>
              </a:ext>
            </a:extLst>
          </p:cNvPr>
          <p:cNvGrpSpPr/>
          <p:nvPr/>
        </p:nvGrpSpPr>
        <p:grpSpPr>
          <a:xfrm>
            <a:off x="4240520" y="715241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EC4DEDE2-3787-8BD8-888B-E4A210153903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EC4DEDE2-3787-8BD8-888B-E4A2101539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ACB853D2-B857-05EC-47BB-340E4D256819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EF65998-318A-1BC1-3F4C-03C00B28AA9A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6FB523D-151E-A4C2-D2A7-FCF9621155BB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p:pic>
        <p:nvPicPr>
          <p:cNvPr id="16" name="圖片 15">
            <a:extLst>
              <a:ext uri="{FF2B5EF4-FFF2-40B4-BE49-F238E27FC236}">
                <a16:creationId xmlns:a16="http://schemas.microsoft.com/office/drawing/2014/main" id="{4EFA28C4-8BF2-3CA2-2E32-81470E3C13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4998" y="206106"/>
            <a:ext cx="1733333" cy="1495238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6A26ECFD-B055-488F-A316-427A319687DE}"/>
              </a:ext>
            </a:extLst>
          </p:cNvPr>
          <p:cNvSpPr txBox="1"/>
          <p:nvPr/>
        </p:nvSpPr>
        <p:spPr>
          <a:xfrm>
            <a:off x="6587916" y="1590764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r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9" name="弧形 18">
            <a:extLst>
              <a:ext uri="{FF2B5EF4-FFF2-40B4-BE49-F238E27FC236}">
                <a16:creationId xmlns:a16="http://schemas.microsoft.com/office/drawing/2014/main" id="{A940CA6B-98EE-5AD4-C7B0-7DD375CC24AF}"/>
              </a:ext>
            </a:extLst>
          </p:cNvPr>
          <p:cNvSpPr/>
          <p:nvPr/>
        </p:nvSpPr>
        <p:spPr>
          <a:xfrm rot="15391837">
            <a:off x="7279678" y="1462610"/>
            <a:ext cx="648072" cy="576064"/>
          </a:xfrm>
          <a:prstGeom prst="arc">
            <a:avLst>
              <a:gd name="adj1" fmla="val 18638249"/>
              <a:gd name="adj2" fmla="val 0"/>
            </a:avLst>
          </a:prstGeom>
          <a:ln w="44450">
            <a:solidFill>
              <a:srgbClr val="00B050"/>
            </a:solidFill>
          </a:ln>
          <a:effectLst>
            <a:glow>
              <a:schemeClr val="tx1">
                <a:lumMod val="50000"/>
                <a:lumOff val="50000"/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5F1FAD0-6F5E-09DD-C8C7-DA69D8533CA3}"/>
                  </a:ext>
                </a:extLst>
              </p:cNvPr>
              <p:cNvSpPr txBox="1"/>
              <p:nvPr/>
            </p:nvSpPr>
            <p:spPr>
              <a:xfrm>
                <a:off x="7100284" y="1162127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5F1FAD0-6F5E-09DD-C8C7-DA69D8533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0284" y="1162127"/>
                <a:ext cx="29568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15">
            <a:extLst>
              <a:ext uri="{FF2B5EF4-FFF2-40B4-BE49-F238E27FC236}">
                <a16:creationId xmlns:a16="http://schemas.microsoft.com/office/drawing/2014/main" id="{D60A3C4E-4EF5-261C-5456-6EBD09EDAB9B}"/>
              </a:ext>
            </a:extLst>
          </p:cNvPr>
          <p:cNvSpPr txBox="1"/>
          <p:nvPr/>
        </p:nvSpPr>
        <p:spPr>
          <a:xfrm>
            <a:off x="7620588" y="822963"/>
            <a:ext cx="2256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Sector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095DD6E6-CD6D-EA10-8D5E-F3FD1485F8F3}"/>
                  </a:ext>
                </a:extLst>
              </p:cNvPr>
              <p:cNvSpPr txBox="1"/>
              <p:nvPr/>
            </p:nvSpPr>
            <p:spPr>
              <a:xfrm>
                <a:off x="9718292" y="8028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095DD6E6-CD6D-EA10-8D5E-F3FD1485F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8292" y="802829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群組 22">
            <a:extLst>
              <a:ext uri="{FF2B5EF4-FFF2-40B4-BE49-F238E27FC236}">
                <a16:creationId xmlns:a16="http://schemas.microsoft.com/office/drawing/2014/main" id="{8F431DF0-00F2-7AB2-8E57-F32EA4E9ED2E}"/>
              </a:ext>
            </a:extLst>
          </p:cNvPr>
          <p:cNvGrpSpPr/>
          <p:nvPr/>
        </p:nvGrpSpPr>
        <p:grpSpPr>
          <a:xfrm>
            <a:off x="10013980" y="741202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403DEB80-CFF6-BF87-5463-5573ABB8C4EE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403DEB80-CFF6-BF87-5463-5573ABB8C4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695F36EC-7ADE-1184-915B-B24AAC9DC4CC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2ACAD2A3-D081-791D-2D64-0492434E9972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44468371-4A4A-4EE7-61AB-9CB24F40AA8C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522CC0AE-0178-540C-C20E-F57D07D898F5}"/>
                  </a:ext>
                </a:extLst>
              </p:cNvPr>
              <p:cNvSpPr txBox="1"/>
              <p:nvPr/>
            </p:nvSpPr>
            <p:spPr>
              <a:xfrm>
                <a:off x="10530036" y="81900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522CC0AE-0178-540C-C20E-F57D07D89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0036" y="819002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49746A73-ADBD-756A-02E4-398C45D24C60}"/>
              </a:ext>
            </a:extLst>
          </p:cNvPr>
          <p:cNvGrpSpPr/>
          <p:nvPr/>
        </p:nvGrpSpPr>
        <p:grpSpPr>
          <a:xfrm>
            <a:off x="10837384" y="628329"/>
            <a:ext cx="765517" cy="790838"/>
            <a:chOff x="10837384" y="628329"/>
            <a:chExt cx="765517" cy="79083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0D6C5899-0FEB-9261-6BED-DD7F48AFF3D8}"/>
                    </a:ext>
                  </a:extLst>
                </p:cNvPr>
                <p:cNvSpPr txBox="1"/>
                <p:nvPr/>
              </p:nvSpPr>
              <p:spPr>
                <a:xfrm>
                  <a:off x="11015451" y="628329"/>
                  <a:ext cx="2956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oMath>
                    </m:oMathPara>
                  </a14:m>
                  <a:endParaRPr lang="en-HK" sz="24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0D6C5899-0FEB-9261-6BED-DD7F48AFF3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5451" y="628329"/>
                  <a:ext cx="295688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F9CDDCE2-94EA-6065-1A2A-FCAE0CC7D15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930936" y="1019057"/>
              <a:ext cx="527188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395D1BAF-CE99-BE2F-F851-A94F3FC53311}"/>
                </a:ext>
              </a:extLst>
            </p:cNvPr>
            <p:cNvSpPr txBox="1"/>
            <p:nvPr/>
          </p:nvSpPr>
          <p:spPr>
            <a:xfrm>
              <a:off x="10837384" y="1019057"/>
              <a:ext cx="7655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360</a:t>
              </a:r>
            </a:p>
          </p:txBody>
        </p:sp>
      </p:grpSp>
      <p:sp>
        <p:nvSpPr>
          <p:cNvPr id="35" name="TextBox 15">
            <a:extLst>
              <a:ext uri="{FF2B5EF4-FFF2-40B4-BE49-F238E27FC236}">
                <a16:creationId xmlns:a16="http://schemas.microsoft.com/office/drawing/2014/main" id="{BCF8A600-3EE2-9F27-0D6A-946ABEF09704}"/>
              </a:ext>
            </a:extLst>
          </p:cNvPr>
          <p:cNvSpPr txBox="1"/>
          <p:nvPr/>
        </p:nvSpPr>
        <p:spPr>
          <a:xfrm>
            <a:off x="4087123" y="2060848"/>
            <a:ext cx="3338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Prism</a:t>
            </a:r>
            <a:endParaRPr lang="zh-TW" altLang="en-US" sz="2400" b="1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CE32F3E2-2249-2916-4226-469771AA94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1345" y="2862129"/>
            <a:ext cx="2980952" cy="1638095"/>
          </a:xfrm>
          <a:prstGeom prst="rect">
            <a:avLst/>
          </a:prstGeom>
        </p:spPr>
      </p:pic>
      <p:sp>
        <p:nvSpPr>
          <p:cNvPr id="38" name="TextBox 15">
            <a:extLst>
              <a:ext uri="{FF2B5EF4-FFF2-40B4-BE49-F238E27FC236}">
                <a16:creationId xmlns:a16="http://schemas.microsoft.com/office/drawing/2014/main" id="{0DB36D6B-21A9-F82F-C80E-9DE121F80252}"/>
              </a:ext>
            </a:extLst>
          </p:cNvPr>
          <p:cNvSpPr txBox="1"/>
          <p:nvPr/>
        </p:nvSpPr>
        <p:spPr>
          <a:xfrm>
            <a:off x="3701852" y="3477620"/>
            <a:ext cx="2486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Prism</a:t>
            </a:r>
            <a:endParaRPr lang="zh-TW" altLang="en-US" sz="2000" b="1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52526B55-5DA4-CAD4-9459-DDF915656A40}"/>
                  </a:ext>
                </a:extLst>
              </p:cNvPr>
              <p:cNvSpPr txBox="1"/>
              <p:nvPr/>
            </p:nvSpPr>
            <p:spPr>
              <a:xfrm>
                <a:off x="6096000" y="34574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52526B55-5DA4-CAD4-9459-DDF915656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457486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15">
            <a:extLst>
              <a:ext uri="{FF2B5EF4-FFF2-40B4-BE49-F238E27FC236}">
                <a16:creationId xmlns:a16="http://schemas.microsoft.com/office/drawing/2014/main" id="{E3B1F7E2-F5AF-E43F-71CC-86C10F63C765}"/>
              </a:ext>
            </a:extLst>
          </p:cNvPr>
          <p:cNvSpPr txBox="1"/>
          <p:nvPr/>
        </p:nvSpPr>
        <p:spPr>
          <a:xfrm>
            <a:off x="6336913" y="3486246"/>
            <a:ext cx="16223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base area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FDFAE183-2106-7236-82AB-1CCC7D15A367}"/>
                  </a:ext>
                </a:extLst>
              </p:cNvPr>
              <p:cNvSpPr txBox="1"/>
              <p:nvPr/>
            </p:nvSpPr>
            <p:spPr>
              <a:xfrm>
                <a:off x="7811456" y="347762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FDFAE183-2106-7236-82AB-1CCC7D15A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456" y="3477620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1">
            <a:extLst>
              <a:ext uri="{FF2B5EF4-FFF2-40B4-BE49-F238E27FC236}">
                <a16:creationId xmlns:a16="http://schemas.microsoft.com/office/drawing/2014/main" id="{387F7928-2A4B-AD56-E151-42C25AF91A3F}"/>
              </a:ext>
            </a:extLst>
          </p:cNvPr>
          <p:cNvSpPr txBox="1"/>
          <p:nvPr/>
        </p:nvSpPr>
        <p:spPr>
          <a:xfrm>
            <a:off x="8080125" y="3486246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EFFAF4EC-F31A-8B8A-BD75-E062320D1D0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8964" y="4549740"/>
            <a:ext cx="2685714" cy="2276190"/>
          </a:xfrm>
          <a:prstGeom prst="rect">
            <a:avLst/>
          </a:prstGeom>
        </p:spPr>
      </p:pic>
      <p:sp>
        <p:nvSpPr>
          <p:cNvPr id="45" name="TextBox 15">
            <a:extLst>
              <a:ext uri="{FF2B5EF4-FFF2-40B4-BE49-F238E27FC236}">
                <a16:creationId xmlns:a16="http://schemas.microsoft.com/office/drawing/2014/main" id="{345A7D3E-9D5E-938A-FEC4-1899C8ADCD78}"/>
              </a:ext>
            </a:extLst>
          </p:cNvPr>
          <p:cNvSpPr txBox="1"/>
          <p:nvPr/>
        </p:nvSpPr>
        <p:spPr>
          <a:xfrm>
            <a:off x="3288457" y="5645260"/>
            <a:ext cx="2936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cylinder</a:t>
            </a:r>
            <a:endParaRPr lang="zh-TW" altLang="en-US" sz="2000" b="1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1CD315A4-39ED-DD0B-FD45-F00B60DF16E3}"/>
                  </a:ext>
                </a:extLst>
              </p:cNvPr>
              <p:cNvSpPr txBox="1"/>
              <p:nvPr/>
            </p:nvSpPr>
            <p:spPr>
              <a:xfrm>
                <a:off x="6096000" y="563320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1CD315A4-39ED-DD0B-FD45-F00B60DF1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633207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群組 46">
            <a:extLst>
              <a:ext uri="{FF2B5EF4-FFF2-40B4-BE49-F238E27FC236}">
                <a16:creationId xmlns:a16="http://schemas.microsoft.com/office/drawing/2014/main" id="{AEFA8AA7-D30D-6C2D-133F-814F925D04AD}"/>
              </a:ext>
            </a:extLst>
          </p:cNvPr>
          <p:cNvGrpSpPr/>
          <p:nvPr/>
        </p:nvGrpSpPr>
        <p:grpSpPr>
          <a:xfrm>
            <a:off x="6396845" y="5564033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41EB77FC-8E1D-F4A7-5F6D-E2AA18F9A21D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41EB77FC-8E1D-F4A7-5F6D-E2AA18F9A2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23F461FA-34B2-4DB1-5025-459A524A3583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073236D4-8E30-6EB9-308B-4107261602BA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143311E8-3103-D69C-E0BD-63F7E1159715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1CB7539D-09CD-1377-824B-16DE49608F17}"/>
              </a:ext>
            </a:extLst>
          </p:cNvPr>
          <p:cNvSpPr txBox="1"/>
          <p:nvPr/>
        </p:nvSpPr>
        <p:spPr>
          <a:xfrm>
            <a:off x="6878693" y="5636959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758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7" grpId="0"/>
      <p:bldP spid="19" grpId="0" animBg="1"/>
      <p:bldP spid="20" grpId="0"/>
      <p:bldP spid="21" grpId="0"/>
      <p:bldP spid="22" grpId="0"/>
      <p:bldP spid="28" grpId="0"/>
      <p:bldP spid="35" grpId="0"/>
      <p:bldP spid="38" grpId="0"/>
      <p:bldP spid="39" grpId="0"/>
      <p:bldP spid="40" grpId="0"/>
      <p:bldP spid="41" grpId="0"/>
      <p:bldP spid="42" grpId="0"/>
      <p:bldP spid="45" grpId="0"/>
      <p:bldP spid="46" grpId="0"/>
      <p:bldP spid="5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3245A4-6A4D-0983-30E3-69EE464DED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098" r="58814" b="2242"/>
          <a:stretch>
            <a:fillRect/>
          </a:stretch>
        </p:blipFill>
        <p:spPr>
          <a:xfrm>
            <a:off x="63149" y="581638"/>
            <a:ext cx="4389262" cy="33483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DFB2E7-D8FC-7AD9-91FB-490461CF7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439" y="270550"/>
            <a:ext cx="8233263" cy="384888"/>
          </a:xfrm>
          <a:prstGeom prst="rect">
            <a:avLst/>
          </a:prstGeom>
        </p:spPr>
      </p:pic>
      <p:sp>
        <p:nvSpPr>
          <p:cNvPr id="9" name="TextBox 15">
            <a:extLst>
              <a:ext uri="{FF2B5EF4-FFF2-40B4-BE49-F238E27FC236}">
                <a16:creationId xmlns:a16="http://schemas.microsoft.com/office/drawing/2014/main" id="{0580D166-6373-D4C9-07F1-E0C5C6FA2FC4}"/>
              </a:ext>
            </a:extLst>
          </p:cNvPr>
          <p:cNvSpPr txBox="1"/>
          <p:nvPr/>
        </p:nvSpPr>
        <p:spPr>
          <a:xfrm>
            <a:off x="31577" y="3944366"/>
            <a:ext cx="16223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Base area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筆跡 3">
                <a:extLst>
                  <a:ext uri="{FF2B5EF4-FFF2-40B4-BE49-F238E27FC236}">
                    <a16:creationId xmlns:a16="http://schemas.microsoft.com/office/drawing/2014/main" id="{B0C37EC1-B657-8012-5268-2F8C312F74B1}"/>
                  </a:ext>
                </a:extLst>
              </p14:cNvPr>
              <p14:cNvContentPartPr/>
              <p14:nvPr/>
            </p14:nvContentPartPr>
            <p14:xfrm>
              <a:off x="1505884" y="440134"/>
              <a:ext cx="721750" cy="45719"/>
            </p14:xfrm>
          </p:contentPart>
        </mc:Choice>
        <mc:Fallback>
          <p:pic>
            <p:nvPicPr>
              <p:cNvPr id="10" name="筆跡 3">
                <a:extLst>
                  <a:ext uri="{FF2B5EF4-FFF2-40B4-BE49-F238E27FC236}">
                    <a16:creationId xmlns:a16="http://schemas.microsoft.com/office/drawing/2014/main" id="{B0C37EC1-B657-8012-5268-2F8C312F74B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51888" y="-13275566"/>
                <a:ext cx="82938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筆跡 3">
                <a:extLst>
                  <a:ext uri="{FF2B5EF4-FFF2-40B4-BE49-F238E27FC236}">
                    <a16:creationId xmlns:a16="http://schemas.microsoft.com/office/drawing/2014/main" id="{C4D459AC-22A7-3BC4-2897-C3C4B8A4D6A5}"/>
                  </a:ext>
                </a:extLst>
              </p14:cNvPr>
              <p14:cNvContentPartPr/>
              <p14:nvPr/>
            </p14:nvContentPartPr>
            <p14:xfrm>
              <a:off x="3321713" y="462993"/>
              <a:ext cx="1843673" cy="45719"/>
            </p14:xfrm>
          </p:contentPart>
        </mc:Choice>
        <mc:Fallback>
          <p:pic>
            <p:nvPicPr>
              <p:cNvPr id="11" name="筆跡 3">
                <a:extLst>
                  <a:ext uri="{FF2B5EF4-FFF2-40B4-BE49-F238E27FC236}">
                    <a16:creationId xmlns:a16="http://schemas.microsoft.com/office/drawing/2014/main" id="{C4D459AC-22A7-3BC4-2897-C3C4B8A4D6A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67689" y="-13252707"/>
                <a:ext cx="195136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7">
                <a:extLst>
                  <a:ext uri="{FF2B5EF4-FFF2-40B4-BE49-F238E27FC236}">
                    <a16:creationId xmlns:a16="http://schemas.microsoft.com/office/drawing/2014/main" id="{A2F2ACE1-9487-7FC7-99D0-76671CE08ED5}"/>
                  </a:ext>
                </a:extLst>
              </p:cNvPr>
              <p:cNvSpPr txBox="1"/>
              <p:nvPr/>
            </p:nvSpPr>
            <p:spPr>
              <a:xfrm>
                <a:off x="1576471" y="39443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" name="文字方塊 7">
                <a:extLst>
                  <a:ext uri="{FF2B5EF4-FFF2-40B4-BE49-F238E27FC236}">
                    <a16:creationId xmlns:a16="http://schemas.microsoft.com/office/drawing/2014/main" id="{A2F2ACE1-9487-7FC7-99D0-76671CE08E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471" y="3944366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Left Bracket 12">
            <a:extLst>
              <a:ext uri="{FF2B5EF4-FFF2-40B4-BE49-F238E27FC236}">
                <a16:creationId xmlns:a16="http://schemas.microsoft.com/office/drawing/2014/main" id="{9F3A16E2-33CC-7C10-2114-CC473562C342}"/>
              </a:ext>
            </a:extLst>
          </p:cNvPr>
          <p:cNvSpPr/>
          <p:nvPr/>
        </p:nvSpPr>
        <p:spPr>
          <a:xfrm>
            <a:off x="2056984" y="3818270"/>
            <a:ext cx="91440" cy="652302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群組 74">
            <a:extLst>
              <a:ext uri="{FF2B5EF4-FFF2-40B4-BE49-F238E27FC236}">
                <a16:creationId xmlns:a16="http://schemas.microsoft.com/office/drawing/2014/main" id="{6343E5AC-09E1-9959-5420-66020931C992}"/>
              </a:ext>
            </a:extLst>
          </p:cNvPr>
          <p:cNvGrpSpPr/>
          <p:nvPr/>
        </p:nvGrpSpPr>
        <p:grpSpPr>
          <a:xfrm>
            <a:off x="2187061" y="3755646"/>
            <a:ext cx="364383" cy="777549"/>
            <a:chOff x="2896107" y="4671588"/>
            <a:chExt cx="364383" cy="777549"/>
          </a:xfrm>
        </p:grpSpPr>
        <p:sp>
          <p:nvSpPr>
            <p:cNvPr id="15" name="文字方塊 75">
              <a:extLst>
                <a:ext uri="{FF2B5EF4-FFF2-40B4-BE49-F238E27FC236}">
                  <a16:creationId xmlns:a16="http://schemas.microsoft.com/office/drawing/2014/main" id="{6FAC89F7-A6D9-0C62-489D-67C22AF4716A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6" name="群組 76">
              <a:extLst>
                <a:ext uri="{FF2B5EF4-FFF2-40B4-BE49-F238E27FC236}">
                  <a16:creationId xmlns:a16="http://schemas.microsoft.com/office/drawing/2014/main" id="{8B9E870E-43FC-2CCC-18F0-3B5C264FAD84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7" name="直線接點 77">
                <a:extLst>
                  <a:ext uri="{FF2B5EF4-FFF2-40B4-BE49-F238E27FC236}">
                    <a16:creationId xmlns:a16="http://schemas.microsoft.com/office/drawing/2014/main" id="{0F29DED9-0779-8E40-20DC-CC1EFF82B32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8" name="文字方塊 78">
                <a:extLst>
                  <a:ext uri="{FF2B5EF4-FFF2-40B4-BE49-F238E27FC236}">
                    <a16:creationId xmlns:a16="http://schemas.microsoft.com/office/drawing/2014/main" id="{46811933-C4CC-40AE-7273-00A90C8F24D1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grpSp>
        <p:nvGrpSpPr>
          <p:cNvPr id="19" name="群組 34">
            <a:extLst>
              <a:ext uri="{FF2B5EF4-FFF2-40B4-BE49-F238E27FC236}">
                <a16:creationId xmlns:a16="http://schemas.microsoft.com/office/drawing/2014/main" id="{05FD3954-4622-D13F-442B-026F5330AA3D}"/>
              </a:ext>
            </a:extLst>
          </p:cNvPr>
          <p:cNvGrpSpPr/>
          <p:nvPr/>
        </p:nvGrpSpPr>
        <p:grpSpPr>
          <a:xfrm>
            <a:off x="2534801" y="3918457"/>
            <a:ext cx="975760" cy="400110"/>
            <a:chOff x="1377671" y="1369717"/>
            <a:chExt cx="975760" cy="400110"/>
          </a:xfrm>
        </p:grpSpPr>
        <p:sp>
          <p:nvSpPr>
            <p:cNvPr id="20" name="文字方塊 35">
              <a:extLst>
                <a:ext uri="{FF2B5EF4-FFF2-40B4-BE49-F238E27FC236}">
                  <a16:creationId xmlns:a16="http://schemas.microsoft.com/office/drawing/2014/main" id="{0A4569A6-1ACB-B965-BFBB-A0FD851A5E24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字方塊 36">
                  <a:extLst>
                    <a:ext uri="{FF2B5EF4-FFF2-40B4-BE49-F238E27FC236}">
                      <a16:creationId xmlns:a16="http://schemas.microsoft.com/office/drawing/2014/main" id="{56F73D5B-D442-53C0-A983-66131187036F}"/>
                    </a:ext>
                  </a:extLst>
                </p:cNvPr>
                <p:cNvSpPr txBox="1"/>
                <p:nvPr/>
              </p:nvSpPr>
              <p:spPr>
                <a:xfrm>
                  <a:off x="1487488" y="1369717"/>
                  <a:ext cx="865943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C000"/>
                      </a:solidFill>
                      <a:latin typeface="Lucida Handwriting" panose="03010101010101010101" pitchFamily="66" charset="0"/>
                    </a:rPr>
                    <a:t>4</a:t>
                  </a:r>
                  <a:r>
                    <a:rPr lang="en-US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FF00"/>
                          </a:solidFill>
                          <a:latin typeface="Lucida Handwriting" panose="03010101010101010101" pitchFamily="66" charset="0"/>
                        </a:rPr>
                        <m:t>7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</mc:Choice>
          <mc:Fallback>
            <p:sp>
              <p:nvSpPr>
                <p:cNvPr id="21" name="文字方塊 36">
                  <a:extLst>
                    <a:ext uri="{FF2B5EF4-FFF2-40B4-BE49-F238E27FC236}">
                      <a16:creationId xmlns:a16="http://schemas.microsoft.com/office/drawing/2014/main" id="{56F73D5B-D442-53C0-A983-6613118703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7488" y="1369717"/>
                  <a:ext cx="865943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44">
                <a:extLst>
                  <a:ext uri="{FF2B5EF4-FFF2-40B4-BE49-F238E27FC236}">
                    <a16:creationId xmlns:a16="http://schemas.microsoft.com/office/drawing/2014/main" id="{B0A71171-90DD-58B7-C1ED-E6146B61BCBB}"/>
                  </a:ext>
                </a:extLst>
              </p:cNvPr>
              <p:cNvSpPr txBox="1"/>
              <p:nvPr/>
            </p:nvSpPr>
            <p:spPr>
              <a:xfrm>
                <a:off x="3417053" y="391845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" name="文字方塊 44">
                <a:extLst>
                  <a:ext uri="{FF2B5EF4-FFF2-40B4-BE49-F238E27FC236}">
                    <a16:creationId xmlns:a16="http://schemas.microsoft.com/office/drawing/2014/main" id="{B0A71171-90DD-58B7-C1ED-E6146B61B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7053" y="3918457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B459E626-7932-CDCA-2B28-E7C243A08CBD}"/>
              </a:ext>
            </a:extLst>
          </p:cNvPr>
          <p:cNvSpPr txBox="1"/>
          <p:nvPr/>
        </p:nvSpPr>
        <p:spPr>
          <a:xfrm>
            <a:off x="3712741" y="3918457"/>
            <a:ext cx="3547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4</a:t>
            </a:r>
            <a:endParaRPr lang="en-US" sz="2000">
              <a:solidFill>
                <a:srgbClr val="00B050"/>
              </a:solidFill>
            </a:endParaRPr>
          </a:p>
        </p:txBody>
      </p:sp>
      <p:sp>
        <p:nvSpPr>
          <p:cNvPr id="25" name="Left Bracket 24">
            <a:extLst>
              <a:ext uri="{FF2B5EF4-FFF2-40B4-BE49-F238E27FC236}">
                <a16:creationId xmlns:a16="http://schemas.microsoft.com/office/drawing/2014/main" id="{251101AB-3671-11B5-6AF4-6047683E3580}"/>
              </a:ext>
            </a:extLst>
          </p:cNvPr>
          <p:cNvSpPr/>
          <p:nvPr/>
        </p:nvSpPr>
        <p:spPr>
          <a:xfrm flipH="1">
            <a:off x="4118379" y="3792361"/>
            <a:ext cx="91440" cy="652302"/>
          </a:xfrm>
          <a:prstGeom prst="leftBracke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群組 245">
            <a:extLst>
              <a:ext uri="{FF2B5EF4-FFF2-40B4-BE49-F238E27FC236}">
                <a16:creationId xmlns:a16="http://schemas.microsoft.com/office/drawing/2014/main" id="{3E9D07AE-53CA-DFBF-AFB3-5E56B77D34C1}"/>
              </a:ext>
            </a:extLst>
          </p:cNvPr>
          <p:cNvGrpSpPr/>
          <p:nvPr/>
        </p:nvGrpSpPr>
        <p:grpSpPr>
          <a:xfrm>
            <a:off x="4269698" y="3882651"/>
            <a:ext cx="695743" cy="461825"/>
            <a:chOff x="2472626" y="4523351"/>
            <a:chExt cx="695743" cy="461825"/>
          </a:xfrm>
        </p:grpSpPr>
        <p:sp>
          <p:nvSpPr>
            <p:cNvPr id="30" name="文字方塊 249">
              <a:extLst>
                <a:ext uri="{FF2B5EF4-FFF2-40B4-BE49-F238E27FC236}">
                  <a16:creationId xmlns:a16="http://schemas.microsoft.com/office/drawing/2014/main" id="{9953DE15-3B7A-4CCA-B60D-FBCA3A0D6DA5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28" name="文字方塊 247">
              <a:extLst>
                <a:ext uri="{FF2B5EF4-FFF2-40B4-BE49-F238E27FC236}">
                  <a16:creationId xmlns:a16="http://schemas.microsoft.com/office/drawing/2014/main" id="{92325139-EDFB-BC75-1ACA-879FDDDFE266}"/>
                </a:ext>
              </a:extLst>
            </p:cNvPr>
            <p:cNvSpPr txBox="1"/>
            <p:nvPr/>
          </p:nvSpPr>
          <p:spPr>
            <a:xfrm>
              <a:off x="2879507" y="4523351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7">
                <a:extLst>
                  <a:ext uri="{FF2B5EF4-FFF2-40B4-BE49-F238E27FC236}">
                    <a16:creationId xmlns:a16="http://schemas.microsoft.com/office/drawing/2014/main" id="{7C9881B8-2F33-8B36-A714-020E99236175}"/>
                  </a:ext>
                </a:extLst>
              </p:cNvPr>
              <p:cNvSpPr txBox="1"/>
              <p:nvPr/>
            </p:nvSpPr>
            <p:spPr>
              <a:xfrm>
                <a:off x="1576471" y="46362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1" name="文字方塊 7">
                <a:extLst>
                  <a:ext uri="{FF2B5EF4-FFF2-40B4-BE49-F238E27FC236}">
                    <a16:creationId xmlns:a16="http://schemas.microsoft.com/office/drawing/2014/main" id="{7C9881B8-2F33-8B36-A714-020E99236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6471" y="4636298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群組 245">
            <a:extLst>
              <a:ext uri="{FF2B5EF4-FFF2-40B4-BE49-F238E27FC236}">
                <a16:creationId xmlns:a16="http://schemas.microsoft.com/office/drawing/2014/main" id="{B6671807-D329-5E04-B536-3E0C16A4F49F}"/>
              </a:ext>
            </a:extLst>
          </p:cNvPr>
          <p:cNvGrpSpPr/>
          <p:nvPr/>
        </p:nvGrpSpPr>
        <p:grpSpPr>
          <a:xfrm>
            <a:off x="1968912" y="4627931"/>
            <a:ext cx="1165063" cy="461825"/>
            <a:chOff x="2003306" y="4523351"/>
            <a:chExt cx="1165063" cy="461825"/>
          </a:xfrm>
        </p:grpSpPr>
        <p:grpSp>
          <p:nvGrpSpPr>
            <p:cNvPr id="33" name="群組 246">
              <a:extLst>
                <a:ext uri="{FF2B5EF4-FFF2-40B4-BE49-F238E27FC236}">
                  <a16:creationId xmlns:a16="http://schemas.microsoft.com/office/drawing/2014/main" id="{E76B073B-80D7-0765-7AA9-D82A5A522329}"/>
                </a:ext>
              </a:extLst>
            </p:cNvPr>
            <p:cNvGrpSpPr/>
            <p:nvPr/>
          </p:nvGrpSpPr>
          <p:grpSpPr>
            <a:xfrm>
              <a:off x="2003306" y="4585066"/>
              <a:ext cx="1057943" cy="400110"/>
              <a:chOff x="2210757" y="6314098"/>
              <a:chExt cx="1057943" cy="400110"/>
            </a:xfrm>
          </p:grpSpPr>
          <p:sp>
            <p:nvSpPr>
              <p:cNvPr id="35" name="文字方塊 248">
                <a:extLst>
                  <a:ext uri="{FF2B5EF4-FFF2-40B4-BE49-F238E27FC236}">
                    <a16:creationId xmlns:a16="http://schemas.microsoft.com/office/drawing/2014/main" id="{C7E72B6E-55BC-3616-2AB8-C0FC2312D343}"/>
                  </a:ext>
                </a:extLst>
              </p:cNvPr>
              <p:cNvSpPr txBox="1"/>
              <p:nvPr/>
            </p:nvSpPr>
            <p:spPr>
              <a:xfrm>
                <a:off x="2210757" y="6314098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22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36" name="文字方塊 249">
                <a:extLst>
                  <a:ext uri="{FF2B5EF4-FFF2-40B4-BE49-F238E27FC236}">
                    <a16:creationId xmlns:a16="http://schemas.microsoft.com/office/drawing/2014/main" id="{AFECF1E4-0B03-4093-2B4F-FE74FEC56CEF}"/>
                  </a:ext>
                </a:extLst>
              </p:cNvPr>
              <p:cNvSpPr txBox="1"/>
              <p:nvPr/>
            </p:nvSpPr>
            <p:spPr>
              <a:xfrm>
                <a:off x="2680077" y="6314098"/>
                <a:ext cx="588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cm</a:t>
                </a:r>
              </a:p>
            </p:txBody>
          </p:sp>
        </p:grpSp>
        <p:sp>
          <p:nvSpPr>
            <p:cNvPr id="34" name="文字方塊 247">
              <a:extLst>
                <a:ext uri="{FF2B5EF4-FFF2-40B4-BE49-F238E27FC236}">
                  <a16:creationId xmlns:a16="http://schemas.microsoft.com/office/drawing/2014/main" id="{5308E0FC-626F-0C62-B566-C694041FE126}"/>
                </a:ext>
              </a:extLst>
            </p:cNvPr>
            <p:cNvSpPr txBox="1"/>
            <p:nvPr/>
          </p:nvSpPr>
          <p:spPr>
            <a:xfrm>
              <a:off x="2879507" y="4523351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7" name="筆跡 3">
                <a:extLst>
                  <a:ext uri="{FF2B5EF4-FFF2-40B4-BE49-F238E27FC236}">
                    <a16:creationId xmlns:a16="http://schemas.microsoft.com/office/drawing/2014/main" id="{75029878-F409-8440-8825-A08DFBFA3C3C}"/>
                  </a:ext>
                </a:extLst>
              </p14:cNvPr>
              <p14:cNvContentPartPr/>
              <p14:nvPr/>
            </p14:nvContentPartPr>
            <p14:xfrm>
              <a:off x="2102704" y="3178643"/>
              <a:ext cx="350196" cy="45719"/>
            </p14:xfrm>
          </p:contentPart>
        </mc:Choice>
        <mc:Fallback>
          <p:pic>
            <p:nvPicPr>
              <p:cNvPr id="37" name="筆跡 3">
                <a:extLst>
                  <a:ext uri="{FF2B5EF4-FFF2-40B4-BE49-F238E27FC236}">
                    <a16:creationId xmlns:a16="http://schemas.microsoft.com/office/drawing/2014/main" id="{75029878-F409-8440-8825-A08DFBFA3C3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48717" y="-10537057"/>
                <a:ext cx="45781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8" name="筆跡 3">
                <a:extLst>
                  <a:ext uri="{FF2B5EF4-FFF2-40B4-BE49-F238E27FC236}">
                    <a16:creationId xmlns:a16="http://schemas.microsoft.com/office/drawing/2014/main" id="{AE43B40B-DC6D-D363-55D2-D804E8EA6AB3}"/>
                  </a:ext>
                </a:extLst>
              </p14:cNvPr>
              <p14:cNvContentPartPr/>
              <p14:nvPr/>
            </p14:nvContentPartPr>
            <p14:xfrm>
              <a:off x="1103165" y="2539245"/>
              <a:ext cx="350196" cy="45719"/>
            </p14:xfrm>
          </p:contentPart>
        </mc:Choice>
        <mc:Fallback>
          <p:pic>
            <p:nvPicPr>
              <p:cNvPr id="38" name="筆跡 3">
                <a:extLst>
                  <a:ext uri="{FF2B5EF4-FFF2-40B4-BE49-F238E27FC236}">
                    <a16:creationId xmlns:a16="http://schemas.microsoft.com/office/drawing/2014/main" id="{AE43B40B-DC6D-D363-55D2-D804E8EA6AB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49178" y="-11176455"/>
                <a:ext cx="45781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9" name="筆跡 3">
                <a:extLst>
                  <a:ext uri="{FF2B5EF4-FFF2-40B4-BE49-F238E27FC236}">
                    <a16:creationId xmlns:a16="http://schemas.microsoft.com/office/drawing/2014/main" id="{7B9C2129-989F-8FEB-74DB-8636CD285E12}"/>
                  </a:ext>
                </a:extLst>
              </p14:cNvPr>
              <p14:cNvContentPartPr/>
              <p14:nvPr/>
            </p14:nvContentPartPr>
            <p14:xfrm>
              <a:off x="1866759" y="1974776"/>
              <a:ext cx="350196" cy="45719"/>
            </p14:xfrm>
          </p:contentPart>
        </mc:Choice>
        <mc:Fallback>
          <p:pic>
            <p:nvPicPr>
              <p:cNvPr id="39" name="筆跡 3">
                <a:extLst>
                  <a:ext uri="{FF2B5EF4-FFF2-40B4-BE49-F238E27FC236}">
                    <a16:creationId xmlns:a16="http://schemas.microsoft.com/office/drawing/2014/main" id="{7B9C2129-989F-8FEB-74DB-8636CD285E1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12772" y="-11740924"/>
                <a:ext cx="45781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40" name="筆跡 3">
                <a:extLst>
                  <a:ext uri="{FF2B5EF4-FFF2-40B4-BE49-F238E27FC236}">
                    <a16:creationId xmlns:a16="http://schemas.microsoft.com/office/drawing/2014/main" id="{E10643F6-ECB9-8B77-D3DE-106CCD350BA6}"/>
                  </a:ext>
                </a:extLst>
              </p14:cNvPr>
              <p14:cNvContentPartPr/>
              <p14:nvPr/>
            </p14:nvContentPartPr>
            <p14:xfrm>
              <a:off x="2845113" y="2377433"/>
              <a:ext cx="350196" cy="45719"/>
            </p14:xfrm>
          </p:contentPart>
        </mc:Choice>
        <mc:Fallback>
          <p:pic>
            <p:nvPicPr>
              <p:cNvPr id="40" name="筆跡 3">
                <a:extLst>
                  <a:ext uri="{FF2B5EF4-FFF2-40B4-BE49-F238E27FC236}">
                    <a16:creationId xmlns:a16="http://schemas.microsoft.com/office/drawing/2014/main" id="{E10643F6-ECB9-8B77-D3DE-106CCD350BA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791126" y="-11338267"/>
                <a:ext cx="45781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41" name="筆跡 3">
                <a:extLst>
                  <a:ext uri="{FF2B5EF4-FFF2-40B4-BE49-F238E27FC236}">
                    <a16:creationId xmlns:a16="http://schemas.microsoft.com/office/drawing/2014/main" id="{5CB6A5EC-A6B2-6B79-CE6D-82F8F39D0C47}"/>
                  </a:ext>
                </a:extLst>
              </p14:cNvPr>
              <p14:cNvContentPartPr/>
              <p14:nvPr/>
            </p14:nvContentPartPr>
            <p14:xfrm>
              <a:off x="3786750" y="2594658"/>
              <a:ext cx="350196" cy="45719"/>
            </p14:xfrm>
          </p:contentPart>
        </mc:Choice>
        <mc:Fallback>
          <p:pic>
            <p:nvPicPr>
              <p:cNvPr id="41" name="筆跡 3">
                <a:extLst>
                  <a:ext uri="{FF2B5EF4-FFF2-40B4-BE49-F238E27FC236}">
                    <a16:creationId xmlns:a16="http://schemas.microsoft.com/office/drawing/2014/main" id="{5CB6A5EC-A6B2-6B79-CE6D-82F8F39D0C4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732763" y="-11121042"/>
                <a:ext cx="457810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42" name="TextBox 15">
            <a:extLst>
              <a:ext uri="{FF2B5EF4-FFF2-40B4-BE49-F238E27FC236}">
                <a16:creationId xmlns:a16="http://schemas.microsoft.com/office/drawing/2014/main" id="{A2BA11F4-0A86-9546-504F-B7C7850769E2}"/>
              </a:ext>
            </a:extLst>
          </p:cNvPr>
          <p:cNvSpPr txBox="1"/>
          <p:nvPr/>
        </p:nvSpPr>
        <p:spPr>
          <a:xfrm>
            <a:off x="136649" y="5476715"/>
            <a:ext cx="2486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Prism</a:t>
            </a:r>
            <a:endParaRPr lang="zh-TW" altLang="en-US" sz="2000" b="1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7">
                <a:extLst>
                  <a:ext uri="{FF2B5EF4-FFF2-40B4-BE49-F238E27FC236}">
                    <a16:creationId xmlns:a16="http://schemas.microsoft.com/office/drawing/2014/main" id="{EDBC5897-4953-7BCF-CD4B-C26AA670629B}"/>
                  </a:ext>
                </a:extLst>
              </p:cNvPr>
              <p:cNvSpPr txBox="1"/>
              <p:nvPr/>
            </p:nvSpPr>
            <p:spPr>
              <a:xfrm>
                <a:off x="2530797" y="545658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3" name="文字方塊 7">
                <a:extLst>
                  <a:ext uri="{FF2B5EF4-FFF2-40B4-BE49-F238E27FC236}">
                    <a16:creationId xmlns:a16="http://schemas.microsoft.com/office/drawing/2014/main" id="{EDBC5897-4953-7BCF-CD4B-C26AA6706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0797" y="5456581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15">
            <a:extLst>
              <a:ext uri="{FF2B5EF4-FFF2-40B4-BE49-F238E27FC236}">
                <a16:creationId xmlns:a16="http://schemas.microsoft.com/office/drawing/2014/main" id="{0D828399-BDD5-D750-EFFD-03E3DE499740}"/>
              </a:ext>
            </a:extLst>
          </p:cNvPr>
          <p:cNvSpPr txBox="1"/>
          <p:nvPr/>
        </p:nvSpPr>
        <p:spPr>
          <a:xfrm>
            <a:off x="2771710" y="5485341"/>
            <a:ext cx="5639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22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字方塊 9">
                <a:extLst>
                  <a:ext uri="{FF2B5EF4-FFF2-40B4-BE49-F238E27FC236}">
                    <a16:creationId xmlns:a16="http://schemas.microsoft.com/office/drawing/2014/main" id="{9D426805-C193-DA20-C9A6-6E3659E1B433}"/>
                  </a:ext>
                </a:extLst>
              </p:cNvPr>
              <p:cNvSpPr txBox="1"/>
              <p:nvPr/>
            </p:nvSpPr>
            <p:spPr>
              <a:xfrm>
                <a:off x="3244266" y="548534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5" name="文字方塊 9">
                <a:extLst>
                  <a:ext uri="{FF2B5EF4-FFF2-40B4-BE49-F238E27FC236}">
                    <a16:creationId xmlns:a16="http://schemas.microsoft.com/office/drawing/2014/main" id="{9D426805-C193-DA20-C9A6-6E3659E1B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266" y="5485341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文字方塊 10">
            <a:extLst>
              <a:ext uri="{FF2B5EF4-FFF2-40B4-BE49-F238E27FC236}">
                <a16:creationId xmlns:a16="http://schemas.microsoft.com/office/drawing/2014/main" id="{5B0FD934-93DE-D353-8C0B-672894651FE6}"/>
              </a:ext>
            </a:extLst>
          </p:cNvPr>
          <p:cNvSpPr txBox="1"/>
          <p:nvPr/>
        </p:nvSpPr>
        <p:spPr>
          <a:xfrm>
            <a:off x="3517599" y="5485341"/>
            <a:ext cx="6004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10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4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字方塊 19">
                <a:extLst>
                  <a:ext uri="{FF2B5EF4-FFF2-40B4-BE49-F238E27FC236}">
                    <a16:creationId xmlns:a16="http://schemas.microsoft.com/office/drawing/2014/main" id="{E08B780F-B6CF-5147-B9FB-B1E9059C45C0}"/>
                  </a:ext>
                </a:extLst>
              </p:cNvPr>
              <p:cNvSpPr txBox="1"/>
              <p:nvPr/>
            </p:nvSpPr>
            <p:spPr>
              <a:xfrm>
                <a:off x="2559240" y="60776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5" name="文字方塊 19">
                <a:extLst>
                  <a:ext uri="{FF2B5EF4-FFF2-40B4-BE49-F238E27FC236}">
                    <a16:creationId xmlns:a16="http://schemas.microsoft.com/office/drawing/2014/main" id="{E08B780F-B6CF-5147-B9FB-B1E9059C4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240" y="6077667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群組 44">
            <a:extLst>
              <a:ext uri="{FF2B5EF4-FFF2-40B4-BE49-F238E27FC236}">
                <a16:creationId xmlns:a16="http://schemas.microsoft.com/office/drawing/2014/main" id="{F1800E44-C3BE-0AF6-57A5-7B64397BFEB7}"/>
              </a:ext>
            </a:extLst>
          </p:cNvPr>
          <p:cNvGrpSpPr/>
          <p:nvPr/>
        </p:nvGrpSpPr>
        <p:grpSpPr>
          <a:xfrm>
            <a:off x="2858027" y="6050606"/>
            <a:ext cx="1291140" cy="451398"/>
            <a:chOff x="5983177" y="2110895"/>
            <a:chExt cx="1291140" cy="451398"/>
          </a:xfrm>
        </p:grpSpPr>
        <p:sp>
          <p:nvSpPr>
            <p:cNvPr id="57" name="文字方塊 20">
              <a:extLst>
                <a:ext uri="{FF2B5EF4-FFF2-40B4-BE49-F238E27FC236}">
                  <a16:creationId xmlns:a16="http://schemas.microsoft.com/office/drawing/2014/main" id="{5C8285CF-A672-F31F-0317-F919F7EACD8C}"/>
                </a:ext>
              </a:extLst>
            </p:cNvPr>
            <p:cNvSpPr txBox="1"/>
            <p:nvPr/>
          </p:nvSpPr>
          <p:spPr>
            <a:xfrm>
              <a:off x="5983177" y="2162183"/>
              <a:ext cx="7295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7C80"/>
                  </a:solidFill>
                  <a:latin typeface="Lucida Handwriting" panose="03010101010101010101" pitchFamily="66" charset="0"/>
                </a:rPr>
                <a:t>220</a:t>
              </a:r>
            </a:p>
          </p:txBody>
        </p:sp>
        <p:sp>
          <p:nvSpPr>
            <p:cNvPr id="58" name="文字方塊 42">
              <a:extLst>
                <a:ext uri="{FF2B5EF4-FFF2-40B4-BE49-F238E27FC236}">
                  <a16:creationId xmlns:a16="http://schemas.microsoft.com/office/drawing/2014/main" id="{07551C3C-20DC-2D04-823A-6B57444E7174}"/>
                </a:ext>
              </a:extLst>
            </p:cNvPr>
            <p:cNvSpPr txBox="1"/>
            <p:nvPr/>
          </p:nvSpPr>
          <p:spPr>
            <a:xfrm>
              <a:off x="6611687" y="2183821"/>
              <a:ext cx="6004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18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59" name="文字方塊 43">
              <a:extLst>
                <a:ext uri="{FF2B5EF4-FFF2-40B4-BE49-F238E27FC236}">
                  <a16:creationId xmlns:a16="http://schemas.microsoft.com/office/drawing/2014/main" id="{3A494A1E-5C62-B29C-3B11-2EC711C208CC}"/>
                </a:ext>
              </a:extLst>
            </p:cNvPr>
            <p:cNvSpPr txBox="1"/>
            <p:nvPr/>
          </p:nvSpPr>
          <p:spPr>
            <a:xfrm>
              <a:off x="6949322" y="2110895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</a:p>
          </p:txBody>
        </p:sp>
      </p:grpSp>
      <p:grpSp>
        <p:nvGrpSpPr>
          <p:cNvPr id="60" name="群組 245">
            <a:extLst>
              <a:ext uri="{FF2B5EF4-FFF2-40B4-BE49-F238E27FC236}">
                <a16:creationId xmlns:a16="http://schemas.microsoft.com/office/drawing/2014/main" id="{B3AC4C34-D8CA-03E1-2644-4BB1ABFC24B7}"/>
              </a:ext>
            </a:extLst>
          </p:cNvPr>
          <p:cNvGrpSpPr/>
          <p:nvPr/>
        </p:nvGrpSpPr>
        <p:grpSpPr>
          <a:xfrm>
            <a:off x="3973338" y="5415000"/>
            <a:ext cx="695743" cy="461825"/>
            <a:chOff x="2472626" y="4523351"/>
            <a:chExt cx="695743" cy="461825"/>
          </a:xfrm>
        </p:grpSpPr>
        <p:sp>
          <p:nvSpPr>
            <p:cNvPr id="61" name="文字方塊 249">
              <a:extLst>
                <a:ext uri="{FF2B5EF4-FFF2-40B4-BE49-F238E27FC236}">
                  <a16:creationId xmlns:a16="http://schemas.microsoft.com/office/drawing/2014/main" id="{93391124-865F-1176-AE82-D25845C26523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62" name="文字方塊 247">
              <a:extLst>
                <a:ext uri="{FF2B5EF4-FFF2-40B4-BE49-F238E27FC236}">
                  <a16:creationId xmlns:a16="http://schemas.microsoft.com/office/drawing/2014/main" id="{F9266903-73A8-E309-7B6C-B8111CB908DD}"/>
                </a:ext>
              </a:extLst>
            </p:cNvPr>
            <p:cNvSpPr txBox="1"/>
            <p:nvPr/>
          </p:nvSpPr>
          <p:spPr>
            <a:xfrm>
              <a:off x="2879507" y="4523351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63" name="TextBox 15">
            <a:extLst>
              <a:ext uri="{FF2B5EF4-FFF2-40B4-BE49-F238E27FC236}">
                <a16:creationId xmlns:a16="http://schemas.microsoft.com/office/drawing/2014/main" id="{D9B52F4A-EAB0-0F7E-DF9C-B05ACD357F46}"/>
              </a:ext>
            </a:extLst>
          </p:cNvPr>
          <p:cNvSpPr txBox="1"/>
          <p:nvPr/>
        </p:nvSpPr>
        <p:spPr>
          <a:xfrm>
            <a:off x="5574814" y="1014192"/>
            <a:ext cx="5639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9">
                <a:extLst>
                  <a:ext uri="{FF2B5EF4-FFF2-40B4-BE49-F238E27FC236}">
                    <a16:creationId xmlns:a16="http://schemas.microsoft.com/office/drawing/2014/main" id="{88776FF6-C26D-A427-C044-6B3566C43D8F}"/>
                  </a:ext>
                </a:extLst>
              </p:cNvPr>
              <p:cNvSpPr txBox="1"/>
              <p:nvPr/>
            </p:nvSpPr>
            <p:spPr>
              <a:xfrm>
                <a:off x="5865467" y="10141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4" name="文字方塊 9">
                <a:extLst>
                  <a:ext uri="{FF2B5EF4-FFF2-40B4-BE49-F238E27FC236}">
                    <a16:creationId xmlns:a16="http://schemas.microsoft.com/office/drawing/2014/main" id="{88776FF6-C26D-A427-C044-6B3566C43D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467" y="1014192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15">
            <a:extLst>
              <a:ext uri="{FF2B5EF4-FFF2-40B4-BE49-F238E27FC236}">
                <a16:creationId xmlns:a16="http://schemas.microsoft.com/office/drawing/2014/main" id="{2176F9EB-07FF-F4AE-D4EC-544A8F5516A0}"/>
              </a:ext>
            </a:extLst>
          </p:cNvPr>
          <p:cNvSpPr txBox="1"/>
          <p:nvPr/>
        </p:nvSpPr>
        <p:spPr>
          <a:xfrm>
            <a:off x="6132826" y="1014192"/>
            <a:ext cx="16223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base area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字方塊 19">
                <a:extLst>
                  <a:ext uri="{FF2B5EF4-FFF2-40B4-BE49-F238E27FC236}">
                    <a16:creationId xmlns:a16="http://schemas.microsoft.com/office/drawing/2014/main" id="{41BBBC41-D8AD-FCB1-FF30-2FACE77D3211}"/>
                  </a:ext>
                </a:extLst>
              </p:cNvPr>
              <p:cNvSpPr txBox="1"/>
              <p:nvPr/>
            </p:nvSpPr>
            <p:spPr>
              <a:xfrm>
                <a:off x="7796445" y="101251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6" name="文字方塊 19">
                <a:extLst>
                  <a:ext uri="{FF2B5EF4-FFF2-40B4-BE49-F238E27FC236}">
                    <a16:creationId xmlns:a16="http://schemas.microsoft.com/office/drawing/2014/main" id="{41BBBC41-D8AD-FCB1-FF30-2FACE77D3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6445" y="1012518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15">
            <a:extLst>
              <a:ext uri="{FF2B5EF4-FFF2-40B4-BE49-F238E27FC236}">
                <a16:creationId xmlns:a16="http://schemas.microsoft.com/office/drawing/2014/main" id="{DDCCBF4F-C1AA-F180-CBEF-2C1FE127DDFA}"/>
              </a:ext>
            </a:extLst>
          </p:cNvPr>
          <p:cNvSpPr txBox="1"/>
          <p:nvPr/>
        </p:nvSpPr>
        <p:spPr>
          <a:xfrm>
            <a:off x="8282241" y="1012518"/>
            <a:ext cx="5639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" name="文字方塊 9">
                <a:extLst>
                  <a:ext uri="{FF2B5EF4-FFF2-40B4-BE49-F238E27FC236}">
                    <a16:creationId xmlns:a16="http://schemas.microsoft.com/office/drawing/2014/main" id="{AF591592-59C8-439B-3197-1BAE7AEFB0AC}"/>
                  </a:ext>
                </a:extLst>
              </p:cNvPr>
              <p:cNvSpPr txBox="1"/>
              <p:nvPr/>
            </p:nvSpPr>
            <p:spPr>
              <a:xfrm>
                <a:off x="8572894" y="101251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8" name="文字方塊 9">
                <a:extLst>
                  <a:ext uri="{FF2B5EF4-FFF2-40B4-BE49-F238E27FC236}">
                    <a16:creationId xmlns:a16="http://schemas.microsoft.com/office/drawing/2014/main" id="{AF591592-59C8-439B-3197-1BAE7AEFB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894" y="1012518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群組 245">
            <a:extLst>
              <a:ext uri="{FF2B5EF4-FFF2-40B4-BE49-F238E27FC236}">
                <a16:creationId xmlns:a16="http://schemas.microsoft.com/office/drawing/2014/main" id="{74536542-E5D5-E9CC-6FA4-12F77D202C8B}"/>
              </a:ext>
            </a:extLst>
          </p:cNvPr>
          <p:cNvGrpSpPr/>
          <p:nvPr/>
        </p:nvGrpSpPr>
        <p:grpSpPr>
          <a:xfrm>
            <a:off x="8878124" y="950803"/>
            <a:ext cx="1165063" cy="461825"/>
            <a:chOff x="2003306" y="4523351"/>
            <a:chExt cx="1165063" cy="461825"/>
          </a:xfrm>
        </p:grpSpPr>
        <p:grpSp>
          <p:nvGrpSpPr>
            <p:cNvPr id="70" name="群組 246">
              <a:extLst>
                <a:ext uri="{FF2B5EF4-FFF2-40B4-BE49-F238E27FC236}">
                  <a16:creationId xmlns:a16="http://schemas.microsoft.com/office/drawing/2014/main" id="{F58351AD-61CB-E0A8-4F6A-8284E51EDAB8}"/>
                </a:ext>
              </a:extLst>
            </p:cNvPr>
            <p:cNvGrpSpPr/>
            <p:nvPr/>
          </p:nvGrpSpPr>
          <p:grpSpPr>
            <a:xfrm>
              <a:off x="2003306" y="4585066"/>
              <a:ext cx="1165063" cy="400110"/>
              <a:chOff x="2210757" y="6314098"/>
              <a:chExt cx="1165063" cy="400110"/>
            </a:xfrm>
          </p:grpSpPr>
          <p:sp>
            <p:nvSpPr>
              <p:cNvPr id="72" name="文字方塊 248">
                <a:extLst>
                  <a:ext uri="{FF2B5EF4-FFF2-40B4-BE49-F238E27FC236}">
                    <a16:creationId xmlns:a16="http://schemas.microsoft.com/office/drawing/2014/main" id="{1CAC7AE1-6E8B-5023-0578-1111F69151C6}"/>
                  </a:ext>
                </a:extLst>
              </p:cNvPr>
              <p:cNvSpPr txBox="1"/>
              <p:nvPr/>
            </p:nvSpPr>
            <p:spPr>
              <a:xfrm>
                <a:off x="2210757" y="6314098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22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73" name="文字方塊 249">
                <a:extLst>
                  <a:ext uri="{FF2B5EF4-FFF2-40B4-BE49-F238E27FC236}">
                    <a16:creationId xmlns:a16="http://schemas.microsoft.com/office/drawing/2014/main" id="{14B4136B-76A4-79A2-62D8-E60F402E753C}"/>
                  </a:ext>
                </a:extLst>
              </p:cNvPr>
              <p:cNvSpPr txBox="1"/>
              <p:nvPr/>
            </p:nvSpPr>
            <p:spPr>
              <a:xfrm>
                <a:off x="2680077" y="6314098"/>
                <a:ext cx="69574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cm</a:t>
                </a:r>
              </a:p>
            </p:txBody>
          </p:sp>
        </p:grpSp>
        <p:sp>
          <p:nvSpPr>
            <p:cNvPr id="71" name="文字方塊 247">
              <a:extLst>
                <a:ext uri="{FF2B5EF4-FFF2-40B4-BE49-F238E27FC236}">
                  <a16:creationId xmlns:a16="http://schemas.microsoft.com/office/drawing/2014/main" id="{C7CF78DB-81CE-683E-8E74-5CC1746801E0}"/>
                </a:ext>
              </a:extLst>
            </p:cNvPr>
            <p:cNvSpPr txBox="1"/>
            <p:nvPr/>
          </p:nvSpPr>
          <p:spPr>
            <a:xfrm>
              <a:off x="2879507" y="4523351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4" name="文字方塊 7">
                <a:extLst>
                  <a:ext uri="{FF2B5EF4-FFF2-40B4-BE49-F238E27FC236}">
                    <a16:creationId xmlns:a16="http://schemas.microsoft.com/office/drawing/2014/main" id="{AF47DA87-3663-1257-EFA4-493D304A4A75}"/>
                  </a:ext>
                </a:extLst>
              </p:cNvPr>
              <p:cNvSpPr txBox="1"/>
              <p:nvPr/>
            </p:nvSpPr>
            <p:spPr>
              <a:xfrm>
                <a:off x="7820118" y="162855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4" name="文字方塊 7">
                <a:extLst>
                  <a:ext uri="{FF2B5EF4-FFF2-40B4-BE49-F238E27FC236}">
                    <a16:creationId xmlns:a16="http://schemas.microsoft.com/office/drawing/2014/main" id="{AF47DA87-3663-1257-EFA4-493D304A4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0118" y="1628557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群組 245">
            <a:extLst>
              <a:ext uri="{FF2B5EF4-FFF2-40B4-BE49-F238E27FC236}">
                <a16:creationId xmlns:a16="http://schemas.microsoft.com/office/drawing/2014/main" id="{3B3CF2A7-5038-3936-7249-3E29256E7263}"/>
              </a:ext>
            </a:extLst>
          </p:cNvPr>
          <p:cNvGrpSpPr/>
          <p:nvPr/>
        </p:nvGrpSpPr>
        <p:grpSpPr>
          <a:xfrm>
            <a:off x="8212559" y="1620190"/>
            <a:ext cx="1165063" cy="461825"/>
            <a:chOff x="2003306" y="4523351"/>
            <a:chExt cx="1165063" cy="461825"/>
          </a:xfrm>
        </p:grpSpPr>
        <p:grpSp>
          <p:nvGrpSpPr>
            <p:cNvPr id="76" name="群組 246">
              <a:extLst>
                <a:ext uri="{FF2B5EF4-FFF2-40B4-BE49-F238E27FC236}">
                  <a16:creationId xmlns:a16="http://schemas.microsoft.com/office/drawing/2014/main" id="{027A15F4-7BA9-172A-E6BC-BE0A9B59EF5B}"/>
                </a:ext>
              </a:extLst>
            </p:cNvPr>
            <p:cNvGrpSpPr/>
            <p:nvPr/>
          </p:nvGrpSpPr>
          <p:grpSpPr>
            <a:xfrm>
              <a:off x="2003306" y="4585066"/>
              <a:ext cx="1057943" cy="400110"/>
              <a:chOff x="2210757" y="6314098"/>
              <a:chExt cx="1057943" cy="400110"/>
            </a:xfrm>
          </p:grpSpPr>
          <p:sp>
            <p:nvSpPr>
              <p:cNvPr id="78" name="文字方塊 248">
                <a:extLst>
                  <a:ext uri="{FF2B5EF4-FFF2-40B4-BE49-F238E27FC236}">
                    <a16:creationId xmlns:a16="http://schemas.microsoft.com/office/drawing/2014/main" id="{D70DABF5-73AA-EB35-D322-2F88AC32A842}"/>
                  </a:ext>
                </a:extLst>
              </p:cNvPr>
              <p:cNvSpPr txBox="1"/>
              <p:nvPr/>
            </p:nvSpPr>
            <p:spPr>
              <a:xfrm>
                <a:off x="2210757" y="6314098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44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79" name="文字方塊 249">
                <a:extLst>
                  <a:ext uri="{FF2B5EF4-FFF2-40B4-BE49-F238E27FC236}">
                    <a16:creationId xmlns:a16="http://schemas.microsoft.com/office/drawing/2014/main" id="{90F857C8-AC3C-9E60-6D68-82CD7746D0B7}"/>
                  </a:ext>
                </a:extLst>
              </p:cNvPr>
              <p:cNvSpPr txBox="1"/>
              <p:nvPr/>
            </p:nvSpPr>
            <p:spPr>
              <a:xfrm>
                <a:off x="2680077" y="6314098"/>
                <a:ext cx="588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cm</a:t>
                </a:r>
              </a:p>
            </p:txBody>
          </p:sp>
        </p:grpSp>
        <p:sp>
          <p:nvSpPr>
            <p:cNvPr id="77" name="文字方塊 247">
              <a:extLst>
                <a:ext uri="{FF2B5EF4-FFF2-40B4-BE49-F238E27FC236}">
                  <a16:creationId xmlns:a16="http://schemas.microsoft.com/office/drawing/2014/main" id="{49C0F195-E7D8-191D-32E3-3A13CEBD8678}"/>
                </a:ext>
              </a:extLst>
            </p:cNvPr>
            <p:cNvSpPr txBox="1"/>
            <p:nvPr/>
          </p:nvSpPr>
          <p:spPr>
            <a:xfrm>
              <a:off x="2879507" y="4523351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80" name="TextBox 15">
            <a:extLst>
              <a:ext uri="{FF2B5EF4-FFF2-40B4-BE49-F238E27FC236}">
                <a16:creationId xmlns:a16="http://schemas.microsoft.com/office/drawing/2014/main" id="{F240FA60-BBBB-AE1F-EA70-7EBF8683CD3E}"/>
              </a:ext>
            </a:extLst>
          </p:cNvPr>
          <p:cNvSpPr txBox="1"/>
          <p:nvPr/>
        </p:nvSpPr>
        <p:spPr>
          <a:xfrm>
            <a:off x="5371571" y="2162836"/>
            <a:ext cx="41820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Total area of all lateral faces</a:t>
            </a:r>
            <a:endParaRPr lang="zh-TW" altLang="en-US" sz="2000" b="1">
              <a:solidFill>
                <a:schemeClr val="accent2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" name="文字方塊 7">
                <a:extLst>
                  <a:ext uri="{FF2B5EF4-FFF2-40B4-BE49-F238E27FC236}">
                    <a16:creationId xmlns:a16="http://schemas.microsoft.com/office/drawing/2014/main" id="{A6F77013-462C-5D42-CD51-914526F97DB1}"/>
                  </a:ext>
                </a:extLst>
              </p:cNvPr>
              <p:cNvSpPr txBox="1"/>
              <p:nvPr/>
            </p:nvSpPr>
            <p:spPr>
              <a:xfrm>
                <a:off x="6390630" y="268785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1" name="文字方塊 7">
                <a:extLst>
                  <a:ext uri="{FF2B5EF4-FFF2-40B4-BE49-F238E27FC236}">
                    <a16:creationId xmlns:a16="http://schemas.microsoft.com/office/drawing/2014/main" id="{A6F77013-462C-5D42-CD51-914526F97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630" y="2687851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文字方塊 48">
                <a:extLst>
                  <a:ext uri="{FF2B5EF4-FFF2-40B4-BE49-F238E27FC236}">
                    <a16:creationId xmlns:a16="http://schemas.microsoft.com/office/drawing/2014/main" id="{4AE5C039-C307-1266-007F-3C624595D08D}"/>
                  </a:ext>
                </a:extLst>
              </p:cNvPr>
              <p:cNvSpPr txBox="1"/>
              <p:nvPr/>
            </p:nvSpPr>
            <p:spPr>
              <a:xfrm>
                <a:off x="6677180" y="2719971"/>
                <a:ext cx="44755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FF00"/>
                        </a:solidFill>
                        <a:latin typeface="Lucida Handwriting" panose="03010101010101010101" pitchFamily="66" charset="0"/>
                      </a:rPr>
                      <m:t>7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83" name="文字方塊 48">
                <a:extLst>
                  <a:ext uri="{FF2B5EF4-FFF2-40B4-BE49-F238E27FC236}">
                    <a16:creationId xmlns:a16="http://schemas.microsoft.com/office/drawing/2014/main" id="{4AE5C039-C307-1266-007F-3C624595D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7180" y="2719971"/>
                <a:ext cx="44755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文字方塊 33">
                <a:extLst>
                  <a:ext uri="{FF2B5EF4-FFF2-40B4-BE49-F238E27FC236}">
                    <a16:creationId xmlns:a16="http://schemas.microsoft.com/office/drawing/2014/main" id="{576CA2CC-210B-563D-3E24-8F1243E44E8A}"/>
                  </a:ext>
                </a:extLst>
              </p:cNvPr>
              <p:cNvSpPr txBox="1"/>
              <p:nvPr/>
            </p:nvSpPr>
            <p:spPr>
              <a:xfrm>
                <a:off x="7003834" y="27235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4" name="文字方塊 33">
                <a:extLst>
                  <a:ext uri="{FF2B5EF4-FFF2-40B4-BE49-F238E27FC236}">
                    <a16:creationId xmlns:a16="http://schemas.microsoft.com/office/drawing/2014/main" id="{576CA2CC-210B-563D-3E24-8F1243E44E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834" y="2723598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TextBox 84">
            <a:extLst>
              <a:ext uri="{FF2B5EF4-FFF2-40B4-BE49-F238E27FC236}">
                <a16:creationId xmlns:a16="http://schemas.microsoft.com/office/drawing/2014/main" id="{98D9F479-21F1-A715-8390-C2A37E3BBCB1}"/>
              </a:ext>
            </a:extLst>
          </p:cNvPr>
          <p:cNvSpPr txBox="1"/>
          <p:nvPr/>
        </p:nvSpPr>
        <p:spPr>
          <a:xfrm>
            <a:off x="7289167" y="2719971"/>
            <a:ext cx="4170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4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文字方塊 33">
                <a:extLst>
                  <a:ext uri="{FF2B5EF4-FFF2-40B4-BE49-F238E27FC236}">
                    <a16:creationId xmlns:a16="http://schemas.microsoft.com/office/drawing/2014/main" id="{34365200-9151-7089-B845-51500684EB38}"/>
                  </a:ext>
                </a:extLst>
              </p:cNvPr>
              <p:cNvSpPr txBox="1"/>
              <p:nvPr/>
            </p:nvSpPr>
            <p:spPr>
              <a:xfrm>
                <a:off x="7557098" y="271997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6" name="文字方塊 33">
                <a:extLst>
                  <a:ext uri="{FF2B5EF4-FFF2-40B4-BE49-F238E27FC236}">
                    <a16:creationId xmlns:a16="http://schemas.microsoft.com/office/drawing/2014/main" id="{34365200-9151-7089-B845-51500684E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7098" y="2719971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Box 86">
            <a:extLst>
              <a:ext uri="{FF2B5EF4-FFF2-40B4-BE49-F238E27FC236}">
                <a16:creationId xmlns:a16="http://schemas.microsoft.com/office/drawing/2014/main" id="{95E66DBC-699B-EAAF-3AD5-278C5E512C4E}"/>
              </a:ext>
            </a:extLst>
          </p:cNvPr>
          <p:cNvSpPr txBox="1"/>
          <p:nvPr/>
        </p:nvSpPr>
        <p:spPr>
          <a:xfrm>
            <a:off x="7818439" y="2722466"/>
            <a:ext cx="3784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4</a:t>
            </a:r>
            <a:endParaRPr lang="en-US" sz="200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文字方塊 33">
                <a:extLst>
                  <a:ext uri="{FF2B5EF4-FFF2-40B4-BE49-F238E27FC236}">
                    <a16:creationId xmlns:a16="http://schemas.microsoft.com/office/drawing/2014/main" id="{95105584-78A4-4DDC-DFAB-DE2B0080E742}"/>
                  </a:ext>
                </a:extLst>
              </p:cNvPr>
              <p:cNvSpPr txBox="1"/>
              <p:nvPr/>
            </p:nvSpPr>
            <p:spPr>
              <a:xfrm>
                <a:off x="8134397" y="271997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0" name="文字方塊 33">
                <a:extLst>
                  <a:ext uri="{FF2B5EF4-FFF2-40B4-BE49-F238E27FC236}">
                    <a16:creationId xmlns:a16="http://schemas.microsoft.com/office/drawing/2014/main" id="{95105584-78A4-4DDC-DFAB-DE2B0080E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397" y="2719971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TextBox 90">
            <a:extLst>
              <a:ext uri="{FF2B5EF4-FFF2-40B4-BE49-F238E27FC236}">
                <a16:creationId xmlns:a16="http://schemas.microsoft.com/office/drawing/2014/main" id="{D0E5D06F-9447-1640-D2A8-3E8163EC67F2}"/>
              </a:ext>
            </a:extLst>
          </p:cNvPr>
          <p:cNvSpPr txBox="1"/>
          <p:nvPr/>
        </p:nvSpPr>
        <p:spPr>
          <a:xfrm>
            <a:off x="8371702" y="2739532"/>
            <a:ext cx="4432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5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" name="文字方塊 9">
                <a:extLst>
                  <a:ext uri="{FF2B5EF4-FFF2-40B4-BE49-F238E27FC236}">
                    <a16:creationId xmlns:a16="http://schemas.microsoft.com/office/drawing/2014/main" id="{69B743BF-11F2-A144-F3DB-E840BFC6DE4F}"/>
                  </a:ext>
                </a:extLst>
              </p:cNvPr>
              <p:cNvSpPr txBox="1"/>
              <p:nvPr/>
            </p:nvSpPr>
            <p:spPr>
              <a:xfrm>
                <a:off x="8743474" y="271154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2" name="文字方塊 9">
                <a:extLst>
                  <a:ext uri="{FF2B5EF4-FFF2-40B4-BE49-F238E27FC236}">
                    <a16:creationId xmlns:a16="http://schemas.microsoft.com/office/drawing/2014/main" id="{69B743BF-11F2-A144-F3DB-E840BFC6D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3474" y="2711541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" name="群組 245">
            <a:extLst>
              <a:ext uri="{FF2B5EF4-FFF2-40B4-BE49-F238E27FC236}">
                <a16:creationId xmlns:a16="http://schemas.microsoft.com/office/drawing/2014/main" id="{265349FD-B361-6F25-2EAA-07DBAC7551A7}"/>
              </a:ext>
            </a:extLst>
          </p:cNvPr>
          <p:cNvGrpSpPr/>
          <p:nvPr/>
        </p:nvGrpSpPr>
        <p:grpSpPr>
          <a:xfrm>
            <a:off x="9048704" y="2649826"/>
            <a:ext cx="1165063" cy="461825"/>
            <a:chOff x="2003306" y="4523351"/>
            <a:chExt cx="1165063" cy="461825"/>
          </a:xfrm>
        </p:grpSpPr>
        <p:grpSp>
          <p:nvGrpSpPr>
            <p:cNvPr id="94" name="群組 246">
              <a:extLst>
                <a:ext uri="{FF2B5EF4-FFF2-40B4-BE49-F238E27FC236}">
                  <a16:creationId xmlns:a16="http://schemas.microsoft.com/office/drawing/2014/main" id="{BE5F47D4-F5C3-5244-483C-48D1C1618DDE}"/>
                </a:ext>
              </a:extLst>
            </p:cNvPr>
            <p:cNvGrpSpPr/>
            <p:nvPr/>
          </p:nvGrpSpPr>
          <p:grpSpPr>
            <a:xfrm>
              <a:off x="2003306" y="4585066"/>
              <a:ext cx="1057943" cy="400110"/>
              <a:chOff x="2210757" y="6314098"/>
              <a:chExt cx="1057943" cy="400110"/>
            </a:xfrm>
          </p:grpSpPr>
          <p:sp>
            <p:nvSpPr>
              <p:cNvPr id="96" name="文字方塊 248">
                <a:extLst>
                  <a:ext uri="{FF2B5EF4-FFF2-40B4-BE49-F238E27FC236}">
                    <a16:creationId xmlns:a16="http://schemas.microsoft.com/office/drawing/2014/main" id="{6BA96B42-676E-E4A3-6CA2-8FF993788401}"/>
                  </a:ext>
                </a:extLst>
              </p:cNvPr>
              <p:cNvSpPr txBox="1"/>
              <p:nvPr/>
            </p:nvSpPr>
            <p:spPr>
              <a:xfrm>
                <a:off x="2210757" y="6314098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10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accent4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97" name="文字方塊 249">
                <a:extLst>
                  <a:ext uri="{FF2B5EF4-FFF2-40B4-BE49-F238E27FC236}">
                    <a16:creationId xmlns:a16="http://schemas.microsoft.com/office/drawing/2014/main" id="{367D686D-18E5-B7CC-C4CF-BAE3549F9EA5}"/>
                  </a:ext>
                </a:extLst>
              </p:cNvPr>
              <p:cNvSpPr txBox="1"/>
              <p:nvPr/>
            </p:nvSpPr>
            <p:spPr>
              <a:xfrm>
                <a:off x="2680077" y="6314098"/>
                <a:ext cx="588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cm</a:t>
                </a:r>
              </a:p>
            </p:txBody>
          </p:sp>
        </p:grpSp>
        <p:sp>
          <p:nvSpPr>
            <p:cNvPr id="95" name="文字方塊 247">
              <a:extLst>
                <a:ext uri="{FF2B5EF4-FFF2-40B4-BE49-F238E27FC236}">
                  <a16:creationId xmlns:a16="http://schemas.microsoft.com/office/drawing/2014/main" id="{CDB5C313-970E-504B-B344-EAEFD32F7C8C}"/>
                </a:ext>
              </a:extLst>
            </p:cNvPr>
            <p:cNvSpPr txBox="1"/>
            <p:nvPr/>
          </p:nvSpPr>
          <p:spPr>
            <a:xfrm>
              <a:off x="2879507" y="4523351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8" name="文字方塊 7">
                <a:extLst>
                  <a:ext uri="{FF2B5EF4-FFF2-40B4-BE49-F238E27FC236}">
                    <a16:creationId xmlns:a16="http://schemas.microsoft.com/office/drawing/2014/main" id="{B5E0616C-D9C7-2E40-0FB0-FD041CAB8CED}"/>
                  </a:ext>
                </a:extLst>
              </p:cNvPr>
              <p:cNvSpPr txBox="1"/>
              <p:nvPr/>
            </p:nvSpPr>
            <p:spPr>
              <a:xfrm>
                <a:off x="6390630" y="325778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8" name="文字方塊 7">
                <a:extLst>
                  <a:ext uri="{FF2B5EF4-FFF2-40B4-BE49-F238E27FC236}">
                    <a16:creationId xmlns:a16="http://schemas.microsoft.com/office/drawing/2014/main" id="{B5E0616C-D9C7-2E40-0FB0-FD041CAB8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630" y="3257780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9" name="群組 245">
            <a:extLst>
              <a:ext uri="{FF2B5EF4-FFF2-40B4-BE49-F238E27FC236}">
                <a16:creationId xmlns:a16="http://schemas.microsoft.com/office/drawing/2014/main" id="{BE76ED8E-DD9B-267E-59CF-6CE0423086EC}"/>
              </a:ext>
            </a:extLst>
          </p:cNvPr>
          <p:cNvGrpSpPr/>
          <p:nvPr/>
        </p:nvGrpSpPr>
        <p:grpSpPr>
          <a:xfrm>
            <a:off x="6783071" y="3209274"/>
            <a:ext cx="1261004" cy="475145"/>
            <a:chOff x="2003306" y="4510031"/>
            <a:chExt cx="1261004" cy="475145"/>
          </a:xfrm>
        </p:grpSpPr>
        <p:grpSp>
          <p:nvGrpSpPr>
            <p:cNvPr id="100" name="群組 246">
              <a:extLst>
                <a:ext uri="{FF2B5EF4-FFF2-40B4-BE49-F238E27FC236}">
                  <a16:creationId xmlns:a16="http://schemas.microsoft.com/office/drawing/2014/main" id="{48841B21-D832-5C8A-1EA4-394AC02D8008}"/>
                </a:ext>
              </a:extLst>
            </p:cNvPr>
            <p:cNvGrpSpPr/>
            <p:nvPr/>
          </p:nvGrpSpPr>
          <p:grpSpPr>
            <a:xfrm>
              <a:off x="2003306" y="4585066"/>
              <a:ext cx="1184891" cy="400110"/>
              <a:chOff x="2210757" y="6314098"/>
              <a:chExt cx="1184891" cy="400110"/>
            </a:xfrm>
          </p:grpSpPr>
          <p:sp>
            <p:nvSpPr>
              <p:cNvPr id="102" name="文字方塊 248">
                <a:extLst>
                  <a:ext uri="{FF2B5EF4-FFF2-40B4-BE49-F238E27FC236}">
                    <a16:creationId xmlns:a16="http://schemas.microsoft.com/office/drawing/2014/main" id="{2CF269E8-1F56-C7F4-2DDF-16FF310A083E}"/>
                  </a:ext>
                </a:extLst>
              </p:cNvPr>
              <p:cNvSpPr txBox="1"/>
              <p:nvPr/>
            </p:nvSpPr>
            <p:spPr>
              <a:xfrm>
                <a:off x="2210757" y="6314098"/>
                <a:ext cx="7040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200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103" name="文字方塊 249">
                <a:extLst>
                  <a:ext uri="{FF2B5EF4-FFF2-40B4-BE49-F238E27FC236}">
                    <a16:creationId xmlns:a16="http://schemas.microsoft.com/office/drawing/2014/main" id="{12943936-D854-73D0-D019-13B61CD7CFEC}"/>
                  </a:ext>
                </a:extLst>
              </p:cNvPr>
              <p:cNvSpPr txBox="1"/>
              <p:nvPr/>
            </p:nvSpPr>
            <p:spPr>
              <a:xfrm>
                <a:off x="2807025" y="6314098"/>
                <a:ext cx="588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Lucida Calligraphy" panose="03010101010101010101" pitchFamily="66" charset="0"/>
                  </a:rPr>
                  <a:t>cm</a:t>
                </a:r>
              </a:p>
            </p:txBody>
          </p:sp>
        </p:grpSp>
        <p:sp>
          <p:nvSpPr>
            <p:cNvPr id="101" name="文字方塊 247">
              <a:extLst>
                <a:ext uri="{FF2B5EF4-FFF2-40B4-BE49-F238E27FC236}">
                  <a16:creationId xmlns:a16="http://schemas.microsoft.com/office/drawing/2014/main" id="{BD364D21-8021-172A-1247-860995CB6C0F}"/>
                </a:ext>
              </a:extLst>
            </p:cNvPr>
            <p:cNvSpPr txBox="1"/>
            <p:nvPr/>
          </p:nvSpPr>
          <p:spPr>
            <a:xfrm>
              <a:off x="2975448" y="4510031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文字方塊 260">
                <a:extLst>
                  <a:ext uri="{FF2B5EF4-FFF2-40B4-BE49-F238E27FC236}">
                    <a16:creationId xmlns:a16="http://schemas.microsoft.com/office/drawing/2014/main" id="{B3F50160-931C-E998-595C-BE4E965B8C2A}"/>
                  </a:ext>
                </a:extLst>
              </p:cNvPr>
              <p:cNvSpPr txBox="1"/>
              <p:nvPr/>
            </p:nvSpPr>
            <p:spPr>
              <a:xfrm>
                <a:off x="5455604" y="4148218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04" name="文字方塊 260">
                <a:extLst>
                  <a:ext uri="{FF2B5EF4-FFF2-40B4-BE49-F238E27FC236}">
                    <a16:creationId xmlns:a16="http://schemas.microsoft.com/office/drawing/2014/main" id="{B3F50160-931C-E998-595C-BE4E965B8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604" y="4148218"/>
                <a:ext cx="238419" cy="461665"/>
              </a:xfrm>
              <a:prstGeom prst="rect">
                <a:avLst/>
              </a:prstGeom>
              <a:blipFill>
                <a:blip r:embed="rId36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TextBox 15">
            <a:extLst>
              <a:ext uri="{FF2B5EF4-FFF2-40B4-BE49-F238E27FC236}">
                <a16:creationId xmlns:a16="http://schemas.microsoft.com/office/drawing/2014/main" id="{01B43259-6DAF-FDFB-E07B-EC9B7F99EE2B}"/>
              </a:ext>
            </a:extLst>
          </p:cNvPr>
          <p:cNvSpPr txBox="1"/>
          <p:nvPr/>
        </p:nvSpPr>
        <p:spPr>
          <a:xfrm>
            <a:off x="5689086" y="4191776"/>
            <a:ext cx="4445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rPr>
              <a:t>Total surface area of the prism</a:t>
            </a:r>
            <a:endParaRPr lang="zh-TW" altLang="en-US" sz="2000" b="1">
              <a:solidFill>
                <a:srgbClr val="0070C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文字方塊 7">
                <a:extLst>
                  <a:ext uri="{FF2B5EF4-FFF2-40B4-BE49-F238E27FC236}">
                    <a16:creationId xmlns:a16="http://schemas.microsoft.com/office/drawing/2014/main" id="{DFB0998B-57E5-CF0B-E76E-1DB224496AC9}"/>
                  </a:ext>
                </a:extLst>
              </p:cNvPr>
              <p:cNvSpPr txBox="1"/>
              <p:nvPr/>
            </p:nvSpPr>
            <p:spPr>
              <a:xfrm>
                <a:off x="6394272" y="477796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6" name="文字方塊 7">
                <a:extLst>
                  <a:ext uri="{FF2B5EF4-FFF2-40B4-BE49-F238E27FC236}">
                    <a16:creationId xmlns:a16="http://schemas.microsoft.com/office/drawing/2014/main" id="{DFB0998B-57E5-CF0B-E76E-1DB224496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272" y="4777960"/>
                <a:ext cx="29568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文字方塊 48">
                <a:extLst>
                  <a:ext uri="{FF2B5EF4-FFF2-40B4-BE49-F238E27FC236}">
                    <a16:creationId xmlns:a16="http://schemas.microsoft.com/office/drawing/2014/main" id="{DAAF230D-E6A6-4220-73E9-FC62EF5C07B2}"/>
                  </a:ext>
                </a:extLst>
              </p:cNvPr>
              <p:cNvSpPr txBox="1"/>
              <p:nvPr/>
            </p:nvSpPr>
            <p:spPr>
              <a:xfrm>
                <a:off x="6680822" y="4810080"/>
                <a:ext cx="62068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m:t>44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07" name="文字方塊 48">
                <a:extLst>
                  <a:ext uri="{FF2B5EF4-FFF2-40B4-BE49-F238E27FC236}">
                    <a16:creationId xmlns:a16="http://schemas.microsoft.com/office/drawing/2014/main" id="{DAAF230D-E6A6-4220-73E9-FC62EF5C0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0822" y="4810080"/>
                <a:ext cx="620683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文字方塊 33">
                <a:extLst>
                  <a:ext uri="{FF2B5EF4-FFF2-40B4-BE49-F238E27FC236}">
                    <a16:creationId xmlns:a16="http://schemas.microsoft.com/office/drawing/2014/main" id="{52865BDA-8FB3-068F-D50D-D6D0D1FD3F6A}"/>
                  </a:ext>
                </a:extLst>
              </p:cNvPr>
              <p:cNvSpPr txBox="1"/>
              <p:nvPr/>
            </p:nvSpPr>
            <p:spPr>
              <a:xfrm>
                <a:off x="7193913" y="481687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2" name="文字方塊 33">
                <a:extLst>
                  <a:ext uri="{FF2B5EF4-FFF2-40B4-BE49-F238E27FC236}">
                    <a16:creationId xmlns:a16="http://schemas.microsoft.com/office/drawing/2014/main" id="{52865BDA-8FB3-068F-D50D-D6D0D1FD3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3913" y="4816879"/>
                <a:ext cx="295688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TextBox 112">
            <a:extLst>
              <a:ext uri="{FF2B5EF4-FFF2-40B4-BE49-F238E27FC236}">
                <a16:creationId xmlns:a16="http://schemas.microsoft.com/office/drawing/2014/main" id="{915EE493-1E84-BD94-8BFD-59B985E88E19}"/>
              </a:ext>
            </a:extLst>
          </p:cNvPr>
          <p:cNvSpPr txBox="1"/>
          <p:nvPr/>
        </p:nvSpPr>
        <p:spPr>
          <a:xfrm>
            <a:off x="7459993" y="4810080"/>
            <a:ext cx="9117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200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  <a:endParaRPr lang="en-US" sz="2000"/>
          </a:p>
        </p:txBody>
      </p:sp>
      <p:grpSp>
        <p:nvGrpSpPr>
          <p:cNvPr id="115" name="群組 245">
            <a:extLst>
              <a:ext uri="{FF2B5EF4-FFF2-40B4-BE49-F238E27FC236}">
                <a16:creationId xmlns:a16="http://schemas.microsoft.com/office/drawing/2014/main" id="{4DFEBD85-AA1B-7054-6205-EDFCEDF62134}"/>
              </a:ext>
            </a:extLst>
          </p:cNvPr>
          <p:cNvGrpSpPr/>
          <p:nvPr/>
        </p:nvGrpSpPr>
        <p:grpSpPr>
          <a:xfrm>
            <a:off x="8161927" y="4769393"/>
            <a:ext cx="695743" cy="461825"/>
            <a:chOff x="2472626" y="4523351"/>
            <a:chExt cx="695743" cy="461825"/>
          </a:xfrm>
        </p:grpSpPr>
        <p:sp>
          <p:nvSpPr>
            <p:cNvPr id="119" name="文字方塊 249">
              <a:extLst>
                <a:ext uri="{FF2B5EF4-FFF2-40B4-BE49-F238E27FC236}">
                  <a16:creationId xmlns:a16="http://schemas.microsoft.com/office/drawing/2014/main" id="{FBD3424F-6AD1-B2F5-7A7E-188C9AAE9415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117" name="文字方塊 247">
              <a:extLst>
                <a:ext uri="{FF2B5EF4-FFF2-40B4-BE49-F238E27FC236}">
                  <a16:creationId xmlns:a16="http://schemas.microsoft.com/office/drawing/2014/main" id="{D700BA4F-042C-D52D-C889-D610845C5482}"/>
                </a:ext>
              </a:extLst>
            </p:cNvPr>
            <p:cNvSpPr txBox="1"/>
            <p:nvPr/>
          </p:nvSpPr>
          <p:spPr>
            <a:xfrm>
              <a:off x="2879507" y="4523351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文字方塊 7">
                <a:extLst>
                  <a:ext uri="{FF2B5EF4-FFF2-40B4-BE49-F238E27FC236}">
                    <a16:creationId xmlns:a16="http://schemas.microsoft.com/office/drawing/2014/main" id="{FC4DBF83-79E0-B03B-8C91-CCDB5401302E}"/>
                  </a:ext>
                </a:extLst>
              </p:cNvPr>
              <p:cNvSpPr txBox="1"/>
              <p:nvPr/>
            </p:nvSpPr>
            <p:spPr>
              <a:xfrm>
                <a:off x="6394272" y="534788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0" name="文字方塊 7">
                <a:extLst>
                  <a:ext uri="{FF2B5EF4-FFF2-40B4-BE49-F238E27FC236}">
                    <a16:creationId xmlns:a16="http://schemas.microsoft.com/office/drawing/2014/main" id="{FC4DBF83-79E0-B03B-8C91-CCDB54013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4272" y="5347889"/>
                <a:ext cx="295688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1" name="群組 245">
            <a:extLst>
              <a:ext uri="{FF2B5EF4-FFF2-40B4-BE49-F238E27FC236}">
                <a16:creationId xmlns:a16="http://schemas.microsoft.com/office/drawing/2014/main" id="{72E34DBB-C18D-4FC6-8F1B-977AA95E4E38}"/>
              </a:ext>
            </a:extLst>
          </p:cNvPr>
          <p:cNvGrpSpPr/>
          <p:nvPr/>
        </p:nvGrpSpPr>
        <p:grpSpPr>
          <a:xfrm>
            <a:off x="6786713" y="5299383"/>
            <a:ext cx="1261004" cy="475145"/>
            <a:chOff x="2003306" y="4510031"/>
            <a:chExt cx="1261004" cy="475145"/>
          </a:xfrm>
        </p:grpSpPr>
        <p:grpSp>
          <p:nvGrpSpPr>
            <p:cNvPr id="122" name="群組 246">
              <a:extLst>
                <a:ext uri="{FF2B5EF4-FFF2-40B4-BE49-F238E27FC236}">
                  <a16:creationId xmlns:a16="http://schemas.microsoft.com/office/drawing/2014/main" id="{03F8AB85-DC96-9183-48B0-A458D085FB1E}"/>
                </a:ext>
              </a:extLst>
            </p:cNvPr>
            <p:cNvGrpSpPr/>
            <p:nvPr/>
          </p:nvGrpSpPr>
          <p:grpSpPr>
            <a:xfrm>
              <a:off x="2003306" y="4585066"/>
              <a:ext cx="1184891" cy="400110"/>
              <a:chOff x="2210757" y="6314098"/>
              <a:chExt cx="1184891" cy="400110"/>
            </a:xfrm>
          </p:grpSpPr>
          <p:sp>
            <p:nvSpPr>
              <p:cNvPr id="124" name="文字方塊 248">
                <a:extLst>
                  <a:ext uri="{FF2B5EF4-FFF2-40B4-BE49-F238E27FC236}">
                    <a16:creationId xmlns:a16="http://schemas.microsoft.com/office/drawing/2014/main" id="{86A9D727-37C2-1E60-02DE-6215FD84C2C4}"/>
                  </a:ext>
                </a:extLst>
              </p:cNvPr>
              <p:cNvSpPr txBox="1"/>
              <p:nvPr/>
            </p:nvSpPr>
            <p:spPr>
              <a:xfrm>
                <a:off x="2210757" y="6314098"/>
                <a:ext cx="7040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0070C0"/>
                    </a:solidFill>
                    <a:latin typeface="Lucida Handwriting" panose="03010101010101010101" pitchFamily="66" charset="0"/>
                  </a:rPr>
                  <a:t>244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0070C0"/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125" name="文字方塊 249">
                <a:extLst>
                  <a:ext uri="{FF2B5EF4-FFF2-40B4-BE49-F238E27FC236}">
                    <a16:creationId xmlns:a16="http://schemas.microsoft.com/office/drawing/2014/main" id="{28BC89A6-343A-6864-3F32-FC5F5F2645F2}"/>
                  </a:ext>
                </a:extLst>
              </p:cNvPr>
              <p:cNvSpPr txBox="1"/>
              <p:nvPr/>
            </p:nvSpPr>
            <p:spPr>
              <a:xfrm>
                <a:off x="2807025" y="6314098"/>
                <a:ext cx="588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0070C0"/>
                    </a:solidFill>
                    <a:latin typeface="Lucida Calligraphy" panose="03010101010101010101" pitchFamily="66" charset="0"/>
                  </a:rPr>
                  <a:t>cm</a:t>
                </a:r>
              </a:p>
            </p:txBody>
          </p:sp>
        </p:grpSp>
        <p:sp>
          <p:nvSpPr>
            <p:cNvPr id="123" name="文字方塊 247">
              <a:extLst>
                <a:ext uri="{FF2B5EF4-FFF2-40B4-BE49-F238E27FC236}">
                  <a16:creationId xmlns:a16="http://schemas.microsoft.com/office/drawing/2014/main" id="{842A3C99-4360-E653-4165-7DEAB9740255}"/>
                </a:ext>
              </a:extLst>
            </p:cNvPr>
            <p:cNvSpPr txBox="1"/>
            <p:nvPr/>
          </p:nvSpPr>
          <p:spPr>
            <a:xfrm>
              <a:off x="2975448" y="4510031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0070C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1652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 animBg="1"/>
      <p:bldP spid="22" grpId="0"/>
      <p:bldP spid="24" grpId="0"/>
      <p:bldP spid="25" grpId="0" animBg="1"/>
      <p:bldP spid="31" grpId="0"/>
      <p:bldP spid="42" grpId="0"/>
      <p:bldP spid="43" grpId="0"/>
      <p:bldP spid="44" grpId="0"/>
      <p:bldP spid="45" grpId="0"/>
      <p:bldP spid="46" grpId="0"/>
      <p:bldP spid="55" grpId="0"/>
      <p:bldP spid="63" grpId="0"/>
      <p:bldP spid="64" grpId="0"/>
      <p:bldP spid="65" grpId="0"/>
      <p:bldP spid="66" grpId="0"/>
      <p:bldP spid="67" grpId="0"/>
      <p:bldP spid="68" grpId="0"/>
      <p:bldP spid="74" grpId="0"/>
      <p:bldP spid="80" grpId="0"/>
      <p:bldP spid="81" grpId="0"/>
      <p:bldP spid="83" grpId="0"/>
      <p:bldP spid="84" grpId="0"/>
      <p:bldP spid="85" grpId="0"/>
      <p:bldP spid="86" grpId="0"/>
      <p:bldP spid="87" grpId="0"/>
      <p:bldP spid="90" grpId="0"/>
      <p:bldP spid="91" grpId="0"/>
      <p:bldP spid="92" grpId="0"/>
      <p:bldP spid="98" grpId="0"/>
      <p:bldP spid="104" grpId="0"/>
      <p:bldP spid="105" grpId="0"/>
      <p:bldP spid="106" grpId="0"/>
      <p:bldP spid="107" grpId="0"/>
      <p:bldP spid="112" grpId="0"/>
      <p:bldP spid="113" grpId="0"/>
      <p:bldP spid="1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125">
            <a:extLst>
              <a:ext uri="{FF2B5EF4-FFF2-40B4-BE49-F238E27FC236}">
                <a16:creationId xmlns:a16="http://schemas.microsoft.com/office/drawing/2014/main" id="{A2D4F172-E787-DDC5-A3F2-9F706AB510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39"/>
          <a:stretch>
            <a:fillRect/>
          </a:stretch>
        </p:blipFill>
        <p:spPr>
          <a:xfrm>
            <a:off x="116454" y="148100"/>
            <a:ext cx="11938014" cy="1473786"/>
          </a:xfrm>
          <a:prstGeom prst="rect">
            <a:avLst/>
          </a:prstGeom>
        </p:spPr>
      </p:pic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F6F9EFA5-870E-375E-BB04-3B1CDC3CE7E8}"/>
              </a:ext>
            </a:extLst>
          </p:cNvPr>
          <p:cNvSpPr/>
          <p:nvPr/>
        </p:nvSpPr>
        <p:spPr>
          <a:xfrm>
            <a:off x="9711022" y="1532675"/>
            <a:ext cx="1838633" cy="2379407"/>
          </a:xfrm>
          <a:prstGeom prst="flowChartMagneticDisk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筆跡 3">
                <a:extLst>
                  <a:ext uri="{FF2B5EF4-FFF2-40B4-BE49-F238E27FC236}">
                    <a16:creationId xmlns:a16="http://schemas.microsoft.com/office/drawing/2014/main" id="{0D0713F7-C17A-BF91-1A9E-B1095BD6A8B4}"/>
                  </a:ext>
                </a:extLst>
              </p14:cNvPr>
              <p14:cNvContentPartPr/>
              <p14:nvPr/>
            </p14:nvContentPartPr>
            <p14:xfrm>
              <a:off x="4050890" y="1226715"/>
              <a:ext cx="811789" cy="45719"/>
            </p14:xfrm>
          </p:contentPart>
        </mc:Choice>
        <mc:Fallback>
          <p:pic>
            <p:nvPicPr>
              <p:cNvPr id="7" name="筆跡 3">
                <a:extLst>
                  <a:ext uri="{FF2B5EF4-FFF2-40B4-BE49-F238E27FC236}">
                    <a16:creationId xmlns:a16="http://schemas.microsoft.com/office/drawing/2014/main" id="{0D0713F7-C17A-BF91-1A9E-B1095BD6A8B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96891" y="-12488985"/>
                <a:ext cx="91942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筆跡 11">
                <a:extLst>
                  <a:ext uri="{FF2B5EF4-FFF2-40B4-BE49-F238E27FC236}">
                    <a16:creationId xmlns:a16="http://schemas.microsoft.com/office/drawing/2014/main" id="{848CB1AD-4B4D-1F53-D836-A23280DA4203}"/>
                  </a:ext>
                </a:extLst>
              </p14:cNvPr>
              <p14:cNvContentPartPr/>
              <p14:nvPr/>
            </p14:nvContentPartPr>
            <p14:xfrm>
              <a:off x="1370963" y="1203855"/>
              <a:ext cx="712709" cy="45719"/>
            </p14:xfrm>
          </p:contentPart>
        </mc:Choice>
        <mc:Fallback>
          <p:pic>
            <p:nvPicPr>
              <p:cNvPr id="8" name="筆跡 11">
                <a:extLst>
                  <a:ext uri="{FF2B5EF4-FFF2-40B4-BE49-F238E27FC236}">
                    <a16:creationId xmlns:a16="http://schemas.microsoft.com/office/drawing/2014/main" id="{848CB1AD-4B4D-1F53-D836-A23280DA42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16943" y="-12511845"/>
                <a:ext cx="820390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9" name="直線單箭頭接點 3">
            <a:extLst>
              <a:ext uri="{FF2B5EF4-FFF2-40B4-BE49-F238E27FC236}">
                <a16:creationId xmlns:a16="http://schemas.microsoft.com/office/drawing/2014/main" id="{1F6F16C1-C4EF-5938-456A-0BBAAAB69E88}"/>
              </a:ext>
            </a:extLst>
          </p:cNvPr>
          <p:cNvCxnSpPr>
            <a:cxnSpLocks/>
          </p:cNvCxnSpPr>
          <p:nvPr/>
        </p:nvCxnSpPr>
        <p:spPr>
          <a:xfrm flipH="1">
            <a:off x="10521548" y="3545790"/>
            <a:ext cx="1028107" cy="0"/>
          </a:xfrm>
          <a:prstGeom prst="straightConnector1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字方塊 6">
            <a:extLst>
              <a:ext uri="{FF2B5EF4-FFF2-40B4-BE49-F238E27FC236}">
                <a16:creationId xmlns:a16="http://schemas.microsoft.com/office/drawing/2014/main" id="{629FDAA7-9294-BA30-A75F-278BAC67B88E}"/>
              </a:ext>
            </a:extLst>
          </p:cNvPr>
          <p:cNvSpPr txBox="1"/>
          <p:nvPr/>
        </p:nvSpPr>
        <p:spPr>
          <a:xfrm>
            <a:off x="10768711" y="3517490"/>
            <a:ext cx="5509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16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F4D6B53D-FBE6-2952-078B-F94C3B06F2D7}"/>
              </a:ext>
            </a:extLst>
          </p:cNvPr>
          <p:cNvSpPr/>
          <p:nvPr/>
        </p:nvSpPr>
        <p:spPr>
          <a:xfrm>
            <a:off x="9711022" y="3253322"/>
            <a:ext cx="1838633" cy="528336"/>
          </a:xfrm>
          <a:prstGeom prst="arc">
            <a:avLst>
              <a:gd name="adj1" fmla="val 10858993"/>
              <a:gd name="adj2" fmla="val 0"/>
            </a:avLst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79B6F56-9974-F6B5-6866-9C6334DEA02D}"/>
              </a:ext>
            </a:extLst>
          </p:cNvPr>
          <p:cNvCxnSpPr/>
          <p:nvPr/>
        </p:nvCxnSpPr>
        <p:spPr>
          <a:xfrm>
            <a:off x="11706972" y="1896469"/>
            <a:ext cx="0" cy="1740310"/>
          </a:xfrm>
          <a:prstGeom prst="straightConnector1">
            <a:avLst/>
          </a:prstGeom>
          <a:ln w="28575">
            <a:solidFill>
              <a:srgbClr val="00B0F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5">
            <a:extLst>
              <a:ext uri="{FF2B5EF4-FFF2-40B4-BE49-F238E27FC236}">
                <a16:creationId xmlns:a16="http://schemas.microsoft.com/office/drawing/2014/main" id="{5770BC1A-D846-E2AD-C54D-8E8EE17AB3EA}"/>
              </a:ext>
            </a:extLst>
          </p:cNvPr>
          <p:cNvSpPr txBox="1"/>
          <p:nvPr/>
        </p:nvSpPr>
        <p:spPr>
          <a:xfrm>
            <a:off x="642345" y="1621886"/>
            <a:ext cx="40040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r mm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 the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base radius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of the cylinder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BF14B3-8EC3-6B0A-7615-BB04D2D09FDC}"/>
              </a:ext>
            </a:extLst>
          </p:cNvPr>
          <p:cNvSpPr txBox="1"/>
          <p:nvPr/>
        </p:nvSpPr>
        <p:spPr>
          <a:xfrm>
            <a:off x="137532" y="1621886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54">
                <a:extLst>
                  <a:ext uri="{FF2B5EF4-FFF2-40B4-BE49-F238E27FC236}">
                    <a16:creationId xmlns:a16="http://schemas.microsoft.com/office/drawing/2014/main" id="{9C311251-6335-C3A3-DF64-ABE7E73205F6}"/>
                  </a:ext>
                </a:extLst>
              </p:cNvPr>
              <p:cNvSpPr txBox="1"/>
              <p:nvPr/>
            </p:nvSpPr>
            <p:spPr>
              <a:xfrm>
                <a:off x="34559" y="2448391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1" name="文字方塊 54">
                <a:extLst>
                  <a:ext uri="{FF2B5EF4-FFF2-40B4-BE49-F238E27FC236}">
                    <a16:creationId xmlns:a16="http://schemas.microsoft.com/office/drawing/2014/main" id="{9C311251-6335-C3A3-DF64-ABE7E7320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59" y="2448391"/>
                <a:ext cx="29568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15">
            <a:extLst>
              <a:ext uri="{FF2B5EF4-FFF2-40B4-BE49-F238E27FC236}">
                <a16:creationId xmlns:a16="http://schemas.microsoft.com/office/drawing/2014/main" id="{1CACDE31-54CE-BD8F-037D-3509194DFAE7}"/>
              </a:ext>
            </a:extLst>
          </p:cNvPr>
          <p:cNvSpPr txBox="1"/>
          <p:nvPr/>
        </p:nvSpPr>
        <p:spPr>
          <a:xfrm>
            <a:off x="330247" y="2412681"/>
            <a:ext cx="2486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Circumference of its base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7">
                <a:extLst>
                  <a:ext uri="{FF2B5EF4-FFF2-40B4-BE49-F238E27FC236}">
                    <a16:creationId xmlns:a16="http://schemas.microsoft.com/office/drawing/2014/main" id="{A1C41E1C-A1B5-F3CE-5335-E95DC9B5C787}"/>
                  </a:ext>
                </a:extLst>
              </p:cNvPr>
              <p:cNvSpPr txBox="1"/>
              <p:nvPr/>
            </p:nvSpPr>
            <p:spPr>
              <a:xfrm>
                <a:off x="2693523" y="25461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" name="文字方塊 7">
                <a:extLst>
                  <a:ext uri="{FF2B5EF4-FFF2-40B4-BE49-F238E27FC236}">
                    <a16:creationId xmlns:a16="http://schemas.microsoft.com/office/drawing/2014/main" id="{A1C41E1C-A1B5-F3CE-5335-E95DC9B5C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3523" y="2546165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10">
                <a:extLst>
                  <a:ext uri="{FF2B5EF4-FFF2-40B4-BE49-F238E27FC236}">
                    <a16:creationId xmlns:a16="http://schemas.microsoft.com/office/drawing/2014/main" id="{A8DB19D9-B594-D3E0-3E22-02EFFA8C588A}"/>
                  </a:ext>
                </a:extLst>
              </p:cNvPr>
              <p:cNvSpPr txBox="1"/>
              <p:nvPr/>
            </p:nvSpPr>
            <p:spPr>
              <a:xfrm>
                <a:off x="3056403" y="2578525"/>
                <a:ext cx="9512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32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" name="文字方塊 10">
                <a:extLst>
                  <a:ext uri="{FF2B5EF4-FFF2-40B4-BE49-F238E27FC236}">
                    <a16:creationId xmlns:a16="http://schemas.microsoft.com/office/drawing/2014/main" id="{A8DB19D9-B594-D3E0-3E22-02EFFA8C58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403" y="2578525"/>
                <a:ext cx="951236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249">
            <a:extLst>
              <a:ext uri="{FF2B5EF4-FFF2-40B4-BE49-F238E27FC236}">
                <a16:creationId xmlns:a16="http://schemas.microsoft.com/office/drawing/2014/main" id="{9C1CD0E5-BD41-3B31-FED7-A8FDAF737D8D}"/>
              </a:ext>
            </a:extLst>
          </p:cNvPr>
          <p:cNvSpPr txBox="1"/>
          <p:nvPr/>
        </p:nvSpPr>
        <p:spPr>
          <a:xfrm>
            <a:off x="3737563" y="2602921"/>
            <a:ext cx="7104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mm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0" name="筆跡 11">
                <a:extLst>
                  <a:ext uri="{FF2B5EF4-FFF2-40B4-BE49-F238E27FC236}">
                    <a16:creationId xmlns:a16="http://schemas.microsoft.com/office/drawing/2014/main" id="{AFCFA9A3-786A-8C1D-EF91-BC2645BB178C}"/>
                  </a:ext>
                </a:extLst>
              </p14:cNvPr>
              <p14:cNvContentPartPr/>
              <p14:nvPr/>
            </p14:nvContentPartPr>
            <p14:xfrm>
              <a:off x="9354667" y="409070"/>
              <a:ext cx="1166881" cy="45719"/>
            </p14:xfrm>
          </p:contentPart>
        </mc:Choice>
        <mc:Fallback>
          <p:pic>
            <p:nvPicPr>
              <p:cNvPr id="30" name="筆跡 11">
                <a:extLst>
                  <a:ext uri="{FF2B5EF4-FFF2-40B4-BE49-F238E27FC236}">
                    <a16:creationId xmlns:a16="http://schemas.microsoft.com/office/drawing/2014/main" id="{AFCFA9A3-786A-8C1D-EF91-BC2645BB178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300645" y="-13306630"/>
                <a:ext cx="127456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1" name="筆跡 11">
                <a:extLst>
                  <a:ext uri="{FF2B5EF4-FFF2-40B4-BE49-F238E27FC236}">
                    <a16:creationId xmlns:a16="http://schemas.microsoft.com/office/drawing/2014/main" id="{7671850F-5F49-4208-2A52-E4476FB45E5A}"/>
                  </a:ext>
                </a:extLst>
              </p14:cNvPr>
              <p14:cNvContentPartPr/>
              <p14:nvPr/>
            </p14:nvContentPartPr>
            <p14:xfrm>
              <a:off x="11209349" y="386210"/>
              <a:ext cx="762911" cy="45719"/>
            </p14:xfrm>
          </p:contentPart>
        </mc:Choice>
        <mc:Fallback>
          <p:pic>
            <p:nvPicPr>
              <p:cNvPr id="31" name="筆跡 11">
                <a:extLst>
                  <a:ext uri="{FF2B5EF4-FFF2-40B4-BE49-F238E27FC236}">
                    <a16:creationId xmlns:a16="http://schemas.microsoft.com/office/drawing/2014/main" id="{7671850F-5F49-4208-2A52-E4476FB45E5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155344" y="-13329490"/>
                <a:ext cx="87056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字方塊 260">
                <a:extLst>
                  <a:ext uri="{FF2B5EF4-FFF2-40B4-BE49-F238E27FC236}">
                    <a16:creationId xmlns:a16="http://schemas.microsoft.com/office/drawing/2014/main" id="{F479F013-AC10-800A-325A-B893274C997D}"/>
                  </a:ext>
                </a:extLst>
              </p:cNvPr>
              <p:cNvSpPr txBox="1"/>
              <p:nvPr/>
            </p:nvSpPr>
            <p:spPr>
              <a:xfrm>
                <a:off x="34559" y="3120567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2" name="文字方塊 260">
                <a:extLst>
                  <a:ext uri="{FF2B5EF4-FFF2-40B4-BE49-F238E27FC236}">
                    <a16:creationId xmlns:a16="http://schemas.microsoft.com/office/drawing/2014/main" id="{F479F013-AC10-800A-325A-B893274C9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59" y="3120567"/>
                <a:ext cx="238419" cy="461665"/>
              </a:xfrm>
              <a:prstGeom prst="rect">
                <a:avLst/>
              </a:prstGeom>
              <a:blipFill>
                <a:blip r:embed="rId14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10">
                <a:extLst>
                  <a:ext uri="{FF2B5EF4-FFF2-40B4-BE49-F238E27FC236}">
                    <a16:creationId xmlns:a16="http://schemas.microsoft.com/office/drawing/2014/main" id="{5E817897-51F1-16B3-AA0A-6CD1CBAE909C}"/>
                  </a:ext>
                </a:extLst>
              </p:cNvPr>
              <p:cNvSpPr txBox="1"/>
              <p:nvPr/>
            </p:nvSpPr>
            <p:spPr>
              <a:xfrm>
                <a:off x="867029" y="3188719"/>
                <a:ext cx="9512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m:rPr>
                        <m:nor/>
                      </m:rPr>
                      <a:rPr lang="en-US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Lucida Calligraphy" panose="03010101010101010101" pitchFamily="66" charset="0"/>
                      </a:rPr>
                      <m:t>r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3" name="文字方塊 10">
                <a:extLst>
                  <a:ext uri="{FF2B5EF4-FFF2-40B4-BE49-F238E27FC236}">
                    <a16:creationId xmlns:a16="http://schemas.microsoft.com/office/drawing/2014/main" id="{5E817897-51F1-16B3-AA0A-6CD1CBAE9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029" y="3188719"/>
                <a:ext cx="951236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7">
                <a:extLst>
                  <a:ext uri="{FF2B5EF4-FFF2-40B4-BE49-F238E27FC236}">
                    <a16:creationId xmlns:a16="http://schemas.microsoft.com/office/drawing/2014/main" id="{49F7F3FB-D6FE-B521-2E90-5D61C83EFED6}"/>
                  </a:ext>
                </a:extLst>
              </p:cNvPr>
              <p:cNvSpPr txBox="1"/>
              <p:nvPr/>
            </p:nvSpPr>
            <p:spPr>
              <a:xfrm>
                <a:off x="1823955" y="31692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" name="文字方塊 7">
                <a:extLst>
                  <a:ext uri="{FF2B5EF4-FFF2-40B4-BE49-F238E27FC236}">
                    <a16:creationId xmlns:a16="http://schemas.microsoft.com/office/drawing/2014/main" id="{49F7F3FB-D6FE-B521-2E90-5D61C83EF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3955" y="3169265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10">
                <a:extLst>
                  <a:ext uri="{FF2B5EF4-FFF2-40B4-BE49-F238E27FC236}">
                    <a16:creationId xmlns:a16="http://schemas.microsoft.com/office/drawing/2014/main" id="{FEA399DD-CEE5-255A-43DA-8483CEBBFA57}"/>
                  </a:ext>
                </a:extLst>
              </p:cNvPr>
              <p:cNvSpPr txBox="1"/>
              <p:nvPr/>
            </p:nvSpPr>
            <p:spPr>
              <a:xfrm>
                <a:off x="2192479" y="3188719"/>
                <a:ext cx="9512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32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5" name="文字方塊 10">
                <a:extLst>
                  <a:ext uri="{FF2B5EF4-FFF2-40B4-BE49-F238E27FC236}">
                    <a16:creationId xmlns:a16="http://schemas.microsoft.com/office/drawing/2014/main" id="{FEA399DD-CEE5-255A-43DA-8483CEBBF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2479" y="3188719"/>
                <a:ext cx="951236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6365E87-D7EF-3464-5D04-023C352B2C1D}"/>
                  </a:ext>
                </a:extLst>
              </p:cNvPr>
              <p:cNvSpPr txBox="1"/>
              <p:nvPr/>
            </p:nvSpPr>
            <p:spPr>
              <a:xfrm>
                <a:off x="1242175" y="3798931"/>
                <a:ext cx="48294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6365E87-D7EF-3464-5D04-023C352B2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175" y="3798931"/>
                <a:ext cx="48294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7">
                <a:extLst>
                  <a:ext uri="{FF2B5EF4-FFF2-40B4-BE49-F238E27FC236}">
                    <a16:creationId xmlns:a16="http://schemas.microsoft.com/office/drawing/2014/main" id="{951FD5B1-4415-8D9A-800B-BC97F1982FBF}"/>
                  </a:ext>
                </a:extLst>
              </p:cNvPr>
              <p:cNvSpPr txBox="1"/>
              <p:nvPr/>
            </p:nvSpPr>
            <p:spPr>
              <a:xfrm>
                <a:off x="1830205" y="37816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9" name="文字方塊 7">
                <a:extLst>
                  <a:ext uri="{FF2B5EF4-FFF2-40B4-BE49-F238E27FC236}">
                    <a16:creationId xmlns:a16="http://schemas.microsoft.com/office/drawing/2014/main" id="{951FD5B1-4415-8D9A-800B-BC97F1982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205" y="3781658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群組 74">
            <a:extLst>
              <a:ext uri="{FF2B5EF4-FFF2-40B4-BE49-F238E27FC236}">
                <a16:creationId xmlns:a16="http://schemas.microsoft.com/office/drawing/2014/main" id="{27056637-80D6-4C52-ABED-4B3B994371FF}"/>
              </a:ext>
            </a:extLst>
          </p:cNvPr>
          <p:cNvGrpSpPr/>
          <p:nvPr/>
        </p:nvGrpSpPr>
        <p:grpSpPr>
          <a:xfrm>
            <a:off x="2337067" y="3626212"/>
            <a:ext cx="763351" cy="763580"/>
            <a:chOff x="2896107" y="4671588"/>
            <a:chExt cx="763351" cy="76358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文字方塊 75">
                  <a:extLst>
                    <a:ext uri="{FF2B5EF4-FFF2-40B4-BE49-F238E27FC236}">
                      <a16:creationId xmlns:a16="http://schemas.microsoft.com/office/drawing/2014/main" id="{4D8C8CF8-BC7B-4A9B-A564-84CC24572276}"/>
                    </a:ext>
                  </a:extLst>
                </p:cNvPr>
                <p:cNvSpPr txBox="1"/>
                <p:nvPr/>
              </p:nvSpPr>
              <p:spPr>
                <a:xfrm>
                  <a:off x="2896107" y="4671588"/>
                  <a:ext cx="763351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rPr>
                    <a:t>32</a:t>
                  </a:r>
                  <a14:m>
                    <m:oMath xmlns:m="http://schemas.openxmlformats.org/officeDocument/2006/math">
                      <m: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41" name="文字方塊 75">
                  <a:extLst>
                    <a:ext uri="{FF2B5EF4-FFF2-40B4-BE49-F238E27FC236}">
                      <a16:creationId xmlns:a16="http://schemas.microsoft.com/office/drawing/2014/main" id="{4D8C8CF8-BC7B-4A9B-A564-84CC245722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6107" y="4671588"/>
                  <a:ext cx="763351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2" name="群組 76">
              <a:extLst>
                <a:ext uri="{FF2B5EF4-FFF2-40B4-BE49-F238E27FC236}">
                  <a16:creationId xmlns:a16="http://schemas.microsoft.com/office/drawing/2014/main" id="{CA477312-3736-983C-1527-EC44EA83BD73}"/>
                </a:ext>
              </a:extLst>
            </p:cNvPr>
            <p:cNvGrpSpPr/>
            <p:nvPr/>
          </p:nvGrpSpPr>
          <p:grpSpPr>
            <a:xfrm>
              <a:off x="2896107" y="5035058"/>
              <a:ext cx="745700" cy="400110"/>
              <a:chOff x="2896107" y="5035058"/>
              <a:chExt cx="745700" cy="400110"/>
            </a:xfrm>
          </p:grpSpPr>
          <p:cxnSp>
            <p:nvCxnSpPr>
              <p:cNvPr id="43" name="直線接點 77">
                <a:extLst>
                  <a:ext uri="{FF2B5EF4-FFF2-40B4-BE49-F238E27FC236}">
                    <a16:creationId xmlns:a16="http://schemas.microsoft.com/office/drawing/2014/main" id="{DB0B260F-F136-C225-B80F-10AC4DE14D2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5058"/>
                <a:ext cx="745700" cy="987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4" name="文字方塊 78">
                    <a:extLst>
                      <a:ext uri="{FF2B5EF4-FFF2-40B4-BE49-F238E27FC236}">
                        <a16:creationId xmlns:a16="http://schemas.microsoft.com/office/drawing/2014/main" id="{6D260781-239F-E4BB-742B-40E67247D247}"/>
                      </a:ext>
                    </a:extLst>
                  </p:cNvPr>
                  <p:cNvSpPr txBox="1"/>
                  <p:nvPr/>
                </p:nvSpPr>
                <p:spPr>
                  <a:xfrm>
                    <a:off x="2993429" y="5035058"/>
                    <a:ext cx="534121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a:t>2</a:t>
                    </a:r>
                    <a14:m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a14:m>
                    <a:endParaRPr lang="en-HK" sz="2000" b="1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endParaRPr>
                  </a:p>
                </p:txBody>
              </p:sp>
            </mc:Choice>
            <mc:Fallback>
              <p:sp>
                <p:nvSpPr>
                  <p:cNvPr id="44" name="文字方塊 78">
                    <a:extLst>
                      <a:ext uri="{FF2B5EF4-FFF2-40B4-BE49-F238E27FC236}">
                        <a16:creationId xmlns:a16="http://schemas.microsoft.com/office/drawing/2014/main" id="{6D260781-239F-E4BB-742B-40E67247D2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93429" y="5035058"/>
                    <a:ext cx="534121" cy="400110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字方塊 7">
                <a:extLst>
                  <a:ext uri="{FF2B5EF4-FFF2-40B4-BE49-F238E27FC236}">
                    <a16:creationId xmlns:a16="http://schemas.microsoft.com/office/drawing/2014/main" id="{890A49F0-A40B-D626-3D38-FC81F8CC3AAB}"/>
                  </a:ext>
                </a:extLst>
              </p:cNvPr>
              <p:cNvSpPr txBox="1"/>
              <p:nvPr/>
            </p:nvSpPr>
            <p:spPr>
              <a:xfrm>
                <a:off x="1868657" y="444274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6" name="文字方塊 7">
                <a:extLst>
                  <a:ext uri="{FF2B5EF4-FFF2-40B4-BE49-F238E27FC236}">
                    <a16:creationId xmlns:a16="http://schemas.microsoft.com/office/drawing/2014/main" id="{890A49F0-A40B-D626-3D38-FC81F8CC3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8657" y="4442749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字方塊 10">
                <a:extLst>
                  <a:ext uri="{FF2B5EF4-FFF2-40B4-BE49-F238E27FC236}">
                    <a16:creationId xmlns:a16="http://schemas.microsoft.com/office/drawing/2014/main" id="{724CA181-39A0-E604-D678-DC7953329FF9}"/>
                  </a:ext>
                </a:extLst>
              </p:cNvPr>
              <p:cNvSpPr txBox="1"/>
              <p:nvPr/>
            </p:nvSpPr>
            <p:spPr>
              <a:xfrm>
                <a:off x="2265943" y="4471114"/>
                <a:ext cx="95123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16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7" name="文字方塊 10">
                <a:extLst>
                  <a:ext uri="{FF2B5EF4-FFF2-40B4-BE49-F238E27FC236}">
                    <a16:creationId xmlns:a16="http://schemas.microsoft.com/office/drawing/2014/main" id="{724CA181-39A0-E604-D678-DC7953329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5943" y="4471114"/>
                <a:ext cx="951236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字方塊 260">
                <a:extLst>
                  <a:ext uri="{FF2B5EF4-FFF2-40B4-BE49-F238E27FC236}">
                    <a16:creationId xmlns:a16="http://schemas.microsoft.com/office/drawing/2014/main" id="{03F1F79D-AEB3-453D-9EC3-D335298CB4F2}"/>
                  </a:ext>
                </a:extLst>
              </p:cNvPr>
              <p:cNvSpPr txBox="1"/>
              <p:nvPr/>
            </p:nvSpPr>
            <p:spPr>
              <a:xfrm>
                <a:off x="116454" y="5005281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48" name="文字方塊 260">
                <a:extLst>
                  <a:ext uri="{FF2B5EF4-FFF2-40B4-BE49-F238E27FC236}">
                    <a16:creationId xmlns:a16="http://schemas.microsoft.com/office/drawing/2014/main" id="{03F1F79D-AEB3-453D-9EC3-D335298CB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54" y="5005281"/>
                <a:ext cx="238419" cy="461665"/>
              </a:xfrm>
              <a:prstGeom prst="rect">
                <a:avLst/>
              </a:prstGeom>
              <a:blipFill>
                <a:blip r:embed="rId24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15">
            <a:extLst>
              <a:ext uri="{FF2B5EF4-FFF2-40B4-BE49-F238E27FC236}">
                <a16:creationId xmlns:a16="http://schemas.microsoft.com/office/drawing/2014/main" id="{67147545-3E67-A003-788E-69B5B9EF74D9}"/>
              </a:ext>
            </a:extLst>
          </p:cNvPr>
          <p:cNvSpPr txBox="1"/>
          <p:nvPr/>
        </p:nvSpPr>
        <p:spPr>
          <a:xfrm>
            <a:off x="349937" y="5048839"/>
            <a:ext cx="42964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The base radius of the cylinder is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16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mm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 </a:t>
            </a:r>
            <a:endParaRPr lang="zh-TW" altLang="en-US" sz="2000" b="1">
              <a:solidFill>
                <a:srgbClr val="92D05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50" name="TextBox 15">
            <a:extLst>
              <a:ext uri="{FF2B5EF4-FFF2-40B4-BE49-F238E27FC236}">
                <a16:creationId xmlns:a16="http://schemas.microsoft.com/office/drawing/2014/main" id="{F837EEF0-78FA-B657-66E2-2F040720F237}"/>
              </a:ext>
            </a:extLst>
          </p:cNvPr>
          <p:cNvSpPr txBox="1"/>
          <p:nvPr/>
        </p:nvSpPr>
        <p:spPr>
          <a:xfrm>
            <a:off x="4627172" y="1644746"/>
            <a:ext cx="51031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h mm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 the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height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of the cylinder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字方塊 54">
                <a:extLst>
                  <a:ext uri="{FF2B5EF4-FFF2-40B4-BE49-F238E27FC236}">
                    <a16:creationId xmlns:a16="http://schemas.microsoft.com/office/drawing/2014/main" id="{C3DA86AD-9E53-CE65-9C29-2C480028B258}"/>
                  </a:ext>
                </a:extLst>
              </p:cNvPr>
              <p:cNvSpPr txBox="1"/>
              <p:nvPr/>
            </p:nvSpPr>
            <p:spPr>
              <a:xfrm>
                <a:off x="4928163" y="2448391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1" name="文字方塊 54">
                <a:extLst>
                  <a:ext uri="{FF2B5EF4-FFF2-40B4-BE49-F238E27FC236}">
                    <a16:creationId xmlns:a16="http://schemas.microsoft.com/office/drawing/2014/main" id="{C3DA86AD-9E53-CE65-9C29-2C480028B2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163" y="2448391"/>
                <a:ext cx="295688" cy="46166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15">
            <a:extLst>
              <a:ext uri="{FF2B5EF4-FFF2-40B4-BE49-F238E27FC236}">
                <a16:creationId xmlns:a16="http://schemas.microsoft.com/office/drawing/2014/main" id="{B7C347A1-7ABD-B4AE-C64F-23419FCE8B41}"/>
              </a:ext>
            </a:extLst>
          </p:cNvPr>
          <p:cNvSpPr txBox="1"/>
          <p:nvPr/>
        </p:nvSpPr>
        <p:spPr>
          <a:xfrm>
            <a:off x="5223851" y="2412681"/>
            <a:ext cx="24867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Total surface area</a:t>
            </a:r>
            <a:endParaRPr lang="zh-TW" altLang="en-US" sz="2000" b="1">
              <a:solidFill>
                <a:schemeClr val="accent5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字方塊 7">
                <a:extLst>
                  <a:ext uri="{FF2B5EF4-FFF2-40B4-BE49-F238E27FC236}">
                    <a16:creationId xmlns:a16="http://schemas.microsoft.com/office/drawing/2014/main" id="{0695D6DF-5CB9-B734-7478-3873662968FF}"/>
                  </a:ext>
                </a:extLst>
              </p:cNvPr>
              <p:cNvSpPr txBox="1"/>
              <p:nvPr/>
            </p:nvSpPr>
            <p:spPr>
              <a:xfrm>
                <a:off x="7414955" y="25461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3" name="文字方塊 7">
                <a:extLst>
                  <a:ext uri="{FF2B5EF4-FFF2-40B4-BE49-F238E27FC236}">
                    <a16:creationId xmlns:a16="http://schemas.microsoft.com/office/drawing/2014/main" id="{0695D6DF-5CB9-B734-7478-3873662968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4955" y="2546165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字方塊 10">
                <a:extLst>
                  <a:ext uri="{FF2B5EF4-FFF2-40B4-BE49-F238E27FC236}">
                    <a16:creationId xmlns:a16="http://schemas.microsoft.com/office/drawing/2014/main" id="{757855AB-DFDA-F901-AAA6-0B997B0D0998}"/>
                  </a:ext>
                </a:extLst>
              </p:cNvPr>
              <p:cNvSpPr txBox="1"/>
              <p:nvPr/>
            </p:nvSpPr>
            <p:spPr>
              <a:xfrm>
                <a:off x="7782376" y="2578525"/>
                <a:ext cx="117782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1312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4" name="文字方塊 10">
                <a:extLst>
                  <a:ext uri="{FF2B5EF4-FFF2-40B4-BE49-F238E27FC236}">
                    <a16:creationId xmlns:a16="http://schemas.microsoft.com/office/drawing/2014/main" id="{757855AB-DFDA-F901-AAA6-0B997B0D0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2376" y="2578525"/>
                <a:ext cx="1177821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群組 245">
            <a:extLst>
              <a:ext uri="{FF2B5EF4-FFF2-40B4-BE49-F238E27FC236}">
                <a16:creationId xmlns:a16="http://schemas.microsoft.com/office/drawing/2014/main" id="{06435535-64D7-8100-92B8-8EAD339C1F43}"/>
              </a:ext>
            </a:extLst>
          </p:cNvPr>
          <p:cNvGrpSpPr/>
          <p:nvPr/>
        </p:nvGrpSpPr>
        <p:grpSpPr>
          <a:xfrm>
            <a:off x="8824436" y="2525977"/>
            <a:ext cx="798519" cy="482013"/>
            <a:chOff x="2472626" y="4503163"/>
            <a:chExt cx="798519" cy="482013"/>
          </a:xfrm>
        </p:grpSpPr>
        <p:sp>
          <p:nvSpPr>
            <p:cNvPr id="57" name="文字方塊 249">
              <a:extLst>
                <a:ext uri="{FF2B5EF4-FFF2-40B4-BE49-F238E27FC236}">
                  <a16:creationId xmlns:a16="http://schemas.microsoft.com/office/drawing/2014/main" id="{D2CF350C-EC3A-FAA8-C85D-EDFA687DBD1E}"/>
                </a:ext>
              </a:extLst>
            </p:cNvPr>
            <p:cNvSpPr txBox="1"/>
            <p:nvPr/>
          </p:nvSpPr>
          <p:spPr>
            <a:xfrm>
              <a:off x="2472626" y="4585066"/>
              <a:ext cx="7104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mm</a:t>
              </a:r>
            </a:p>
          </p:txBody>
        </p:sp>
        <p:sp>
          <p:nvSpPr>
            <p:cNvPr id="58" name="文字方塊 247">
              <a:extLst>
                <a:ext uri="{FF2B5EF4-FFF2-40B4-BE49-F238E27FC236}">
                  <a16:creationId xmlns:a16="http://schemas.microsoft.com/office/drawing/2014/main" id="{B0EA796D-BF3E-7B52-980D-D56A2191AFEE}"/>
                </a:ext>
              </a:extLst>
            </p:cNvPr>
            <p:cNvSpPr txBox="1"/>
            <p:nvPr/>
          </p:nvSpPr>
          <p:spPr>
            <a:xfrm>
              <a:off x="2982283" y="4503163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260">
                <a:extLst>
                  <a:ext uri="{FF2B5EF4-FFF2-40B4-BE49-F238E27FC236}">
                    <a16:creationId xmlns:a16="http://schemas.microsoft.com/office/drawing/2014/main" id="{F9D05B09-FF43-9859-90D4-B644E367F401}"/>
                  </a:ext>
                </a:extLst>
              </p:cNvPr>
              <p:cNvSpPr txBox="1"/>
              <p:nvPr/>
            </p:nvSpPr>
            <p:spPr>
              <a:xfrm>
                <a:off x="4551542" y="3138487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62" name="文字方塊 260">
                <a:extLst>
                  <a:ext uri="{FF2B5EF4-FFF2-40B4-BE49-F238E27FC236}">
                    <a16:creationId xmlns:a16="http://schemas.microsoft.com/office/drawing/2014/main" id="{F9D05B09-FF43-9859-90D4-B644E367F4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542" y="3138487"/>
                <a:ext cx="238419" cy="461665"/>
              </a:xfrm>
              <a:prstGeom prst="rect">
                <a:avLst/>
              </a:prstGeom>
              <a:blipFill>
                <a:blip r:embed="rId28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文字方塊 10">
                <a:extLst>
                  <a:ext uri="{FF2B5EF4-FFF2-40B4-BE49-F238E27FC236}">
                    <a16:creationId xmlns:a16="http://schemas.microsoft.com/office/drawing/2014/main" id="{C49BFD9D-1569-42D1-ECFB-10400A34A0BF}"/>
                  </a:ext>
                </a:extLst>
              </p:cNvPr>
              <p:cNvSpPr txBox="1"/>
              <p:nvPr/>
            </p:nvSpPr>
            <p:spPr>
              <a:xfrm>
                <a:off x="4831869" y="3185865"/>
                <a:ext cx="6218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3" name="文字方塊 10">
                <a:extLst>
                  <a:ext uri="{FF2B5EF4-FFF2-40B4-BE49-F238E27FC236}">
                    <a16:creationId xmlns:a16="http://schemas.microsoft.com/office/drawing/2014/main" id="{C49BFD9D-1569-42D1-ECFB-10400A34A0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1869" y="3185865"/>
                <a:ext cx="621850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44">
                <a:extLst>
                  <a:ext uri="{FF2B5EF4-FFF2-40B4-BE49-F238E27FC236}">
                    <a16:creationId xmlns:a16="http://schemas.microsoft.com/office/drawing/2014/main" id="{0243D38B-ABAA-1EB8-0526-79A6B220EB59}"/>
                  </a:ext>
                </a:extLst>
              </p:cNvPr>
              <p:cNvSpPr txBox="1"/>
              <p:nvPr/>
            </p:nvSpPr>
            <p:spPr>
              <a:xfrm>
                <a:off x="5273013" y="319632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4" name="文字方塊 44">
                <a:extLst>
                  <a:ext uri="{FF2B5EF4-FFF2-40B4-BE49-F238E27FC236}">
                    <a16:creationId xmlns:a16="http://schemas.microsoft.com/office/drawing/2014/main" id="{0243D38B-ABAA-1EB8-0526-79A6B220E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013" y="3196321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文字方塊 10">
            <a:extLst>
              <a:ext uri="{FF2B5EF4-FFF2-40B4-BE49-F238E27FC236}">
                <a16:creationId xmlns:a16="http://schemas.microsoft.com/office/drawing/2014/main" id="{3DCD9F51-EB00-4576-4F3D-1F2D1078F190}"/>
              </a:ext>
            </a:extLst>
          </p:cNvPr>
          <p:cNvSpPr txBox="1"/>
          <p:nvPr/>
        </p:nvSpPr>
        <p:spPr>
          <a:xfrm>
            <a:off x="5567241" y="3207320"/>
            <a:ext cx="571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字方塊 44">
                <a:extLst>
                  <a:ext uri="{FF2B5EF4-FFF2-40B4-BE49-F238E27FC236}">
                    <a16:creationId xmlns:a16="http://schemas.microsoft.com/office/drawing/2014/main" id="{69033248-F33A-3F00-7873-B24D63C0F5C1}"/>
                  </a:ext>
                </a:extLst>
              </p:cNvPr>
              <p:cNvSpPr txBox="1"/>
              <p:nvPr/>
            </p:nvSpPr>
            <p:spPr>
              <a:xfrm>
                <a:off x="5927724" y="318871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6" name="文字方塊 44">
                <a:extLst>
                  <a:ext uri="{FF2B5EF4-FFF2-40B4-BE49-F238E27FC236}">
                    <a16:creationId xmlns:a16="http://schemas.microsoft.com/office/drawing/2014/main" id="{69033248-F33A-3F00-7873-B24D63C0F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724" y="3188719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67">
            <a:extLst>
              <a:ext uri="{FF2B5EF4-FFF2-40B4-BE49-F238E27FC236}">
                <a16:creationId xmlns:a16="http://schemas.microsoft.com/office/drawing/2014/main" id="{646416DD-4655-D7C2-93E9-FE29B5E09A6C}"/>
              </a:ext>
            </a:extLst>
          </p:cNvPr>
          <p:cNvSpPr txBox="1"/>
          <p:nvPr/>
        </p:nvSpPr>
        <p:spPr>
          <a:xfrm>
            <a:off x="6223412" y="3210421"/>
            <a:ext cx="339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h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文字方塊 16">
                <a:extLst>
                  <a:ext uri="{FF2B5EF4-FFF2-40B4-BE49-F238E27FC236}">
                    <a16:creationId xmlns:a16="http://schemas.microsoft.com/office/drawing/2014/main" id="{4FAF8D84-A539-5516-1D84-C0C3D4F497B2}"/>
                  </a:ext>
                </a:extLst>
              </p:cNvPr>
              <p:cNvSpPr txBox="1"/>
              <p:nvPr/>
            </p:nvSpPr>
            <p:spPr>
              <a:xfrm>
                <a:off x="6523462" y="316115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9" name="文字方塊 16">
                <a:extLst>
                  <a:ext uri="{FF2B5EF4-FFF2-40B4-BE49-F238E27FC236}">
                    <a16:creationId xmlns:a16="http://schemas.microsoft.com/office/drawing/2014/main" id="{4FAF8D84-A539-5516-1D84-C0C3D4F49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3462" y="3161153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文字方塊 10">
                <a:extLst>
                  <a:ext uri="{FF2B5EF4-FFF2-40B4-BE49-F238E27FC236}">
                    <a16:creationId xmlns:a16="http://schemas.microsoft.com/office/drawing/2014/main" id="{5506F121-A30B-0DDC-F69E-B9839620B76B}"/>
                  </a:ext>
                </a:extLst>
              </p:cNvPr>
              <p:cNvSpPr txBox="1"/>
              <p:nvPr/>
            </p:nvSpPr>
            <p:spPr>
              <a:xfrm>
                <a:off x="6781151" y="3188796"/>
                <a:ext cx="6218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0" name="文字方塊 10">
                <a:extLst>
                  <a:ext uri="{FF2B5EF4-FFF2-40B4-BE49-F238E27FC236}">
                    <a16:creationId xmlns:a16="http://schemas.microsoft.com/office/drawing/2014/main" id="{5506F121-A30B-0DDC-F69E-B9839620B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151" y="3188796"/>
                <a:ext cx="621850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文字方塊 44">
                <a:extLst>
                  <a:ext uri="{FF2B5EF4-FFF2-40B4-BE49-F238E27FC236}">
                    <a16:creationId xmlns:a16="http://schemas.microsoft.com/office/drawing/2014/main" id="{59B6E643-EB6B-09EA-246A-4376C37E7C11}"/>
                  </a:ext>
                </a:extLst>
              </p:cNvPr>
              <p:cNvSpPr txBox="1"/>
              <p:nvPr/>
            </p:nvSpPr>
            <p:spPr>
              <a:xfrm>
                <a:off x="7222295" y="318871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1" name="文字方塊 44">
                <a:extLst>
                  <a:ext uri="{FF2B5EF4-FFF2-40B4-BE49-F238E27FC236}">
                    <a16:creationId xmlns:a16="http://schemas.microsoft.com/office/drawing/2014/main" id="{59B6E643-EB6B-09EA-246A-4376C37E7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295" y="3188719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群組 245">
            <a:extLst>
              <a:ext uri="{FF2B5EF4-FFF2-40B4-BE49-F238E27FC236}">
                <a16:creationId xmlns:a16="http://schemas.microsoft.com/office/drawing/2014/main" id="{0AC487D7-47F7-6E4E-2B5E-D0A0D5D57E2B}"/>
              </a:ext>
            </a:extLst>
          </p:cNvPr>
          <p:cNvGrpSpPr/>
          <p:nvPr/>
        </p:nvGrpSpPr>
        <p:grpSpPr>
          <a:xfrm>
            <a:off x="7450445" y="3067500"/>
            <a:ext cx="649939" cy="528154"/>
            <a:chOff x="2472626" y="4457022"/>
            <a:chExt cx="649939" cy="528154"/>
          </a:xfrm>
        </p:grpSpPr>
        <p:sp>
          <p:nvSpPr>
            <p:cNvPr id="73" name="文字方塊 249">
              <a:extLst>
                <a:ext uri="{FF2B5EF4-FFF2-40B4-BE49-F238E27FC236}">
                  <a16:creationId xmlns:a16="http://schemas.microsoft.com/office/drawing/2014/main" id="{AF4D5850-9DF8-721C-FC5C-EADC3515C0FC}"/>
                </a:ext>
              </a:extLst>
            </p:cNvPr>
            <p:cNvSpPr txBox="1"/>
            <p:nvPr/>
          </p:nvSpPr>
          <p:spPr>
            <a:xfrm>
              <a:off x="2472626" y="4585066"/>
              <a:ext cx="5309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16</a:t>
              </a:r>
              <a:endPara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4" name="文字方塊 247">
              <a:extLst>
                <a:ext uri="{FF2B5EF4-FFF2-40B4-BE49-F238E27FC236}">
                  <a16:creationId xmlns:a16="http://schemas.microsoft.com/office/drawing/2014/main" id="{B4256AF1-03AA-EC3B-71F8-BFF880176CC3}"/>
                </a:ext>
              </a:extLst>
            </p:cNvPr>
            <p:cNvSpPr txBox="1"/>
            <p:nvPr/>
          </p:nvSpPr>
          <p:spPr>
            <a:xfrm>
              <a:off x="2833703" y="44570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字方塊 7">
                <a:extLst>
                  <a:ext uri="{FF2B5EF4-FFF2-40B4-BE49-F238E27FC236}">
                    <a16:creationId xmlns:a16="http://schemas.microsoft.com/office/drawing/2014/main" id="{679D9A2F-3127-4F53-44EF-93F50526FF19}"/>
                  </a:ext>
                </a:extLst>
              </p:cNvPr>
              <p:cNvSpPr txBox="1"/>
              <p:nvPr/>
            </p:nvSpPr>
            <p:spPr>
              <a:xfrm>
                <a:off x="7995193" y="318871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5" name="文字方塊 7">
                <a:extLst>
                  <a:ext uri="{FF2B5EF4-FFF2-40B4-BE49-F238E27FC236}">
                    <a16:creationId xmlns:a16="http://schemas.microsoft.com/office/drawing/2014/main" id="{679D9A2F-3127-4F53-44EF-93F50526FF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193" y="3188719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文字方塊 10">
                <a:extLst>
                  <a:ext uri="{FF2B5EF4-FFF2-40B4-BE49-F238E27FC236}">
                    <a16:creationId xmlns:a16="http://schemas.microsoft.com/office/drawing/2014/main" id="{4EAE2AAB-EB27-B0D2-EB07-2029C6414274}"/>
                  </a:ext>
                </a:extLst>
              </p:cNvPr>
              <p:cNvSpPr txBox="1"/>
              <p:nvPr/>
            </p:nvSpPr>
            <p:spPr>
              <a:xfrm>
                <a:off x="8274899" y="3200451"/>
                <a:ext cx="117782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1312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6" name="文字方塊 10">
                <a:extLst>
                  <a:ext uri="{FF2B5EF4-FFF2-40B4-BE49-F238E27FC236}">
                    <a16:creationId xmlns:a16="http://schemas.microsoft.com/office/drawing/2014/main" id="{4EAE2AAB-EB27-B0D2-EB07-2029C6414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899" y="3200451"/>
                <a:ext cx="1177821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字方塊 10">
                <a:extLst>
                  <a:ext uri="{FF2B5EF4-FFF2-40B4-BE49-F238E27FC236}">
                    <a16:creationId xmlns:a16="http://schemas.microsoft.com/office/drawing/2014/main" id="{A176D8BF-7ADB-CEA9-A7C7-5B9FFEF5DD5D}"/>
                  </a:ext>
                </a:extLst>
              </p:cNvPr>
              <p:cNvSpPr txBox="1"/>
              <p:nvPr/>
            </p:nvSpPr>
            <p:spPr>
              <a:xfrm>
                <a:off x="6064181" y="3663428"/>
                <a:ext cx="951236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32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m:rPr>
                        <m:nor/>
                      </m:rPr>
                      <a:rPr lang="en-US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Calligraphy" panose="03010101010101010101" pitchFamily="66" charset="0"/>
                      </a:rPr>
                      <m:t>h</m:t>
                    </m:r>
                  </m:oMath>
                </a14:m>
                <a:endParaRPr lang="en-US" sz="2000"/>
              </a:p>
            </p:txBody>
          </p:sp>
        </mc:Choice>
        <mc:Fallback>
          <p:sp>
            <p:nvSpPr>
              <p:cNvPr id="77" name="文字方塊 10">
                <a:extLst>
                  <a:ext uri="{FF2B5EF4-FFF2-40B4-BE49-F238E27FC236}">
                    <a16:creationId xmlns:a16="http://schemas.microsoft.com/office/drawing/2014/main" id="{A176D8BF-7ADB-CEA9-A7C7-5B9FFEF5D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181" y="3663428"/>
                <a:ext cx="951236" cy="407099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文字方塊 16">
                <a:extLst>
                  <a:ext uri="{FF2B5EF4-FFF2-40B4-BE49-F238E27FC236}">
                    <a16:creationId xmlns:a16="http://schemas.microsoft.com/office/drawing/2014/main" id="{9FC00008-8A97-712B-EF04-BD749E3B18D5}"/>
                  </a:ext>
                </a:extLst>
              </p:cNvPr>
              <p:cNvSpPr txBox="1"/>
              <p:nvPr/>
            </p:nvSpPr>
            <p:spPr>
              <a:xfrm>
                <a:off x="6864875" y="367752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8" name="文字方塊 16">
                <a:extLst>
                  <a:ext uri="{FF2B5EF4-FFF2-40B4-BE49-F238E27FC236}">
                    <a16:creationId xmlns:a16="http://schemas.microsoft.com/office/drawing/2014/main" id="{9FC00008-8A97-712B-EF04-BD749E3B1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4875" y="3677528"/>
                <a:ext cx="295688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字方塊 10">
                <a:extLst>
                  <a:ext uri="{FF2B5EF4-FFF2-40B4-BE49-F238E27FC236}">
                    <a16:creationId xmlns:a16="http://schemas.microsoft.com/office/drawing/2014/main" id="{744EC154-2ABB-FF6F-852E-F483488F8F24}"/>
                  </a:ext>
                </a:extLst>
              </p:cNvPr>
              <p:cNvSpPr txBox="1"/>
              <p:nvPr/>
            </p:nvSpPr>
            <p:spPr>
              <a:xfrm>
                <a:off x="7198562" y="3677206"/>
                <a:ext cx="919020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512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US" sz="2000"/>
              </a:p>
            </p:txBody>
          </p:sp>
        </mc:Choice>
        <mc:Fallback>
          <p:sp>
            <p:nvSpPr>
              <p:cNvPr id="79" name="文字方塊 10">
                <a:extLst>
                  <a:ext uri="{FF2B5EF4-FFF2-40B4-BE49-F238E27FC236}">
                    <a16:creationId xmlns:a16="http://schemas.microsoft.com/office/drawing/2014/main" id="{744EC154-2ABB-FF6F-852E-F483488F8F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8562" y="3677206"/>
                <a:ext cx="919020" cy="40709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文字方塊 7">
                <a:extLst>
                  <a:ext uri="{FF2B5EF4-FFF2-40B4-BE49-F238E27FC236}">
                    <a16:creationId xmlns:a16="http://schemas.microsoft.com/office/drawing/2014/main" id="{D4214F10-2551-DBBD-5CD0-21B6E5294A17}"/>
                  </a:ext>
                </a:extLst>
              </p:cNvPr>
              <p:cNvSpPr txBox="1"/>
              <p:nvPr/>
            </p:nvSpPr>
            <p:spPr>
              <a:xfrm>
                <a:off x="7995193" y="366342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1" name="文字方塊 7">
                <a:extLst>
                  <a:ext uri="{FF2B5EF4-FFF2-40B4-BE49-F238E27FC236}">
                    <a16:creationId xmlns:a16="http://schemas.microsoft.com/office/drawing/2014/main" id="{D4214F10-2551-DBBD-5CD0-21B6E5294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193" y="3663428"/>
                <a:ext cx="295688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文字方塊 10">
                <a:extLst>
                  <a:ext uri="{FF2B5EF4-FFF2-40B4-BE49-F238E27FC236}">
                    <a16:creationId xmlns:a16="http://schemas.microsoft.com/office/drawing/2014/main" id="{E261A336-3B43-93A2-4A3D-698C7C8381D1}"/>
                  </a:ext>
                </a:extLst>
              </p:cNvPr>
              <p:cNvSpPr txBox="1"/>
              <p:nvPr/>
            </p:nvSpPr>
            <p:spPr>
              <a:xfrm>
                <a:off x="8274899" y="3675160"/>
                <a:ext cx="117782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1312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2" name="文字方塊 10">
                <a:extLst>
                  <a:ext uri="{FF2B5EF4-FFF2-40B4-BE49-F238E27FC236}">
                    <a16:creationId xmlns:a16="http://schemas.microsoft.com/office/drawing/2014/main" id="{E261A336-3B43-93A2-4A3D-698C7C8381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899" y="3675160"/>
                <a:ext cx="1177821" cy="40011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文字方塊 10">
                <a:extLst>
                  <a:ext uri="{FF2B5EF4-FFF2-40B4-BE49-F238E27FC236}">
                    <a16:creationId xmlns:a16="http://schemas.microsoft.com/office/drawing/2014/main" id="{8AC24EFF-A4D0-698E-52B5-765DDCAEB77E}"/>
                  </a:ext>
                </a:extLst>
              </p:cNvPr>
              <p:cNvSpPr txBox="1"/>
              <p:nvPr/>
            </p:nvSpPr>
            <p:spPr>
              <a:xfrm>
                <a:off x="7103473" y="4189737"/>
                <a:ext cx="951236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32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𝝅</m:t>
                    </m:r>
                    <m:r>
                      <m:rPr>
                        <m:nor/>
                      </m:rPr>
                      <a:rPr lang="en-US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Calligraphy" panose="03010101010101010101" pitchFamily="66" charset="0"/>
                      </a:rPr>
                      <m:t>h</m:t>
                    </m:r>
                  </m:oMath>
                </a14:m>
                <a:endParaRPr lang="en-US" sz="2000"/>
              </a:p>
            </p:txBody>
          </p:sp>
        </mc:Choice>
        <mc:Fallback>
          <p:sp>
            <p:nvSpPr>
              <p:cNvPr id="83" name="文字方塊 10">
                <a:extLst>
                  <a:ext uri="{FF2B5EF4-FFF2-40B4-BE49-F238E27FC236}">
                    <a16:creationId xmlns:a16="http://schemas.microsoft.com/office/drawing/2014/main" id="{8AC24EFF-A4D0-698E-52B5-765DDCAEB7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3473" y="4189737"/>
                <a:ext cx="951236" cy="407099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文字方塊 7">
                <a:extLst>
                  <a:ext uri="{FF2B5EF4-FFF2-40B4-BE49-F238E27FC236}">
                    <a16:creationId xmlns:a16="http://schemas.microsoft.com/office/drawing/2014/main" id="{4DDF2619-30C0-F8EE-B70A-F94B164849C2}"/>
                  </a:ext>
                </a:extLst>
              </p:cNvPr>
              <p:cNvSpPr txBox="1"/>
              <p:nvPr/>
            </p:nvSpPr>
            <p:spPr>
              <a:xfrm>
                <a:off x="7995193" y="419838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4" name="文字方塊 7">
                <a:extLst>
                  <a:ext uri="{FF2B5EF4-FFF2-40B4-BE49-F238E27FC236}">
                    <a16:creationId xmlns:a16="http://schemas.microsoft.com/office/drawing/2014/main" id="{4DDF2619-30C0-F8EE-B70A-F94B16484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5193" y="4198385"/>
                <a:ext cx="295688" cy="40011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文字方塊 10">
                <a:extLst>
                  <a:ext uri="{FF2B5EF4-FFF2-40B4-BE49-F238E27FC236}">
                    <a16:creationId xmlns:a16="http://schemas.microsoft.com/office/drawing/2014/main" id="{187861B2-DFEB-82ED-D168-2DDC2A1976DD}"/>
                  </a:ext>
                </a:extLst>
              </p:cNvPr>
              <p:cNvSpPr txBox="1"/>
              <p:nvPr/>
            </p:nvSpPr>
            <p:spPr>
              <a:xfrm>
                <a:off x="8300703" y="4207467"/>
                <a:ext cx="117782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800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5" name="文字方塊 10">
                <a:extLst>
                  <a:ext uri="{FF2B5EF4-FFF2-40B4-BE49-F238E27FC236}">
                    <a16:creationId xmlns:a16="http://schemas.microsoft.com/office/drawing/2014/main" id="{187861B2-DFEB-82ED-D168-2DDC2A197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0703" y="4207467"/>
                <a:ext cx="1177821" cy="4001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TextBox 85">
            <a:extLst>
              <a:ext uri="{FF2B5EF4-FFF2-40B4-BE49-F238E27FC236}">
                <a16:creationId xmlns:a16="http://schemas.microsoft.com/office/drawing/2014/main" id="{FE7A6103-AEBE-880B-C396-6DC526478A20}"/>
              </a:ext>
            </a:extLst>
          </p:cNvPr>
          <p:cNvSpPr txBox="1"/>
          <p:nvPr/>
        </p:nvSpPr>
        <p:spPr>
          <a:xfrm>
            <a:off x="7612799" y="4721918"/>
            <a:ext cx="339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h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" name="文字方塊 7">
                <a:extLst>
                  <a:ext uri="{FF2B5EF4-FFF2-40B4-BE49-F238E27FC236}">
                    <a16:creationId xmlns:a16="http://schemas.microsoft.com/office/drawing/2014/main" id="{53663953-8F0D-A362-70C7-E5CE46287B1C}"/>
                  </a:ext>
                </a:extLst>
              </p:cNvPr>
              <p:cNvSpPr txBox="1"/>
              <p:nvPr/>
            </p:nvSpPr>
            <p:spPr>
              <a:xfrm>
                <a:off x="8007784" y="472201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7" name="文字方塊 7">
                <a:extLst>
                  <a:ext uri="{FF2B5EF4-FFF2-40B4-BE49-F238E27FC236}">
                    <a16:creationId xmlns:a16="http://schemas.microsoft.com/office/drawing/2014/main" id="{53663953-8F0D-A362-70C7-E5CE46287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7784" y="4722011"/>
                <a:ext cx="295688" cy="4001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文字方塊 10">
            <a:extLst>
              <a:ext uri="{FF2B5EF4-FFF2-40B4-BE49-F238E27FC236}">
                <a16:creationId xmlns:a16="http://schemas.microsoft.com/office/drawing/2014/main" id="{C1819E74-B1FD-3D78-ADB3-29E37A715E64}"/>
              </a:ext>
            </a:extLst>
          </p:cNvPr>
          <p:cNvSpPr txBox="1"/>
          <p:nvPr/>
        </p:nvSpPr>
        <p:spPr>
          <a:xfrm>
            <a:off x="8371286" y="4721918"/>
            <a:ext cx="626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25</a:t>
            </a:r>
          </a:p>
        </p:txBody>
      </p:sp>
      <p:sp>
        <p:nvSpPr>
          <p:cNvPr id="89" name="文字方塊 10">
            <a:extLst>
              <a:ext uri="{FF2B5EF4-FFF2-40B4-BE49-F238E27FC236}">
                <a16:creationId xmlns:a16="http://schemas.microsoft.com/office/drawing/2014/main" id="{E218F321-A23F-F715-1436-A1F165F9CDD9}"/>
              </a:ext>
            </a:extLst>
          </p:cNvPr>
          <p:cNvSpPr txBox="1"/>
          <p:nvPr/>
        </p:nvSpPr>
        <p:spPr>
          <a:xfrm>
            <a:off x="11659247" y="2607880"/>
            <a:ext cx="626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" name="文字方塊 260">
                <a:extLst>
                  <a:ext uri="{FF2B5EF4-FFF2-40B4-BE49-F238E27FC236}">
                    <a16:creationId xmlns:a16="http://schemas.microsoft.com/office/drawing/2014/main" id="{0FB573ED-56ED-4A78-77D3-61C6E41E8AC5}"/>
                  </a:ext>
                </a:extLst>
              </p:cNvPr>
              <p:cNvSpPr txBox="1"/>
              <p:nvPr/>
            </p:nvSpPr>
            <p:spPr>
              <a:xfrm>
                <a:off x="4921887" y="5113994"/>
                <a:ext cx="31657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90" name="文字方塊 260">
                <a:extLst>
                  <a:ext uri="{FF2B5EF4-FFF2-40B4-BE49-F238E27FC236}">
                    <a16:creationId xmlns:a16="http://schemas.microsoft.com/office/drawing/2014/main" id="{0FB573ED-56ED-4A78-77D3-61C6E41E8A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887" y="5113994"/>
                <a:ext cx="316570" cy="461665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" name="TextBox 15">
            <a:extLst>
              <a:ext uri="{FF2B5EF4-FFF2-40B4-BE49-F238E27FC236}">
                <a16:creationId xmlns:a16="http://schemas.microsoft.com/office/drawing/2014/main" id="{D589469B-9009-8568-33BA-D2FFCBD015DC}"/>
              </a:ext>
            </a:extLst>
          </p:cNvPr>
          <p:cNvSpPr txBox="1"/>
          <p:nvPr/>
        </p:nvSpPr>
        <p:spPr>
          <a:xfrm>
            <a:off x="5290623" y="5156983"/>
            <a:ext cx="57048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The height of the cylinder is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25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mm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 </a:t>
            </a:r>
            <a:endParaRPr lang="zh-TW" altLang="en-US" sz="2000" b="1"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89834D6-423C-3F29-D974-B9D338525BF8}"/>
              </a:ext>
            </a:extLst>
          </p:cNvPr>
          <p:cNvSpPr txBox="1"/>
          <p:nvPr/>
        </p:nvSpPr>
        <p:spPr>
          <a:xfrm>
            <a:off x="4780592" y="5626929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/>
          </a:p>
        </p:txBody>
      </p:sp>
      <p:sp>
        <p:nvSpPr>
          <p:cNvPr id="93" name="TextBox 15">
            <a:extLst>
              <a:ext uri="{FF2B5EF4-FFF2-40B4-BE49-F238E27FC236}">
                <a16:creationId xmlns:a16="http://schemas.microsoft.com/office/drawing/2014/main" id="{9580A5E1-8B5B-DA56-BC79-A30344DE8165}"/>
              </a:ext>
            </a:extLst>
          </p:cNvPr>
          <p:cNvSpPr txBox="1"/>
          <p:nvPr/>
        </p:nvSpPr>
        <p:spPr>
          <a:xfrm>
            <a:off x="5170206" y="5655585"/>
            <a:ext cx="33914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Volume of the cylinder</a:t>
            </a:r>
            <a:endParaRPr lang="zh-TW" altLang="en-US" sz="2000" b="1">
              <a:solidFill>
                <a:srgbClr val="FF0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字方塊 7">
                <a:extLst>
                  <a:ext uri="{FF2B5EF4-FFF2-40B4-BE49-F238E27FC236}">
                    <a16:creationId xmlns:a16="http://schemas.microsoft.com/office/drawing/2014/main" id="{498AB95C-005C-436F-46FB-E3F1ADCBE909}"/>
                  </a:ext>
                </a:extLst>
              </p:cNvPr>
              <p:cNvSpPr txBox="1"/>
              <p:nvPr/>
            </p:nvSpPr>
            <p:spPr>
              <a:xfrm>
                <a:off x="8413845" y="564946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4" name="文字方塊 7">
                <a:extLst>
                  <a:ext uri="{FF2B5EF4-FFF2-40B4-BE49-F238E27FC236}">
                    <a16:creationId xmlns:a16="http://schemas.microsoft.com/office/drawing/2014/main" id="{498AB95C-005C-436F-46FB-E3F1ADCBE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3845" y="5649463"/>
                <a:ext cx="295688" cy="400110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字方塊 10">
                <a:extLst>
                  <a:ext uri="{FF2B5EF4-FFF2-40B4-BE49-F238E27FC236}">
                    <a16:creationId xmlns:a16="http://schemas.microsoft.com/office/drawing/2014/main" id="{DC6B01C1-1FDF-D7A4-CB8A-B63A119F0CDA}"/>
                  </a:ext>
                </a:extLst>
              </p:cNvPr>
              <p:cNvSpPr txBox="1"/>
              <p:nvPr/>
            </p:nvSpPr>
            <p:spPr>
              <a:xfrm>
                <a:off x="8665933" y="5655585"/>
                <a:ext cx="43859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5" name="文字方塊 10">
                <a:extLst>
                  <a:ext uri="{FF2B5EF4-FFF2-40B4-BE49-F238E27FC236}">
                    <a16:creationId xmlns:a16="http://schemas.microsoft.com/office/drawing/2014/main" id="{DC6B01C1-1FDF-D7A4-CB8A-B63A119F0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5933" y="5655585"/>
                <a:ext cx="438591" cy="400110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字方塊 44">
                <a:extLst>
                  <a:ext uri="{FF2B5EF4-FFF2-40B4-BE49-F238E27FC236}">
                    <a16:creationId xmlns:a16="http://schemas.microsoft.com/office/drawing/2014/main" id="{DAA6C6A8-ACDF-0DCA-5CB4-631A21D14121}"/>
                  </a:ext>
                </a:extLst>
              </p:cNvPr>
              <p:cNvSpPr txBox="1"/>
              <p:nvPr/>
            </p:nvSpPr>
            <p:spPr>
              <a:xfrm>
                <a:off x="8978480" y="566685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6" name="文字方塊 44">
                <a:extLst>
                  <a:ext uri="{FF2B5EF4-FFF2-40B4-BE49-F238E27FC236}">
                    <a16:creationId xmlns:a16="http://schemas.microsoft.com/office/drawing/2014/main" id="{DAA6C6A8-ACDF-0DCA-5CB4-631A21D141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8480" y="5666857"/>
                <a:ext cx="295688" cy="400110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7" name="群組 245">
            <a:extLst>
              <a:ext uri="{FF2B5EF4-FFF2-40B4-BE49-F238E27FC236}">
                <a16:creationId xmlns:a16="http://schemas.microsoft.com/office/drawing/2014/main" id="{FBE2E956-789D-9927-E366-4F1B47FE2C6A}"/>
              </a:ext>
            </a:extLst>
          </p:cNvPr>
          <p:cNvGrpSpPr/>
          <p:nvPr/>
        </p:nvGrpSpPr>
        <p:grpSpPr>
          <a:xfrm>
            <a:off x="9272696" y="5558942"/>
            <a:ext cx="649939" cy="528154"/>
            <a:chOff x="2472626" y="4457022"/>
            <a:chExt cx="649939" cy="528154"/>
          </a:xfrm>
        </p:grpSpPr>
        <p:sp>
          <p:nvSpPr>
            <p:cNvPr id="98" name="文字方塊 249">
              <a:extLst>
                <a:ext uri="{FF2B5EF4-FFF2-40B4-BE49-F238E27FC236}">
                  <a16:creationId xmlns:a16="http://schemas.microsoft.com/office/drawing/2014/main" id="{11D69932-DE4A-087D-277D-0C13548D984F}"/>
                </a:ext>
              </a:extLst>
            </p:cNvPr>
            <p:cNvSpPr txBox="1"/>
            <p:nvPr/>
          </p:nvSpPr>
          <p:spPr>
            <a:xfrm>
              <a:off x="2472626" y="4585066"/>
              <a:ext cx="5309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16</a:t>
              </a:r>
              <a:endParaRPr lang="en-HK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99" name="文字方塊 247">
              <a:extLst>
                <a:ext uri="{FF2B5EF4-FFF2-40B4-BE49-F238E27FC236}">
                  <a16:creationId xmlns:a16="http://schemas.microsoft.com/office/drawing/2014/main" id="{F50D8786-84B0-5D56-EAA8-2183B2BCDC47}"/>
                </a:ext>
              </a:extLst>
            </p:cNvPr>
            <p:cNvSpPr txBox="1"/>
            <p:nvPr/>
          </p:nvSpPr>
          <p:spPr>
            <a:xfrm>
              <a:off x="2833703" y="44570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文字方塊 44">
                <a:extLst>
                  <a:ext uri="{FF2B5EF4-FFF2-40B4-BE49-F238E27FC236}">
                    <a16:creationId xmlns:a16="http://schemas.microsoft.com/office/drawing/2014/main" id="{05B925C0-6A23-2888-7CA2-7BF7D25C2CFD}"/>
                  </a:ext>
                </a:extLst>
              </p:cNvPr>
              <p:cNvSpPr txBox="1"/>
              <p:nvPr/>
            </p:nvSpPr>
            <p:spPr>
              <a:xfrm>
                <a:off x="9804522" y="564946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0" name="文字方塊 44">
                <a:extLst>
                  <a:ext uri="{FF2B5EF4-FFF2-40B4-BE49-F238E27FC236}">
                    <a16:creationId xmlns:a16="http://schemas.microsoft.com/office/drawing/2014/main" id="{05B925C0-6A23-2888-7CA2-7BF7D25C2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4522" y="5649463"/>
                <a:ext cx="295688" cy="40011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文字方塊 10">
            <a:extLst>
              <a:ext uri="{FF2B5EF4-FFF2-40B4-BE49-F238E27FC236}">
                <a16:creationId xmlns:a16="http://schemas.microsoft.com/office/drawing/2014/main" id="{C2B5FF05-D43B-4457-FC32-AB48BA3E2320}"/>
              </a:ext>
            </a:extLst>
          </p:cNvPr>
          <p:cNvSpPr txBox="1"/>
          <p:nvPr/>
        </p:nvSpPr>
        <p:spPr>
          <a:xfrm>
            <a:off x="10127923" y="5668369"/>
            <a:ext cx="626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25</a:t>
            </a:r>
          </a:p>
        </p:txBody>
      </p:sp>
      <p:grpSp>
        <p:nvGrpSpPr>
          <p:cNvPr id="102" name="群組 245">
            <a:extLst>
              <a:ext uri="{FF2B5EF4-FFF2-40B4-BE49-F238E27FC236}">
                <a16:creationId xmlns:a16="http://schemas.microsoft.com/office/drawing/2014/main" id="{9DE01C8F-71D7-DBAD-E0F1-699960DDDC1A}"/>
              </a:ext>
            </a:extLst>
          </p:cNvPr>
          <p:cNvGrpSpPr/>
          <p:nvPr/>
        </p:nvGrpSpPr>
        <p:grpSpPr>
          <a:xfrm>
            <a:off x="10595706" y="5579062"/>
            <a:ext cx="798519" cy="482013"/>
            <a:chOff x="2472626" y="4503163"/>
            <a:chExt cx="798519" cy="482013"/>
          </a:xfrm>
        </p:grpSpPr>
        <p:sp>
          <p:nvSpPr>
            <p:cNvPr id="103" name="文字方塊 249">
              <a:extLst>
                <a:ext uri="{FF2B5EF4-FFF2-40B4-BE49-F238E27FC236}">
                  <a16:creationId xmlns:a16="http://schemas.microsoft.com/office/drawing/2014/main" id="{1E4D5C61-9A09-5DEA-68F2-1AE3631BC073}"/>
                </a:ext>
              </a:extLst>
            </p:cNvPr>
            <p:cNvSpPr txBox="1"/>
            <p:nvPr/>
          </p:nvSpPr>
          <p:spPr>
            <a:xfrm>
              <a:off x="2472626" y="4585066"/>
              <a:ext cx="7104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mm</a:t>
              </a:r>
            </a:p>
          </p:txBody>
        </p:sp>
        <p:sp>
          <p:nvSpPr>
            <p:cNvPr id="104" name="文字方塊 247">
              <a:extLst>
                <a:ext uri="{FF2B5EF4-FFF2-40B4-BE49-F238E27FC236}">
                  <a16:creationId xmlns:a16="http://schemas.microsoft.com/office/drawing/2014/main" id="{67424872-1176-1C35-600C-D4D1B56352D4}"/>
                </a:ext>
              </a:extLst>
            </p:cNvPr>
            <p:cNvSpPr txBox="1"/>
            <p:nvPr/>
          </p:nvSpPr>
          <p:spPr>
            <a:xfrm>
              <a:off x="2982283" y="4503163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文字方塊 7">
                <a:extLst>
                  <a:ext uri="{FF2B5EF4-FFF2-40B4-BE49-F238E27FC236}">
                    <a16:creationId xmlns:a16="http://schemas.microsoft.com/office/drawing/2014/main" id="{FB1FED15-B901-1B34-D3AB-970042F17FA3}"/>
                  </a:ext>
                </a:extLst>
              </p:cNvPr>
              <p:cNvSpPr txBox="1"/>
              <p:nvPr/>
            </p:nvSpPr>
            <p:spPr>
              <a:xfrm>
                <a:off x="8413845" y="617422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5" name="文字方塊 7">
                <a:extLst>
                  <a:ext uri="{FF2B5EF4-FFF2-40B4-BE49-F238E27FC236}">
                    <a16:creationId xmlns:a16="http://schemas.microsoft.com/office/drawing/2014/main" id="{FB1FED15-B901-1B34-D3AB-970042F17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3845" y="6174223"/>
                <a:ext cx="295688" cy="400110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文字方塊 10">
                <a:extLst>
                  <a:ext uri="{FF2B5EF4-FFF2-40B4-BE49-F238E27FC236}">
                    <a16:creationId xmlns:a16="http://schemas.microsoft.com/office/drawing/2014/main" id="{069FD3D3-40B0-8286-D268-A10946DE64B1}"/>
                  </a:ext>
                </a:extLst>
              </p:cNvPr>
              <p:cNvSpPr txBox="1"/>
              <p:nvPr/>
            </p:nvSpPr>
            <p:spPr>
              <a:xfrm>
                <a:off x="8709533" y="6176731"/>
                <a:ext cx="117782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Handwriting" panose="03010101010101010101" pitchFamily="66" charset="0"/>
                  </a:rPr>
                  <a:t>6400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𝝅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6" name="文字方塊 10">
                <a:extLst>
                  <a:ext uri="{FF2B5EF4-FFF2-40B4-BE49-F238E27FC236}">
                    <a16:creationId xmlns:a16="http://schemas.microsoft.com/office/drawing/2014/main" id="{069FD3D3-40B0-8286-D268-A10946DE6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9533" y="6176731"/>
                <a:ext cx="1177821" cy="400110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7" name="群組 245">
            <a:extLst>
              <a:ext uri="{FF2B5EF4-FFF2-40B4-BE49-F238E27FC236}">
                <a16:creationId xmlns:a16="http://schemas.microsoft.com/office/drawing/2014/main" id="{ADF8F178-A849-1288-CDFD-B75087139CC5}"/>
              </a:ext>
            </a:extLst>
          </p:cNvPr>
          <p:cNvGrpSpPr/>
          <p:nvPr/>
        </p:nvGrpSpPr>
        <p:grpSpPr>
          <a:xfrm>
            <a:off x="9719502" y="6100968"/>
            <a:ext cx="798519" cy="482013"/>
            <a:chOff x="2472626" y="4503163"/>
            <a:chExt cx="798519" cy="482013"/>
          </a:xfrm>
        </p:grpSpPr>
        <p:sp>
          <p:nvSpPr>
            <p:cNvPr id="108" name="文字方塊 249">
              <a:extLst>
                <a:ext uri="{FF2B5EF4-FFF2-40B4-BE49-F238E27FC236}">
                  <a16:creationId xmlns:a16="http://schemas.microsoft.com/office/drawing/2014/main" id="{E75073D5-86B9-F497-CE45-74C7F7D4E4C4}"/>
                </a:ext>
              </a:extLst>
            </p:cNvPr>
            <p:cNvSpPr txBox="1"/>
            <p:nvPr/>
          </p:nvSpPr>
          <p:spPr>
            <a:xfrm>
              <a:off x="2472626" y="4585066"/>
              <a:ext cx="7104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rPr>
                <a:t>mm</a:t>
              </a:r>
            </a:p>
          </p:txBody>
        </p:sp>
        <p:sp>
          <p:nvSpPr>
            <p:cNvPr id="109" name="文字方塊 247">
              <a:extLst>
                <a:ext uri="{FF2B5EF4-FFF2-40B4-BE49-F238E27FC236}">
                  <a16:creationId xmlns:a16="http://schemas.microsoft.com/office/drawing/2014/main" id="{FB654618-A294-B8BE-CC23-E0DD72FEEEEE}"/>
                </a:ext>
              </a:extLst>
            </p:cNvPr>
            <p:cNvSpPr txBox="1"/>
            <p:nvPr/>
          </p:nvSpPr>
          <p:spPr>
            <a:xfrm>
              <a:off x="2982283" y="4503163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9354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  <p:bldP spid="20" grpId="0"/>
      <p:bldP spid="21" grpId="0"/>
      <p:bldP spid="22" grpId="0"/>
      <p:bldP spid="23" grpId="0"/>
      <p:bldP spid="26" grpId="0"/>
      <p:bldP spid="28" grpId="0"/>
      <p:bldP spid="32" grpId="0"/>
      <p:bldP spid="33" grpId="0"/>
      <p:bldP spid="34" grpId="0"/>
      <p:bldP spid="35" grpId="0"/>
      <p:bldP spid="38" grpId="0"/>
      <p:bldP spid="39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62" grpId="0"/>
      <p:bldP spid="63" grpId="0"/>
      <p:bldP spid="64" grpId="0"/>
      <p:bldP spid="65" grpId="0"/>
      <p:bldP spid="66" grpId="0"/>
      <p:bldP spid="68" grpId="0"/>
      <p:bldP spid="69" grpId="0"/>
      <p:bldP spid="70" grpId="0"/>
      <p:bldP spid="71" grpId="0"/>
      <p:bldP spid="75" grpId="0"/>
      <p:bldP spid="76" grpId="0"/>
      <p:bldP spid="77" grpId="0"/>
      <p:bldP spid="78" grpId="0"/>
      <p:bldP spid="79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100" grpId="0"/>
      <p:bldP spid="101" grpId="0"/>
      <p:bldP spid="105" grpId="0"/>
      <p:bldP spid="10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77022A72-EA13-60FA-08A6-F3DB1D369A39}"/>
              </a:ext>
            </a:extLst>
          </p:cNvPr>
          <p:cNvSpPr txBox="1"/>
          <p:nvPr/>
        </p:nvSpPr>
        <p:spPr>
          <a:xfrm>
            <a:off x="4007768" y="188640"/>
            <a:ext cx="3456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Pyramid</a:t>
            </a:r>
            <a:endParaRPr lang="zh-TW" altLang="en-US" sz="2400" b="1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CC12DAFD-308E-F2F9-A92D-E7E2C82B894C}"/>
              </a:ext>
            </a:extLst>
          </p:cNvPr>
          <p:cNvGrpSpPr/>
          <p:nvPr/>
        </p:nvGrpSpPr>
        <p:grpSpPr>
          <a:xfrm>
            <a:off x="623392" y="1268760"/>
            <a:ext cx="2223809" cy="1893120"/>
            <a:chOff x="263352" y="980728"/>
            <a:chExt cx="2223809" cy="1893120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E0FA5E0D-D5C3-C0F9-2BD4-163A67E98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3352" y="980728"/>
              <a:ext cx="2028571" cy="1771429"/>
            </a:xfrm>
            <a:prstGeom prst="rect">
              <a:avLst/>
            </a:prstGeom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AF958DB1-ECFF-9E26-F424-E87CED07D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6685" y="2492896"/>
              <a:ext cx="390476" cy="380952"/>
            </a:xfrm>
            <a:prstGeom prst="rect">
              <a:avLst/>
            </a:prstGeom>
          </p:spPr>
        </p:pic>
      </p:grpSp>
      <p:sp>
        <p:nvSpPr>
          <p:cNvPr id="8" name="TextBox 15">
            <a:extLst>
              <a:ext uri="{FF2B5EF4-FFF2-40B4-BE49-F238E27FC236}">
                <a16:creationId xmlns:a16="http://schemas.microsoft.com/office/drawing/2014/main" id="{31259D69-91C7-1355-6400-3790836B9ED5}"/>
              </a:ext>
            </a:extLst>
          </p:cNvPr>
          <p:cNvSpPr txBox="1"/>
          <p:nvPr/>
        </p:nvSpPr>
        <p:spPr>
          <a:xfrm>
            <a:off x="3071664" y="2060848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Pyramid</a:t>
            </a:r>
            <a:endParaRPr lang="zh-TW" altLang="en-US" sz="2000" b="1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6EC1CF2-235F-8898-CEA1-B706C07297A5}"/>
                  </a:ext>
                </a:extLst>
              </p:cNvPr>
              <p:cNvSpPr txBox="1"/>
              <p:nvPr/>
            </p:nvSpPr>
            <p:spPr>
              <a:xfrm>
                <a:off x="5948156" y="204487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6EC1CF2-235F-8898-CEA1-B706C0729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156" y="2044879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群組 9">
            <a:extLst>
              <a:ext uri="{FF2B5EF4-FFF2-40B4-BE49-F238E27FC236}">
                <a16:creationId xmlns:a16="http://schemas.microsoft.com/office/drawing/2014/main" id="{8D0FCE9B-56FE-589B-8CF5-CDC47A0290DE}"/>
              </a:ext>
            </a:extLst>
          </p:cNvPr>
          <p:cNvGrpSpPr/>
          <p:nvPr/>
        </p:nvGrpSpPr>
        <p:grpSpPr>
          <a:xfrm>
            <a:off x="6333509" y="1872128"/>
            <a:ext cx="364383" cy="777549"/>
            <a:chOff x="2896107" y="4671588"/>
            <a:chExt cx="364383" cy="777549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D41FED3-2532-4C8E-816F-E8F4236A4FCB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6227ABC5-D4FC-9B57-6FA9-6E30CE066DC7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3" name="直線接點 12">
                <a:extLst>
                  <a:ext uri="{FF2B5EF4-FFF2-40B4-BE49-F238E27FC236}">
                    <a16:creationId xmlns:a16="http://schemas.microsoft.com/office/drawing/2014/main" id="{7F781B21-99A3-1E24-BC61-8709B5F39AC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FBF8811-9BDF-B7E5-484D-C58A2D15A0AE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002CE238-43FD-90E8-DE26-6DEA226D0C75}"/>
                  </a:ext>
                </a:extLst>
              </p:cNvPr>
              <p:cNvSpPr txBox="1"/>
              <p:nvPr/>
            </p:nvSpPr>
            <p:spPr>
              <a:xfrm>
                <a:off x="6719900" y="20349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002CE238-43FD-90E8-DE26-6DEA226D0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9900" y="2034939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3F425A4D-0784-000F-9CFC-FC4DE79707BA}"/>
              </a:ext>
            </a:extLst>
          </p:cNvPr>
          <p:cNvSpPr txBox="1"/>
          <p:nvPr/>
        </p:nvSpPr>
        <p:spPr>
          <a:xfrm>
            <a:off x="6943437" y="2049512"/>
            <a:ext cx="16223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base area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869017EE-23E6-2484-B331-B2B7604831B1}"/>
                  </a:ext>
                </a:extLst>
              </p:cNvPr>
              <p:cNvSpPr txBox="1"/>
              <p:nvPr/>
            </p:nvSpPr>
            <p:spPr>
              <a:xfrm>
                <a:off x="8417980" y="20408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869017EE-23E6-2484-B331-B2B760483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7980" y="2040886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>
            <a:extLst>
              <a:ext uri="{FF2B5EF4-FFF2-40B4-BE49-F238E27FC236}">
                <a16:creationId xmlns:a16="http://schemas.microsoft.com/office/drawing/2014/main" id="{F9C38617-C8C5-6442-55ED-A303B7D9AFA4}"/>
              </a:ext>
            </a:extLst>
          </p:cNvPr>
          <p:cNvSpPr txBox="1"/>
          <p:nvPr/>
        </p:nvSpPr>
        <p:spPr>
          <a:xfrm>
            <a:off x="8686649" y="2049512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608A35A2-E067-34FD-0C74-60ACC60F91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355" y="3573016"/>
            <a:ext cx="1584176" cy="2620123"/>
          </a:xfrm>
          <a:prstGeom prst="rect">
            <a:avLst/>
          </a:prstGeom>
        </p:spPr>
      </p:pic>
      <p:sp>
        <p:nvSpPr>
          <p:cNvPr id="21" name="TextBox 15">
            <a:extLst>
              <a:ext uri="{FF2B5EF4-FFF2-40B4-BE49-F238E27FC236}">
                <a16:creationId xmlns:a16="http://schemas.microsoft.com/office/drawing/2014/main" id="{391A15B8-A44B-FE23-AE4D-EF48738D44EB}"/>
              </a:ext>
            </a:extLst>
          </p:cNvPr>
          <p:cNvSpPr txBox="1"/>
          <p:nvPr/>
        </p:nvSpPr>
        <p:spPr>
          <a:xfrm>
            <a:off x="3575719" y="4653136"/>
            <a:ext cx="2515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Cone</a:t>
            </a:r>
            <a:endParaRPr lang="zh-TW" altLang="en-US" sz="2000" b="1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6E9B4D39-2385-CE39-18A3-9FA968AD5103}"/>
                  </a:ext>
                </a:extLst>
              </p:cNvPr>
              <p:cNvSpPr txBox="1"/>
              <p:nvPr/>
            </p:nvSpPr>
            <p:spPr>
              <a:xfrm>
                <a:off x="5943249" y="46371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6E9B4D39-2385-CE39-18A3-9FA968AD5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249" y="4637167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群組 22">
            <a:extLst>
              <a:ext uri="{FF2B5EF4-FFF2-40B4-BE49-F238E27FC236}">
                <a16:creationId xmlns:a16="http://schemas.microsoft.com/office/drawing/2014/main" id="{76EF7D85-0C42-E4E8-1D76-ED9347295400}"/>
              </a:ext>
            </a:extLst>
          </p:cNvPr>
          <p:cNvGrpSpPr/>
          <p:nvPr/>
        </p:nvGrpSpPr>
        <p:grpSpPr>
          <a:xfrm>
            <a:off x="6340102" y="4464416"/>
            <a:ext cx="364383" cy="777549"/>
            <a:chOff x="2896107" y="4671588"/>
            <a:chExt cx="364383" cy="777549"/>
          </a:xfrm>
        </p:grpSpPr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0D5FE40D-2621-F8FE-B8F9-58818834D97D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48BB1950-0292-1C60-7131-9EE955D02293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26" name="直線接點 25">
                <a:extLst>
                  <a:ext uri="{FF2B5EF4-FFF2-40B4-BE49-F238E27FC236}">
                    <a16:creationId xmlns:a16="http://schemas.microsoft.com/office/drawing/2014/main" id="{547FD9B7-6CF4-6D92-7116-6959DFF9332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C87B63A1-2064-EEAA-1E76-83462C196278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3307418-AE2C-DC7A-3BF9-92BE0E66C858}"/>
                  </a:ext>
                </a:extLst>
              </p:cNvPr>
              <p:cNvSpPr txBox="1"/>
              <p:nvPr/>
            </p:nvSpPr>
            <p:spPr>
              <a:xfrm>
                <a:off x="6719900" y="462722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3307418-AE2C-DC7A-3BF9-92BE0E66C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9900" y="4627227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群組 28">
            <a:extLst>
              <a:ext uri="{FF2B5EF4-FFF2-40B4-BE49-F238E27FC236}">
                <a16:creationId xmlns:a16="http://schemas.microsoft.com/office/drawing/2014/main" id="{F189D7E6-8069-12C3-A445-968D988360E5}"/>
              </a:ext>
            </a:extLst>
          </p:cNvPr>
          <p:cNvGrpSpPr/>
          <p:nvPr/>
        </p:nvGrpSpPr>
        <p:grpSpPr>
          <a:xfrm>
            <a:off x="6983175" y="4558053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BD2424FA-30B1-8137-1E10-2B14B4720491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BD2424FA-30B1-8137-1E10-2B14B47204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A701B6D9-9F3E-267E-72E7-3124E7EBD54D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E2A7889-586E-85B3-1275-1AFB0249B290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8C3CD38E-B600-3261-0236-915104C8AD1A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BD7780BD-6D52-7BB7-25C9-6232B4F9A75F}"/>
              </a:ext>
            </a:extLst>
          </p:cNvPr>
          <p:cNvSpPr txBox="1"/>
          <p:nvPr/>
        </p:nvSpPr>
        <p:spPr>
          <a:xfrm>
            <a:off x="7465023" y="4630979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95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  <p:bldP spid="15" grpId="0"/>
      <p:bldP spid="16" grpId="0"/>
      <p:bldP spid="17" grpId="0"/>
      <p:bldP spid="18" grpId="0"/>
      <p:bldP spid="21" grpId="0"/>
      <p:bldP spid="22" grpId="0"/>
      <p:bldP spid="28" grpId="0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icture 109">
            <a:extLst>
              <a:ext uri="{FF2B5EF4-FFF2-40B4-BE49-F238E27FC236}">
                <a16:creationId xmlns:a16="http://schemas.microsoft.com/office/drawing/2014/main" id="{D2A7147F-B289-4CBB-4789-0D7604FFF43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1235"/>
          <a:stretch>
            <a:fillRect/>
          </a:stretch>
        </p:blipFill>
        <p:spPr>
          <a:xfrm>
            <a:off x="215943" y="0"/>
            <a:ext cx="11760113" cy="1337618"/>
          </a:xfrm>
          <a:prstGeom prst="rect">
            <a:avLst/>
          </a:prstGeom>
        </p:spPr>
      </p:pic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16C969D-DA42-2451-7180-354EE710498C}"/>
              </a:ext>
            </a:extLst>
          </p:cNvPr>
          <p:cNvSpPr/>
          <p:nvPr/>
        </p:nvSpPr>
        <p:spPr>
          <a:xfrm rot="10800000">
            <a:off x="8886593" y="2064968"/>
            <a:ext cx="1695581" cy="1735753"/>
          </a:xfrm>
          <a:custGeom>
            <a:avLst/>
            <a:gdLst>
              <a:gd name="connsiteX0" fmla="*/ 0 w 1296955"/>
              <a:gd name="connsiteY0" fmla="*/ 1436915 h 1436915"/>
              <a:gd name="connsiteX1" fmla="*/ 615820 w 1296955"/>
              <a:gd name="connsiteY1" fmla="*/ 0 h 1436915"/>
              <a:gd name="connsiteX2" fmla="*/ 1296955 w 1296955"/>
              <a:gd name="connsiteY2" fmla="*/ 1399592 h 1436915"/>
              <a:gd name="connsiteX0" fmla="*/ 0 w 1316679"/>
              <a:gd name="connsiteY0" fmla="*/ 1436915 h 1450535"/>
              <a:gd name="connsiteX1" fmla="*/ 615820 w 1316679"/>
              <a:gd name="connsiteY1" fmla="*/ 0 h 1450535"/>
              <a:gd name="connsiteX2" fmla="*/ 1316679 w 1316679"/>
              <a:gd name="connsiteY2" fmla="*/ 1450535 h 145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6679" h="1450535">
                <a:moveTo>
                  <a:pt x="0" y="1436915"/>
                </a:moveTo>
                <a:lnTo>
                  <a:pt x="615820" y="0"/>
                </a:lnTo>
                <a:cubicBezTo>
                  <a:pt x="842865" y="466531"/>
                  <a:pt x="1089634" y="984004"/>
                  <a:pt x="1316679" y="145053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7EAA3DB-AB73-9F1D-9955-0F4088ED0C98}"/>
              </a:ext>
            </a:extLst>
          </p:cNvPr>
          <p:cNvCxnSpPr>
            <a:cxnSpLocks/>
          </p:cNvCxnSpPr>
          <p:nvPr/>
        </p:nvCxnSpPr>
        <p:spPr>
          <a:xfrm rot="10800000" flipV="1">
            <a:off x="9788569" y="2064283"/>
            <a:ext cx="0" cy="1719455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接點: 肘形 31">
            <a:extLst>
              <a:ext uri="{FF2B5EF4-FFF2-40B4-BE49-F238E27FC236}">
                <a16:creationId xmlns:a16="http://schemas.microsoft.com/office/drawing/2014/main" id="{E7131093-6F21-6DAD-C5B3-0DD01C209B6F}"/>
              </a:ext>
            </a:extLst>
          </p:cNvPr>
          <p:cNvCxnSpPr>
            <a:cxnSpLocks/>
          </p:cNvCxnSpPr>
          <p:nvPr/>
        </p:nvCxnSpPr>
        <p:spPr>
          <a:xfrm flipH="1" flipV="1">
            <a:off x="9598931" y="2082083"/>
            <a:ext cx="182880" cy="182880"/>
          </a:xfrm>
          <a:prstGeom prst="bentConnector3">
            <a:avLst>
              <a:gd name="adj1" fmla="val 97736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07FED06-FBFD-5A93-8DEF-D3FFE72D27F9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8900103" y="2043786"/>
            <a:ext cx="1682067" cy="9175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字方塊 137">
            <a:extLst>
              <a:ext uri="{FF2B5EF4-FFF2-40B4-BE49-F238E27FC236}">
                <a16:creationId xmlns:a16="http://schemas.microsoft.com/office/drawing/2014/main" id="{9A0061C4-D549-D091-66A5-617E0B28C34C}"/>
              </a:ext>
            </a:extLst>
          </p:cNvPr>
          <p:cNvSpPr txBox="1">
            <a:spLocks/>
          </p:cNvSpPr>
          <p:nvPr/>
        </p:nvSpPr>
        <p:spPr>
          <a:xfrm>
            <a:off x="9356053" y="1678060"/>
            <a:ext cx="78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9 </a:t>
            </a:r>
            <a:r>
              <a:rPr lang="en-HK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cm</a:t>
            </a:r>
          </a:p>
        </p:txBody>
      </p:sp>
      <p:sp>
        <p:nvSpPr>
          <p:cNvPr id="16" name="文字方塊 137">
            <a:extLst>
              <a:ext uri="{FF2B5EF4-FFF2-40B4-BE49-F238E27FC236}">
                <a16:creationId xmlns:a16="http://schemas.microsoft.com/office/drawing/2014/main" id="{C4E87446-FA37-C1E5-5B2C-DE4F66425381}"/>
              </a:ext>
            </a:extLst>
          </p:cNvPr>
          <p:cNvSpPr txBox="1">
            <a:spLocks/>
          </p:cNvSpPr>
          <p:nvPr/>
        </p:nvSpPr>
        <p:spPr>
          <a:xfrm>
            <a:off x="10506559" y="2657005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14 </a:t>
            </a:r>
            <a:r>
              <a:rPr lang="en-HK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cm</a:t>
            </a:r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8913EADE-6667-1824-7DF9-D37E07DE3E6C}"/>
              </a:ext>
            </a:extLst>
          </p:cNvPr>
          <p:cNvSpPr/>
          <p:nvPr/>
        </p:nvSpPr>
        <p:spPr>
          <a:xfrm>
            <a:off x="8893349" y="1665341"/>
            <a:ext cx="1682067" cy="797885"/>
          </a:xfrm>
          <a:prstGeom prst="arc">
            <a:avLst>
              <a:gd name="adj1" fmla="val 10831203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89E64EA5-3DFB-5B07-CAB5-54F4563D59C7}"/>
              </a:ext>
            </a:extLst>
          </p:cNvPr>
          <p:cNvSpPr/>
          <p:nvPr/>
        </p:nvSpPr>
        <p:spPr>
          <a:xfrm flipV="1">
            <a:off x="8900103" y="1644844"/>
            <a:ext cx="1682067" cy="797885"/>
          </a:xfrm>
          <a:prstGeom prst="arc">
            <a:avLst>
              <a:gd name="adj1" fmla="val 10831203"/>
              <a:gd name="adj2" fmla="val 0"/>
            </a:avLst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936CC51-0BDA-882B-8779-C5F5CB723F21}"/>
              </a:ext>
            </a:extLst>
          </p:cNvPr>
          <p:cNvCxnSpPr>
            <a:stCxn id="16" idx="1"/>
          </p:cNvCxnSpPr>
          <p:nvPr/>
        </p:nvCxnSpPr>
        <p:spPr>
          <a:xfrm flipH="1">
            <a:off x="9788569" y="2841671"/>
            <a:ext cx="717990" cy="1846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15">
            <a:extLst>
              <a:ext uri="{FF2B5EF4-FFF2-40B4-BE49-F238E27FC236}">
                <a16:creationId xmlns:a16="http://schemas.microsoft.com/office/drawing/2014/main" id="{38E142B5-3576-01C5-7276-C51F3857E61C}"/>
              </a:ext>
            </a:extLst>
          </p:cNvPr>
          <p:cNvSpPr txBox="1"/>
          <p:nvPr/>
        </p:nvSpPr>
        <p:spPr>
          <a:xfrm>
            <a:off x="564163" y="1643368"/>
            <a:ext cx="4794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Total capacity of the eight cups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9" name="筆跡 11">
                <a:extLst>
                  <a:ext uri="{FF2B5EF4-FFF2-40B4-BE49-F238E27FC236}">
                    <a16:creationId xmlns:a16="http://schemas.microsoft.com/office/drawing/2014/main" id="{7408BA54-DB50-B8DC-133C-64626EA7B8E7}"/>
                  </a:ext>
                </a:extLst>
              </p14:cNvPr>
              <p14:cNvContentPartPr/>
              <p14:nvPr/>
            </p14:nvContentPartPr>
            <p14:xfrm>
              <a:off x="1873963" y="343679"/>
              <a:ext cx="6855367" cy="45719"/>
            </p14:xfrm>
          </p:contentPart>
        </mc:Choice>
        <mc:Fallback>
          <p:pic>
            <p:nvPicPr>
              <p:cNvPr id="29" name="筆跡 11">
                <a:extLst>
                  <a:ext uri="{FF2B5EF4-FFF2-40B4-BE49-F238E27FC236}">
                    <a16:creationId xmlns:a16="http://schemas.microsoft.com/office/drawing/2014/main" id="{7408BA54-DB50-B8DC-133C-64626EA7B8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19927" y="-13372021"/>
                <a:ext cx="696307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0" name="筆跡 11">
                <a:extLst>
                  <a:ext uri="{FF2B5EF4-FFF2-40B4-BE49-F238E27FC236}">
                    <a16:creationId xmlns:a16="http://schemas.microsoft.com/office/drawing/2014/main" id="{C0B7B5EB-85A2-1F87-FE52-7ACE5589EBF8}"/>
                  </a:ext>
                </a:extLst>
              </p14:cNvPr>
              <p14:cNvContentPartPr/>
              <p14:nvPr/>
            </p14:nvContentPartPr>
            <p14:xfrm>
              <a:off x="3322373" y="750234"/>
              <a:ext cx="625497" cy="45719"/>
            </p14:xfrm>
          </p:contentPart>
        </mc:Choice>
        <mc:Fallback>
          <p:pic>
            <p:nvPicPr>
              <p:cNvPr id="30" name="筆跡 11">
                <a:extLst>
                  <a:ext uri="{FF2B5EF4-FFF2-40B4-BE49-F238E27FC236}">
                    <a16:creationId xmlns:a16="http://schemas.microsoft.com/office/drawing/2014/main" id="{C0B7B5EB-85A2-1F87-FE52-7ACE5589EBF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68358" y="-12965466"/>
                <a:ext cx="73316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1" name="筆跡 11">
                <a:extLst>
                  <a:ext uri="{FF2B5EF4-FFF2-40B4-BE49-F238E27FC236}">
                    <a16:creationId xmlns:a16="http://schemas.microsoft.com/office/drawing/2014/main" id="{CFB878B5-AB7E-0624-2D45-8E5AD8392240}"/>
                  </a:ext>
                </a:extLst>
              </p14:cNvPr>
              <p14:cNvContentPartPr/>
              <p14:nvPr/>
            </p14:nvContentPartPr>
            <p14:xfrm>
              <a:off x="4456866" y="778799"/>
              <a:ext cx="625497" cy="45719"/>
            </p14:xfrm>
          </p:contentPart>
        </mc:Choice>
        <mc:Fallback>
          <p:pic>
            <p:nvPicPr>
              <p:cNvPr id="31" name="筆跡 11">
                <a:extLst>
                  <a:ext uri="{FF2B5EF4-FFF2-40B4-BE49-F238E27FC236}">
                    <a16:creationId xmlns:a16="http://schemas.microsoft.com/office/drawing/2014/main" id="{CFB878B5-AB7E-0624-2D45-8E5AD839224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02851" y="-12936901"/>
                <a:ext cx="73316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2" name="筆跡 11">
                <a:extLst>
                  <a:ext uri="{FF2B5EF4-FFF2-40B4-BE49-F238E27FC236}">
                    <a16:creationId xmlns:a16="http://schemas.microsoft.com/office/drawing/2014/main" id="{41E9909F-68AD-4880-F309-7BE89A283D7A}"/>
                  </a:ext>
                </a:extLst>
              </p14:cNvPr>
              <p14:cNvContentPartPr/>
              <p14:nvPr/>
            </p14:nvContentPartPr>
            <p14:xfrm>
              <a:off x="8659398" y="773093"/>
              <a:ext cx="3227802" cy="45719"/>
            </p14:xfrm>
          </p:contentPart>
        </mc:Choice>
        <mc:Fallback>
          <p:pic>
            <p:nvPicPr>
              <p:cNvPr id="32" name="筆跡 11">
                <a:extLst>
                  <a:ext uri="{FF2B5EF4-FFF2-40B4-BE49-F238E27FC236}">
                    <a16:creationId xmlns:a16="http://schemas.microsoft.com/office/drawing/2014/main" id="{41E9909F-68AD-4880-F309-7BE89A283D7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605367" y="-12942607"/>
                <a:ext cx="333550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3" name="筆跡 11">
                <a:extLst>
                  <a:ext uri="{FF2B5EF4-FFF2-40B4-BE49-F238E27FC236}">
                    <a16:creationId xmlns:a16="http://schemas.microsoft.com/office/drawing/2014/main" id="{74FE04D0-3674-22A8-C460-F5C77E359096}"/>
                  </a:ext>
                </a:extLst>
              </p14:cNvPr>
              <p14:cNvContentPartPr/>
              <p14:nvPr/>
            </p14:nvContentPartPr>
            <p14:xfrm>
              <a:off x="789675" y="1136768"/>
              <a:ext cx="922167" cy="45719"/>
            </p14:xfrm>
          </p:contentPart>
        </mc:Choice>
        <mc:Fallback>
          <p:pic>
            <p:nvPicPr>
              <p:cNvPr id="33" name="筆跡 11">
                <a:extLst>
                  <a:ext uri="{FF2B5EF4-FFF2-40B4-BE49-F238E27FC236}">
                    <a16:creationId xmlns:a16="http://schemas.microsoft.com/office/drawing/2014/main" id="{74FE04D0-3674-22A8-C460-F5C77E35909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35663" y="-12578932"/>
                <a:ext cx="102983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83">
                <a:extLst>
                  <a:ext uri="{FF2B5EF4-FFF2-40B4-BE49-F238E27FC236}">
                    <a16:creationId xmlns:a16="http://schemas.microsoft.com/office/drawing/2014/main" id="{6F7EA7E1-616D-6C0E-3F8C-BA37FE65455B}"/>
                  </a:ext>
                </a:extLst>
              </p:cNvPr>
              <p:cNvSpPr txBox="1"/>
              <p:nvPr/>
            </p:nvSpPr>
            <p:spPr>
              <a:xfrm>
                <a:off x="789675" y="2399532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" name="文字方塊 83">
                <a:extLst>
                  <a:ext uri="{FF2B5EF4-FFF2-40B4-BE49-F238E27FC236}">
                    <a16:creationId xmlns:a16="http://schemas.microsoft.com/office/drawing/2014/main" id="{6F7EA7E1-616D-6C0E-3F8C-BA37FE654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75" y="2399532"/>
                <a:ext cx="328449" cy="4070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群組 74">
            <a:extLst>
              <a:ext uri="{FF2B5EF4-FFF2-40B4-BE49-F238E27FC236}">
                <a16:creationId xmlns:a16="http://schemas.microsoft.com/office/drawing/2014/main" id="{77D60B05-FD25-693E-D947-94A4375CA3C1}"/>
              </a:ext>
            </a:extLst>
          </p:cNvPr>
          <p:cNvGrpSpPr/>
          <p:nvPr/>
        </p:nvGrpSpPr>
        <p:grpSpPr>
          <a:xfrm>
            <a:off x="1855214" y="2248410"/>
            <a:ext cx="364383" cy="777549"/>
            <a:chOff x="2896107" y="4671588"/>
            <a:chExt cx="364383" cy="777549"/>
          </a:xfrm>
        </p:grpSpPr>
        <p:sp>
          <p:nvSpPr>
            <p:cNvPr id="36" name="文字方塊 75">
              <a:extLst>
                <a:ext uri="{FF2B5EF4-FFF2-40B4-BE49-F238E27FC236}">
                  <a16:creationId xmlns:a16="http://schemas.microsoft.com/office/drawing/2014/main" id="{7D9CFB52-4E56-4DAB-55C2-4F2067ED41C4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37" name="群組 76">
              <a:extLst>
                <a:ext uri="{FF2B5EF4-FFF2-40B4-BE49-F238E27FC236}">
                  <a16:creationId xmlns:a16="http://schemas.microsoft.com/office/drawing/2014/main" id="{5F7C0991-8AE0-057A-0182-B1B7398AF294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38" name="直線接點 77">
                <a:extLst>
                  <a:ext uri="{FF2B5EF4-FFF2-40B4-BE49-F238E27FC236}">
                    <a16:creationId xmlns:a16="http://schemas.microsoft.com/office/drawing/2014/main" id="{BE76EA2C-870A-F7C4-0374-236CCC07B49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9" name="文字方塊 78">
                <a:extLst>
                  <a:ext uri="{FF2B5EF4-FFF2-40B4-BE49-F238E27FC236}">
                    <a16:creationId xmlns:a16="http://schemas.microsoft.com/office/drawing/2014/main" id="{6BFBE8A0-FAD8-85C4-9EE0-645A1E338053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C1E9016-ADA5-2E56-39DA-5D9C1396D99A}"/>
                  </a:ext>
                </a:extLst>
              </p:cNvPr>
              <p:cNvSpPr txBox="1"/>
              <p:nvPr/>
            </p:nvSpPr>
            <p:spPr>
              <a:xfrm>
                <a:off x="2576157" y="2410986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C1E9016-ADA5-2E56-39DA-5D9C1396D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157" y="2410986"/>
                <a:ext cx="357791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8D6A6709-918A-8CE3-F36C-DEAF7BB5BC9F}"/>
              </a:ext>
            </a:extLst>
          </p:cNvPr>
          <p:cNvGrpSpPr/>
          <p:nvPr/>
        </p:nvGrpSpPr>
        <p:grpSpPr>
          <a:xfrm>
            <a:off x="3371346" y="2249022"/>
            <a:ext cx="634038" cy="737898"/>
            <a:chOff x="3232182" y="5115225"/>
            <a:chExt cx="474396" cy="737898"/>
          </a:xfrm>
        </p:grpSpPr>
        <p:sp>
          <p:nvSpPr>
            <p:cNvPr id="42" name="文字方塊 255">
              <a:extLst>
                <a:ext uri="{FF2B5EF4-FFF2-40B4-BE49-F238E27FC236}">
                  <a16:creationId xmlns:a16="http://schemas.microsoft.com/office/drawing/2014/main" id="{5FCD6504-7A87-871F-C0BE-635B8073D826}"/>
                </a:ext>
              </a:extLst>
            </p:cNvPr>
            <p:cNvSpPr txBox="1"/>
            <p:nvPr/>
          </p:nvSpPr>
          <p:spPr>
            <a:xfrm>
              <a:off x="3299467" y="5115225"/>
              <a:ext cx="4071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9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endParaRPr>
            </a:p>
          </p:txBody>
        </p:sp>
        <p:cxnSp>
          <p:nvCxnSpPr>
            <p:cNvPr id="43" name="直線接點 256">
              <a:extLst>
                <a:ext uri="{FF2B5EF4-FFF2-40B4-BE49-F238E27FC236}">
                  <a16:creationId xmlns:a16="http://schemas.microsoft.com/office/drawing/2014/main" id="{CC4B00CB-49E3-8611-B2EC-36F937F6FED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321631" y="5471206"/>
              <a:ext cx="265334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4" name="文字方塊 257">
              <a:extLst>
                <a:ext uri="{FF2B5EF4-FFF2-40B4-BE49-F238E27FC236}">
                  <a16:creationId xmlns:a16="http://schemas.microsoft.com/office/drawing/2014/main" id="{6887AA6E-E41D-C322-86E1-9EBEB5362464}"/>
                </a:ext>
              </a:extLst>
            </p:cNvPr>
            <p:cNvSpPr txBox="1"/>
            <p:nvPr/>
          </p:nvSpPr>
          <p:spPr>
            <a:xfrm>
              <a:off x="3301981" y="5453013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45" name="弧形 258">
              <a:extLst>
                <a:ext uri="{FF2B5EF4-FFF2-40B4-BE49-F238E27FC236}">
                  <a16:creationId xmlns:a16="http://schemas.microsoft.com/office/drawing/2014/main" id="{B5779AB0-3E92-01AB-1EF7-C022C3B59287}"/>
                </a:ext>
              </a:extLst>
            </p:cNvPr>
            <p:cNvSpPr/>
            <p:nvPr/>
          </p:nvSpPr>
          <p:spPr>
            <a:xfrm rot="10957079">
              <a:off x="3232182" y="5150427"/>
              <a:ext cx="251507" cy="641558"/>
            </a:xfrm>
            <a:prstGeom prst="arc">
              <a:avLst>
                <a:gd name="adj1" fmla="val 16200000"/>
                <a:gd name="adj2" fmla="val 5238380"/>
              </a:avLst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46" name="弧形 259">
              <a:extLst>
                <a:ext uri="{FF2B5EF4-FFF2-40B4-BE49-F238E27FC236}">
                  <a16:creationId xmlns:a16="http://schemas.microsoft.com/office/drawing/2014/main" id="{C957F29F-74CA-6911-3B7A-1529A4AF829A}"/>
                </a:ext>
              </a:extLst>
            </p:cNvPr>
            <p:cNvSpPr/>
            <p:nvPr/>
          </p:nvSpPr>
          <p:spPr>
            <a:xfrm rot="235127">
              <a:off x="3426656" y="5174892"/>
              <a:ext cx="251507" cy="641558"/>
            </a:xfrm>
            <a:prstGeom prst="arc">
              <a:avLst>
                <a:gd name="adj1" fmla="val 16200000"/>
                <a:gd name="adj2" fmla="val 5238380"/>
              </a:avLst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  <p:sp>
        <p:nvSpPr>
          <p:cNvPr id="47" name="文字方塊 106">
            <a:extLst>
              <a:ext uri="{FF2B5EF4-FFF2-40B4-BE49-F238E27FC236}">
                <a16:creationId xmlns:a16="http://schemas.microsoft.com/office/drawing/2014/main" id="{6CE9FEAC-73C6-6D8F-2790-585EBEF4BFE8}"/>
              </a:ext>
            </a:extLst>
          </p:cNvPr>
          <p:cNvSpPr txBox="1"/>
          <p:nvPr/>
        </p:nvSpPr>
        <p:spPr>
          <a:xfrm>
            <a:off x="3896713" y="2171685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A74305E-DAD8-8094-9E5E-246DB8393C40}"/>
                  </a:ext>
                </a:extLst>
              </p:cNvPr>
              <p:cNvSpPr txBox="1"/>
              <p:nvPr/>
            </p:nvSpPr>
            <p:spPr>
              <a:xfrm>
                <a:off x="4327096" y="2400623"/>
                <a:ext cx="573508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Handwriting" panose="03010101010101010101" pitchFamily="66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Handwriting" panose="03010101010101010101" pitchFamily="66" charset="0"/>
                        </a:rPr>
                        <m:t>4</m:t>
                      </m:r>
                    </m:oMath>
                  </m:oMathPara>
                </a14:m>
                <a:endParaRPr lang="en-US" sz="20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A74305E-DAD8-8094-9E5E-246DB8393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7096" y="2400623"/>
                <a:ext cx="573508" cy="40395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字方塊 44">
                <a:extLst>
                  <a:ext uri="{FF2B5EF4-FFF2-40B4-BE49-F238E27FC236}">
                    <a16:creationId xmlns:a16="http://schemas.microsoft.com/office/drawing/2014/main" id="{9A2D96EA-740F-4E23-FBE2-6B4153D05958}"/>
                  </a:ext>
                </a:extLst>
              </p:cNvPr>
              <p:cNvSpPr txBox="1"/>
              <p:nvPr/>
            </p:nvSpPr>
            <p:spPr>
              <a:xfrm>
                <a:off x="1419424" y="241322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9" name="文字方塊 44">
                <a:extLst>
                  <a:ext uri="{FF2B5EF4-FFF2-40B4-BE49-F238E27FC236}">
                    <a16:creationId xmlns:a16="http://schemas.microsoft.com/office/drawing/2014/main" id="{9A2D96EA-740F-4E23-FBE2-6B4153D059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424" y="2413226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字方塊 44">
                <a:extLst>
                  <a:ext uri="{FF2B5EF4-FFF2-40B4-BE49-F238E27FC236}">
                    <a16:creationId xmlns:a16="http://schemas.microsoft.com/office/drawing/2014/main" id="{4DD21022-F9AA-B690-4818-27B7B713EEDB}"/>
                  </a:ext>
                </a:extLst>
              </p:cNvPr>
              <p:cNvSpPr txBox="1"/>
              <p:nvPr/>
            </p:nvSpPr>
            <p:spPr>
              <a:xfrm>
                <a:off x="2225909" y="244156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0" name="文字方塊 44">
                <a:extLst>
                  <a:ext uri="{FF2B5EF4-FFF2-40B4-BE49-F238E27FC236}">
                    <a16:creationId xmlns:a16="http://schemas.microsoft.com/office/drawing/2014/main" id="{4DD21022-F9AA-B690-4818-27B7B713E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909" y="2441561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字方塊 44">
                <a:extLst>
                  <a:ext uri="{FF2B5EF4-FFF2-40B4-BE49-F238E27FC236}">
                    <a16:creationId xmlns:a16="http://schemas.microsoft.com/office/drawing/2014/main" id="{1A180182-F8C8-1A0B-CB3E-B9D117CC8B21}"/>
                  </a:ext>
                </a:extLst>
              </p:cNvPr>
              <p:cNvSpPr txBox="1"/>
              <p:nvPr/>
            </p:nvSpPr>
            <p:spPr>
              <a:xfrm>
                <a:off x="2955162" y="243130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1" name="文字方塊 44">
                <a:extLst>
                  <a:ext uri="{FF2B5EF4-FFF2-40B4-BE49-F238E27FC236}">
                    <a16:creationId xmlns:a16="http://schemas.microsoft.com/office/drawing/2014/main" id="{1A180182-F8C8-1A0B-CB3E-B9D117CC8B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162" y="2431304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字方塊 44">
                <a:extLst>
                  <a:ext uri="{FF2B5EF4-FFF2-40B4-BE49-F238E27FC236}">
                    <a16:creationId xmlns:a16="http://schemas.microsoft.com/office/drawing/2014/main" id="{E06B1776-465B-3F11-3671-B42C17B717FD}"/>
                  </a:ext>
                </a:extLst>
              </p:cNvPr>
              <p:cNvSpPr txBox="1"/>
              <p:nvPr/>
            </p:nvSpPr>
            <p:spPr>
              <a:xfrm>
                <a:off x="4035006" y="242163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2" name="文字方塊 44">
                <a:extLst>
                  <a:ext uri="{FF2B5EF4-FFF2-40B4-BE49-F238E27FC236}">
                    <a16:creationId xmlns:a16="http://schemas.microsoft.com/office/drawing/2014/main" id="{E06B1776-465B-3F11-3671-B42C17B71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006" y="2421630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群組 245">
            <a:extLst>
              <a:ext uri="{FF2B5EF4-FFF2-40B4-BE49-F238E27FC236}">
                <a16:creationId xmlns:a16="http://schemas.microsoft.com/office/drawing/2014/main" id="{AE230C05-51F9-7F69-007F-32E6C1D7A878}"/>
              </a:ext>
            </a:extLst>
          </p:cNvPr>
          <p:cNvGrpSpPr/>
          <p:nvPr/>
        </p:nvGrpSpPr>
        <p:grpSpPr>
          <a:xfrm>
            <a:off x="4820074" y="2334942"/>
            <a:ext cx="725194" cy="486540"/>
            <a:chOff x="2472626" y="4498636"/>
            <a:chExt cx="725194" cy="486540"/>
          </a:xfrm>
        </p:grpSpPr>
        <p:sp>
          <p:nvSpPr>
            <p:cNvPr id="54" name="文字方塊 249">
              <a:extLst>
                <a:ext uri="{FF2B5EF4-FFF2-40B4-BE49-F238E27FC236}">
                  <a16:creationId xmlns:a16="http://schemas.microsoft.com/office/drawing/2014/main" id="{8DB4FA75-919A-63E0-FF97-6B79C3557E9A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55" name="文字方塊 247">
              <a:extLst>
                <a:ext uri="{FF2B5EF4-FFF2-40B4-BE49-F238E27FC236}">
                  <a16:creationId xmlns:a16="http://schemas.microsoft.com/office/drawing/2014/main" id="{D91D31A1-A72C-2EA9-5807-83EF27B603A4}"/>
                </a:ext>
              </a:extLst>
            </p:cNvPr>
            <p:cNvSpPr txBox="1"/>
            <p:nvPr/>
          </p:nvSpPr>
          <p:spPr>
            <a:xfrm>
              <a:off x="2908958" y="4498636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56" name="文字方塊 10">
            <a:extLst>
              <a:ext uri="{FF2B5EF4-FFF2-40B4-BE49-F238E27FC236}">
                <a16:creationId xmlns:a16="http://schemas.microsoft.com/office/drawing/2014/main" id="{F535942F-EC53-DCD7-C59D-412CB4A01D01}"/>
              </a:ext>
            </a:extLst>
          </p:cNvPr>
          <p:cNvSpPr txBox="1"/>
          <p:nvPr/>
        </p:nvSpPr>
        <p:spPr>
          <a:xfrm>
            <a:off x="1104128" y="2421962"/>
            <a:ext cx="3818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字方塊 83">
                <a:extLst>
                  <a:ext uri="{FF2B5EF4-FFF2-40B4-BE49-F238E27FC236}">
                    <a16:creationId xmlns:a16="http://schemas.microsoft.com/office/drawing/2014/main" id="{F8B4759A-FD3E-B1C1-AEDC-A77855475DD9}"/>
                  </a:ext>
                </a:extLst>
              </p:cNvPr>
              <p:cNvSpPr txBox="1"/>
              <p:nvPr/>
            </p:nvSpPr>
            <p:spPr>
              <a:xfrm>
                <a:off x="789675" y="3107994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7" name="文字方塊 83">
                <a:extLst>
                  <a:ext uri="{FF2B5EF4-FFF2-40B4-BE49-F238E27FC236}">
                    <a16:creationId xmlns:a16="http://schemas.microsoft.com/office/drawing/2014/main" id="{F8B4759A-FD3E-B1C1-AEDC-A77855475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75" y="3107994"/>
                <a:ext cx="328449" cy="4070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文字方塊 10">
            <a:extLst>
              <a:ext uri="{FF2B5EF4-FFF2-40B4-BE49-F238E27FC236}">
                <a16:creationId xmlns:a16="http://schemas.microsoft.com/office/drawing/2014/main" id="{7D5BE13D-24F5-B12A-362D-E2E3FDACC2AD}"/>
              </a:ext>
            </a:extLst>
          </p:cNvPr>
          <p:cNvSpPr txBox="1"/>
          <p:nvPr/>
        </p:nvSpPr>
        <p:spPr>
          <a:xfrm>
            <a:off x="1104129" y="3152300"/>
            <a:ext cx="902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2375</a:t>
            </a:r>
          </a:p>
        </p:txBody>
      </p:sp>
      <p:grpSp>
        <p:nvGrpSpPr>
          <p:cNvPr id="59" name="群組 245">
            <a:extLst>
              <a:ext uri="{FF2B5EF4-FFF2-40B4-BE49-F238E27FC236}">
                <a16:creationId xmlns:a16="http://schemas.microsoft.com/office/drawing/2014/main" id="{D714FC62-AF42-2DBB-5EE8-874D19FCF333}"/>
              </a:ext>
            </a:extLst>
          </p:cNvPr>
          <p:cNvGrpSpPr/>
          <p:nvPr/>
        </p:nvGrpSpPr>
        <p:grpSpPr>
          <a:xfrm>
            <a:off x="1873963" y="3078749"/>
            <a:ext cx="733054" cy="483194"/>
            <a:chOff x="2472626" y="4501982"/>
            <a:chExt cx="733054" cy="483194"/>
          </a:xfrm>
        </p:grpSpPr>
        <p:sp>
          <p:nvSpPr>
            <p:cNvPr id="60" name="文字方塊 249">
              <a:extLst>
                <a:ext uri="{FF2B5EF4-FFF2-40B4-BE49-F238E27FC236}">
                  <a16:creationId xmlns:a16="http://schemas.microsoft.com/office/drawing/2014/main" id="{9245F220-52B2-30F8-9305-337610034E86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61" name="文字方塊 247">
              <a:extLst>
                <a:ext uri="{FF2B5EF4-FFF2-40B4-BE49-F238E27FC236}">
                  <a16:creationId xmlns:a16="http://schemas.microsoft.com/office/drawing/2014/main" id="{2B559882-B6DD-4E3F-3AD3-F819F6A2613A}"/>
                </a:ext>
              </a:extLst>
            </p:cNvPr>
            <p:cNvSpPr txBox="1"/>
            <p:nvPr/>
          </p:nvSpPr>
          <p:spPr>
            <a:xfrm>
              <a:off x="2916818" y="450198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CAD84CC-4D7B-1D5D-3D22-76F515B46D7B}"/>
              </a:ext>
            </a:extLst>
          </p:cNvPr>
          <p:cNvGrpSpPr/>
          <p:nvPr/>
        </p:nvGrpSpPr>
        <p:grpSpPr>
          <a:xfrm>
            <a:off x="2589795" y="3088557"/>
            <a:ext cx="3480664" cy="504724"/>
            <a:chOff x="2706481" y="3238094"/>
            <a:chExt cx="3480664" cy="504724"/>
          </a:xfrm>
        </p:grpSpPr>
        <p:sp>
          <p:nvSpPr>
            <p:cNvPr id="62" name="文字方塊 46">
              <a:extLst>
                <a:ext uri="{FF2B5EF4-FFF2-40B4-BE49-F238E27FC236}">
                  <a16:creationId xmlns:a16="http://schemas.microsoft.com/office/drawing/2014/main" id="{342B0EFA-8D5A-A3B2-D8C0-6A2894A9E222}"/>
                </a:ext>
              </a:extLst>
            </p:cNvPr>
            <p:cNvSpPr txBox="1"/>
            <p:nvPr/>
          </p:nvSpPr>
          <p:spPr>
            <a:xfrm>
              <a:off x="2706481" y="3342708"/>
              <a:ext cx="34806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(cor. to the nearest       ) </a:t>
              </a:r>
            </a:p>
          </p:txBody>
        </p:sp>
        <p:grpSp>
          <p:nvGrpSpPr>
            <p:cNvPr id="63" name="群組 245">
              <a:extLst>
                <a:ext uri="{FF2B5EF4-FFF2-40B4-BE49-F238E27FC236}">
                  <a16:creationId xmlns:a16="http://schemas.microsoft.com/office/drawing/2014/main" id="{37CF3C69-CC6C-F723-63B1-2DCE53BF5FC1}"/>
                </a:ext>
              </a:extLst>
            </p:cNvPr>
            <p:cNvGrpSpPr/>
            <p:nvPr/>
          </p:nvGrpSpPr>
          <p:grpSpPr>
            <a:xfrm>
              <a:off x="5312961" y="3238094"/>
              <a:ext cx="691896" cy="504724"/>
              <a:chOff x="2472626" y="4480452"/>
              <a:chExt cx="691896" cy="504724"/>
            </a:xfrm>
          </p:grpSpPr>
          <p:sp>
            <p:nvSpPr>
              <p:cNvPr id="64" name="文字方塊 249">
                <a:extLst>
                  <a:ext uri="{FF2B5EF4-FFF2-40B4-BE49-F238E27FC236}">
                    <a16:creationId xmlns:a16="http://schemas.microsoft.com/office/drawing/2014/main" id="{BFF64968-48DF-3167-B72D-E93027BB7323}"/>
                  </a:ext>
                </a:extLst>
              </p:cNvPr>
              <p:cNvSpPr txBox="1"/>
              <p:nvPr/>
            </p:nvSpPr>
            <p:spPr>
              <a:xfrm>
                <a:off x="2472626" y="4585066"/>
                <a:ext cx="588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cm</a:t>
                </a:r>
              </a:p>
            </p:txBody>
          </p:sp>
          <p:sp>
            <p:nvSpPr>
              <p:cNvPr id="65" name="文字方塊 247">
                <a:extLst>
                  <a:ext uri="{FF2B5EF4-FFF2-40B4-BE49-F238E27FC236}">
                    <a16:creationId xmlns:a16="http://schemas.microsoft.com/office/drawing/2014/main" id="{C34A3D54-F348-ED87-3026-471902FE3DBC}"/>
                  </a:ext>
                </a:extLst>
              </p:cNvPr>
              <p:cNvSpPr txBox="1"/>
              <p:nvPr/>
            </p:nvSpPr>
            <p:spPr>
              <a:xfrm>
                <a:off x="2875660" y="4480452"/>
                <a:ext cx="28886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12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文字方塊 83">
                <a:extLst>
                  <a:ext uri="{FF2B5EF4-FFF2-40B4-BE49-F238E27FC236}">
                    <a16:creationId xmlns:a16="http://schemas.microsoft.com/office/drawing/2014/main" id="{C0433EEE-74ED-0D8A-99D2-5FBBF2D06E31}"/>
                  </a:ext>
                </a:extLst>
              </p:cNvPr>
              <p:cNvSpPr txBox="1"/>
              <p:nvPr/>
            </p:nvSpPr>
            <p:spPr>
              <a:xfrm>
                <a:off x="789675" y="3749525"/>
                <a:ext cx="32844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7" name="文字方塊 83">
                <a:extLst>
                  <a:ext uri="{FF2B5EF4-FFF2-40B4-BE49-F238E27FC236}">
                    <a16:creationId xmlns:a16="http://schemas.microsoft.com/office/drawing/2014/main" id="{C0433EEE-74ED-0D8A-99D2-5FBBF2D06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675" y="3749525"/>
                <a:ext cx="328449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文字方塊 10">
            <a:extLst>
              <a:ext uri="{FF2B5EF4-FFF2-40B4-BE49-F238E27FC236}">
                <a16:creationId xmlns:a16="http://schemas.microsoft.com/office/drawing/2014/main" id="{91F58247-24CC-73A8-9965-492B7AEF1ABD}"/>
              </a:ext>
            </a:extLst>
          </p:cNvPr>
          <p:cNvSpPr txBox="1"/>
          <p:nvPr/>
        </p:nvSpPr>
        <p:spPr>
          <a:xfrm>
            <a:off x="1104128" y="3761595"/>
            <a:ext cx="902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2250</a:t>
            </a:r>
          </a:p>
        </p:txBody>
      </p:sp>
      <p:grpSp>
        <p:nvGrpSpPr>
          <p:cNvPr id="69" name="群組 245">
            <a:extLst>
              <a:ext uri="{FF2B5EF4-FFF2-40B4-BE49-F238E27FC236}">
                <a16:creationId xmlns:a16="http://schemas.microsoft.com/office/drawing/2014/main" id="{9BD6AD07-C64F-C244-8924-72A8DDA22A4C}"/>
              </a:ext>
            </a:extLst>
          </p:cNvPr>
          <p:cNvGrpSpPr/>
          <p:nvPr/>
        </p:nvGrpSpPr>
        <p:grpSpPr>
          <a:xfrm>
            <a:off x="1873962" y="3688044"/>
            <a:ext cx="733054" cy="483194"/>
            <a:chOff x="2472626" y="4501982"/>
            <a:chExt cx="733054" cy="483194"/>
          </a:xfrm>
        </p:grpSpPr>
        <p:sp>
          <p:nvSpPr>
            <p:cNvPr id="70" name="文字方塊 249">
              <a:extLst>
                <a:ext uri="{FF2B5EF4-FFF2-40B4-BE49-F238E27FC236}">
                  <a16:creationId xmlns:a16="http://schemas.microsoft.com/office/drawing/2014/main" id="{C5BB150A-2994-1219-8690-14F7CCCD7774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71" name="文字方塊 247">
              <a:extLst>
                <a:ext uri="{FF2B5EF4-FFF2-40B4-BE49-F238E27FC236}">
                  <a16:creationId xmlns:a16="http://schemas.microsoft.com/office/drawing/2014/main" id="{60A810C5-11F3-468C-9D90-BBCFEA32B8FA}"/>
                </a:ext>
              </a:extLst>
            </p:cNvPr>
            <p:cNvSpPr txBox="1"/>
            <p:nvPr/>
          </p:nvSpPr>
          <p:spPr>
            <a:xfrm>
              <a:off x="2916818" y="450198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文字方塊 260">
                <a:extLst>
                  <a:ext uri="{FF2B5EF4-FFF2-40B4-BE49-F238E27FC236}">
                    <a16:creationId xmlns:a16="http://schemas.microsoft.com/office/drawing/2014/main" id="{01ABCC05-6902-C54D-94CC-F71B4620DA5F}"/>
                  </a:ext>
                </a:extLst>
              </p:cNvPr>
              <p:cNvSpPr txBox="1"/>
              <p:nvPr/>
            </p:nvSpPr>
            <p:spPr>
              <a:xfrm>
                <a:off x="602656" y="4493873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72" name="文字方塊 260">
                <a:extLst>
                  <a:ext uri="{FF2B5EF4-FFF2-40B4-BE49-F238E27FC236}">
                    <a16:creationId xmlns:a16="http://schemas.microsoft.com/office/drawing/2014/main" id="{01ABCC05-6902-C54D-94CC-F71B4620D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656" y="4493873"/>
                <a:ext cx="238419" cy="461665"/>
              </a:xfrm>
              <a:prstGeom prst="rect">
                <a:avLst/>
              </a:prstGeom>
              <a:blipFill>
                <a:blip r:embed="rId22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Box 15">
            <a:extLst>
              <a:ext uri="{FF2B5EF4-FFF2-40B4-BE49-F238E27FC236}">
                <a16:creationId xmlns:a16="http://schemas.microsoft.com/office/drawing/2014/main" id="{C7A27F19-CA28-3A2E-930B-2324C6735631}"/>
              </a:ext>
            </a:extLst>
          </p:cNvPr>
          <p:cNvSpPr txBox="1"/>
          <p:nvPr/>
        </p:nvSpPr>
        <p:spPr>
          <a:xfrm>
            <a:off x="836139" y="4537431"/>
            <a:ext cx="5853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The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eight cups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can hold orange juice of volume </a:t>
            </a:r>
            <a:endParaRPr lang="zh-TW" altLang="en-US" sz="2000" b="1">
              <a:solidFill>
                <a:srgbClr val="92D05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74" name="文字方塊 10">
            <a:extLst>
              <a:ext uri="{FF2B5EF4-FFF2-40B4-BE49-F238E27FC236}">
                <a16:creationId xmlns:a16="http://schemas.microsoft.com/office/drawing/2014/main" id="{F41C03AB-FFBF-035E-61A0-AD3FB299E900}"/>
              </a:ext>
            </a:extLst>
          </p:cNvPr>
          <p:cNvSpPr txBox="1"/>
          <p:nvPr/>
        </p:nvSpPr>
        <p:spPr>
          <a:xfrm>
            <a:off x="1951444" y="4834429"/>
            <a:ext cx="902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2250</a:t>
            </a:r>
          </a:p>
        </p:txBody>
      </p:sp>
      <p:grpSp>
        <p:nvGrpSpPr>
          <p:cNvPr id="75" name="群組 245">
            <a:extLst>
              <a:ext uri="{FF2B5EF4-FFF2-40B4-BE49-F238E27FC236}">
                <a16:creationId xmlns:a16="http://schemas.microsoft.com/office/drawing/2014/main" id="{8648CC9B-0D22-3C9F-6D46-77E22B56CACF}"/>
              </a:ext>
            </a:extLst>
          </p:cNvPr>
          <p:cNvGrpSpPr/>
          <p:nvPr/>
        </p:nvGrpSpPr>
        <p:grpSpPr>
          <a:xfrm>
            <a:off x="2721278" y="4760878"/>
            <a:ext cx="733054" cy="483194"/>
            <a:chOff x="2472626" y="4501982"/>
            <a:chExt cx="733054" cy="483194"/>
          </a:xfrm>
        </p:grpSpPr>
        <p:sp>
          <p:nvSpPr>
            <p:cNvPr id="76" name="文字方塊 249">
              <a:extLst>
                <a:ext uri="{FF2B5EF4-FFF2-40B4-BE49-F238E27FC236}">
                  <a16:creationId xmlns:a16="http://schemas.microsoft.com/office/drawing/2014/main" id="{87B4A47B-1E3B-3183-0E76-21E34964731A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77" name="文字方塊 247">
              <a:extLst>
                <a:ext uri="{FF2B5EF4-FFF2-40B4-BE49-F238E27FC236}">
                  <a16:creationId xmlns:a16="http://schemas.microsoft.com/office/drawing/2014/main" id="{317DC6D6-FE42-8B98-B5F8-731FB363DBC9}"/>
                </a:ext>
              </a:extLst>
            </p:cNvPr>
            <p:cNvSpPr txBox="1"/>
            <p:nvPr/>
          </p:nvSpPr>
          <p:spPr>
            <a:xfrm>
              <a:off x="2916818" y="450198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94576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/>
      <p:bldP spid="16" grpId="0"/>
      <p:bldP spid="17" grpId="0" animBg="1"/>
      <p:bldP spid="18" grpId="0" animBg="1"/>
      <p:bldP spid="28" grpId="0"/>
      <p:bldP spid="34" grpId="0"/>
      <p:bldP spid="40" grpId="0"/>
      <p:bldP spid="47" grpId="0"/>
      <p:bldP spid="48" grpId="0"/>
      <p:bldP spid="49" grpId="0"/>
      <p:bldP spid="50" grpId="0"/>
      <p:bldP spid="51" grpId="0"/>
      <p:bldP spid="52" grpId="0"/>
      <p:bldP spid="56" grpId="0"/>
      <p:bldP spid="57" grpId="0"/>
      <p:bldP spid="58" grpId="0"/>
      <p:bldP spid="67" grpId="0"/>
      <p:bldP spid="68" grpId="0"/>
      <p:bldP spid="72" grpId="0"/>
      <p:bldP spid="73" grpId="0"/>
      <p:bldP spid="7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77">
            <a:extLst>
              <a:ext uri="{FF2B5EF4-FFF2-40B4-BE49-F238E27FC236}">
                <a16:creationId xmlns:a16="http://schemas.microsoft.com/office/drawing/2014/main" id="{9828A7F1-19BA-784F-A666-C4BDF11E46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b="89447"/>
          <a:stretch>
            <a:fillRect/>
          </a:stretch>
        </p:blipFill>
        <p:spPr>
          <a:xfrm>
            <a:off x="206613" y="131334"/>
            <a:ext cx="11046618" cy="3725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1043B8-9A4D-E04D-40BF-493C68C060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-1" t="11257" r="41479" b="54910"/>
          <a:stretch>
            <a:fillRect/>
          </a:stretch>
        </p:blipFill>
        <p:spPr>
          <a:xfrm>
            <a:off x="206613" y="503853"/>
            <a:ext cx="6464775" cy="11943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C4C4F7-D876-46CC-8020-C7D46F5C82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67404" t="17886"/>
          <a:stretch>
            <a:fillRect/>
          </a:stretch>
        </p:blipFill>
        <p:spPr>
          <a:xfrm>
            <a:off x="8384598" y="530262"/>
            <a:ext cx="3600789" cy="2898738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C35996-E94F-ABCD-BEB5-B6F839081B3D}"/>
              </a:ext>
            </a:extLst>
          </p:cNvPr>
          <p:cNvSpPr/>
          <p:nvPr/>
        </p:nvSpPr>
        <p:spPr>
          <a:xfrm>
            <a:off x="8755039" y="2388358"/>
            <a:ext cx="2634018" cy="771099"/>
          </a:xfrm>
          <a:custGeom>
            <a:avLst/>
            <a:gdLst>
              <a:gd name="connsiteX0" fmla="*/ 0 w 2634018"/>
              <a:gd name="connsiteY0" fmla="*/ 504967 h 771099"/>
              <a:gd name="connsiteX1" fmla="*/ 2634018 w 2634018"/>
              <a:gd name="connsiteY1" fmla="*/ 0 h 771099"/>
              <a:gd name="connsiteX2" fmla="*/ 1091821 w 2634018"/>
              <a:gd name="connsiteY2" fmla="*/ 771099 h 771099"/>
              <a:gd name="connsiteX3" fmla="*/ 0 w 2634018"/>
              <a:gd name="connsiteY3" fmla="*/ 504967 h 771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34018" h="771099">
                <a:moveTo>
                  <a:pt x="0" y="504967"/>
                </a:moveTo>
                <a:lnTo>
                  <a:pt x="2634018" y="0"/>
                </a:lnTo>
                <a:lnTo>
                  <a:pt x="1091821" y="771099"/>
                </a:lnTo>
                <a:lnTo>
                  <a:pt x="0" y="504967"/>
                </a:lnTo>
                <a:close/>
              </a:path>
            </a:pathLst>
          </a:cu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8CA32AF-C298-D029-CB1F-33259BE1CA55}"/>
              </a:ext>
            </a:extLst>
          </p:cNvPr>
          <p:cNvSpPr/>
          <p:nvPr/>
        </p:nvSpPr>
        <p:spPr>
          <a:xfrm flipH="1">
            <a:off x="8025013" y="4061677"/>
            <a:ext cx="1120590" cy="2312894"/>
          </a:xfrm>
          <a:prstGeom prst="rtTriangle">
            <a:avLst/>
          </a:prstGeom>
          <a:solidFill>
            <a:srgbClr val="FFFF0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接點: 肘形 31">
            <a:extLst>
              <a:ext uri="{FF2B5EF4-FFF2-40B4-BE49-F238E27FC236}">
                <a16:creationId xmlns:a16="http://schemas.microsoft.com/office/drawing/2014/main" id="{6161DB44-FC90-6D2E-AADC-3D7347BEC62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964336" y="6209979"/>
            <a:ext cx="164592" cy="164592"/>
          </a:xfrm>
          <a:prstGeom prst="bentConnector3">
            <a:avLst>
              <a:gd name="adj1" fmla="val 97736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字方塊 22">
            <a:extLst>
              <a:ext uri="{FF2B5EF4-FFF2-40B4-BE49-F238E27FC236}">
                <a16:creationId xmlns:a16="http://schemas.microsoft.com/office/drawing/2014/main" id="{2CC57EF7-6329-4148-FFCD-1C23988EC50D}"/>
              </a:ext>
            </a:extLst>
          </p:cNvPr>
          <p:cNvSpPr txBox="1"/>
          <p:nvPr/>
        </p:nvSpPr>
        <p:spPr>
          <a:xfrm>
            <a:off x="7579378" y="6209979"/>
            <a:ext cx="328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5" name="文字方塊 22">
            <a:extLst>
              <a:ext uri="{FF2B5EF4-FFF2-40B4-BE49-F238E27FC236}">
                <a16:creationId xmlns:a16="http://schemas.microsoft.com/office/drawing/2014/main" id="{CFD0CF65-4D5E-1C29-2292-F393773A31E3}"/>
              </a:ext>
            </a:extLst>
          </p:cNvPr>
          <p:cNvSpPr txBox="1"/>
          <p:nvPr/>
        </p:nvSpPr>
        <p:spPr>
          <a:xfrm>
            <a:off x="9215308" y="6209979"/>
            <a:ext cx="328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6" name="文字方塊 22">
            <a:extLst>
              <a:ext uri="{FF2B5EF4-FFF2-40B4-BE49-F238E27FC236}">
                <a16:creationId xmlns:a16="http://schemas.microsoft.com/office/drawing/2014/main" id="{819DAC85-B13A-A3A8-6E48-654605332550}"/>
              </a:ext>
            </a:extLst>
          </p:cNvPr>
          <p:cNvSpPr txBox="1"/>
          <p:nvPr/>
        </p:nvSpPr>
        <p:spPr>
          <a:xfrm>
            <a:off x="9097847" y="3787599"/>
            <a:ext cx="328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D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7" name="文字方塊 137">
            <a:extLst>
              <a:ext uri="{FF2B5EF4-FFF2-40B4-BE49-F238E27FC236}">
                <a16:creationId xmlns:a16="http://schemas.microsoft.com/office/drawing/2014/main" id="{01FC3C09-7BE4-3F21-2695-780923DF8F01}"/>
              </a:ext>
            </a:extLst>
          </p:cNvPr>
          <p:cNvSpPr txBox="1">
            <a:spLocks/>
          </p:cNvSpPr>
          <p:nvPr/>
        </p:nvSpPr>
        <p:spPr>
          <a:xfrm>
            <a:off x="8136049" y="6410034"/>
            <a:ext cx="8515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12 </a:t>
            </a:r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cm</a:t>
            </a:r>
          </a:p>
        </p:txBody>
      </p:sp>
      <p:sp>
        <p:nvSpPr>
          <p:cNvPr id="18" name="文字方塊 137">
            <a:extLst>
              <a:ext uri="{FF2B5EF4-FFF2-40B4-BE49-F238E27FC236}">
                <a16:creationId xmlns:a16="http://schemas.microsoft.com/office/drawing/2014/main" id="{DC0DCE4A-F859-B0D6-FFA7-EE25E7D0BBE1}"/>
              </a:ext>
            </a:extLst>
          </p:cNvPr>
          <p:cNvSpPr txBox="1">
            <a:spLocks/>
          </p:cNvSpPr>
          <p:nvPr/>
        </p:nvSpPr>
        <p:spPr>
          <a:xfrm>
            <a:off x="9145603" y="5218124"/>
            <a:ext cx="851515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16 </a:t>
            </a:r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cm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79F1337-07AE-EF96-DD62-3F113844A1DD}"/>
              </a:ext>
            </a:extLst>
          </p:cNvPr>
          <p:cNvCxnSpPr>
            <a:cxnSpLocks/>
          </p:cNvCxnSpPr>
          <p:nvPr/>
        </p:nvCxnSpPr>
        <p:spPr>
          <a:xfrm flipV="1">
            <a:off x="8003883" y="4075218"/>
            <a:ext cx="1120590" cy="2312894"/>
          </a:xfrm>
          <a:prstGeom prst="line">
            <a:avLst/>
          </a:prstGeom>
          <a:ln w="28575">
            <a:solidFill>
              <a:srgbClr val="0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819DD09-2416-02EF-84F3-F5CE9E585419}"/>
              </a:ext>
            </a:extLst>
          </p:cNvPr>
          <p:cNvSpPr txBox="1"/>
          <p:nvPr/>
        </p:nvSpPr>
        <p:spPr>
          <a:xfrm>
            <a:off x="-1429" y="1607862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1">
                <a:extLst>
                  <a:ext uri="{FF2B5EF4-FFF2-40B4-BE49-F238E27FC236}">
                    <a16:creationId xmlns:a16="http://schemas.microsoft.com/office/drawing/2014/main" id="{B6562EE6-F6AE-BF5A-C720-AF89AFDDB298}"/>
                  </a:ext>
                </a:extLst>
              </p:cNvPr>
              <p:cNvSpPr txBox="1"/>
              <p:nvPr/>
            </p:nvSpPr>
            <p:spPr>
              <a:xfrm>
                <a:off x="576640" y="1607862"/>
                <a:ext cx="146072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In </a:t>
                </a:r>
                <a14:m>
                  <m:oMath xmlns:m="http://schemas.openxmlformats.org/officeDocument/2006/math">
                    <m:r>
                      <a:rPr lang="en-US" altLang="zh-HK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HK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𝑩𝑪𝑫</m:t>
                    </m:r>
                    <m:r>
                      <a:rPr lang="en-US" altLang="zh-HK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" name="文字方塊 1">
                <a:extLst>
                  <a:ext uri="{FF2B5EF4-FFF2-40B4-BE49-F238E27FC236}">
                    <a16:creationId xmlns:a16="http://schemas.microsoft.com/office/drawing/2014/main" id="{B6562EE6-F6AE-BF5A-C720-AF89AFDDB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640" y="1607862"/>
                <a:ext cx="1460729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文字方塊 109">
            <a:extLst>
              <a:ext uri="{FF2B5EF4-FFF2-40B4-BE49-F238E27FC236}">
                <a16:creationId xmlns:a16="http://schemas.microsoft.com/office/drawing/2014/main" id="{C74E0233-F466-D63E-D037-9910CA92065D}"/>
              </a:ext>
            </a:extLst>
          </p:cNvPr>
          <p:cNvSpPr txBox="1"/>
          <p:nvPr/>
        </p:nvSpPr>
        <p:spPr>
          <a:xfrm>
            <a:off x="499473" y="2153350"/>
            <a:ext cx="636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BD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101">
                <a:extLst>
                  <a:ext uri="{FF2B5EF4-FFF2-40B4-BE49-F238E27FC236}">
                    <a16:creationId xmlns:a16="http://schemas.microsoft.com/office/drawing/2014/main" id="{5014BD72-2CC7-C245-9E00-D0EA573766D4}"/>
                  </a:ext>
                </a:extLst>
              </p:cNvPr>
              <p:cNvSpPr txBox="1"/>
              <p:nvPr/>
            </p:nvSpPr>
            <p:spPr>
              <a:xfrm>
                <a:off x="1127047" y="2130410"/>
                <a:ext cx="37958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5" name="文字方塊 101">
                <a:extLst>
                  <a:ext uri="{FF2B5EF4-FFF2-40B4-BE49-F238E27FC236}">
                    <a16:creationId xmlns:a16="http://schemas.microsoft.com/office/drawing/2014/main" id="{5014BD72-2CC7-C245-9E00-D0EA57376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047" y="2130410"/>
                <a:ext cx="379583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群組 102">
            <a:extLst>
              <a:ext uri="{FF2B5EF4-FFF2-40B4-BE49-F238E27FC236}">
                <a16:creationId xmlns:a16="http://schemas.microsoft.com/office/drawing/2014/main" id="{0AD3C789-9F07-4FB6-A0DD-E038DBF8A91D}"/>
              </a:ext>
            </a:extLst>
          </p:cNvPr>
          <p:cNvGrpSpPr/>
          <p:nvPr/>
        </p:nvGrpSpPr>
        <p:grpSpPr>
          <a:xfrm>
            <a:off x="1607140" y="2052065"/>
            <a:ext cx="825395" cy="497826"/>
            <a:chOff x="6106945" y="617143"/>
            <a:chExt cx="642967" cy="497826"/>
          </a:xfrm>
        </p:grpSpPr>
        <p:sp>
          <p:nvSpPr>
            <p:cNvPr id="31" name="文字方塊 107">
              <a:extLst>
                <a:ext uri="{FF2B5EF4-FFF2-40B4-BE49-F238E27FC236}">
                  <a16:creationId xmlns:a16="http://schemas.microsoft.com/office/drawing/2014/main" id="{2E8B550F-9BAC-2E46-D6E8-9B1880E55681}"/>
                </a:ext>
              </a:extLst>
            </p:cNvPr>
            <p:cNvSpPr txBox="1"/>
            <p:nvPr/>
          </p:nvSpPr>
          <p:spPr>
            <a:xfrm>
              <a:off x="6106945" y="714859"/>
              <a:ext cx="47032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BC</a:t>
              </a:r>
            </a:p>
          </p:txBody>
        </p:sp>
        <p:sp>
          <p:nvSpPr>
            <p:cNvPr id="32" name="文字方塊 108">
              <a:extLst>
                <a:ext uri="{FF2B5EF4-FFF2-40B4-BE49-F238E27FC236}">
                  <a16:creationId xmlns:a16="http://schemas.microsoft.com/office/drawing/2014/main" id="{77BE80F5-CCCB-511B-D80F-1E6F091B463E}"/>
                </a:ext>
              </a:extLst>
            </p:cNvPr>
            <p:cNvSpPr txBox="1"/>
            <p:nvPr/>
          </p:nvSpPr>
          <p:spPr>
            <a:xfrm>
              <a:off x="6461050" y="617143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103">
                <a:extLst>
                  <a:ext uri="{FF2B5EF4-FFF2-40B4-BE49-F238E27FC236}">
                    <a16:creationId xmlns:a16="http://schemas.microsoft.com/office/drawing/2014/main" id="{F11EF655-FFC4-A349-95EE-7FA4F4AC1DF7}"/>
                  </a:ext>
                </a:extLst>
              </p:cNvPr>
              <p:cNvSpPr txBox="1"/>
              <p:nvPr/>
            </p:nvSpPr>
            <p:spPr>
              <a:xfrm>
                <a:off x="2214494" y="2161438"/>
                <a:ext cx="37958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" name="文字方塊 103">
                <a:extLst>
                  <a:ext uri="{FF2B5EF4-FFF2-40B4-BE49-F238E27FC236}">
                    <a16:creationId xmlns:a16="http://schemas.microsoft.com/office/drawing/2014/main" id="{F11EF655-FFC4-A349-95EE-7FA4F4AC1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494" y="2161438"/>
                <a:ext cx="379583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104">
            <a:extLst>
              <a:ext uri="{FF2B5EF4-FFF2-40B4-BE49-F238E27FC236}">
                <a16:creationId xmlns:a16="http://schemas.microsoft.com/office/drawing/2014/main" id="{3EB34AEB-02AB-0863-1F4F-4E572EEB968D}"/>
              </a:ext>
            </a:extLst>
          </p:cNvPr>
          <p:cNvGrpSpPr/>
          <p:nvPr/>
        </p:nvGrpSpPr>
        <p:grpSpPr>
          <a:xfrm>
            <a:off x="2472142" y="2022938"/>
            <a:ext cx="830527" cy="530522"/>
            <a:chOff x="5929431" y="584344"/>
            <a:chExt cx="646965" cy="530522"/>
          </a:xfrm>
        </p:grpSpPr>
        <p:sp>
          <p:nvSpPr>
            <p:cNvPr id="29" name="文字方塊 105">
              <a:extLst>
                <a:ext uri="{FF2B5EF4-FFF2-40B4-BE49-F238E27FC236}">
                  <a16:creationId xmlns:a16="http://schemas.microsoft.com/office/drawing/2014/main" id="{A11CE13C-5B9D-F499-41F5-734BD56E1B28}"/>
                </a:ext>
              </a:extLst>
            </p:cNvPr>
            <p:cNvSpPr txBox="1"/>
            <p:nvPr/>
          </p:nvSpPr>
          <p:spPr>
            <a:xfrm>
              <a:off x="5929431" y="714756"/>
              <a:ext cx="4747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CD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0FF783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30" name="文字方塊 106">
              <a:extLst>
                <a:ext uri="{FF2B5EF4-FFF2-40B4-BE49-F238E27FC236}">
                  <a16:creationId xmlns:a16="http://schemas.microsoft.com/office/drawing/2014/main" id="{FD8DCBA6-6AE8-C0FB-270E-3A97269212A2}"/>
                </a:ext>
              </a:extLst>
            </p:cNvPr>
            <p:cNvSpPr txBox="1"/>
            <p:nvPr/>
          </p:nvSpPr>
          <p:spPr>
            <a:xfrm>
              <a:off x="6287534" y="584344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33" name="群組 36">
            <a:extLst>
              <a:ext uri="{FF2B5EF4-FFF2-40B4-BE49-F238E27FC236}">
                <a16:creationId xmlns:a16="http://schemas.microsoft.com/office/drawing/2014/main" id="{CE490D2F-5181-D199-E35B-8672863BDD5C}"/>
              </a:ext>
            </a:extLst>
          </p:cNvPr>
          <p:cNvGrpSpPr/>
          <p:nvPr/>
        </p:nvGrpSpPr>
        <p:grpSpPr>
          <a:xfrm>
            <a:off x="1471663" y="2065340"/>
            <a:ext cx="1804424" cy="465179"/>
            <a:chOff x="7084309" y="3573016"/>
            <a:chExt cx="3334689" cy="360040"/>
          </a:xfrm>
        </p:grpSpPr>
        <p:cxnSp>
          <p:nvCxnSpPr>
            <p:cNvPr id="34" name="直線接點 37">
              <a:extLst>
                <a:ext uri="{FF2B5EF4-FFF2-40B4-BE49-F238E27FC236}">
                  <a16:creationId xmlns:a16="http://schemas.microsoft.com/office/drawing/2014/main" id="{08AAC0D4-791E-51BF-400F-BAF4E1AECAC0}"/>
                </a:ext>
              </a:extLst>
            </p:cNvPr>
            <p:cNvCxnSpPr>
              <a:cxnSpLocks/>
            </p:cNvCxnSpPr>
            <p:nvPr/>
          </p:nvCxnSpPr>
          <p:spPr>
            <a:xfrm>
              <a:off x="7274526" y="3574969"/>
              <a:ext cx="3144472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線接點 38">
              <a:extLst>
                <a:ext uri="{FF2B5EF4-FFF2-40B4-BE49-F238E27FC236}">
                  <a16:creationId xmlns:a16="http://schemas.microsoft.com/office/drawing/2014/main" id="{C5830633-B88A-879D-53E3-439923E6CCCC}"/>
                </a:ext>
              </a:extLst>
            </p:cNvPr>
            <p:cNvCxnSpPr/>
            <p:nvPr/>
          </p:nvCxnSpPr>
          <p:spPr>
            <a:xfrm flipH="1">
              <a:off x="7202310" y="3573016"/>
              <a:ext cx="72216" cy="36004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線接點 39">
              <a:extLst>
                <a:ext uri="{FF2B5EF4-FFF2-40B4-BE49-F238E27FC236}">
                  <a16:creationId xmlns:a16="http://schemas.microsoft.com/office/drawing/2014/main" id="{D4511F69-1390-6487-0F33-C0A377CD543B}"/>
                </a:ext>
              </a:extLst>
            </p:cNvPr>
            <p:cNvCxnSpPr>
              <a:cxnSpLocks/>
            </p:cNvCxnSpPr>
            <p:nvPr/>
          </p:nvCxnSpPr>
          <p:spPr>
            <a:xfrm>
              <a:off x="7084309" y="3842437"/>
              <a:ext cx="118001" cy="90619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7" name="群組 112">
            <a:extLst>
              <a:ext uri="{FF2B5EF4-FFF2-40B4-BE49-F238E27FC236}">
                <a16:creationId xmlns:a16="http://schemas.microsoft.com/office/drawing/2014/main" id="{F4CE86BB-2324-7FA0-5420-472CDBE4C852}"/>
              </a:ext>
            </a:extLst>
          </p:cNvPr>
          <p:cNvGrpSpPr/>
          <p:nvPr/>
        </p:nvGrpSpPr>
        <p:grpSpPr>
          <a:xfrm>
            <a:off x="3581647" y="2075004"/>
            <a:ext cx="1511824" cy="370880"/>
            <a:chOff x="7148927" y="3562176"/>
            <a:chExt cx="1760603" cy="370880"/>
          </a:xfrm>
        </p:grpSpPr>
        <p:cxnSp>
          <p:nvCxnSpPr>
            <p:cNvPr id="38" name="直線接點 113">
              <a:extLst>
                <a:ext uri="{FF2B5EF4-FFF2-40B4-BE49-F238E27FC236}">
                  <a16:creationId xmlns:a16="http://schemas.microsoft.com/office/drawing/2014/main" id="{0A5DB152-B829-2A0C-0A6A-556BF74C61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4527" y="3562176"/>
              <a:ext cx="1635003" cy="12793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直線接點 114">
              <a:extLst>
                <a:ext uri="{FF2B5EF4-FFF2-40B4-BE49-F238E27FC236}">
                  <a16:creationId xmlns:a16="http://schemas.microsoft.com/office/drawing/2014/main" id="{78AA1CF5-B2FD-D64E-DB1E-A00FFE9059EF}"/>
                </a:ext>
              </a:extLst>
            </p:cNvPr>
            <p:cNvCxnSpPr/>
            <p:nvPr/>
          </p:nvCxnSpPr>
          <p:spPr>
            <a:xfrm flipH="1">
              <a:off x="7202310" y="3573016"/>
              <a:ext cx="72216" cy="36004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線接點 115">
              <a:extLst>
                <a:ext uri="{FF2B5EF4-FFF2-40B4-BE49-F238E27FC236}">
                  <a16:creationId xmlns:a16="http://schemas.microsoft.com/office/drawing/2014/main" id="{E6713125-DD38-756B-89BC-2C1B615E3D46}"/>
                </a:ext>
              </a:extLst>
            </p:cNvPr>
            <p:cNvCxnSpPr>
              <a:cxnSpLocks/>
            </p:cNvCxnSpPr>
            <p:nvPr/>
          </p:nvCxnSpPr>
          <p:spPr>
            <a:xfrm>
              <a:off x="7148927" y="3830718"/>
              <a:ext cx="53383" cy="102338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1" name="群組 116">
            <a:extLst>
              <a:ext uri="{FF2B5EF4-FFF2-40B4-BE49-F238E27FC236}">
                <a16:creationId xmlns:a16="http://schemas.microsoft.com/office/drawing/2014/main" id="{A3459B0C-B0F2-272C-F3F4-0703527851F0}"/>
              </a:ext>
            </a:extLst>
          </p:cNvPr>
          <p:cNvGrpSpPr/>
          <p:nvPr/>
        </p:nvGrpSpPr>
        <p:grpSpPr>
          <a:xfrm>
            <a:off x="3655763" y="2107299"/>
            <a:ext cx="680476" cy="470310"/>
            <a:chOff x="7276718" y="5101272"/>
            <a:chExt cx="680476" cy="47031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字方塊 119">
                  <a:extLst>
                    <a:ext uri="{FF2B5EF4-FFF2-40B4-BE49-F238E27FC236}">
                      <a16:creationId xmlns:a16="http://schemas.microsoft.com/office/drawing/2014/main" id="{D9D2D72D-3C1A-8A17-EFD4-40286136C090}"/>
                    </a:ext>
                  </a:extLst>
                </p:cNvPr>
                <p:cNvSpPr txBox="1"/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C000"/>
                            </a:solidFill>
                            <a:latin typeface="Lucida Handwriting" panose="03010101010101010101" pitchFamily="66" charset="0"/>
                          </a:rPr>
                          <m:t>12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42" name="文字方塊 119">
                  <a:extLst>
                    <a:ext uri="{FF2B5EF4-FFF2-40B4-BE49-F238E27FC236}">
                      <a16:creationId xmlns:a16="http://schemas.microsoft.com/office/drawing/2014/main" id="{D9D2D72D-3C1A-8A17-EFD4-40286136C0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文字方塊 118">
              <a:extLst>
                <a:ext uri="{FF2B5EF4-FFF2-40B4-BE49-F238E27FC236}">
                  <a16:creationId xmlns:a16="http://schemas.microsoft.com/office/drawing/2014/main" id="{2A5B1F32-8F56-C92D-F8D7-772350B24268}"/>
                </a:ext>
              </a:extLst>
            </p:cNvPr>
            <p:cNvSpPr txBox="1"/>
            <p:nvPr/>
          </p:nvSpPr>
          <p:spPr>
            <a:xfrm>
              <a:off x="7668332" y="510127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128">
                <a:extLst>
                  <a:ext uri="{FF2B5EF4-FFF2-40B4-BE49-F238E27FC236}">
                    <a16:creationId xmlns:a16="http://schemas.microsoft.com/office/drawing/2014/main" id="{0701A0EA-EF84-F5BF-35F8-AC7857A8C70E}"/>
                  </a:ext>
                </a:extLst>
              </p:cNvPr>
              <p:cNvSpPr txBox="1"/>
              <p:nvPr/>
            </p:nvSpPr>
            <p:spPr>
              <a:xfrm>
                <a:off x="4179430" y="22037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4" name="文字方塊 128">
                <a:extLst>
                  <a:ext uri="{FF2B5EF4-FFF2-40B4-BE49-F238E27FC236}">
                    <a16:creationId xmlns:a16="http://schemas.microsoft.com/office/drawing/2014/main" id="{0701A0EA-EF84-F5BF-35F8-AC7857A8C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9430" y="2203744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字方塊 132">
                <a:extLst>
                  <a:ext uri="{FF2B5EF4-FFF2-40B4-BE49-F238E27FC236}">
                    <a16:creationId xmlns:a16="http://schemas.microsoft.com/office/drawing/2014/main" id="{60D140AC-D5CB-BE43-606E-6F5B2852B3D9}"/>
                  </a:ext>
                </a:extLst>
              </p:cNvPr>
              <p:cNvSpPr txBox="1"/>
              <p:nvPr/>
            </p:nvSpPr>
            <p:spPr>
              <a:xfrm>
                <a:off x="5719085" y="216143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5" name="文字方塊 132">
                <a:extLst>
                  <a:ext uri="{FF2B5EF4-FFF2-40B4-BE49-F238E27FC236}">
                    <a16:creationId xmlns:a16="http://schemas.microsoft.com/office/drawing/2014/main" id="{60D140AC-D5CB-BE43-606E-6F5B2852B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9085" y="2161438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文字方塊 137">
            <a:extLst>
              <a:ext uri="{FF2B5EF4-FFF2-40B4-BE49-F238E27FC236}">
                <a16:creationId xmlns:a16="http://schemas.microsoft.com/office/drawing/2014/main" id="{14841F93-BAC2-56C9-AB8B-F96164D22A1F}"/>
              </a:ext>
            </a:extLst>
          </p:cNvPr>
          <p:cNvSpPr txBox="1"/>
          <p:nvPr/>
        </p:nvSpPr>
        <p:spPr>
          <a:xfrm>
            <a:off x="6099319" y="2200340"/>
            <a:ext cx="10214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20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cm</a:t>
            </a:r>
          </a:p>
        </p:txBody>
      </p:sp>
      <p:grpSp>
        <p:nvGrpSpPr>
          <p:cNvPr id="47" name="群組 116">
            <a:extLst>
              <a:ext uri="{FF2B5EF4-FFF2-40B4-BE49-F238E27FC236}">
                <a16:creationId xmlns:a16="http://schemas.microsoft.com/office/drawing/2014/main" id="{F0F98E98-6341-427B-873E-C2B347EB18FF}"/>
              </a:ext>
            </a:extLst>
          </p:cNvPr>
          <p:cNvGrpSpPr/>
          <p:nvPr/>
        </p:nvGrpSpPr>
        <p:grpSpPr>
          <a:xfrm>
            <a:off x="4374835" y="2095524"/>
            <a:ext cx="680476" cy="470310"/>
            <a:chOff x="7276718" y="5101272"/>
            <a:chExt cx="680476" cy="47031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文字方塊 119">
                  <a:extLst>
                    <a:ext uri="{FF2B5EF4-FFF2-40B4-BE49-F238E27FC236}">
                      <a16:creationId xmlns:a16="http://schemas.microsoft.com/office/drawing/2014/main" id="{C75892C7-F706-06A5-4793-46041D54AD81}"/>
                    </a:ext>
                  </a:extLst>
                </p:cNvPr>
                <p:cNvSpPr txBox="1"/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Lucida Handwriting" panose="03010101010101010101" pitchFamily="66" charset="0"/>
                          </a:rPr>
                          <m:t>16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48" name="文字方塊 119">
                  <a:extLst>
                    <a:ext uri="{FF2B5EF4-FFF2-40B4-BE49-F238E27FC236}">
                      <a16:creationId xmlns:a16="http://schemas.microsoft.com/office/drawing/2014/main" id="{C75892C7-F706-06A5-4793-46041D54AD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文字方塊 118">
              <a:extLst>
                <a:ext uri="{FF2B5EF4-FFF2-40B4-BE49-F238E27FC236}">
                  <a16:creationId xmlns:a16="http://schemas.microsoft.com/office/drawing/2014/main" id="{B29C2B41-E8D0-20EB-7002-57F989F5635F}"/>
                </a:ext>
              </a:extLst>
            </p:cNvPr>
            <p:cNvSpPr txBox="1"/>
            <p:nvPr/>
          </p:nvSpPr>
          <p:spPr>
            <a:xfrm>
              <a:off x="7668332" y="510127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50" name="文字方塊 137">
            <a:extLst>
              <a:ext uri="{FF2B5EF4-FFF2-40B4-BE49-F238E27FC236}">
                <a16:creationId xmlns:a16="http://schemas.microsoft.com/office/drawing/2014/main" id="{F3710E12-A74E-1BAC-1812-0E7B17538C90}"/>
              </a:ext>
            </a:extLst>
          </p:cNvPr>
          <p:cNvSpPr txBox="1"/>
          <p:nvPr/>
        </p:nvSpPr>
        <p:spPr>
          <a:xfrm>
            <a:off x="5138892" y="2177499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字方塊 132">
                <a:extLst>
                  <a:ext uri="{FF2B5EF4-FFF2-40B4-BE49-F238E27FC236}">
                    <a16:creationId xmlns:a16="http://schemas.microsoft.com/office/drawing/2014/main" id="{1F91559F-E71C-A8B2-CBBB-1C9B07C7E4C8}"/>
                  </a:ext>
                </a:extLst>
              </p:cNvPr>
              <p:cNvSpPr txBox="1"/>
              <p:nvPr/>
            </p:nvSpPr>
            <p:spPr>
              <a:xfrm>
                <a:off x="3219968" y="209890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1" name="文字方塊 132">
                <a:extLst>
                  <a:ext uri="{FF2B5EF4-FFF2-40B4-BE49-F238E27FC236}">
                    <a16:creationId xmlns:a16="http://schemas.microsoft.com/office/drawing/2014/main" id="{1F91559F-E71C-A8B2-CBBB-1C9B07C7E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9968" y="2098901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B640BD4-53ED-4400-8A67-D1CA2E9FDB9F}"/>
              </a:ext>
            </a:extLst>
          </p:cNvPr>
          <p:cNvCxnSpPr>
            <a:stCxn id="11" idx="4"/>
            <a:endCxn id="11" idx="2"/>
          </p:cNvCxnSpPr>
          <p:nvPr/>
        </p:nvCxnSpPr>
        <p:spPr>
          <a:xfrm>
            <a:off x="8025013" y="6374571"/>
            <a:ext cx="1120590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5891433-07DC-243A-8246-CCDF50753EF5}"/>
              </a:ext>
            </a:extLst>
          </p:cNvPr>
          <p:cNvCxnSpPr>
            <a:cxnSpLocks/>
            <a:stCxn id="11" idx="0"/>
            <a:endCxn id="11" idx="2"/>
          </p:cNvCxnSpPr>
          <p:nvPr/>
        </p:nvCxnSpPr>
        <p:spPr>
          <a:xfrm>
            <a:off x="9145603" y="4061677"/>
            <a:ext cx="0" cy="2312894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文字方塊 22">
            <a:extLst>
              <a:ext uri="{FF2B5EF4-FFF2-40B4-BE49-F238E27FC236}">
                <a16:creationId xmlns:a16="http://schemas.microsoft.com/office/drawing/2014/main" id="{D8F6354F-3020-1259-D457-0DCF1C7274D4}"/>
              </a:ext>
            </a:extLst>
          </p:cNvPr>
          <p:cNvSpPr txBox="1"/>
          <p:nvPr/>
        </p:nvSpPr>
        <p:spPr>
          <a:xfrm>
            <a:off x="8091918" y="4952943"/>
            <a:ext cx="328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N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37708452-AA7C-AA00-F515-87376E6F9DAF}"/>
              </a:ext>
            </a:extLst>
          </p:cNvPr>
          <p:cNvCxnSpPr>
            <a:cxnSpLocks/>
          </p:cNvCxnSpPr>
          <p:nvPr/>
        </p:nvCxnSpPr>
        <p:spPr>
          <a:xfrm>
            <a:off x="8595011" y="5201015"/>
            <a:ext cx="560295" cy="1156447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7358B39-C4AE-5710-3589-2E57FC551040}"/>
              </a:ext>
            </a:extLst>
          </p:cNvPr>
          <p:cNvCxnSpPr>
            <a:cxnSpLocks/>
          </p:cNvCxnSpPr>
          <p:nvPr/>
        </p:nvCxnSpPr>
        <p:spPr>
          <a:xfrm flipV="1">
            <a:off x="7477393" y="4994080"/>
            <a:ext cx="659053" cy="1257036"/>
          </a:xfrm>
          <a:prstGeom prst="straightConnector1">
            <a:avLst/>
          </a:prstGeom>
          <a:ln w="28575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4D3F3729-A54E-3B69-C3E3-F8916E9E1150}"/>
              </a:ext>
            </a:extLst>
          </p:cNvPr>
          <p:cNvCxnSpPr>
            <a:cxnSpLocks/>
          </p:cNvCxnSpPr>
          <p:nvPr/>
        </p:nvCxnSpPr>
        <p:spPr>
          <a:xfrm flipV="1">
            <a:off x="8136049" y="3721252"/>
            <a:ext cx="659053" cy="1257036"/>
          </a:xfrm>
          <a:prstGeom prst="straightConnector1">
            <a:avLst/>
          </a:prstGeom>
          <a:ln w="28575">
            <a:solidFill>
              <a:srgbClr val="00B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B3F3F8D4-80FD-D012-0BC0-19D8AA735710}"/>
              </a:ext>
            </a:extLst>
          </p:cNvPr>
          <p:cNvCxnSpPr>
            <a:cxnSpLocks/>
          </p:cNvCxnSpPr>
          <p:nvPr/>
        </p:nvCxnSpPr>
        <p:spPr>
          <a:xfrm>
            <a:off x="8397342" y="4289624"/>
            <a:ext cx="164464" cy="708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9AC3051-B195-C949-8F90-8CE37DC58AB6}"/>
              </a:ext>
            </a:extLst>
          </p:cNvPr>
          <p:cNvCxnSpPr>
            <a:cxnSpLocks/>
          </p:cNvCxnSpPr>
          <p:nvPr/>
        </p:nvCxnSpPr>
        <p:spPr>
          <a:xfrm>
            <a:off x="7709398" y="5613725"/>
            <a:ext cx="164464" cy="708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文字方塊 109">
            <a:extLst>
              <a:ext uri="{FF2B5EF4-FFF2-40B4-BE49-F238E27FC236}">
                <a16:creationId xmlns:a16="http://schemas.microsoft.com/office/drawing/2014/main" id="{0710C602-9BD3-38E8-14B5-E11D2A385F37}"/>
              </a:ext>
            </a:extLst>
          </p:cNvPr>
          <p:cNvSpPr txBox="1"/>
          <p:nvPr/>
        </p:nvSpPr>
        <p:spPr>
          <a:xfrm>
            <a:off x="499988" y="2804338"/>
            <a:ext cx="6992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文字方塊 132">
                <a:extLst>
                  <a:ext uri="{FF2B5EF4-FFF2-40B4-BE49-F238E27FC236}">
                    <a16:creationId xmlns:a16="http://schemas.microsoft.com/office/drawing/2014/main" id="{523D65CF-85BC-8238-5F29-F2EE2B78501E}"/>
                  </a:ext>
                </a:extLst>
              </p:cNvPr>
              <p:cNvSpPr txBox="1"/>
              <p:nvPr/>
            </p:nvSpPr>
            <p:spPr>
              <a:xfrm>
                <a:off x="1150884" y="27976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1" name="文字方塊 132">
                <a:extLst>
                  <a:ext uri="{FF2B5EF4-FFF2-40B4-BE49-F238E27FC236}">
                    <a16:creationId xmlns:a16="http://schemas.microsoft.com/office/drawing/2014/main" id="{523D65CF-85BC-8238-5F29-F2EE2B785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884" y="2797646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2" name="群組 74">
            <a:extLst>
              <a:ext uri="{FF2B5EF4-FFF2-40B4-BE49-F238E27FC236}">
                <a16:creationId xmlns:a16="http://schemas.microsoft.com/office/drawing/2014/main" id="{ADD40629-5B26-7DF1-0D2E-641D8E2DD9D6}"/>
              </a:ext>
            </a:extLst>
          </p:cNvPr>
          <p:cNvGrpSpPr/>
          <p:nvPr/>
        </p:nvGrpSpPr>
        <p:grpSpPr>
          <a:xfrm>
            <a:off x="1558652" y="2635103"/>
            <a:ext cx="364383" cy="777549"/>
            <a:chOff x="2896107" y="4671588"/>
            <a:chExt cx="364383" cy="777549"/>
          </a:xfrm>
        </p:grpSpPr>
        <p:sp>
          <p:nvSpPr>
            <p:cNvPr id="93" name="文字方塊 75">
              <a:extLst>
                <a:ext uri="{FF2B5EF4-FFF2-40B4-BE49-F238E27FC236}">
                  <a16:creationId xmlns:a16="http://schemas.microsoft.com/office/drawing/2014/main" id="{9C5580D2-53B1-1BA0-4AD0-950E8E3CDFA0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94" name="群組 76">
              <a:extLst>
                <a:ext uri="{FF2B5EF4-FFF2-40B4-BE49-F238E27FC236}">
                  <a16:creationId xmlns:a16="http://schemas.microsoft.com/office/drawing/2014/main" id="{878A6371-C7F6-453D-5806-BE73F363BCA7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95" name="直線接點 77">
                <a:extLst>
                  <a:ext uri="{FF2B5EF4-FFF2-40B4-BE49-F238E27FC236}">
                    <a16:creationId xmlns:a16="http://schemas.microsoft.com/office/drawing/2014/main" id="{2B7D80B1-76A7-E383-66E3-A80B2D147D1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6" name="文字方塊 78">
                <a:extLst>
                  <a:ext uri="{FF2B5EF4-FFF2-40B4-BE49-F238E27FC236}">
                    <a16:creationId xmlns:a16="http://schemas.microsoft.com/office/drawing/2014/main" id="{10D34C0F-3902-BAE6-499E-305C61958A27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文字方塊 53">
                <a:extLst>
                  <a:ext uri="{FF2B5EF4-FFF2-40B4-BE49-F238E27FC236}">
                    <a16:creationId xmlns:a16="http://schemas.microsoft.com/office/drawing/2014/main" id="{D3316187-E9AA-8203-C7D3-78E10EB975C1}"/>
                  </a:ext>
                </a:extLst>
              </p:cNvPr>
              <p:cNvSpPr txBox="1"/>
              <p:nvPr/>
            </p:nvSpPr>
            <p:spPr>
              <a:xfrm>
                <a:off x="1960198" y="281632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7" name="文字方塊 53">
                <a:extLst>
                  <a:ext uri="{FF2B5EF4-FFF2-40B4-BE49-F238E27FC236}">
                    <a16:creationId xmlns:a16="http://schemas.microsoft.com/office/drawing/2014/main" id="{D3316187-E9AA-8203-C7D3-78E10EB97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198" y="2816324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文字方塊 109">
            <a:extLst>
              <a:ext uri="{FF2B5EF4-FFF2-40B4-BE49-F238E27FC236}">
                <a16:creationId xmlns:a16="http://schemas.microsoft.com/office/drawing/2014/main" id="{3C6D02C4-1EDE-9B5D-2074-A1674839170B}"/>
              </a:ext>
            </a:extLst>
          </p:cNvPr>
          <p:cNvSpPr txBox="1"/>
          <p:nvPr/>
        </p:nvSpPr>
        <p:spPr>
          <a:xfrm>
            <a:off x="2242117" y="2808800"/>
            <a:ext cx="6367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BD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文字方塊 132">
                <a:extLst>
                  <a:ext uri="{FF2B5EF4-FFF2-40B4-BE49-F238E27FC236}">
                    <a16:creationId xmlns:a16="http://schemas.microsoft.com/office/drawing/2014/main" id="{56154426-0F48-610B-3BA3-67DAEF63BD1B}"/>
                  </a:ext>
                </a:extLst>
              </p:cNvPr>
              <p:cNvSpPr txBox="1"/>
              <p:nvPr/>
            </p:nvSpPr>
            <p:spPr>
              <a:xfrm>
                <a:off x="2861054" y="279687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9" name="文字方塊 132">
                <a:extLst>
                  <a:ext uri="{FF2B5EF4-FFF2-40B4-BE49-F238E27FC236}">
                    <a16:creationId xmlns:a16="http://schemas.microsoft.com/office/drawing/2014/main" id="{56154426-0F48-610B-3BA3-67DAEF63B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054" y="2796873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" name="群組 74">
            <a:extLst>
              <a:ext uri="{FF2B5EF4-FFF2-40B4-BE49-F238E27FC236}">
                <a16:creationId xmlns:a16="http://schemas.microsoft.com/office/drawing/2014/main" id="{0EE63719-C868-3E53-48D3-B2A91ACDC260}"/>
              </a:ext>
            </a:extLst>
          </p:cNvPr>
          <p:cNvGrpSpPr/>
          <p:nvPr/>
        </p:nvGrpSpPr>
        <p:grpSpPr>
          <a:xfrm>
            <a:off x="3252854" y="2649171"/>
            <a:ext cx="364383" cy="777549"/>
            <a:chOff x="2896107" y="4671588"/>
            <a:chExt cx="364383" cy="777549"/>
          </a:xfrm>
        </p:grpSpPr>
        <p:sp>
          <p:nvSpPr>
            <p:cNvPr id="101" name="文字方塊 75">
              <a:extLst>
                <a:ext uri="{FF2B5EF4-FFF2-40B4-BE49-F238E27FC236}">
                  <a16:creationId xmlns:a16="http://schemas.microsoft.com/office/drawing/2014/main" id="{C54402DA-4A85-77F5-E631-80820618EC0A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02" name="群組 76">
              <a:extLst>
                <a:ext uri="{FF2B5EF4-FFF2-40B4-BE49-F238E27FC236}">
                  <a16:creationId xmlns:a16="http://schemas.microsoft.com/office/drawing/2014/main" id="{CAF119F7-58C2-5AAF-A8A9-AA06C4A7502C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03" name="直線接點 77">
                <a:extLst>
                  <a:ext uri="{FF2B5EF4-FFF2-40B4-BE49-F238E27FC236}">
                    <a16:creationId xmlns:a16="http://schemas.microsoft.com/office/drawing/2014/main" id="{A832B69A-8992-396B-2B07-0AF34276983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4" name="文字方塊 78">
                <a:extLst>
                  <a:ext uri="{FF2B5EF4-FFF2-40B4-BE49-F238E27FC236}">
                    <a16:creationId xmlns:a16="http://schemas.microsoft.com/office/drawing/2014/main" id="{EB2B2950-EA9E-FB4A-0F95-30A670F1C77B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文字方塊 53">
                <a:extLst>
                  <a:ext uri="{FF2B5EF4-FFF2-40B4-BE49-F238E27FC236}">
                    <a16:creationId xmlns:a16="http://schemas.microsoft.com/office/drawing/2014/main" id="{18FEBFC1-0BC4-5ED3-EB20-2F7B18AB1C90}"/>
                  </a:ext>
                </a:extLst>
              </p:cNvPr>
              <p:cNvSpPr txBox="1"/>
              <p:nvPr/>
            </p:nvSpPr>
            <p:spPr>
              <a:xfrm>
                <a:off x="3606455" y="281632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5" name="文字方塊 53">
                <a:extLst>
                  <a:ext uri="{FF2B5EF4-FFF2-40B4-BE49-F238E27FC236}">
                    <a16:creationId xmlns:a16="http://schemas.microsoft.com/office/drawing/2014/main" id="{18FEBFC1-0BC4-5ED3-EB20-2F7B18AB1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455" y="2816324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文字方塊 137">
            <a:extLst>
              <a:ext uri="{FF2B5EF4-FFF2-40B4-BE49-F238E27FC236}">
                <a16:creationId xmlns:a16="http://schemas.microsoft.com/office/drawing/2014/main" id="{E3C81964-B299-3624-78A2-5C3BC2E14347}"/>
              </a:ext>
            </a:extLst>
          </p:cNvPr>
          <p:cNvSpPr txBox="1"/>
          <p:nvPr/>
        </p:nvSpPr>
        <p:spPr>
          <a:xfrm>
            <a:off x="3859292" y="2819055"/>
            <a:ext cx="10214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20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cm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文字方塊 132">
                <a:extLst>
                  <a:ext uri="{FF2B5EF4-FFF2-40B4-BE49-F238E27FC236}">
                    <a16:creationId xmlns:a16="http://schemas.microsoft.com/office/drawing/2014/main" id="{E85FB27C-1EC0-8C3E-2FA6-B54EF7CB3809}"/>
                  </a:ext>
                </a:extLst>
              </p:cNvPr>
              <p:cNvSpPr txBox="1"/>
              <p:nvPr/>
            </p:nvSpPr>
            <p:spPr>
              <a:xfrm>
                <a:off x="4835006" y="279061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7" name="文字方塊 132">
                <a:extLst>
                  <a:ext uri="{FF2B5EF4-FFF2-40B4-BE49-F238E27FC236}">
                    <a16:creationId xmlns:a16="http://schemas.microsoft.com/office/drawing/2014/main" id="{E85FB27C-1EC0-8C3E-2FA6-B54EF7CB38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5006" y="2790615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文字方塊 137">
            <a:extLst>
              <a:ext uri="{FF2B5EF4-FFF2-40B4-BE49-F238E27FC236}">
                <a16:creationId xmlns:a16="http://schemas.microsoft.com/office/drawing/2014/main" id="{384F222F-7413-6B29-1DE2-8D81DA90B5C4}"/>
              </a:ext>
            </a:extLst>
          </p:cNvPr>
          <p:cNvSpPr txBox="1"/>
          <p:nvPr/>
        </p:nvSpPr>
        <p:spPr>
          <a:xfrm>
            <a:off x="5215240" y="2829517"/>
            <a:ext cx="10214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10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cm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DA30E94F-6D89-092F-702B-3F0937517AB3}"/>
              </a:ext>
            </a:extLst>
          </p:cNvPr>
          <p:cNvCxnSpPr>
            <a:endCxn id="10" idx="2"/>
          </p:cNvCxnSpPr>
          <p:nvPr/>
        </p:nvCxnSpPr>
        <p:spPr>
          <a:xfrm>
            <a:off x="8755039" y="2894647"/>
            <a:ext cx="1091821" cy="26481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CEB15A34-5DF9-B042-3216-5157160B7162}"/>
              </a:ext>
            </a:extLst>
          </p:cNvPr>
          <p:cNvCxnSpPr>
            <a:endCxn id="10" idx="1"/>
          </p:cNvCxnSpPr>
          <p:nvPr/>
        </p:nvCxnSpPr>
        <p:spPr>
          <a:xfrm flipV="1">
            <a:off x="9846860" y="2388238"/>
            <a:ext cx="1542197" cy="771219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Freeform: Shape 112">
            <a:extLst>
              <a:ext uri="{FF2B5EF4-FFF2-40B4-BE49-F238E27FC236}">
                <a16:creationId xmlns:a16="http://schemas.microsoft.com/office/drawing/2014/main" id="{AB74D3C4-C219-9A20-6A90-3BAA09821179}"/>
              </a:ext>
            </a:extLst>
          </p:cNvPr>
          <p:cNvSpPr/>
          <p:nvPr/>
        </p:nvSpPr>
        <p:spPr>
          <a:xfrm>
            <a:off x="10070048" y="827037"/>
            <a:ext cx="1322095" cy="1811327"/>
          </a:xfrm>
          <a:custGeom>
            <a:avLst/>
            <a:gdLst>
              <a:gd name="connsiteX0" fmla="*/ 23297 w 1322095"/>
              <a:gd name="connsiteY0" fmla="*/ 0 h 1811327"/>
              <a:gd name="connsiteX1" fmla="*/ 0 w 1322095"/>
              <a:gd name="connsiteY1" fmla="*/ 1811327 h 1811327"/>
              <a:gd name="connsiteX2" fmla="*/ 1322095 w 1322095"/>
              <a:gd name="connsiteY2" fmla="*/ 1555062 h 1811327"/>
              <a:gd name="connsiteX3" fmla="*/ 23297 w 1322095"/>
              <a:gd name="connsiteY3" fmla="*/ 0 h 1811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22095" h="1811327">
                <a:moveTo>
                  <a:pt x="23297" y="0"/>
                </a:moveTo>
                <a:lnTo>
                  <a:pt x="0" y="1811327"/>
                </a:lnTo>
                <a:lnTo>
                  <a:pt x="1322095" y="1555062"/>
                </a:lnTo>
                <a:lnTo>
                  <a:pt x="23297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653D7B2E-7C5B-BB4E-5BA0-4B0CBA295EDF}"/>
              </a:ext>
            </a:extLst>
          </p:cNvPr>
          <p:cNvCxnSpPr/>
          <p:nvPr/>
        </p:nvCxnSpPr>
        <p:spPr>
          <a:xfrm>
            <a:off x="10070048" y="827037"/>
            <a:ext cx="0" cy="18248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Right Triangle 117">
            <a:extLst>
              <a:ext uri="{FF2B5EF4-FFF2-40B4-BE49-F238E27FC236}">
                <a16:creationId xmlns:a16="http://schemas.microsoft.com/office/drawing/2014/main" id="{08A73E90-5328-425E-6051-1FCF90DEF358}"/>
              </a:ext>
            </a:extLst>
          </p:cNvPr>
          <p:cNvSpPr/>
          <p:nvPr/>
        </p:nvSpPr>
        <p:spPr>
          <a:xfrm>
            <a:off x="10685463" y="4045676"/>
            <a:ext cx="1120590" cy="2312894"/>
          </a:xfrm>
          <a:prstGeom prst="rtTriangle">
            <a:avLst/>
          </a:prstGeom>
          <a:solidFill>
            <a:srgbClr val="00B0F0">
              <a:alpha val="2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9" name="接點: 肘形 31">
            <a:extLst>
              <a:ext uri="{FF2B5EF4-FFF2-40B4-BE49-F238E27FC236}">
                <a16:creationId xmlns:a16="http://schemas.microsoft.com/office/drawing/2014/main" id="{696E0184-F686-9271-6971-B0AC5A3F7D6D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683582" y="6183886"/>
            <a:ext cx="164592" cy="164592"/>
          </a:xfrm>
          <a:prstGeom prst="bentConnector3">
            <a:avLst>
              <a:gd name="adj1" fmla="val 97736"/>
            </a:avLst>
          </a:prstGeom>
          <a:ln w="254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4" name="文字方塊 137">
            <a:extLst>
              <a:ext uri="{FF2B5EF4-FFF2-40B4-BE49-F238E27FC236}">
                <a16:creationId xmlns:a16="http://schemas.microsoft.com/office/drawing/2014/main" id="{7D2A017C-D52D-9C85-E91E-8A8A0C02F7FE}"/>
              </a:ext>
            </a:extLst>
          </p:cNvPr>
          <p:cNvSpPr txBox="1">
            <a:spLocks/>
          </p:cNvSpPr>
          <p:nvPr/>
        </p:nvSpPr>
        <p:spPr>
          <a:xfrm>
            <a:off x="11226354" y="4932203"/>
            <a:ext cx="851515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Handwriting" panose="03010101010101010101" pitchFamily="66" charset="0"/>
              </a:rPr>
              <a:t>26 </a:t>
            </a:r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rPr>
              <a:t>cm</a:t>
            </a: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595EE023-2411-D386-E531-FA536AA9A1F0}"/>
              </a:ext>
            </a:extLst>
          </p:cNvPr>
          <p:cNvCxnSpPr>
            <a:cxnSpLocks/>
          </p:cNvCxnSpPr>
          <p:nvPr/>
        </p:nvCxnSpPr>
        <p:spPr>
          <a:xfrm flipH="1" flipV="1">
            <a:off x="10685463" y="4045676"/>
            <a:ext cx="1120590" cy="2312894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F2D4E595-1DAF-6E30-4E34-77C5F088C361}"/>
              </a:ext>
            </a:extLst>
          </p:cNvPr>
          <p:cNvCxnSpPr>
            <a:cxnSpLocks/>
          </p:cNvCxnSpPr>
          <p:nvPr/>
        </p:nvCxnSpPr>
        <p:spPr>
          <a:xfrm flipH="1">
            <a:off x="10685463" y="6358570"/>
            <a:ext cx="112059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23107F59-2AB2-2BF8-04F0-D4C51D9BC91A}"/>
              </a:ext>
            </a:extLst>
          </p:cNvPr>
          <p:cNvCxnSpPr>
            <a:cxnSpLocks/>
          </p:cNvCxnSpPr>
          <p:nvPr/>
        </p:nvCxnSpPr>
        <p:spPr>
          <a:xfrm flipH="1">
            <a:off x="10685463" y="4045676"/>
            <a:ext cx="0" cy="231289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文字方塊 22">
            <a:extLst>
              <a:ext uri="{FF2B5EF4-FFF2-40B4-BE49-F238E27FC236}">
                <a16:creationId xmlns:a16="http://schemas.microsoft.com/office/drawing/2014/main" id="{DAEF4EDF-C688-B27C-A305-B73FA8E155B8}"/>
              </a:ext>
            </a:extLst>
          </p:cNvPr>
          <p:cNvSpPr txBox="1"/>
          <p:nvPr/>
        </p:nvSpPr>
        <p:spPr>
          <a:xfrm>
            <a:off x="10128511" y="6209979"/>
            <a:ext cx="328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N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35" name="文字方塊 22">
            <a:extLst>
              <a:ext uri="{FF2B5EF4-FFF2-40B4-BE49-F238E27FC236}">
                <a16:creationId xmlns:a16="http://schemas.microsoft.com/office/drawing/2014/main" id="{F41F775A-9BDF-77C4-FA5D-E6726D6DA1B3}"/>
              </a:ext>
            </a:extLst>
          </p:cNvPr>
          <p:cNvSpPr txBox="1"/>
          <p:nvPr/>
        </p:nvSpPr>
        <p:spPr>
          <a:xfrm>
            <a:off x="10226649" y="3779326"/>
            <a:ext cx="328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36" name="文字方塊 22">
            <a:extLst>
              <a:ext uri="{FF2B5EF4-FFF2-40B4-BE49-F238E27FC236}">
                <a16:creationId xmlns:a16="http://schemas.microsoft.com/office/drawing/2014/main" id="{8D8B8338-DCF8-AD12-A839-C7543252B7EA}"/>
              </a:ext>
            </a:extLst>
          </p:cNvPr>
          <p:cNvSpPr txBox="1"/>
          <p:nvPr/>
        </p:nvSpPr>
        <p:spPr>
          <a:xfrm>
            <a:off x="11771476" y="6175152"/>
            <a:ext cx="328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D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37" name="文字方塊 137">
            <a:extLst>
              <a:ext uri="{FF2B5EF4-FFF2-40B4-BE49-F238E27FC236}">
                <a16:creationId xmlns:a16="http://schemas.microsoft.com/office/drawing/2014/main" id="{1E10A496-32E8-2053-2248-B1DEAC39F668}"/>
              </a:ext>
            </a:extLst>
          </p:cNvPr>
          <p:cNvSpPr txBox="1"/>
          <p:nvPr/>
        </p:nvSpPr>
        <p:spPr>
          <a:xfrm>
            <a:off x="10778313" y="6388112"/>
            <a:ext cx="8515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10 </a:t>
            </a:r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cm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8" name="文字方塊 1">
                <a:extLst>
                  <a:ext uri="{FF2B5EF4-FFF2-40B4-BE49-F238E27FC236}">
                    <a16:creationId xmlns:a16="http://schemas.microsoft.com/office/drawing/2014/main" id="{5580F84E-02AC-E848-708F-F5BB398CAE10}"/>
                  </a:ext>
                </a:extLst>
              </p:cNvPr>
              <p:cNvSpPr txBox="1"/>
              <p:nvPr/>
            </p:nvSpPr>
            <p:spPr>
              <a:xfrm>
                <a:off x="554171" y="3258204"/>
                <a:ext cx="146072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In </a:t>
                </a:r>
                <a14:m>
                  <m:oMath xmlns:m="http://schemas.openxmlformats.org/officeDocument/2006/math">
                    <m:r>
                      <a:rPr lang="en-US" altLang="zh-HK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HK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𝑨𝑫𝑵</m:t>
                    </m:r>
                    <m:r>
                      <a:rPr lang="en-US" altLang="zh-HK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8" name="文字方塊 1">
                <a:extLst>
                  <a:ext uri="{FF2B5EF4-FFF2-40B4-BE49-F238E27FC236}">
                    <a16:creationId xmlns:a16="http://schemas.microsoft.com/office/drawing/2014/main" id="{5580F84E-02AC-E848-708F-F5BB398CA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71" y="3258204"/>
                <a:ext cx="1460729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文字方塊 109">
            <a:extLst>
              <a:ext uri="{FF2B5EF4-FFF2-40B4-BE49-F238E27FC236}">
                <a16:creationId xmlns:a16="http://schemas.microsoft.com/office/drawing/2014/main" id="{167BC1BF-2E27-0A0A-179A-F5C1450D5BA3}"/>
              </a:ext>
            </a:extLst>
          </p:cNvPr>
          <p:cNvSpPr txBox="1"/>
          <p:nvPr/>
        </p:nvSpPr>
        <p:spPr>
          <a:xfrm>
            <a:off x="477004" y="3803692"/>
            <a:ext cx="6992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文字方塊 101">
                <a:extLst>
                  <a:ext uri="{FF2B5EF4-FFF2-40B4-BE49-F238E27FC236}">
                    <a16:creationId xmlns:a16="http://schemas.microsoft.com/office/drawing/2014/main" id="{F5E13425-7789-8803-3278-2B2D67F0A5EF}"/>
                  </a:ext>
                </a:extLst>
              </p:cNvPr>
              <p:cNvSpPr txBox="1"/>
              <p:nvPr/>
            </p:nvSpPr>
            <p:spPr>
              <a:xfrm>
                <a:off x="1104578" y="3780752"/>
                <a:ext cx="37958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1" name="文字方塊 101">
                <a:extLst>
                  <a:ext uri="{FF2B5EF4-FFF2-40B4-BE49-F238E27FC236}">
                    <a16:creationId xmlns:a16="http://schemas.microsoft.com/office/drawing/2014/main" id="{F5E13425-7789-8803-3278-2B2D67F0A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578" y="3780752"/>
                <a:ext cx="379583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2" name="群組 102">
            <a:extLst>
              <a:ext uri="{FF2B5EF4-FFF2-40B4-BE49-F238E27FC236}">
                <a16:creationId xmlns:a16="http://schemas.microsoft.com/office/drawing/2014/main" id="{96278CCD-CBE1-F2B1-A707-BBD971AE73E1}"/>
              </a:ext>
            </a:extLst>
          </p:cNvPr>
          <p:cNvGrpSpPr/>
          <p:nvPr/>
        </p:nvGrpSpPr>
        <p:grpSpPr>
          <a:xfrm>
            <a:off x="1584670" y="3702382"/>
            <a:ext cx="800728" cy="497851"/>
            <a:chOff x="6106944" y="617118"/>
            <a:chExt cx="623752" cy="497851"/>
          </a:xfrm>
        </p:grpSpPr>
        <p:sp>
          <p:nvSpPr>
            <p:cNvPr id="147" name="文字方塊 107">
              <a:extLst>
                <a:ext uri="{FF2B5EF4-FFF2-40B4-BE49-F238E27FC236}">
                  <a16:creationId xmlns:a16="http://schemas.microsoft.com/office/drawing/2014/main" id="{AAC358B5-BACA-ECC9-F722-E9AE554008AC}"/>
                </a:ext>
              </a:extLst>
            </p:cNvPr>
            <p:cNvSpPr txBox="1"/>
            <p:nvPr/>
          </p:nvSpPr>
          <p:spPr>
            <a:xfrm>
              <a:off x="6106944" y="714859"/>
              <a:ext cx="5930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70C0"/>
                  </a:solidFill>
                  <a:latin typeface="Lucida Calligraphy" panose="03010101010101010101" pitchFamily="66" charset="0"/>
                </a:rPr>
                <a:t>AD</a:t>
              </a:r>
            </a:p>
          </p:txBody>
        </p:sp>
        <p:sp>
          <p:nvSpPr>
            <p:cNvPr id="148" name="文字方塊 108">
              <a:extLst>
                <a:ext uri="{FF2B5EF4-FFF2-40B4-BE49-F238E27FC236}">
                  <a16:creationId xmlns:a16="http://schemas.microsoft.com/office/drawing/2014/main" id="{8CAEEA6A-1097-7300-CDB7-D45A3C517F43}"/>
                </a:ext>
              </a:extLst>
            </p:cNvPr>
            <p:cNvSpPr txBox="1"/>
            <p:nvPr/>
          </p:nvSpPr>
          <p:spPr>
            <a:xfrm>
              <a:off x="6500361" y="617118"/>
              <a:ext cx="2303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0070C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文字方塊 103">
                <a:extLst>
                  <a:ext uri="{FF2B5EF4-FFF2-40B4-BE49-F238E27FC236}">
                    <a16:creationId xmlns:a16="http://schemas.microsoft.com/office/drawing/2014/main" id="{19B8A8D5-B1BF-368C-9838-CD9A862A1D8A}"/>
                  </a:ext>
                </a:extLst>
              </p:cNvPr>
              <p:cNvSpPr txBox="1"/>
              <p:nvPr/>
            </p:nvSpPr>
            <p:spPr>
              <a:xfrm>
                <a:off x="2192025" y="3811780"/>
                <a:ext cx="37958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3" name="文字方塊 103">
                <a:extLst>
                  <a:ext uri="{FF2B5EF4-FFF2-40B4-BE49-F238E27FC236}">
                    <a16:creationId xmlns:a16="http://schemas.microsoft.com/office/drawing/2014/main" id="{19B8A8D5-B1BF-368C-9838-CD9A862A1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2025" y="3811780"/>
                <a:ext cx="379583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4" name="群組 104">
            <a:extLst>
              <a:ext uri="{FF2B5EF4-FFF2-40B4-BE49-F238E27FC236}">
                <a16:creationId xmlns:a16="http://schemas.microsoft.com/office/drawing/2014/main" id="{D4208EDC-17A6-1502-5E89-2DF38488DC9B}"/>
              </a:ext>
            </a:extLst>
          </p:cNvPr>
          <p:cNvGrpSpPr/>
          <p:nvPr/>
        </p:nvGrpSpPr>
        <p:grpSpPr>
          <a:xfrm>
            <a:off x="2449673" y="3702382"/>
            <a:ext cx="777378" cy="501420"/>
            <a:chOff x="5929431" y="613446"/>
            <a:chExt cx="605563" cy="501420"/>
          </a:xfrm>
        </p:grpSpPr>
        <p:sp>
          <p:nvSpPr>
            <p:cNvPr id="145" name="文字方塊 105">
              <a:extLst>
                <a:ext uri="{FF2B5EF4-FFF2-40B4-BE49-F238E27FC236}">
                  <a16:creationId xmlns:a16="http://schemas.microsoft.com/office/drawing/2014/main" id="{961D5B3D-E1E8-407C-D492-1ED5CD2A5E3D}"/>
                </a:ext>
              </a:extLst>
            </p:cNvPr>
            <p:cNvSpPr txBox="1"/>
            <p:nvPr/>
          </p:nvSpPr>
          <p:spPr>
            <a:xfrm>
              <a:off x="5929431" y="714756"/>
              <a:ext cx="5446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rPr>
                <a:t>ND</a:t>
              </a:r>
            </a:p>
          </p:txBody>
        </p:sp>
        <p:sp>
          <p:nvSpPr>
            <p:cNvPr id="146" name="文字方塊 106">
              <a:extLst>
                <a:ext uri="{FF2B5EF4-FFF2-40B4-BE49-F238E27FC236}">
                  <a16:creationId xmlns:a16="http://schemas.microsoft.com/office/drawing/2014/main" id="{822CDC95-1567-E6D3-ADF4-714C6523FDEA}"/>
                </a:ext>
              </a:extLst>
            </p:cNvPr>
            <p:cNvSpPr txBox="1"/>
            <p:nvPr/>
          </p:nvSpPr>
          <p:spPr>
            <a:xfrm>
              <a:off x="6309976" y="613446"/>
              <a:ext cx="2250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149" name="群組 36">
            <a:extLst>
              <a:ext uri="{FF2B5EF4-FFF2-40B4-BE49-F238E27FC236}">
                <a16:creationId xmlns:a16="http://schemas.microsoft.com/office/drawing/2014/main" id="{4089E033-4F29-D0E8-E8C8-18BCF2E73CBC}"/>
              </a:ext>
            </a:extLst>
          </p:cNvPr>
          <p:cNvGrpSpPr/>
          <p:nvPr/>
        </p:nvGrpSpPr>
        <p:grpSpPr>
          <a:xfrm>
            <a:off x="1449194" y="3715682"/>
            <a:ext cx="1804424" cy="465179"/>
            <a:chOff x="7084309" y="3573016"/>
            <a:chExt cx="3334689" cy="360040"/>
          </a:xfrm>
        </p:grpSpPr>
        <p:cxnSp>
          <p:nvCxnSpPr>
            <p:cNvPr id="150" name="直線接點 37">
              <a:extLst>
                <a:ext uri="{FF2B5EF4-FFF2-40B4-BE49-F238E27FC236}">
                  <a16:creationId xmlns:a16="http://schemas.microsoft.com/office/drawing/2014/main" id="{39515805-B74F-4FB4-5A54-4464B7647090}"/>
                </a:ext>
              </a:extLst>
            </p:cNvPr>
            <p:cNvCxnSpPr>
              <a:cxnSpLocks/>
            </p:cNvCxnSpPr>
            <p:nvPr/>
          </p:nvCxnSpPr>
          <p:spPr>
            <a:xfrm>
              <a:off x="7274526" y="3574969"/>
              <a:ext cx="3144472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直線接點 38">
              <a:extLst>
                <a:ext uri="{FF2B5EF4-FFF2-40B4-BE49-F238E27FC236}">
                  <a16:creationId xmlns:a16="http://schemas.microsoft.com/office/drawing/2014/main" id="{598EDB78-5385-586F-5BB4-C443CF37638B}"/>
                </a:ext>
              </a:extLst>
            </p:cNvPr>
            <p:cNvCxnSpPr/>
            <p:nvPr/>
          </p:nvCxnSpPr>
          <p:spPr>
            <a:xfrm flipH="1">
              <a:off x="7202310" y="3573016"/>
              <a:ext cx="72216" cy="36004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直線接點 39">
              <a:extLst>
                <a:ext uri="{FF2B5EF4-FFF2-40B4-BE49-F238E27FC236}">
                  <a16:creationId xmlns:a16="http://schemas.microsoft.com/office/drawing/2014/main" id="{4B7B0202-940B-FEFE-070A-EDA6DE9B2F9F}"/>
                </a:ext>
              </a:extLst>
            </p:cNvPr>
            <p:cNvCxnSpPr>
              <a:cxnSpLocks/>
            </p:cNvCxnSpPr>
            <p:nvPr/>
          </p:nvCxnSpPr>
          <p:spPr>
            <a:xfrm>
              <a:off x="7084309" y="3842437"/>
              <a:ext cx="118001" cy="90619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3" name="群組 112">
            <a:extLst>
              <a:ext uri="{FF2B5EF4-FFF2-40B4-BE49-F238E27FC236}">
                <a16:creationId xmlns:a16="http://schemas.microsoft.com/office/drawing/2014/main" id="{3DF8FB58-8AFB-75DD-572C-CF61A8CF3742}"/>
              </a:ext>
            </a:extLst>
          </p:cNvPr>
          <p:cNvGrpSpPr/>
          <p:nvPr/>
        </p:nvGrpSpPr>
        <p:grpSpPr>
          <a:xfrm>
            <a:off x="3559178" y="3725346"/>
            <a:ext cx="1511824" cy="370880"/>
            <a:chOff x="7148927" y="3562176"/>
            <a:chExt cx="1760603" cy="370880"/>
          </a:xfrm>
        </p:grpSpPr>
        <p:cxnSp>
          <p:nvCxnSpPr>
            <p:cNvPr id="154" name="直線接點 113">
              <a:extLst>
                <a:ext uri="{FF2B5EF4-FFF2-40B4-BE49-F238E27FC236}">
                  <a16:creationId xmlns:a16="http://schemas.microsoft.com/office/drawing/2014/main" id="{CF452DBA-5B36-5606-B68B-755C3DF678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4527" y="3562176"/>
              <a:ext cx="1635003" cy="12793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5" name="直線接點 114">
              <a:extLst>
                <a:ext uri="{FF2B5EF4-FFF2-40B4-BE49-F238E27FC236}">
                  <a16:creationId xmlns:a16="http://schemas.microsoft.com/office/drawing/2014/main" id="{4219F54C-0BAF-0FD5-B211-662C01FB2BBB}"/>
                </a:ext>
              </a:extLst>
            </p:cNvPr>
            <p:cNvCxnSpPr/>
            <p:nvPr/>
          </p:nvCxnSpPr>
          <p:spPr>
            <a:xfrm flipH="1">
              <a:off x="7202310" y="3573016"/>
              <a:ext cx="72216" cy="36004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6" name="直線接點 115">
              <a:extLst>
                <a:ext uri="{FF2B5EF4-FFF2-40B4-BE49-F238E27FC236}">
                  <a16:creationId xmlns:a16="http://schemas.microsoft.com/office/drawing/2014/main" id="{B7B0AD90-0262-44A1-E477-2CB93413C061}"/>
                </a:ext>
              </a:extLst>
            </p:cNvPr>
            <p:cNvCxnSpPr>
              <a:cxnSpLocks/>
            </p:cNvCxnSpPr>
            <p:nvPr/>
          </p:nvCxnSpPr>
          <p:spPr>
            <a:xfrm>
              <a:off x="7148927" y="3830718"/>
              <a:ext cx="53383" cy="102338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7" name="群組 116">
            <a:extLst>
              <a:ext uri="{FF2B5EF4-FFF2-40B4-BE49-F238E27FC236}">
                <a16:creationId xmlns:a16="http://schemas.microsoft.com/office/drawing/2014/main" id="{B238E70E-2E1B-A01C-40E4-4AB6D5321621}"/>
              </a:ext>
            </a:extLst>
          </p:cNvPr>
          <p:cNvGrpSpPr/>
          <p:nvPr/>
        </p:nvGrpSpPr>
        <p:grpSpPr>
          <a:xfrm>
            <a:off x="3633294" y="3757641"/>
            <a:ext cx="680476" cy="470310"/>
            <a:chOff x="7276718" y="5101272"/>
            <a:chExt cx="680476" cy="47031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8" name="文字方塊 119">
                  <a:extLst>
                    <a:ext uri="{FF2B5EF4-FFF2-40B4-BE49-F238E27FC236}">
                      <a16:creationId xmlns:a16="http://schemas.microsoft.com/office/drawing/2014/main" id="{224E3F51-8C91-7470-EF3F-C8E16612E9EA}"/>
                    </a:ext>
                  </a:extLst>
                </p:cNvPr>
                <p:cNvSpPr txBox="1"/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70C0"/>
                            </a:solidFill>
                            <a:latin typeface="Lucida Handwriting" panose="03010101010101010101" pitchFamily="66" charset="0"/>
                          </a:rPr>
                          <m:t>26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0070C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58" name="文字方塊 119">
                  <a:extLst>
                    <a:ext uri="{FF2B5EF4-FFF2-40B4-BE49-F238E27FC236}">
                      <a16:creationId xmlns:a16="http://schemas.microsoft.com/office/drawing/2014/main" id="{224E3F51-8C91-7470-EF3F-C8E16612E9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9" name="文字方塊 118">
              <a:extLst>
                <a:ext uri="{FF2B5EF4-FFF2-40B4-BE49-F238E27FC236}">
                  <a16:creationId xmlns:a16="http://schemas.microsoft.com/office/drawing/2014/main" id="{1B23C544-2C98-C09A-8E0A-7247B9541FF9}"/>
                </a:ext>
              </a:extLst>
            </p:cNvPr>
            <p:cNvSpPr txBox="1"/>
            <p:nvPr/>
          </p:nvSpPr>
          <p:spPr>
            <a:xfrm>
              <a:off x="7668332" y="510127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0070C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文字方塊 128">
                <a:extLst>
                  <a:ext uri="{FF2B5EF4-FFF2-40B4-BE49-F238E27FC236}">
                    <a16:creationId xmlns:a16="http://schemas.microsoft.com/office/drawing/2014/main" id="{9E4EF36A-E4EC-C66C-39B5-8238342A52DA}"/>
                  </a:ext>
                </a:extLst>
              </p:cNvPr>
              <p:cNvSpPr txBox="1"/>
              <p:nvPr/>
            </p:nvSpPr>
            <p:spPr>
              <a:xfrm>
                <a:off x="4156945" y="381935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0" name="文字方塊 128">
                <a:extLst>
                  <a:ext uri="{FF2B5EF4-FFF2-40B4-BE49-F238E27FC236}">
                    <a16:creationId xmlns:a16="http://schemas.microsoft.com/office/drawing/2014/main" id="{9E4EF36A-E4EC-C66C-39B5-8238342A52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945" y="3819355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文字方塊 132">
                <a:extLst>
                  <a:ext uri="{FF2B5EF4-FFF2-40B4-BE49-F238E27FC236}">
                    <a16:creationId xmlns:a16="http://schemas.microsoft.com/office/drawing/2014/main" id="{B4C01B31-90E7-51BE-054C-719E2FC1C836}"/>
                  </a:ext>
                </a:extLst>
              </p:cNvPr>
              <p:cNvSpPr txBox="1"/>
              <p:nvPr/>
            </p:nvSpPr>
            <p:spPr>
              <a:xfrm>
                <a:off x="5696616" y="381178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1" name="文字方塊 132">
                <a:extLst>
                  <a:ext uri="{FF2B5EF4-FFF2-40B4-BE49-F238E27FC236}">
                    <a16:creationId xmlns:a16="http://schemas.microsoft.com/office/drawing/2014/main" id="{B4C01B31-90E7-51BE-054C-719E2FC1C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6616" y="3811780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文字方塊 137">
            <a:extLst>
              <a:ext uri="{FF2B5EF4-FFF2-40B4-BE49-F238E27FC236}">
                <a16:creationId xmlns:a16="http://schemas.microsoft.com/office/drawing/2014/main" id="{0C73CC7A-428E-2F31-57B2-B83959C56D72}"/>
              </a:ext>
            </a:extLst>
          </p:cNvPr>
          <p:cNvSpPr txBox="1"/>
          <p:nvPr/>
        </p:nvSpPr>
        <p:spPr>
          <a:xfrm>
            <a:off x="6076850" y="3850682"/>
            <a:ext cx="10214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24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cm</a:t>
            </a:r>
          </a:p>
        </p:txBody>
      </p:sp>
      <p:grpSp>
        <p:nvGrpSpPr>
          <p:cNvPr id="163" name="群組 116">
            <a:extLst>
              <a:ext uri="{FF2B5EF4-FFF2-40B4-BE49-F238E27FC236}">
                <a16:creationId xmlns:a16="http://schemas.microsoft.com/office/drawing/2014/main" id="{7A5FBE64-C966-5810-46EA-F99DD5AF43DB}"/>
              </a:ext>
            </a:extLst>
          </p:cNvPr>
          <p:cNvGrpSpPr/>
          <p:nvPr/>
        </p:nvGrpSpPr>
        <p:grpSpPr>
          <a:xfrm>
            <a:off x="4352366" y="3745866"/>
            <a:ext cx="680476" cy="470310"/>
            <a:chOff x="7276718" y="5101272"/>
            <a:chExt cx="680476" cy="47031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4" name="文字方塊 119">
                  <a:extLst>
                    <a:ext uri="{FF2B5EF4-FFF2-40B4-BE49-F238E27FC236}">
                      <a16:creationId xmlns:a16="http://schemas.microsoft.com/office/drawing/2014/main" id="{4E42F0D0-53B8-78FD-2D11-A0FBC5DF7033}"/>
                    </a:ext>
                  </a:extLst>
                </p:cNvPr>
                <p:cNvSpPr txBox="1"/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50"/>
                            </a:solidFill>
                            <a:latin typeface="Lucida Handwriting" panose="03010101010101010101" pitchFamily="66" charset="0"/>
                          </a:rPr>
                          <m:t>10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64" name="文字方塊 119">
                  <a:extLst>
                    <a:ext uri="{FF2B5EF4-FFF2-40B4-BE49-F238E27FC236}">
                      <a16:creationId xmlns:a16="http://schemas.microsoft.com/office/drawing/2014/main" id="{4E42F0D0-53B8-78FD-2D11-A0FBC5DF70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5" name="文字方塊 118">
              <a:extLst>
                <a:ext uri="{FF2B5EF4-FFF2-40B4-BE49-F238E27FC236}">
                  <a16:creationId xmlns:a16="http://schemas.microsoft.com/office/drawing/2014/main" id="{FE9542DC-CFCE-0DAE-DA24-F417BC9A83BC}"/>
                </a:ext>
              </a:extLst>
            </p:cNvPr>
            <p:cNvSpPr txBox="1"/>
            <p:nvPr/>
          </p:nvSpPr>
          <p:spPr>
            <a:xfrm>
              <a:off x="7668332" y="510127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166" name="文字方塊 137">
            <a:extLst>
              <a:ext uri="{FF2B5EF4-FFF2-40B4-BE49-F238E27FC236}">
                <a16:creationId xmlns:a16="http://schemas.microsoft.com/office/drawing/2014/main" id="{3F60D8B7-B5FA-703C-9134-436B9F2C6020}"/>
              </a:ext>
            </a:extLst>
          </p:cNvPr>
          <p:cNvSpPr txBox="1"/>
          <p:nvPr/>
        </p:nvSpPr>
        <p:spPr>
          <a:xfrm>
            <a:off x="5116423" y="3827841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文字方塊 132">
                <a:extLst>
                  <a:ext uri="{FF2B5EF4-FFF2-40B4-BE49-F238E27FC236}">
                    <a16:creationId xmlns:a16="http://schemas.microsoft.com/office/drawing/2014/main" id="{0F286F1D-13CF-F393-6B5D-2959DFEEDD62}"/>
                  </a:ext>
                </a:extLst>
              </p:cNvPr>
              <p:cNvSpPr txBox="1"/>
              <p:nvPr/>
            </p:nvSpPr>
            <p:spPr>
              <a:xfrm>
                <a:off x="3197499" y="374924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7" name="文字方塊 132">
                <a:extLst>
                  <a:ext uri="{FF2B5EF4-FFF2-40B4-BE49-F238E27FC236}">
                    <a16:creationId xmlns:a16="http://schemas.microsoft.com/office/drawing/2014/main" id="{0F286F1D-13CF-F393-6B5D-2959DFEED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7499" y="3749243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Freeform: Shape 168">
            <a:extLst>
              <a:ext uri="{FF2B5EF4-FFF2-40B4-BE49-F238E27FC236}">
                <a16:creationId xmlns:a16="http://schemas.microsoft.com/office/drawing/2014/main" id="{F315C302-2242-AF6B-53AC-FBED6D4BAA00}"/>
              </a:ext>
            </a:extLst>
          </p:cNvPr>
          <p:cNvSpPr/>
          <p:nvPr/>
        </p:nvSpPr>
        <p:spPr>
          <a:xfrm>
            <a:off x="10065544" y="2464594"/>
            <a:ext cx="150019" cy="157162"/>
          </a:xfrm>
          <a:custGeom>
            <a:avLst/>
            <a:gdLst>
              <a:gd name="connsiteX0" fmla="*/ 0 w 150019"/>
              <a:gd name="connsiteY0" fmla="*/ 28575 h 157162"/>
              <a:gd name="connsiteX1" fmla="*/ 150019 w 150019"/>
              <a:gd name="connsiteY1" fmla="*/ 0 h 157162"/>
              <a:gd name="connsiteX2" fmla="*/ 142875 w 150019"/>
              <a:gd name="connsiteY2" fmla="*/ 157162 h 1571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0019" h="157162">
                <a:moveTo>
                  <a:pt x="0" y="28575"/>
                </a:moveTo>
                <a:lnTo>
                  <a:pt x="150019" y="0"/>
                </a:lnTo>
                <a:lnTo>
                  <a:pt x="142875" y="157162"/>
                </a:ln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左大括弧 49">
            <a:extLst>
              <a:ext uri="{FF2B5EF4-FFF2-40B4-BE49-F238E27FC236}">
                <a16:creationId xmlns:a16="http://schemas.microsoft.com/office/drawing/2014/main" id="{6D943CE2-4F87-713A-A21A-BD8D4816B75F}"/>
              </a:ext>
            </a:extLst>
          </p:cNvPr>
          <p:cNvSpPr/>
          <p:nvPr/>
        </p:nvSpPr>
        <p:spPr>
          <a:xfrm rot="10800000" flipH="1">
            <a:off x="9636995" y="827035"/>
            <a:ext cx="283034" cy="1824819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/>
          </a:p>
        </p:txBody>
      </p:sp>
      <p:sp>
        <p:nvSpPr>
          <p:cNvPr id="171" name="文字方塊 137">
            <a:extLst>
              <a:ext uri="{FF2B5EF4-FFF2-40B4-BE49-F238E27FC236}">
                <a16:creationId xmlns:a16="http://schemas.microsoft.com/office/drawing/2014/main" id="{B43CFE8F-2D9E-54E7-57DD-E77F93B8FD2B}"/>
              </a:ext>
            </a:extLst>
          </p:cNvPr>
          <p:cNvSpPr txBox="1"/>
          <p:nvPr/>
        </p:nvSpPr>
        <p:spPr>
          <a:xfrm>
            <a:off x="8574892" y="1534268"/>
            <a:ext cx="10214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24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cm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FBDA4F66-E287-0F8B-5C68-27FC97BE36C1}"/>
              </a:ext>
            </a:extLst>
          </p:cNvPr>
          <p:cNvSpPr txBox="1"/>
          <p:nvPr/>
        </p:nvSpPr>
        <p:spPr>
          <a:xfrm>
            <a:off x="-1429" y="4248150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/>
          </a:p>
        </p:txBody>
      </p:sp>
      <p:sp>
        <p:nvSpPr>
          <p:cNvPr id="173" name="TextBox 15">
            <a:extLst>
              <a:ext uri="{FF2B5EF4-FFF2-40B4-BE49-F238E27FC236}">
                <a16:creationId xmlns:a16="http://schemas.microsoft.com/office/drawing/2014/main" id="{2CA5DAD8-079B-C1B4-A50E-5265F0293F83}"/>
              </a:ext>
            </a:extLst>
          </p:cNvPr>
          <p:cNvSpPr txBox="1"/>
          <p:nvPr/>
        </p:nvSpPr>
        <p:spPr>
          <a:xfrm>
            <a:off x="295912" y="4241109"/>
            <a:ext cx="3736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Volume of the pyramid</a:t>
            </a:r>
            <a:endParaRPr lang="zh-TW" altLang="en-US" sz="2000" b="1">
              <a:solidFill>
                <a:schemeClr val="accent2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4" name="文字方塊 132">
                <a:extLst>
                  <a:ext uri="{FF2B5EF4-FFF2-40B4-BE49-F238E27FC236}">
                    <a16:creationId xmlns:a16="http://schemas.microsoft.com/office/drawing/2014/main" id="{AC5ACFA4-81D3-68B3-EC93-D82C3F8E571E}"/>
                  </a:ext>
                </a:extLst>
              </p:cNvPr>
              <p:cNvSpPr txBox="1"/>
              <p:nvPr/>
            </p:nvSpPr>
            <p:spPr>
              <a:xfrm>
                <a:off x="510201" y="471534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4" name="文字方塊 132">
                <a:extLst>
                  <a:ext uri="{FF2B5EF4-FFF2-40B4-BE49-F238E27FC236}">
                    <a16:creationId xmlns:a16="http://schemas.microsoft.com/office/drawing/2014/main" id="{AC5ACFA4-81D3-68B3-EC93-D82C3F8E5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01" y="4715341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5" name="群組 74">
            <a:extLst>
              <a:ext uri="{FF2B5EF4-FFF2-40B4-BE49-F238E27FC236}">
                <a16:creationId xmlns:a16="http://schemas.microsoft.com/office/drawing/2014/main" id="{74AA0E6C-BD8B-9419-DAA3-C832A536EE93}"/>
              </a:ext>
            </a:extLst>
          </p:cNvPr>
          <p:cNvGrpSpPr/>
          <p:nvPr/>
        </p:nvGrpSpPr>
        <p:grpSpPr>
          <a:xfrm>
            <a:off x="960518" y="4564168"/>
            <a:ext cx="364383" cy="777549"/>
            <a:chOff x="2896107" y="4671588"/>
            <a:chExt cx="364383" cy="777549"/>
          </a:xfrm>
        </p:grpSpPr>
        <p:sp>
          <p:nvSpPr>
            <p:cNvPr id="176" name="文字方塊 75">
              <a:extLst>
                <a:ext uri="{FF2B5EF4-FFF2-40B4-BE49-F238E27FC236}">
                  <a16:creationId xmlns:a16="http://schemas.microsoft.com/office/drawing/2014/main" id="{54DBBDE8-6992-FD2A-4AD7-AB6B52B68914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77" name="群組 76">
              <a:extLst>
                <a:ext uri="{FF2B5EF4-FFF2-40B4-BE49-F238E27FC236}">
                  <a16:creationId xmlns:a16="http://schemas.microsoft.com/office/drawing/2014/main" id="{0C135069-CDEE-5E6B-B0CC-8313BFC5C57A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78" name="直線接點 77">
                <a:extLst>
                  <a:ext uri="{FF2B5EF4-FFF2-40B4-BE49-F238E27FC236}">
                    <a16:creationId xmlns:a16="http://schemas.microsoft.com/office/drawing/2014/main" id="{AA8DDD0E-9882-C32A-8C6A-F39F743AD6B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9" name="文字方塊 78">
                <a:extLst>
                  <a:ext uri="{FF2B5EF4-FFF2-40B4-BE49-F238E27FC236}">
                    <a16:creationId xmlns:a16="http://schemas.microsoft.com/office/drawing/2014/main" id="{43E22330-A7AE-C571-C61C-06B404C4A864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0" name="文字方塊 53">
                <a:extLst>
                  <a:ext uri="{FF2B5EF4-FFF2-40B4-BE49-F238E27FC236}">
                    <a16:creationId xmlns:a16="http://schemas.microsoft.com/office/drawing/2014/main" id="{B0FAE83F-C49D-BC48-E871-713694BE0EE2}"/>
                  </a:ext>
                </a:extLst>
              </p:cNvPr>
              <p:cNvSpPr txBox="1"/>
              <p:nvPr/>
            </p:nvSpPr>
            <p:spPr>
              <a:xfrm>
                <a:off x="1346779" y="473906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0" name="文字方塊 53">
                <a:extLst>
                  <a:ext uri="{FF2B5EF4-FFF2-40B4-BE49-F238E27FC236}">
                    <a16:creationId xmlns:a16="http://schemas.microsoft.com/office/drawing/2014/main" id="{B0FAE83F-C49D-BC48-E871-713694BE0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779" y="4739068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1" name="TextBox 15">
            <a:extLst>
              <a:ext uri="{FF2B5EF4-FFF2-40B4-BE49-F238E27FC236}">
                <a16:creationId xmlns:a16="http://schemas.microsoft.com/office/drawing/2014/main" id="{293E7D02-2B14-30DD-33DF-FA35A201D857}"/>
              </a:ext>
            </a:extLst>
          </p:cNvPr>
          <p:cNvSpPr txBox="1"/>
          <p:nvPr/>
        </p:nvSpPr>
        <p:spPr>
          <a:xfrm>
            <a:off x="1642467" y="4758477"/>
            <a:ext cx="33884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area of rectangle BCDE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2" name="文字方塊 53">
                <a:extLst>
                  <a:ext uri="{FF2B5EF4-FFF2-40B4-BE49-F238E27FC236}">
                    <a16:creationId xmlns:a16="http://schemas.microsoft.com/office/drawing/2014/main" id="{0C0595B3-4267-F784-0F5B-5B8754D0C06C}"/>
                  </a:ext>
                </a:extLst>
              </p:cNvPr>
              <p:cNvSpPr txBox="1"/>
              <p:nvPr/>
            </p:nvSpPr>
            <p:spPr>
              <a:xfrm>
                <a:off x="4971171" y="473906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2" name="文字方塊 53">
                <a:extLst>
                  <a:ext uri="{FF2B5EF4-FFF2-40B4-BE49-F238E27FC236}">
                    <a16:creationId xmlns:a16="http://schemas.microsoft.com/office/drawing/2014/main" id="{0C0595B3-4267-F784-0F5B-5B8754D0C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1171" y="4739068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3" name="文字方塊 109">
            <a:extLst>
              <a:ext uri="{FF2B5EF4-FFF2-40B4-BE49-F238E27FC236}">
                <a16:creationId xmlns:a16="http://schemas.microsoft.com/office/drawing/2014/main" id="{ACF95FF2-3287-43DF-DF1B-55EC3480B340}"/>
              </a:ext>
            </a:extLst>
          </p:cNvPr>
          <p:cNvSpPr txBox="1"/>
          <p:nvPr/>
        </p:nvSpPr>
        <p:spPr>
          <a:xfrm>
            <a:off x="5282565" y="4739068"/>
            <a:ext cx="6992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AN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4" name="文字方塊 132">
                <a:extLst>
                  <a:ext uri="{FF2B5EF4-FFF2-40B4-BE49-F238E27FC236}">
                    <a16:creationId xmlns:a16="http://schemas.microsoft.com/office/drawing/2014/main" id="{B3FA6258-17A9-A5A9-0BD5-256B839168D6}"/>
                  </a:ext>
                </a:extLst>
              </p:cNvPr>
              <p:cNvSpPr txBox="1"/>
              <p:nvPr/>
            </p:nvSpPr>
            <p:spPr>
              <a:xfrm>
                <a:off x="510201" y="548529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4" name="文字方塊 132">
                <a:extLst>
                  <a:ext uri="{FF2B5EF4-FFF2-40B4-BE49-F238E27FC236}">
                    <a16:creationId xmlns:a16="http://schemas.microsoft.com/office/drawing/2014/main" id="{B3FA6258-17A9-A5A9-0BD5-256B83916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01" y="5485290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5" name="群組 74">
            <a:extLst>
              <a:ext uri="{FF2B5EF4-FFF2-40B4-BE49-F238E27FC236}">
                <a16:creationId xmlns:a16="http://schemas.microsoft.com/office/drawing/2014/main" id="{0074E1D7-40B9-E77A-F9C9-D332F643EE1F}"/>
              </a:ext>
            </a:extLst>
          </p:cNvPr>
          <p:cNvGrpSpPr/>
          <p:nvPr/>
        </p:nvGrpSpPr>
        <p:grpSpPr>
          <a:xfrm>
            <a:off x="956633" y="5336684"/>
            <a:ext cx="364383" cy="777549"/>
            <a:chOff x="2896107" y="4671588"/>
            <a:chExt cx="364383" cy="777549"/>
          </a:xfrm>
        </p:grpSpPr>
        <p:sp>
          <p:nvSpPr>
            <p:cNvPr id="186" name="文字方塊 75">
              <a:extLst>
                <a:ext uri="{FF2B5EF4-FFF2-40B4-BE49-F238E27FC236}">
                  <a16:creationId xmlns:a16="http://schemas.microsoft.com/office/drawing/2014/main" id="{6C7B06C9-C1B8-D7F9-3D59-0A87779F3891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87" name="群組 76">
              <a:extLst>
                <a:ext uri="{FF2B5EF4-FFF2-40B4-BE49-F238E27FC236}">
                  <a16:creationId xmlns:a16="http://schemas.microsoft.com/office/drawing/2014/main" id="{E69D5E27-3AD2-31B1-84CE-C5283EC0751D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88" name="直線接點 77">
                <a:extLst>
                  <a:ext uri="{FF2B5EF4-FFF2-40B4-BE49-F238E27FC236}">
                    <a16:creationId xmlns:a16="http://schemas.microsoft.com/office/drawing/2014/main" id="{4DCEB5D8-881E-3659-FAF5-D6E09F21D21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89" name="文字方塊 78">
                <a:extLst>
                  <a:ext uri="{FF2B5EF4-FFF2-40B4-BE49-F238E27FC236}">
                    <a16:creationId xmlns:a16="http://schemas.microsoft.com/office/drawing/2014/main" id="{130C93F7-8DF9-E01E-EE55-2AE29EDCA2AA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0" name="文字方塊 53">
                <a:extLst>
                  <a:ext uri="{FF2B5EF4-FFF2-40B4-BE49-F238E27FC236}">
                    <a16:creationId xmlns:a16="http://schemas.microsoft.com/office/drawing/2014/main" id="{14188CFA-FC1D-D96C-3183-3106EECAC79D}"/>
                  </a:ext>
                </a:extLst>
              </p:cNvPr>
              <p:cNvSpPr txBox="1"/>
              <p:nvPr/>
            </p:nvSpPr>
            <p:spPr>
              <a:xfrm>
                <a:off x="1346779" y="552540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0" name="文字方塊 53">
                <a:extLst>
                  <a:ext uri="{FF2B5EF4-FFF2-40B4-BE49-F238E27FC236}">
                    <a16:creationId xmlns:a16="http://schemas.microsoft.com/office/drawing/2014/main" id="{14188CFA-FC1D-D96C-3183-3106EECAC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779" y="5525404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1" name="文字方塊 137">
                <a:extLst>
                  <a:ext uri="{FF2B5EF4-FFF2-40B4-BE49-F238E27FC236}">
                    <a16:creationId xmlns:a16="http://schemas.microsoft.com/office/drawing/2014/main" id="{79B82941-02AE-EEAD-3FB8-09114B84CED2}"/>
                  </a:ext>
                </a:extLst>
              </p:cNvPr>
              <p:cNvSpPr txBox="1"/>
              <p:nvPr/>
            </p:nvSpPr>
            <p:spPr>
              <a:xfrm>
                <a:off x="1667380" y="5525404"/>
                <a:ext cx="1489362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16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dirty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Lucida Handwriting" panose="03010101010101010101" pitchFamily="66" charset="0"/>
                      </a:rPr>
                      <m:t>1</m:t>
                    </m:r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Lucida Handwriting" panose="03010101010101010101" pitchFamily="66" charset="0"/>
                      </a:rPr>
                      <m:t>2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1" name="文字方塊 137">
                <a:extLst>
                  <a:ext uri="{FF2B5EF4-FFF2-40B4-BE49-F238E27FC236}">
                    <a16:creationId xmlns:a16="http://schemas.microsoft.com/office/drawing/2014/main" id="{79B82941-02AE-EEAD-3FB8-09114B84C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380" y="5525404"/>
                <a:ext cx="1489362" cy="40395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2" name="文字方塊 53">
                <a:extLst>
                  <a:ext uri="{FF2B5EF4-FFF2-40B4-BE49-F238E27FC236}">
                    <a16:creationId xmlns:a16="http://schemas.microsoft.com/office/drawing/2014/main" id="{2BB2AFE6-6050-036C-FE8A-F2AB2F1A1CA8}"/>
                  </a:ext>
                </a:extLst>
              </p:cNvPr>
              <p:cNvSpPr txBox="1"/>
              <p:nvPr/>
            </p:nvSpPr>
            <p:spPr>
              <a:xfrm>
                <a:off x="3057382" y="552540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2" name="文字方塊 53">
                <a:extLst>
                  <a:ext uri="{FF2B5EF4-FFF2-40B4-BE49-F238E27FC236}">
                    <a16:creationId xmlns:a16="http://schemas.microsoft.com/office/drawing/2014/main" id="{2BB2AFE6-6050-036C-FE8A-F2AB2F1A1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382" y="5525404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3" name="文字方塊 137">
            <a:extLst>
              <a:ext uri="{FF2B5EF4-FFF2-40B4-BE49-F238E27FC236}">
                <a16:creationId xmlns:a16="http://schemas.microsoft.com/office/drawing/2014/main" id="{923AD877-9591-63C6-FB3B-0F06DD5933B8}"/>
              </a:ext>
            </a:extLst>
          </p:cNvPr>
          <p:cNvSpPr txBox="1"/>
          <p:nvPr/>
        </p:nvSpPr>
        <p:spPr>
          <a:xfrm>
            <a:off x="3353070" y="5527174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24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194" name="群組 245">
            <a:extLst>
              <a:ext uri="{FF2B5EF4-FFF2-40B4-BE49-F238E27FC236}">
                <a16:creationId xmlns:a16="http://schemas.microsoft.com/office/drawing/2014/main" id="{3F12CD8C-ADD7-6BBB-DE7A-6AA135D54DA6}"/>
              </a:ext>
            </a:extLst>
          </p:cNvPr>
          <p:cNvGrpSpPr/>
          <p:nvPr/>
        </p:nvGrpSpPr>
        <p:grpSpPr>
          <a:xfrm>
            <a:off x="3813674" y="5421566"/>
            <a:ext cx="733054" cy="483194"/>
            <a:chOff x="2472626" y="4501982"/>
            <a:chExt cx="733054" cy="483194"/>
          </a:xfrm>
        </p:grpSpPr>
        <p:sp>
          <p:nvSpPr>
            <p:cNvPr id="195" name="文字方塊 249">
              <a:extLst>
                <a:ext uri="{FF2B5EF4-FFF2-40B4-BE49-F238E27FC236}">
                  <a16:creationId xmlns:a16="http://schemas.microsoft.com/office/drawing/2014/main" id="{91734D1B-106B-EC16-9BD1-D3129E78B18D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196" name="文字方塊 247">
              <a:extLst>
                <a:ext uri="{FF2B5EF4-FFF2-40B4-BE49-F238E27FC236}">
                  <a16:creationId xmlns:a16="http://schemas.microsoft.com/office/drawing/2014/main" id="{E3D529AB-4781-EF6C-E6B2-DEF358F806BE}"/>
                </a:ext>
              </a:extLst>
            </p:cNvPr>
            <p:cNvSpPr txBox="1"/>
            <p:nvPr/>
          </p:nvSpPr>
          <p:spPr>
            <a:xfrm>
              <a:off x="2916818" y="450198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文字方塊 83">
                <a:extLst>
                  <a:ext uri="{FF2B5EF4-FFF2-40B4-BE49-F238E27FC236}">
                    <a16:creationId xmlns:a16="http://schemas.microsoft.com/office/drawing/2014/main" id="{B7E4C520-98F6-B524-EB8A-0CDBC86B7C80}"/>
                  </a:ext>
                </a:extLst>
              </p:cNvPr>
              <p:cNvSpPr txBox="1"/>
              <p:nvPr/>
            </p:nvSpPr>
            <p:spPr>
              <a:xfrm>
                <a:off x="499988" y="6136126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7" name="文字方塊 83">
                <a:extLst>
                  <a:ext uri="{FF2B5EF4-FFF2-40B4-BE49-F238E27FC236}">
                    <a16:creationId xmlns:a16="http://schemas.microsoft.com/office/drawing/2014/main" id="{B7E4C520-98F6-B524-EB8A-0CDBC86B7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88" y="6136126"/>
                <a:ext cx="328449" cy="4070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文字方塊 10">
            <a:extLst>
              <a:ext uri="{FF2B5EF4-FFF2-40B4-BE49-F238E27FC236}">
                <a16:creationId xmlns:a16="http://schemas.microsoft.com/office/drawing/2014/main" id="{07EF4281-7DCE-9AAD-06AE-54E7A8B8988E}"/>
              </a:ext>
            </a:extLst>
          </p:cNvPr>
          <p:cNvSpPr txBox="1"/>
          <p:nvPr/>
        </p:nvSpPr>
        <p:spPr>
          <a:xfrm>
            <a:off x="814442" y="6180432"/>
            <a:ext cx="9024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1536</a:t>
            </a:r>
          </a:p>
        </p:txBody>
      </p:sp>
      <p:grpSp>
        <p:nvGrpSpPr>
          <p:cNvPr id="199" name="群組 245">
            <a:extLst>
              <a:ext uri="{FF2B5EF4-FFF2-40B4-BE49-F238E27FC236}">
                <a16:creationId xmlns:a16="http://schemas.microsoft.com/office/drawing/2014/main" id="{1B415B21-43FD-13F9-0FBE-92DBF53D9BE3}"/>
              </a:ext>
            </a:extLst>
          </p:cNvPr>
          <p:cNvGrpSpPr/>
          <p:nvPr/>
        </p:nvGrpSpPr>
        <p:grpSpPr>
          <a:xfrm>
            <a:off x="1584276" y="6106881"/>
            <a:ext cx="733054" cy="483194"/>
            <a:chOff x="2472626" y="4501982"/>
            <a:chExt cx="733054" cy="483194"/>
          </a:xfrm>
        </p:grpSpPr>
        <p:sp>
          <p:nvSpPr>
            <p:cNvPr id="200" name="文字方塊 249">
              <a:extLst>
                <a:ext uri="{FF2B5EF4-FFF2-40B4-BE49-F238E27FC236}">
                  <a16:creationId xmlns:a16="http://schemas.microsoft.com/office/drawing/2014/main" id="{BC0CCB43-633A-B5F0-BA7D-705E028C692D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201" name="文字方塊 247">
              <a:extLst>
                <a:ext uri="{FF2B5EF4-FFF2-40B4-BE49-F238E27FC236}">
                  <a16:creationId xmlns:a16="http://schemas.microsoft.com/office/drawing/2014/main" id="{3A3CED63-05E7-A57C-1D88-3083046F577A}"/>
                </a:ext>
              </a:extLst>
            </p:cNvPr>
            <p:cNvSpPr txBox="1"/>
            <p:nvPr/>
          </p:nvSpPr>
          <p:spPr>
            <a:xfrm>
              <a:off x="2916818" y="450198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chemeClr val="accent2">
                      <a:lumMod val="40000"/>
                      <a:lumOff val="60000"/>
                    </a:schemeClr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02" name="筆跡 11">
                <a:extLst>
                  <a:ext uri="{FF2B5EF4-FFF2-40B4-BE49-F238E27FC236}">
                    <a16:creationId xmlns:a16="http://schemas.microsoft.com/office/drawing/2014/main" id="{3B751E7D-3C2F-4EC6-8268-ADE0D3DC188E}"/>
                  </a:ext>
                </a:extLst>
              </p14:cNvPr>
              <p14:cNvContentPartPr/>
              <p14:nvPr/>
            </p14:nvContentPartPr>
            <p14:xfrm>
              <a:off x="2235557" y="666908"/>
              <a:ext cx="1117513" cy="45719"/>
            </p14:xfrm>
          </p:contentPart>
        </mc:Choice>
        <mc:Fallback>
          <p:pic>
            <p:nvPicPr>
              <p:cNvPr id="202" name="筆跡 11">
                <a:extLst>
                  <a:ext uri="{FF2B5EF4-FFF2-40B4-BE49-F238E27FC236}">
                    <a16:creationId xmlns:a16="http://schemas.microsoft.com/office/drawing/2014/main" id="{3B751E7D-3C2F-4EC6-8268-ADE0D3DC188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181536" y="-13048792"/>
                <a:ext cx="122519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03" name="筆跡 11">
                <a:extLst>
                  <a:ext uri="{FF2B5EF4-FFF2-40B4-BE49-F238E27FC236}">
                    <a16:creationId xmlns:a16="http://schemas.microsoft.com/office/drawing/2014/main" id="{D547F1C1-5C8B-64FC-F8E4-532C046E4A09}"/>
                  </a:ext>
                </a:extLst>
              </p14:cNvPr>
              <p14:cNvContentPartPr/>
              <p14:nvPr/>
            </p14:nvContentPartPr>
            <p14:xfrm>
              <a:off x="3606455" y="681358"/>
              <a:ext cx="1010461" cy="45719"/>
            </p14:xfrm>
          </p:contentPart>
        </mc:Choice>
        <mc:Fallback>
          <p:pic>
            <p:nvPicPr>
              <p:cNvPr id="203" name="筆跡 11">
                <a:extLst>
                  <a:ext uri="{FF2B5EF4-FFF2-40B4-BE49-F238E27FC236}">
                    <a16:creationId xmlns:a16="http://schemas.microsoft.com/office/drawing/2014/main" id="{D547F1C1-5C8B-64FC-F8E4-532C046E4A0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552439" y="-13034342"/>
                <a:ext cx="111813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04" name="筆跡 11">
                <a:extLst>
                  <a:ext uri="{FF2B5EF4-FFF2-40B4-BE49-F238E27FC236}">
                    <a16:creationId xmlns:a16="http://schemas.microsoft.com/office/drawing/2014/main" id="{F9E7CE58-013B-12A2-C8D7-C9B1668AFD20}"/>
                  </a:ext>
                </a:extLst>
              </p14:cNvPr>
              <p14:cNvContentPartPr/>
              <p14:nvPr/>
            </p14:nvContentPartPr>
            <p14:xfrm>
              <a:off x="5266945" y="721722"/>
              <a:ext cx="1063181" cy="45719"/>
            </p14:xfrm>
          </p:contentPart>
        </mc:Choice>
        <mc:Fallback>
          <p:pic>
            <p:nvPicPr>
              <p:cNvPr id="204" name="筆跡 11">
                <a:extLst>
                  <a:ext uri="{FF2B5EF4-FFF2-40B4-BE49-F238E27FC236}">
                    <a16:creationId xmlns:a16="http://schemas.microsoft.com/office/drawing/2014/main" id="{F9E7CE58-013B-12A2-C8D7-C9B1668AFD2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212922" y="-12993978"/>
                <a:ext cx="117086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05" name="筆跡 11">
                <a:extLst>
                  <a:ext uri="{FF2B5EF4-FFF2-40B4-BE49-F238E27FC236}">
                    <a16:creationId xmlns:a16="http://schemas.microsoft.com/office/drawing/2014/main" id="{8C1BB499-E4C1-9C42-BA57-C9897ED0F67B}"/>
                  </a:ext>
                </a:extLst>
              </p14:cNvPr>
              <p14:cNvContentPartPr/>
              <p14:nvPr/>
            </p14:nvContentPartPr>
            <p14:xfrm>
              <a:off x="3219968" y="1058354"/>
              <a:ext cx="273219" cy="45719"/>
            </p14:xfrm>
          </p:contentPart>
        </mc:Choice>
        <mc:Fallback>
          <p:pic>
            <p:nvPicPr>
              <p:cNvPr id="205" name="筆跡 11">
                <a:extLst>
                  <a:ext uri="{FF2B5EF4-FFF2-40B4-BE49-F238E27FC236}">
                    <a16:creationId xmlns:a16="http://schemas.microsoft.com/office/drawing/2014/main" id="{8C1BB499-E4C1-9C42-BA57-C9897ED0F67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165972" y="-12657346"/>
                <a:ext cx="38085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06" name="筆跡 11">
                <a:extLst>
                  <a:ext uri="{FF2B5EF4-FFF2-40B4-BE49-F238E27FC236}">
                    <a16:creationId xmlns:a16="http://schemas.microsoft.com/office/drawing/2014/main" id="{35463105-2FB5-C660-F3FE-0EDC472C536F}"/>
                  </a:ext>
                </a:extLst>
              </p14:cNvPr>
              <p14:cNvContentPartPr/>
              <p14:nvPr/>
            </p14:nvContentPartPr>
            <p14:xfrm>
              <a:off x="4062362" y="1078152"/>
              <a:ext cx="273219" cy="45719"/>
            </p14:xfrm>
          </p:contentPart>
        </mc:Choice>
        <mc:Fallback>
          <p:pic>
            <p:nvPicPr>
              <p:cNvPr id="206" name="筆跡 11">
                <a:extLst>
                  <a:ext uri="{FF2B5EF4-FFF2-40B4-BE49-F238E27FC236}">
                    <a16:creationId xmlns:a16="http://schemas.microsoft.com/office/drawing/2014/main" id="{35463105-2FB5-C660-F3FE-0EDC472C536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008366" y="-12637548"/>
                <a:ext cx="38085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09" name="筆跡 11">
                <a:extLst>
                  <a:ext uri="{FF2B5EF4-FFF2-40B4-BE49-F238E27FC236}">
                    <a16:creationId xmlns:a16="http://schemas.microsoft.com/office/drawing/2014/main" id="{E11F4D33-ED06-EBE2-D2AE-9379020C684B}"/>
                  </a:ext>
                </a:extLst>
              </p14:cNvPr>
              <p14:cNvContentPartPr/>
              <p14:nvPr/>
            </p14:nvContentPartPr>
            <p14:xfrm>
              <a:off x="2163950" y="1437221"/>
              <a:ext cx="2174370" cy="45719"/>
            </p14:xfrm>
          </p:contentPart>
        </mc:Choice>
        <mc:Fallback>
          <p:pic>
            <p:nvPicPr>
              <p:cNvPr id="209" name="筆跡 11">
                <a:extLst>
                  <a:ext uri="{FF2B5EF4-FFF2-40B4-BE49-F238E27FC236}">
                    <a16:creationId xmlns:a16="http://schemas.microsoft.com/office/drawing/2014/main" id="{E11F4D33-ED06-EBE2-D2AE-9379020C684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109924" y="-12278479"/>
                <a:ext cx="2282062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212" name="文字方塊 137">
            <a:extLst>
              <a:ext uri="{FF2B5EF4-FFF2-40B4-BE49-F238E27FC236}">
                <a16:creationId xmlns:a16="http://schemas.microsoft.com/office/drawing/2014/main" id="{B56DC46B-3443-24D3-B714-8CE04CC3A0C8}"/>
              </a:ext>
            </a:extLst>
          </p:cNvPr>
          <p:cNvSpPr txBox="1"/>
          <p:nvPr/>
        </p:nvSpPr>
        <p:spPr>
          <a:xfrm>
            <a:off x="7537650" y="4169911"/>
            <a:ext cx="8515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10 </a:t>
            </a:r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cm</a:t>
            </a:r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2D02A39C-576B-CC8B-5B12-FDE577639DB6}"/>
              </a:ext>
            </a:extLst>
          </p:cNvPr>
          <p:cNvCxnSpPr/>
          <p:nvPr/>
        </p:nvCxnSpPr>
        <p:spPr>
          <a:xfrm flipV="1">
            <a:off x="10072048" y="2400395"/>
            <a:ext cx="1317009" cy="251459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23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3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0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3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6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4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0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6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6" dur="5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7" fill="hold">
                      <p:stCondLst>
                        <p:cond delay="indefinite"/>
                      </p:stCondLst>
                      <p:childTnLst>
                        <p:par>
                          <p:cTn id="348" fill="hold">
                            <p:stCondLst>
                              <p:cond delay="0"/>
                            </p:stCondLst>
                            <p:childTnLst>
                              <p:par>
                                <p:cTn id="3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2" fill="hold">
                      <p:stCondLst>
                        <p:cond delay="indefinite"/>
                      </p:stCondLst>
                      <p:childTnLst>
                        <p:par>
                          <p:cTn id="353" fill="hold">
                            <p:stCondLst>
                              <p:cond delay="0"/>
                            </p:stCondLst>
                            <p:childTnLst>
                              <p:par>
                                <p:cTn id="3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9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6" fill="hold">
                      <p:stCondLst>
                        <p:cond delay="indefinite"/>
                      </p:stCondLst>
                      <p:childTnLst>
                        <p:par>
                          <p:cTn id="377" fill="hold">
                            <p:stCondLst>
                              <p:cond delay="0"/>
                            </p:stCondLst>
                            <p:childTnLst>
                              <p:par>
                                <p:cTn id="3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0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3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4" fill="hold">
                      <p:stCondLst>
                        <p:cond delay="indefinite"/>
                      </p:stCondLst>
                      <p:childTnLst>
                        <p:par>
                          <p:cTn id="385" fill="hold">
                            <p:stCondLst>
                              <p:cond delay="0"/>
                            </p:stCondLst>
                            <p:childTnLst>
                              <p:par>
                                <p:cTn id="3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8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1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2" fill="hold">
                      <p:stCondLst>
                        <p:cond delay="indefinite"/>
                      </p:stCondLst>
                      <p:childTnLst>
                        <p:par>
                          <p:cTn id="393" fill="hold">
                            <p:stCondLst>
                              <p:cond delay="0"/>
                            </p:stCondLst>
                            <p:childTnLst>
                              <p:par>
                                <p:cTn id="3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6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1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indefinite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6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9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2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7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0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/>
      <p:bldP spid="15" grpId="0"/>
      <p:bldP spid="16" grpId="0"/>
      <p:bldP spid="17" grpId="0"/>
      <p:bldP spid="18" grpId="0"/>
      <p:bldP spid="21" grpId="0"/>
      <p:bldP spid="22" grpId="0"/>
      <p:bldP spid="24" grpId="0"/>
      <p:bldP spid="25" grpId="0"/>
      <p:bldP spid="27" grpId="0"/>
      <p:bldP spid="44" grpId="0"/>
      <p:bldP spid="45" grpId="0"/>
      <p:bldP spid="46" grpId="0"/>
      <p:bldP spid="50" grpId="0"/>
      <p:bldP spid="51" grpId="0"/>
      <p:bldP spid="60" grpId="0"/>
      <p:bldP spid="90" grpId="0"/>
      <p:bldP spid="91" grpId="0"/>
      <p:bldP spid="97" grpId="0"/>
      <p:bldP spid="98" grpId="0"/>
      <p:bldP spid="99" grpId="0"/>
      <p:bldP spid="105" grpId="0"/>
      <p:bldP spid="106" grpId="0"/>
      <p:bldP spid="107" grpId="0"/>
      <p:bldP spid="108" grpId="0"/>
      <p:bldP spid="113" grpId="0" animBg="1"/>
      <p:bldP spid="118" grpId="0" animBg="1"/>
      <p:bldP spid="124" grpId="0"/>
      <p:bldP spid="134" grpId="0"/>
      <p:bldP spid="135" grpId="0"/>
      <p:bldP spid="136" grpId="0"/>
      <p:bldP spid="137" grpId="0"/>
      <p:bldP spid="138" grpId="0"/>
      <p:bldP spid="140" grpId="0"/>
      <p:bldP spid="141" grpId="0"/>
      <p:bldP spid="143" grpId="0"/>
      <p:bldP spid="160" grpId="0"/>
      <p:bldP spid="161" grpId="0"/>
      <p:bldP spid="162" grpId="0"/>
      <p:bldP spid="166" grpId="0"/>
      <p:bldP spid="167" grpId="0"/>
      <p:bldP spid="169" grpId="0" animBg="1"/>
      <p:bldP spid="170" grpId="0" animBg="1"/>
      <p:bldP spid="171" grpId="0"/>
      <p:bldP spid="172" grpId="0"/>
      <p:bldP spid="173" grpId="0"/>
      <p:bldP spid="174" grpId="0"/>
      <p:bldP spid="180" grpId="0"/>
      <p:bldP spid="181" grpId="0"/>
      <p:bldP spid="182" grpId="0"/>
      <p:bldP spid="183" grpId="0"/>
      <p:bldP spid="184" grpId="0"/>
      <p:bldP spid="190" grpId="0"/>
      <p:bldP spid="191" grpId="0"/>
      <p:bldP spid="192" grpId="0"/>
      <p:bldP spid="193" grpId="0"/>
      <p:bldP spid="197" grpId="0"/>
      <p:bldP spid="198" grpId="0"/>
      <p:bldP spid="2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Picture 210">
            <a:extLst>
              <a:ext uri="{FF2B5EF4-FFF2-40B4-BE49-F238E27FC236}">
                <a16:creationId xmlns:a16="http://schemas.microsoft.com/office/drawing/2014/main" id="{EC980C9E-6194-8E62-1987-EAA44614EB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" t="3234" b="82008"/>
          <a:stretch>
            <a:fillRect/>
          </a:stretch>
        </p:blipFill>
        <p:spPr>
          <a:xfrm>
            <a:off x="131676" y="94268"/>
            <a:ext cx="10831697" cy="42420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EB379C-47F1-1B13-BC31-2122F6E3B4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9" t="19715" r="64753" b="68478"/>
          <a:stretch>
            <a:fillRect/>
          </a:stretch>
        </p:blipFill>
        <p:spPr>
          <a:xfrm>
            <a:off x="131676" y="518474"/>
            <a:ext cx="3797581" cy="3393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88A46D-B240-8BA7-3019-0CC26EF7F5C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81312" t="25275"/>
          <a:stretch>
            <a:fillRect/>
          </a:stretch>
        </p:blipFill>
        <p:spPr>
          <a:xfrm>
            <a:off x="8964891" y="883763"/>
            <a:ext cx="2312857" cy="2447022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6310095-1D9A-E3A3-7943-BB75B7858F35}"/>
              </a:ext>
            </a:extLst>
          </p:cNvPr>
          <p:cNvCxnSpPr/>
          <p:nvPr/>
        </p:nvCxnSpPr>
        <p:spPr>
          <a:xfrm>
            <a:off x="10077481" y="999241"/>
            <a:ext cx="0" cy="1875934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接點: 肘形 31">
            <a:extLst>
              <a:ext uri="{FF2B5EF4-FFF2-40B4-BE49-F238E27FC236}">
                <a16:creationId xmlns:a16="http://schemas.microsoft.com/office/drawing/2014/main" id="{621FD226-6D46-B527-3DE8-B3081D71E32A}"/>
              </a:ext>
            </a:extLst>
          </p:cNvPr>
          <p:cNvCxnSpPr>
            <a:cxnSpLocks/>
          </p:cNvCxnSpPr>
          <p:nvPr/>
        </p:nvCxnSpPr>
        <p:spPr>
          <a:xfrm rot="16200000" flipV="1">
            <a:off x="10077481" y="2738015"/>
            <a:ext cx="137160" cy="137160"/>
          </a:xfrm>
          <a:prstGeom prst="bentConnector3">
            <a:avLst>
              <a:gd name="adj1" fmla="val 97736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字方塊 137">
            <a:extLst>
              <a:ext uri="{FF2B5EF4-FFF2-40B4-BE49-F238E27FC236}">
                <a16:creationId xmlns:a16="http://schemas.microsoft.com/office/drawing/2014/main" id="{B4170155-A7B1-9AC8-2416-974016EA12A3}"/>
              </a:ext>
            </a:extLst>
          </p:cNvPr>
          <p:cNvSpPr txBox="1">
            <a:spLocks/>
          </p:cNvSpPr>
          <p:nvPr/>
        </p:nvSpPr>
        <p:spPr>
          <a:xfrm>
            <a:off x="10550492" y="1767929"/>
            <a:ext cx="851515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12 </a:t>
            </a:r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cm</a:t>
            </a:r>
          </a:p>
        </p:txBody>
      </p:sp>
      <p:sp>
        <p:nvSpPr>
          <p:cNvPr id="12" name="左大括弧 49">
            <a:extLst>
              <a:ext uri="{FF2B5EF4-FFF2-40B4-BE49-F238E27FC236}">
                <a16:creationId xmlns:a16="http://schemas.microsoft.com/office/drawing/2014/main" id="{97B44060-D3DF-BAC6-AB2E-DC2E3F003774}"/>
              </a:ext>
            </a:extLst>
          </p:cNvPr>
          <p:cNvSpPr/>
          <p:nvPr/>
        </p:nvSpPr>
        <p:spPr>
          <a:xfrm rot="10800000">
            <a:off x="10326001" y="999239"/>
            <a:ext cx="283034" cy="1875935"/>
          </a:xfrm>
          <a:prstGeom prst="leftBrace">
            <a:avLst>
              <a:gd name="adj1" fmla="val 120144"/>
              <a:gd name="adj2" fmla="val 51216"/>
            </a:avLst>
          </a:prstGeom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>
              <a:solidFill>
                <a:srgbClr val="FFC000"/>
              </a:solidFill>
            </a:endParaRPr>
          </a:p>
        </p:txBody>
      </p:sp>
      <p:sp>
        <p:nvSpPr>
          <p:cNvPr id="18" name="文字方塊 137">
            <a:extLst>
              <a:ext uri="{FF2B5EF4-FFF2-40B4-BE49-F238E27FC236}">
                <a16:creationId xmlns:a16="http://schemas.microsoft.com/office/drawing/2014/main" id="{E1CAF353-D614-4CA1-E4F9-6B5749211394}"/>
              </a:ext>
            </a:extLst>
          </p:cNvPr>
          <p:cNvSpPr txBox="1">
            <a:spLocks/>
          </p:cNvSpPr>
          <p:nvPr/>
        </p:nvSpPr>
        <p:spPr>
          <a:xfrm>
            <a:off x="9950068" y="3848622"/>
            <a:ext cx="80003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6 </a:t>
            </a:r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cm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640E256-B337-B82B-F106-0F8B48596438}"/>
              </a:ext>
            </a:extLst>
          </p:cNvPr>
          <p:cNvSpPr/>
          <p:nvPr/>
        </p:nvSpPr>
        <p:spPr>
          <a:xfrm>
            <a:off x="9225160" y="2640398"/>
            <a:ext cx="1671891" cy="497780"/>
          </a:xfrm>
          <a:custGeom>
            <a:avLst/>
            <a:gdLst>
              <a:gd name="connsiteX0" fmla="*/ 405799 w 1671891"/>
              <a:gd name="connsiteY0" fmla="*/ 0 h 497780"/>
              <a:gd name="connsiteX1" fmla="*/ 1244449 w 1671891"/>
              <a:gd name="connsiteY1" fmla="*/ 0 h 497780"/>
              <a:gd name="connsiteX2" fmla="*/ 1671891 w 1671891"/>
              <a:gd name="connsiteY2" fmla="*/ 232658 h 497780"/>
              <a:gd name="connsiteX3" fmla="*/ 1271503 w 1671891"/>
              <a:gd name="connsiteY3" fmla="*/ 492369 h 497780"/>
              <a:gd name="connsiteX4" fmla="*/ 422031 w 1671891"/>
              <a:gd name="connsiteY4" fmla="*/ 497780 h 497780"/>
              <a:gd name="connsiteX5" fmla="*/ 0 w 1671891"/>
              <a:gd name="connsiteY5" fmla="*/ 243479 h 497780"/>
              <a:gd name="connsiteX6" fmla="*/ 405799 w 1671891"/>
              <a:gd name="connsiteY6" fmla="*/ 0 h 497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71891" h="497780">
                <a:moveTo>
                  <a:pt x="405799" y="0"/>
                </a:moveTo>
                <a:lnTo>
                  <a:pt x="1244449" y="0"/>
                </a:lnTo>
                <a:lnTo>
                  <a:pt x="1671891" y="232658"/>
                </a:lnTo>
                <a:lnTo>
                  <a:pt x="1271503" y="492369"/>
                </a:lnTo>
                <a:lnTo>
                  <a:pt x="422031" y="497780"/>
                </a:lnTo>
                <a:lnTo>
                  <a:pt x="0" y="243479"/>
                </a:lnTo>
                <a:lnTo>
                  <a:pt x="405799" y="0"/>
                </a:lnTo>
                <a:close/>
              </a:path>
            </a:pathLst>
          </a:cu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CE7B0BC0-F88A-D044-564A-415F634E1DF8}"/>
              </a:ext>
            </a:extLst>
          </p:cNvPr>
          <p:cNvSpPr/>
          <p:nvPr/>
        </p:nvSpPr>
        <p:spPr>
          <a:xfrm>
            <a:off x="9225159" y="4154980"/>
            <a:ext cx="2176848" cy="2037489"/>
          </a:xfrm>
          <a:prstGeom prst="hexagon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80A3BD3-0E5E-8117-0E23-3217037134BD}"/>
              </a:ext>
            </a:extLst>
          </p:cNvPr>
          <p:cNvCxnSpPr>
            <a:cxnSpLocks/>
            <a:endCxn id="20" idx="5"/>
          </p:cNvCxnSpPr>
          <p:nvPr/>
        </p:nvCxnSpPr>
        <p:spPr>
          <a:xfrm>
            <a:off x="9723067" y="4154980"/>
            <a:ext cx="1169568" cy="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D3399D9-D0A5-0D65-FAC5-09A5F4FBE9FB}"/>
              </a:ext>
            </a:extLst>
          </p:cNvPr>
          <p:cNvCxnSpPr>
            <a:stCxn id="20" idx="4"/>
            <a:endCxn id="20" idx="1"/>
          </p:cNvCxnSpPr>
          <p:nvPr/>
        </p:nvCxnSpPr>
        <p:spPr>
          <a:xfrm>
            <a:off x="9734531" y="4154980"/>
            <a:ext cx="1158104" cy="20374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C3BB716-6026-F8D1-A102-836EABA8CE7E}"/>
              </a:ext>
            </a:extLst>
          </p:cNvPr>
          <p:cNvCxnSpPr>
            <a:cxnSpLocks/>
            <a:endCxn id="20" idx="2"/>
          </p:cNvCxnSpPr>
          <p:nvPr/>
        </p:nvCxnSpPr>
        <p:spPr>
          <a:xfrm flipH="1">
            <a:off x="9734531" y="4146332"/>
            <a:ext cx="1152499" cy="20461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1EAD717-FC0F-CEFD-134E-49CFBDA8A196}"/>
              </a:ext>
            </a:extLst>
          </p:cNvPr>
          <p:cNvCxnSpPr>
            <a:cxnSpLocks/>
            <a:stCxn id="20" idx="3"/>
            <a:endCxn id="20" idx="0"/>
          </p:cNvCxnSpPr>
          <p:nvPr/>
        </p:nvCxnSpPr>
        <p:spPr>
          <a:xfrm>
            <a:off x="9225159" y="5173725"/>
            <a:ext cx="21768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362E8C4-9D11-C237-9904-7235B0B97807}"/>
              </a:ext>
            </a:extLst>
          </p:cNvPr>
          <p:cNvCxnSpPr>
            <a:cxnSpLocks/>
            <a:endCxn id="20" idx="5"/>
          </p:cNvCxnSpPr>
          <p:nvPr/>
        </p:nvCxnSpPr>
        <p:spPr>
          <a:xfrm flipV="1">
            <a:off x="10307851" y="4154980"/>
            <a:ext cx="584784" cy="1018744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FA1686C-7061-AB29-E4DD-207D9FEE43A2}"/>
              </a:ext>
            </a:extLst>
          </p:cNvPr>
          <p:cNvCxnSpPr>
            <a:cxnSpLocks/>
          </p:cNvCxnSpPr>
          <p:nvPr/>
        </p:nvCxnSpPr>
        <p:spPr>
          <a:xfrm>
            <a:off x="9728926" y="4154980"/>
            <a:ext cx="597075" cy="1027394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文字方塊 137">
            <a:extLst>
              <a:ext uri="{FF2B5EF4-FFF2-40B4-BE49-F238E27FC236}">
                <a16:creationId xmlns:a16="http://schemas.microsoft.com/office/drawing/2014/main" id="{E460EB52-45BD-3995-D31C-3FCEB64EE75E}"/>
              </a:ext>
            </a:extLst>
          </p:cNvPr>
          <p:cNvSpPr txBox="1">
            <a:spLocks/>
          </p:cNvSpPr>
          <p:nvPr/>
        </p:nvSpPr>
        <p:spPr>
          <a:xfrm>
            <a:off x="10477711" y="4697626"/>
            <a:ext cx="80003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6 </a:t>
            </a:r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cm</a:t>
            </a:r>
          </a:p>
        </p:txBody>
      </p:sp>
      <p:sp>
        <p:nvSpPr>
          <p:cNvPr id="197" name="文字方塊 137">
            <a:extLst>
              <a:ext uri="{FF2B5EF4-FFF2-40B4-BE49-F238E27FC236}">
                <a16:creationId xmlns:a16="http://schemas.microsoft.com/office/drawing/2014/main" id="{1B27A0BD-D2E0-B571-178E-B687DC8C1AE1}"/>
              </a:ext>
            </a:extLst>
          </p:cNvPr>
          <p:cNvSpPr txBox="1">
            <a:spLocks/>
          </p:cNvSpPr>
          <p:nvPr/>
        </p:nvSpPr>
        <p:spPr>
          <a:xfrm>
            <a:off x="9441902" y="4779858"/>
            <a:ext cx="80003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6 </a:t>
            </a:r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cm</a:t>
            </a:r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027011EE-D533-B559-DDE3-F154E016883B}"/>
              </a:ext>
            </a:extLst>
          </p:cNvPr>
          <p:cNvCxnSpPr>
            <a:cxnSpLocks/>
          </p:cNvCxnSpPr>
          <p:nvPr/>
        </p:nvCxnSpPr>
        <p:spPr>
          <a:xfrm flipH="1" flipV="1">
            <a:off x="10307851" y="4154980"/>
            <a:ext cx="9076" cy="1016582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接點: 肘形 31">
            <a:extLst>
              <a:ext uri="{FF2B5EF4-FFF2-40B4-BE49-F238E27FC236}">
                <a16:creationId xmlns:a16="http://schemas.microsoft.com/office/drawing/2014/main" id="{828175C2-7ECF-AF77-2452-60B64562386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158823" y="4163629"/>
            <a:ext cx="137160" cy="137160"/>
          </a:xfrm>
          <a:prstGeom prst="bentConnector3">
            <a:avLst>
              <a:gd name="adj1" fmla="val 97736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2" name="文字方塊 22">
            <a:extLst>
              <a:ext uri="{FF2B5EF4-FFF2-40B4-BE49-F238E27FC236}">
                <a16:creationId xmlns:a16="http://schemas.microsoft.com/office/drawing/2014/main" id="{22E8BE54-867C-B2FB-7CF5-212E5D1E616E}"/>
              </a:ext>
            </a:extLst>
          </p:cNvPr>
          <p:cNvSpPr txBox="1"/>
          <p:nvPr/>
        </p:nvSpPr>
        <p:spPr>
          <a:xfrm>
            <a:off x="10280108" y="4325798"/>
            <a:ext cx="3289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y</a:t>
            </a:r>
            <a:endParaRPr lang="en-HK" altLang="zh-HK" sz="16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203" name="Freeform: Shape 202">
            <a:extLst>
              <a:ext uri="{FF2B5EF4-FFF2-40B4-BE49-F238E27FC236}">
                <a16:creationId xmlns:a16="http://schemas.microsoft.com/office/drawing/2014/main" id="{EB39BA2A-D411-F35D-FBE8-5F88AF9D64A7}"/>
              </a:ext>
            </a:extLst>
          </p:cNvPr>
          <p:cNvSpPr/>
          <p:nvPr/>
        </p:nvSpPr>
        <p:spPr>
          <a:xfrm>
            <a:off x="9728033" y="4163629"/>
            <a:ext cx="589761" cy="990149"/>
          </a:xfrm>
          <a:custGeom>
            <a:avLst/>
            <a:gdLst>
              <a:gd name="connsiteX0" fmla="*/ 0 w 589761"/>
              <a:gd name="connsiteY0" fmla="*/ 0 h 990149"/>
              <a:gd name="connsiteX1" fmla="*/ 573529 w 589761"/>
              <a:gd name="connsiteY1" fmla="*/ 5410 h 990149"/>
              <a:gd name="connsiteX2" fmla="*/ 589761 w 589761"/>
              <a:gd name="connsiteY2" fmla="*/ 990149 h 990149"/>
              <a:gd name="connsiteX3" fmla="*/ 0 w 589761"/>
              <a:gd name="connsiteY3" fmla="*/ 0 h 990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9761" h="990149">
                <a:moveTo>
                  <a:pt x="0" y="0"/>
                </a:moveTo>
                <a:lnTo>
                  <a:pt x="573529" y="5410"/>
                </a:lnTo>
                <a:lnTo>
                  <a:pt x="589761" y="990149"/>
                </a:lnTo>
                <a:lnTo>
                  <a:pt x="0" y="0"/>
                </a:lnTo>
                <a:close/>
              </a:path>
            </a:pathLst>
          </a:custGeom>
          <a:solidFill>
            <a:srgbClr val="00B0F0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2BD48F41-3E12-75D5-6D0F-1D3177E90688}"/>
              </a:ext>
            </a:extLst>
          </p:cNvPr>
          <p:cNvCxnSpPr>
            <a:cxnSpLocks/>
          </p:cNvCxnSpPr>
          <p:nvPr/>
        </p:nvCxnSpPr>
        <p:spPr>
          <a:xfrm>
            <a:off x="9686032" y="3799300"/>
            <a:ext cx="609951" cy="0"/>
          </a:xfrm>
          <a:prstGeom prst="straightConnector1">
            <a:avLst/>
          </a:prstGeom>
          <a:ln>
            <a:solidFill>
              <a:srgbClr val="00B0F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B0D44486-7C79-7F80-C7CB-6BD1B2CE3841}"/>
              </a:ext>
            </a:extLst>
          </p:cNvPr>
          <p:cNvCxnSpPr>
            <a:cxnSpLocks/>
          </p:cNvCxnSpPr>
          <p:nvPr/>
        </p:nvCxnSpPr>
        <p:spPr>
          <a:xfrm>
            <a:off x="10295267" y="3796674"/>
            <a:ext cx="609951" cy="0"/>
          </a:xfrm>
          <a:prstGeom prst="straightConnector1">
            <a:avLst/>
          </a:prstGeom>
          <a:ln>
            <a:solidFill>
              <a:srgbClr val="00B0F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E0A3C47E-8D6C-09D1-426A-F9E6D40BA48E}"/>
              </a:ext>
            </a:extLst>
          </p:cNvPr>
          <p:cNvCxnSpPr>
            <a:cxnSpLocks/>
          </p:cNvCxnSpPr>
          <p:nvPr/>
        </p:nvCxnSpPr>
        <p:spPr>
          <a:xfrm>
            <a:off x="9989204" y="3754234"/>
            <a:ext cx="0" cy="91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6F26FB0A-880C-E38B-B602-6FBBA9C5F687}"/>
              </a:ext>
            </a:extLst>
          </p:cNvPr>
          <p:cNvCxnSpPr>
            <a:cxnSpLocks/>
          </p:cNvCxnSpPr>
          <p:nvPr/>
        </p:nvCxnSpPr>
        <p:spPr>
          <a:xfrm>
            <a:off x="10600242" y="3751145"/>
            <a:ext cx="0" cy="910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文字方塊 137">
            <a:extLst>
              <a:ext uri="{FF2B5EF4-FFF2-40B4-BE49-F238E27FC236}">
                <a16:creationId xmlns:a16="http://schemas.microsoft.com/office/drawing/2014/main" id="{841A4C74-9AF8-A84A-B725-DE76ED85E102}"/>
              </a:ext>
            </a:extLst>
          </p:cNvPr>
          <p:cNvSpPr txBox="1">
            <a:spLocks/>
          </p:cNvSpPr>
          <p:nvPr/>
        </p:nvSpPr>
        <p:spPr>
          <a:xfrm>
            <a:off x="9589185" y="3443621"/>
            <a:ext cx="80003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3 </a:t>
            </a:r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cm</a:t>
            </a:r>
          </a:p>
        </p:txBody>
      </p:sp>
      <p:grpSp>
        <p:nvGrpSpPr>
          <p:cNvPr id="214" name="群組 116">
            <a:extLst>
              <a:ext uri="{FF2B5EF4-FFF2-40B4-BE49-F238E27FC236}">
                <a16:creationId xmlns:a16="http://schemas.microsoft.com/office/drawing/2014/main" id="{84C577D6-E202-B753-459F-F0B2D0FBF2D5}"/>
              </a:ext>
            </a:extLst>
          </p:cNvPr>
          <p:cNvGrpSpPr/>
          <p:nvPr/>
        </p:nvGrpSpPr>
        <p:grpSpPr>
          <a:xfrm>
            <a:off x="574014" y="894314"/>
            <a:ext cx="609295" cy="532582"/>
            <a:chOff x="7276718" y="5039000"/>
            <a:chExt cx="609295" cy="53258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5" name="文字方塊 119">
                  <a:extLst>
                    <a:ext uri="{FF2B5EF4-FFF2-40B4-BE49-F238E27FC236}">
                      <a16:creationId xmlns:a16="http://schemas.microsoft.com/office/drawing/2014/main" id="{EAB54E22-A9B9-5A41-8C70-E0BCAFD9A5AD}"/>
                    </a:ext>
                  </a:extLst>
                </p:cNvPr>
                <p:cNvSpPr txBox="1"/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F0"/>
                            </a:solidFill>
                            <a:latin typeface="Lucida Handwriting" panose="03010101010101010101" pitchFamily="66" charset="0"/>
                          </a:rPr>
                          <m:t>3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15" name="文字方塊 119">
                  <a:extLst>
                    <a:ext uri="{FF2B5EF4-FFF2-40B4-BE49-F238E27FC236}">
                      <a16:creationId xmlns:a16="http://schemas.microsoft.com/office/drawing/2014/main" id="{EAB54E22-A9B9-5A41-8C70-E0BCAFD9A5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6" name="文字方塊 118">
              <a:extLst>
                <a:ext uri="{FF2B5EF4-FFF2-40B4-BE49-F238E27FC236}">
                  <a16:creationId xmlns:a16="http://schemas.microsoft.com/office/drawing/2014/main" id="{AA875BA4-5C2B-D4BC-9595-1F8847439AF9}"/>
                </a:ext>
              </a:extLst>
            </p:cNvPr>
            <p:cNvSpPr txBox="1"/>
            <p:nvPr/>
          </p:nvSpPr>
          <p:spPr>
            <a:xfrm>
              <a:off x="7597151" y="5039000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7" name="文字方塊 53">
                <a:extLst>
                  <a:ext uri="{FF2B5EF4-FFF2-40B4-BE49-F238E27FC236}">
                    <a16:creationId xmlns:a16="http://schemas.microsoft.com/office/drawing/2014/main" id="{DDEBE084-18A4-E8BD-561F-C3F04B514472}"/>
                  </a:ext>
                </a:extLst>
              </p:cNvPr>
              <p:cNvSpPr txBox="1"/>
              <p:nvPr/>
            </p:nvSpPr>
            <p:spPr>
              <a:xfrm>
                <a:off x="1038878" y="100773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17" name="文字方塊 53">
                <a:extLst>
                  <a:ext uri="{FF2B5EF4-FFF2-40B4-BE49-F238E27FC236}">
                    <a16:creationId xmlns:a16="http://schemas.microsoft.com/office/drawing/2014/main" id="{DDEBE084-18A4-E8BD-561F-C3F04B514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878" y="1007733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8" name="群組 116">
            <a:extLst>
              <a:ext uri="{FF2B5EF4-FFF2-40B4-BE49-F238E27FC236}">
                <a16:creationId xmlns:a16="http://schemas.microsoft.com/office/drawing/2014/main" id="{E9727EBB-380E-E434-C15B-D1D3B05BF21A}"/>
              </a:ext>
            </a:extLst>
          </p:cNvPr>
          <p:cNvGrpSpPr/>
          <p:nvPr/>
        </p:nvGrpSpPr>
        <p:grpSpPr>
          <a:xfrm>
            <a:off x="1233479" y="905022"/>
            <a:ext cx="604648" cy="521874"/>
            <a:chOff x="7281365" y="5039000"/>
            <a:chExt cx="604648" cy="52187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9" name="文字方塊 119">
                  <a:extLst>
                    <a:ext uri="{FF2B5EF4-FFF2-40B4-BE49-F238E27FC236}">
                      <a16:creationId xmlns:a16="http://schemas.microsoft.com/office/drawing/2014/main" id="{CF1FE7C5-BCB3-5B40-4E65-9E15D6479CB8}"/>
                    </a:ext>
                  </a:extLst>
                </p:cNvPr>
                <p:cNvSpPr txBox="1"/>
                <p:nvPr/>
              </p:nvSpPr>
              <p:spPr>
                <a:xfrm>
                  <a:off x="7281365" y="5143067"/>
                  <a:ext cx="587019" cy="4178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0000"/>
                            </a:solidFill>
                            <a:latin typeface="Lucida Calligraphy" panose="03010101010101010101" pitchFamily="66" charset="0"/>
                          </a:rPr>
                          <m:t>y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19" name="文字方塊 119">
                  <a:extLst>
                    <a:ext uri="{FF2B5EF4-FFF2-40B4-BE49-F238E27FC236}">
                      <a16:creationId xmlns:a16="http://schemas.microsoft.com/office/drawing/2014/main" id="{CF1FE7C5-BCB3-5B40-4E65-9E15D6479C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1365" y="5143067"/>
                  <a:ext cx="587019" cy="41780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0" name="文字方塊 118">
              <a:extLst>
                <a:ext uri="{FF2B5EF4-FFF2-40B4-BE49-F238E27FC236}">
                  <a16:creationId xmlns:a16="http://schemas.microsoft.com/office/drawing/2014/main" id="{F2BC42E9-8B8E-67C0-99FF-2F2DF7FD6677}"/>
                </a:ext>
              </a:extLst>
            </p:cNvPr>
            <p:cNvSpPr txBox="1"/>
            <p:nvPr/>
          </p:nvSpPr>
          <p:spPr>
            <a:xfrm>
              <a:off x="7597151" y="5039000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1" name="文字方塊 132">
                <a:extLst>
                  <a:ext uri="{FF2B5EF4-FFF2-40B4-BE49-F238E27FC236}">
                    <a16:creationId xmlns:a16="http://schemas.microsoft.com/office/drawing/2014/main" id="{46D53B5D-6027-8220-FC1F-1C8D233B256E}"/>
                  </a:ext>
                </a:extLst>
              </p:cNvPr>
              <p:cNvSpPr txBox="1"/>
              <p:nvPr/>
            </p:nvSpPr>
            <p:spPr>
              <a:xfrm>
                <a:off x="1711322" y="10267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1" name="文字方塊 132">
                <a:extLst>
                  <a:ext uri="{FF2B5EF4-FFF2-40B4-BE49-F238E27FC236}">
                    <a16:creationId xmlns:a16="http://schemas.microsoft.com/office/drawing/2014/main" id="{46D53B5D-6027-8220-FC1F-1C8D233B2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1322" y="1026786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2" name="群組 116">
            <a:extLst>
              <a:ext uri="{FF2B5EF4-FFF2-40B4-BE49-F238E27FC236}">
                <a16:creationId xmlns:a16="http://schemas.microsoft.com/office/drawing/2014/main" id="{15DBE3E7-F92F-2DAF-1096-F0EF10D6448D}"/>
              </a:ext>
            </a:extLst>
          </p:cNvPr>
          <p:cNvGrpSpPr/>
          <p:nvPr/>
        </p:nvGrpSpPr>
        <p:grpSpPr>
          <a:xfrm>
            <a:off x="1880027" y="915730"/>
            <a:ext cx="609295" cy="532582"/>
            <a:chOff x="7276718" y="5039000"/>
            <a:chExt cx="609295" cy="53258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3" name="文字方塊 119">
                  <a:extLst>
                    <a:ext uri="{FF2B5EF4-FFF2-40B4-BE49-F238E27FC236}">
                      <a16:creationId xmlns:a16="http://schemas.microsoft.com/office/drawing/2014/main" id="{5F6CAD4F-3BD0-96C1-FAC7-47CBC95BC679}"/>
                    </a:ext>
                  </a:extLst>
                </p:cNvPr>
                <p:cNvSpPr txBox="1"/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Lucida Handwriting" panose="03010101010101010101" pitchFamily="66" charset="0"/>
                          </a:rPr>
                          <m:t>6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23" name="文字方塊 119">
                  <a:extLst>
                    <a:ext uri="{FF2B5EF4-FFF2-40B4-BE49-F238E27FC236}">
                      <a16:creationId xmlns:a16="http://schemas.microsoft.com/office/drawing/2014/main" id="{5F6CAD4F-3BD0-96C1-FAC7-47CBC95BC6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4" name="文字方塊 118">
              <a:extLst>
                <a:ext uri="{FF2B5EF4-FFF2-40B4-BE49-F238E27FC236}">
                  <a16:creationId xmlns:a16="http://schemas.microsoft.com/office/drawing/2014/main" id="{9EBF541D-8838-C0B1-4208-15CDCD069E9C}"/>
                </a:ext>
              </a:extLst>
            </p:cNvPr>
            <p:cNvSpPr txBox="1"/>
            <p:nvPr/>
          </p:nvSpPr>
          <p:spPr>
            <a:xfrm>
              <a:off x="7597151" y="5039000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225" name="群組 116">
            <a:extLst>
              <a:ext uri="{FF2B5EF4-FFF2-40B4-BE49-F238E27FC236}">
                <a16:creationId xmlns:a16="http://schemas.microsoft.com/office/drawing/2014/main" id="{BC36D299-37B1-4666-604B-C79980D3F137}"/>
              </a:ext>
            </a:extLst>
          </p:cNvPr>
          <p:cNvGrpSpPr/>
          <p:nvPr/>
        </p:nvGrpSpPr>
        <p:grpSpPr>
          <a:xfrm>
            <a:off x="1170077" y="1415332"/>
            <a:ext cx="604648" cy="521874"/>
            <a:chOff x="7281365" y="5039000"/>
            <a:chExt cx="604648" cy="52187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6" name="文字方塊 119">
                  <a:extLst>
                    <a:ext uri="{FF2B5EF4-FFF2-40B4-BE49-F238E27FC236}">
                      <a16:creationId xmlns:a16="http://schemas.microsoft.com/office/drawing/2014/main" id="{9C7B7D05-7B19-5731-C40F-A75935542BF4}"/>
                    </a:ext>
                  </a:extLst>
                </p:cNvPr>
                <p:cNvSpPr txBox="1"/>
                <p:nvPr/>
              </p:nvSpPr>
              <p:spPr>
                <a:xfrm>
                  <a:off x="7281365" y="5143067"/>
                  <a:ext cx="587019" cy="4178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0000"/>
                            </a:solidFill>
                            <a:latin typeface="Lucida Calligraphy" panose="03010101010101010101" pitchFamily="66" charset="0"/>
                          </a:rPr>
                          <m:t>y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26" name="文字方塊 119">
                  <a:extLst>
                    <a:ext uri="{FF2B5EF4-FFF2-40B4-BE49-F238E27FC236}">
                      <a16:creationId xmlns:a16="http://schemas.microsoft.com/office/drawing/2014/main" id="{9C7B7D05-7B19-5731-C40F-A75935542B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1365" y="5143067"/>
                  <a:ext cx="587019" cy="41780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7" name="文字方塊 118">
              <a:extLst>
                <a:ext uri="{FF2B5EF4-FFF2-40B4-BE49-F238E27FC236}">
                  <a16:creationId xmlns:a16="http://schemas.microsoft.com/office/drawing/2014/main" id="{BB1061D7-7AAE-41D5-21B6-8259393EC3F1}"/>
                </a:ext>
              </a:extLst>
            </p:cNvPr>
            <p:cNvSpPr txBox="1"/>
            <p:nvPr/>
          </p:nvSpPr>
          <p:spPr>
            <a:xfrm>
              <a:off x="7597151" y="5039000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文字方塊 132">
                <a:extLst>
                  <a:ext uri="{FF2B5EF4-FFF2-40B4-BE49-F238E27FC236}">
                    <a16:creationId xmlns:a16="http://schemas.microsoft.com/office/drawing/2014/main" id="{3433B944-9B86-E3C1-3D8C-74493CEEA3E0}"/>
                  </a:ext>
                </a:extLst>
              </p:cNvPr>
              <p:cNvSpPr txBox="1"/>
              <p:nvPr/>
            </p:nvSpPr>
            <p:spPr>
              <a:xfrm>
                <a:off x="1711322" y="156787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8" name="文字方塊 132">
                <a:extLst>
                  <a:ext uri="{FF2B5EF4-FFF2-40B4-BE49-F238E27FC236}">
                    <a16:creationId xmlns:a16="http://schemas.microsoft.com/office/drawing/2014/main" id="{3433B944-9B86-E3C1-3D8C-74493CEEA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1322" y="1567874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" name="文字方塊 137">
            <a:extLst>
              <a:ext uri="{FF2B5EF4-FFF2-40B4-BE49-F238E27FC236}">
                <a16:creationId xmlns:a16="http://schemas.microsoft.com/office/drawing/2014/main" id="{1C6C38FC-FDA9-3CB0-3055-1D32D50C4ECC}"/>
              </a:ext>
            </a:extLst>
          </p:cNvPr>
          <p:cNvSpPr txBox="1"/>
          <p:nvPr/>
        </p:nvSpPr>
        <p:spPr>
          <a:xfrm>
            <a:off x="1966043" y="1567874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27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3" name="文字方塊 137">
                <a:extLst>
                  <a:ext uri="{FF2B5EF4-FFF2-40B4-BE49-F238E27FC236}">
                    <a16:creationId xmlns:a16="http://schemas.microsoft.com/office/drawing/2014/main" id="{7DEB6E66-BA08-8934-8EDF-B8E23A351D40}"/>
                  </a:ext>
                </a:extLst>
              </p:cNvPr>
              <p:cNvSpPr txBox="1"/>
              <p:nvPr/>
            </p:nvSpPr>
            <p:spPr>
              <a:xfrm>
                <a:off x="1260144" y="2093184"/>
                <a:ext cx="447558" cy="4178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Calligraphy" panose="03010101010101010101" pitchFamily="66" charset="0"/>
                        </a:rPr>
                        <m:t>y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33" name="文字方塊 137">
                <a:extLst>
                  <a:ext uri="{FF2B5EF4-FFF2-40B4-BE49-F238E27FC236}">
                    <a16:creationId xmlns:a16="http://schemas.microsoft.com/office/drawing/2014/main" id="{7DEB6E66-BA08-8934-8EDF-B8E23A351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144" y="2093184"/>
                <a:ext cx="447558" cy="41780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4" name="文字方塊 132">
                <a:extLst>
                  <a:ext uri="{FF2B5EF4-FFF2-40B4-BE49-F238E27FC236}">
                    <a16:creationId xmlns:a16="http://schemas.microsoft.com/office/drawing/2014/main" id="{8D5B114B-3A82-4A78-A532-C7ECD56DF14E}"/>
                  </a:ext>
                </a:extLst>
              </p:cNvPr>
              <p:cNvSpPr txBox="1"/>
              <p:nvPr/>
            </p:nvSpPr>
            <p:spPr>
              <a:xfrm>
                <a:off x="1697326" y="211790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4" name="文字方塊 132">
                <a:extLst>
                  <a:ext uri="{FF2B5EF4-FFF2-40B4-BE49-F238E27FC236}">
                    <a16:creationId xmlns:a16="http://schemas.microsoft.com/office/drawing/2014/main" id="{8D5B114B-3A82-4A78-A532-C7ECD56DF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7326" y="2117909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8234B5C0-6E98-1F3F-4C63-C10AB922EF78}"/>
                  </a:ext>
                </a:extLst>
              </p:cNvPr>
              <p:cNvSpPr txBox="1"/>
              <p:nvPr/>
            </p:nvSpPr>
            <p:spPr>
              <a:xfrm>
                <a:off x="2055907" y="2158347"/>
                <a:ext cx="39031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Handwriting" panose="03010101010101010101" pitchFamily="66" charset="0"/>
                        </a:rPr>
                        <m:t>27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8234B5C0-6E98-1F3F-4C63-C10AB922E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907" y="2158347"/>
                <a:ext cx="390315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6" name="群組 36">
            <a:extLst>
              <a:ext uri="{FF2B5EF4-FFF2-40B4-BE49-F238E27FC236}">
                <a16:creationId xmlns:a16="http://schemas.microsoft.com/office/drawing/2014/main" id="{51C38113-3CCB-126D-EC72-A18D87BB1795}"/>
              </a:ext>
            </a:extLst>
          </p:cNvPr>
          <p:cNvGrpSpPr/>
          <p:nvPr/>
        </p:nvGrpSpPr>
        <p:grpSpPr>
          <a:xfrm>
            <a:off x="2032465" y="2174354"/>
            <a:ext cx="500893" cy="293874"/>
            <a:chOff x="7139318" y="3639182"/>
            <a:chExt cx="500893" cy="293874"/>
          </a:xfrm>
        </p:grpSpPr>
        <p:cxnSp>
          <p:nvCxnSpPr>
            <p:cNvPr id="237" name="直線接點 37">
              <a:extLst>
                <a:ext uri="{FF2B5EF4-FFF2-40B4-BE49-F238E27FC236}">
                  <a16:creationId xmlns:a16="http://schemas.microsoft.com/office/drawing/2014/main" id="{797317ED-FFF9-319C-F344-7F650D75B969}"/>
                </a:ext>
              </a:extLst>
            </p:cNvPr>
            <p:cNvCxnSpPr>
              <a:cxnSpLocks/>
            </p:cNvCxnSpPr>
            <p:nvPr/>
          </p:nvCxnSpPr>
          <p:spPr>
            <a:xfrm>
              <a:off x="7263840" y="3639182"/>
              <a:ext cx="376371" cy="141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8" name="直線接點 38">
              <a:extLst>
                <a:ext uri="{FF2B5EF4-FFF2-40B4-BE49-F238E27FC236}">
                  <a16:creationId xmlns:a16="http://schemas.microsoft.com/office/drawing/2014/main" id="{78D0DCCC-F531-1B13-4A85-FAC47B4BAE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2310" y="3640592"/>
              <a:ext cx="65862" cy="29246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9" name="直線接點 39">
              <a:extLst>
                <a:ext uri="{FF2B5EF4-FFF2-40B4-BE49-F238E27FC236}">
                  <a16:creationId xmlns:a16="http://schemas.microsoft.com/office/drawing/2014/main" id="{42D1A7CA-25B2-DF42-5785-04697847B26F}"/>
                </a:ext>
              </a:extLst>
            </p:cNvPr>
            <p:cNvCxnSpPr>
              <a:cxnSpLocks/>
            </p:cNvCxnSpPr>
            <p:nvPr/>
          </p:nvCxnSpPr>
          <p:spPr>
            <a:xfrm>
              <a:off x="7139318" y="3858495"/>
              <a:ext cx="74655" cy="6324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0" name="TextBox 15">
            <a:extLst>
              <a:ext uri="{FF2B5EF4-FFF2-40B4-BE49-F238E27FC236}">
                <a16:creationId xmlns:a16="http://schemas.microsoft.com/office/drawing/2014/main" id="{F3A7B1A9-95D1-9EFE-CE9C-7022A48991F5}"/>
              </a:ext>
            </a:extLst>
          </p:cNvPr>
          <p:cNvSpPr txBox="1"/>
          <p:nvPr/>
        </p:nvSpPr>
        <p:spPr>
          <a:xfrm>
            <a:off x="616829" y="2827497"/>
            <a:ext cx="16971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Base area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1" name="文字方塊 132">
                <a:extLst>
                  <a:ext uri="{FF2B5EF4-FFF2-40B4-BE49-F238E27FC236}">
                    <a16:creationId xmlns:a16="http://schemas.microsoft.com/office/drawing/2014/main" id="{4BFA6227-C718-B256-AA4A-8D433E37B505}"/>
                  </a:ext>
                </a:extLst>
              </p:cNvPr>
              <p:cNvSpPr txBox="1"/>
              <p:nvPr/>
            </p:nvSpPr>
            <p:spPr>
              <a:xfrm>
                <a:off x="382378" y="34073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1" name="文字方塊 132">
                <a:extLst>
                  <a:ext uri="{FF2B5EF4-FFF2-40B4-BE49-F238E27FC236}">
                    <a16:creationId xmlns:a16="http://schemas.microsoft.com/office/drawing/2014/main" id="{4BFA6227-C718-B256-AA4A-8D433E37B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378" y="3407339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2" name="群組 74">
            <a:extLst>
              <a:ext uri="{FF2B5EF4-FFF2-40B4-BE49-F238E27FC236}">
                <a16:creationId xmlns:a16="http://schemas.microsoft.com/office/drawing/2014/main" id="{10B1558B-8E6C-D207-F459-A990A682AA22}"/>
              </a:ext>
            </a:extLst>
          </p:cNvPr>
          <p:cNvGrpSpPr/>
          <p:nvPr/>
        </p:nvGrpSpPr>
        <p:grpSpPr>
          <a:xfrm>
            <a:off x="761394" y="3240350"/>
            <a:ext cx="364383" cy="777549"/>
            <a:chOff x="2896107" y="4671588"/>
            <a:chExt cx="364383" cy="777549"/>
          </a:xfrm>
        </p:grpSpPr>
        <p:sp>
          <p:nvSpPr>
            <p:cNvPr id="243" name="文字方塊 75">
              <a:extLst>
                <a:ext uri="{FF2B5EF4-FFF2-40B4-BE49-F238E27FC236}">
                  <a16:creationId xmlns:a16="http://schemas.microsoft.com/office/drawing/2014/main" id="{18DBD299-B8C3-0E6C-049C-8F3470A6F872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244" name="群組 76">
              <a:extLst>
                <a:ext uri="{FF2B5EF4-FFF2-40B4-BE49-F238E27FC236}">
                  <a16:creationId xmlns:a16="http://schemas.microsoft.com/office/drawing/2014/main" id="{0FBC521C-F8EF-9C64-FD84-A9E9065AB994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245" name="直線接點 77">
                <a:extLst>
                  <a:ext uri="{FF2B5EF4-FFF2-40B4-BE49-F238E27FC236}">
                    <a16:creationId xmlns:a16="http://schemas.microsoft.com/office/drawing/2014/main" id="{C14669D6-7A7C-D599-1490-2E1C8E4BF96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46" name="文字方塊 78">
                <a:extLst>
                  <a:ext uri="{FF2B5EF4-FFF2-40B4-BE49-F238E27FC236}">
                    <a16:creationId xmlns:a16="http://schemas.microsoft.com/office/drawing/2014/main" id="{9951E3EF-A5C8-4391-8EB4-118E9305D708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7" name="文字方塊 53">
                <a:extLst>
                  <a:ext uri="{FF2B5EF4-FFF2-40B4-BE49-F238E27FC236}">
                    <a16:creationId xmlns:a16="http://schemas.microsoft.com/office/drawing/2014/main" id="{689B1D03-142F-8BB7-3AF5-C45DA03F1952}"/>
                  </a:ext>
                </a:extLst>
              </p:cNvPr>
              <p:cNvSpPr txBox="1"/>
              <p:nvPr/>
            </p:nvSpPr>
            <p:spPr>
              <a:xfrm>
                <a:off x="1104152" y="341773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7" name="文字方塊 53">
                <a:extLst>
                  <a:ext uri="{FF2B5EF4-FFF2-40B4-BE49-F238E27FC236}">
                    <a16:creationId xmlns:a16="http://schemas.microsoft.com/office/drawing/2014/main" id="{689B1D03-142F-8BB7-3AF5-C45DA03F1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4152" y="3417734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8" name="文字方塊 119">
                <a:extLst>
                  <a:ext uri="{FF2B5EF4-FFF2-40B4-BE49-F238E27FC236}">
                    <a16:creationId xmlns:a16="http://schemas.microsoft.com/office/drawing/2014/main" id="{43DF11D9-A7DE-F7C6-5B00-E94DEB59C697}"/>
                  </a:ext>
                </a:extLst>
              </p:cNvPr>
              <p:cNvSpPr txBox="1"/>
              <p:nvPr/>
            </p:nvSpPr>
            <p:spPr>
              <a:xfrm>
                <a:off x="1286782" y="3411639"/>
                <a:ext cx="5870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Handwriting" panose="03010101010101010101" pitchFamily="66" charset="0"/>
                        </a:rPr>
                        <m:t>6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8" name="文字方塊 119">
                <a:extLst>
                  <a:ext uri="{FF2B5EF4-FFF2-40B4-BE49-F238E27FC236}">
                    <a16:creationId xmlns:a16="http://schemas.microsoft.com/office/drawing/2014/main" id="{43DF11D9-A7DE-F7C6-5B00-E94DEB59C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782" y="3411639"/>
                <a:ext cx="587019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9" name="文字方塊 53">
                <a:extLst>
                  <a:ext uri="{FF2B5EF4-FFF2-40B4-BE49-F238E27FC236}">
                    <a16:creationId xmlns:a16="http://schemas.microsoft.com/office/drawing/2014/main" id="{E9C89D05-5680-9C4D-F5FE-7179D02DC769}"/>
                  </a:ext>
                </a:extLst>
              </p:cNvPr>
              <p:cNvSpPr txBox="1"/>
              <p:nvPr/>
            </p:nvSpPr>
            <p:spPr>
              <a:xfrm>
                <a:off x="1717497" y="341773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9" name="文字方塊 53">
                <a:extLst>
                  <a:ext uri="{FF2B5EF4-FFF2-40B4-BE49-F238E27FC236}">
                    <a16:creationId xmlns:a16="http://schemas.microsoft.com/office/drawing/2014/main" id="{E9C89D05-5680-9C4D-F5FE-7179D02DC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7497" y="3417734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70C693F5-F33C-B4BF-18D9-C041DE36FF6E}"/>
                  </a:ext>
                </a:extLst>
              </p:cNvPr>
              <p:cNvSpPr txBox="1"/>
              <p:nvPr/>
            </p:nvSpPr>
            <p:spPr>
              <a:xfrm>
                <a:off x="2161319" y="3448512"/>
                <a:ext cx="39031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Handwriting" panose="03010101010101010101" pitchFamily="66" charset="0"/>
                        </a:rPr>
                        <m:t>27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70C693F5-F33C-B4BF-18D9-C041DE36F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1319" y="3448512"/>
                <a:ext cx="390315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1" name="群組 36">
            <a:extLst>
              <a:ext uri="{FF2B5EF4-FFF2-40B4-BE49-F238E27FC236}">
                <a16:creationId xmlns:a16="http://schemas.microsoft.com/office/drawing/2014/main" id="{28727B6D-31C7-4907-42AA-1BCCB918D383}"/>
              </a:ext>
            </a:extLst>
          </p:cNvPr>
          <p:cNvGrpSpPr/>
          <p:nvPr/>
        </p:nvGrpSpPr>
        <p:grpSpPr>
          <a:xfrm>
            <a:off x="2137877" y="3464519"/>
            <a:ext cx="500893" cy="293874"/>
            <a:chOff x="7139318" y="3639182"/>
            <a:chExt cx="500893" cy="293874"/>
          </a:xfrm>
        </p:grpSpPr>
        <p:cxnSp>
          <p:nvCxnSpPr>
            <p:cNvPr id="252" name="直線接點 37">
              <a:extLst>
                <a:ext uri="{FF2B5EF4-FFF2-40B4-BE49-F238E27FC236}">
                  <a16:creationId xmlns:a16="http://schemas.microsoft.com/office/drawing/2014/main" id="{6AD0D45C-B5EF-E268-68A1-54BD2D4F14A4}"/>
                </a:ext>
              </a:extLst>
            </p:cNvPr>
            <p:cNvCxnSpPr>
              <a:cxnSpLocks/>
            </p:cNvCxnSpPr>
            <p:nvPr/>
          </p:nvCxnSpPr>
          <p:spPr>
            <a:xfrm>
              <a:off x="7263840" y="3639182"/>
              <a:ext cx="376371" cy="141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3" name="直線接點 38">
              <a:extLst>
                <a:ext uri="{FF2B5EF4-FFF2-40B4-BE49-F238E27FC236}">
                  <a16:creationId xmlns:a16="http://schemas.microsoft.com/office/drawing/2014/main" id="{1C5D7E35-6D1C-DE44-2DC8-8442DA960E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02310" y="3640592"/>
              <a:ext cx="65862" cy="29246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4" name="直線接點 39">
              <a:extLst>
                <a:ext uri="{FF2B5EF4-FFF2-40B4-BE49-F238E27FC236}">
                  <a16:creationId xmlns:a16="http://schemas.microsoft.com/office/drawing/2014/main" id="{D3D77A27-CBFD-855F-C08C-7E970D6CA4B7}"/>
                </a:ext>
              </a:extLst>
            </p:cNvPr>
            <p:cNvCxnSpPr>
              <a:cxnSpLocks/>
            </p:cNvCxnSpPr>
            <p:nvPr/>
          </p:nvCxnSpPr>
          <p:spPr>
            <a:xfrm>
              <a:off x="7139318" y="3858495"/>
              <a:ext cx="74655" cy="6324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5" name="文字方塊 53">
                <a:extLst>
                  <a:ext uri="{FF2B5EF4-FFF2-40B4-BE49-F238E27FC236}">
                    <a16:creationId xmlns:a16="http://schemas.microsoft.com/office/drawing/2014/main" id="{06E0E4D2-4D27-7EAA-3814-E3BCDEEBB612}"/>
                  </a:ext>
                </a:extLst>
              </p:cNvPr>
              <p:cNvSpPr txBox="1"/>
              <p:nvPr/>
            </p:nvSpPr>
            <p:spPr>
              <a:xfrm>
                <a:off x="2696366" y="34290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55" name="文字方塊 53">
                <a:extLst>
                  <a:ext uri="{FF2B5EF4-FFF2-40B4-BE49-F238E27FC236}">
                    <a16:creationId xmlns:a16="http://schemas.microsoft.com/office/drawing/2014/main" id="{06E0E4D2-4D27-7EAA-3814-E3BCDEEBB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6366" y="3429000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6" name="文字方塊 119">
                <a:extLst>
                  <a:ext uri="{FF2B5EF4-FFF2-40B4-BE49-F238E27FC236}">
                    <a16:creationId xmlns:a16="http://schemas.microsoft.com/office/drawing/2014/main" id="{5B07CF71-3C82-9784-3ED7-CB16CDEE39D7}"/>
                  </a:ext>
                </a:extLst>
              </p:cNvPr>
              <p:cNvSpPr txBox="1"/>
              <p:nvPr/>
            </p:nvSpPr>
            <p:spPr>
              <a:xfrm>
                <a:off x="2942665" y="3429000"/>
                <a:ext cx="5870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6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56" name="文字方塊 119">
                <a:extLst>
                  <a:ext uri="{FF2B5EF4-FFF2-40B4-BE49-F238E27FC236}">
                    <a16:creationId xmlns:a16="http://schemas.microsoft.com/office/drawing/2014/main" id="{5B07CF71-3C82-9784-3ED7-CB16CDEE39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2665" y="3429000"/>
                <a:ext cx="587019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文字方塊 132">
                <a:extLst>
                  <a:ext uri="{FF2B5EF4-FFF2-40B4-BE49-F238E27FC236}">
                    <a16:creationId xmlns:a16="http://schemas.microsoft.com/office/drawing/2014/main" id="{A90FE8AB-10D8-D7CD-ABC8-478ECE3D697B}"/>
                  </a:ext>
                </a:extLst>
              </p:cNvPr>
              <p:cNvSpPr txBox="1"/>
              <p:nvPr/>
            </p:nvSpPr>
            <p:spPr>
              <a:xfrm>
                <a:off x="397580" y="415498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57" name="文字方塊 132">
                <a:extLst>
                  <a:ext uri="{FF2B5EF4-FFF2-40B4-BE49-F238E27FC236}">
                    <a16:creationId xmlns:a16="http://schemas.microsoft.com/office/drawing/2014/main" id="{A90FE8AB-10D8-D7CD-ABC8-478ECE3D6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80" y="4154980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8" name="文字方塊 137">
            <a:extLst>
              <a:ext uri="{FF2B5EF4-FFF2-40B4-BE49-F238E27FC236}">
                <a16:creationId xmlns:a16="http://schemas.microsoft.com/office/drawing/2014/main" id="{617134C9-A942-A394-96F2-E2916337FD07}"/>
              </a:ext>
            </a:extLst>
          </p:cNvPr>
          <p:cNvSpPr txBox="1"/>
          <p:nvPr/>
        </p:nvSpPr>
        <p:spPr>
          <a:xfrm>
            <a:off x="735673" y="4168462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54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259" name="群組 82">
            <a:extLst>
              <a:ext uri="{FF2B5EF4-FFF2-40B4-BE49-F238E27FC236}">
                <a16:creationId xmlns:a16="http://schemas.microsoft.com/office/drawing/2014/main" id="{0FB164CB-8701-5267-37A7-3712BC9D516C}"/>
              </a:ext>
            </a:extLst>
          </p:cNvPr>
          <p:cNvGrpSpPr/>
          <p:nvPr/>
        </p:nvGrpSpPr>
        <p:grpSpPr>
          <a:xfrm>
            <a:off x="1224993" y="4163629"/>
            <a:ext cx="420074" cy="400110"/>
            <a:chOff x="5994428" y="2705854"/>
            <a:chExt cx="420074" cy="400110"/>
          </a:xfrm>
        </p:grpSpPr>
        <p:grpSp>
          <p:nvGrpSpPr>
            <p:cNvPr id="260" name="群組 83">
              <a:extLst>
                <a:ext uri="{FF2B5EF4-FFF2-40B4-BE49-F238E27FC236}">
                  <a16:creationId xmlns:a16="http://schemas.microsoft.com/office/drawing/2014/main" id="{41112AB6-0B57-09AE-41B5-072A7A6B03A6}"/>
                </a:ext>
              </a:extLst>
            </p:cNvPr>
            <p:cNvGrpSpPr/>
            <p:nvPr/>
          </p:nvGrpSpPr>
          <p:grpSpPr>
            <a:xfrm>
              <a:off x="5994428" y="2723268"/>
              <a:ext cx="372680" cy="280928"/>
              <a:chOff x="7129654" y="3565868"/>
              <a:chExt cx="372680" cy="280928"/>
            </a:xfrm>
          </p:grpSpPr>
          <p:cxnSp>
            <p:nvCxnSpPr>
              <p:cNvPr id="262" name="直線接點 85">
                <a:extLst>
                  <a:ext uri="{FF2B5EF4-FFF2-40B4-BE49-F238E27FC236}">
                    <a16:creationId xmlns:a16="http://schemas.microsoft.com/office/drawing/2014/main" id="{B2EBC17D-9EE7-1468-B35F-462C60480B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74526" y="3573016"/>
                <a:ext cx="227808" cy="1953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3" name="直線接點 86">
                <a:extLst>
                  <a:ext uri="{FF2B5EF4-FFF2-40B4-BE49-F238E27FC236}">
                    <a16:creationId xmlns:a16="http://schemas.microsoft.com/office/drawing/2014/main" id="{4F682D28-9683-0744-91FF-DF3F927AC1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08903" y="3565868"/>
                <a:ext cx="65623" cy="276738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4" name="直線接點 87">
                <a:extLst>
                  <a:ext uri="{FF2B5EF4-FFF2-40B4-BE49-F238E27FC236}">
                    <a16:creationId xmlns:a16="http://schemas.microsoft.com/office/drawing/2014/main" id="{C51E53BF-EFD1-0886-9BBC-633AF99499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9654" y="3763494"/>
                <a:ext cx="81282" cy="83302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61" name="文字方塊 84">
              <a:extLst>
                <a:ext uri="{FF2B5EF4-FFF2-40B4-BE49-F238E27FC236}">
                  <a16:creationId xmlns:a16="http://schemas.microsoft.com/office/drawing/2014/main" id="{6E4641AD-27CF-A2D1-6D49-D59410CCD406}"/>
                </a:ext>
              </a:extLst>
            </p:cNvPr>
            <p:cNvSpPr txBox="1"/>
            <p:nvPr/>
          </p:nvSpPr>
          <p:spPr>
            <a:xfrm>
              <a:off x="6056712" y="2705854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265" name="群組 245">
            <a:extLst>
              <a:ext uri="{FF2B5EF4-FFF2-40B4-BE49-F238E27FC236}">
                <a16:creationId xmlns:a16="http://schemas.microsoft.com/office/drawing/2014/main" id="{43A1F98D-8319-B446-6008-CE6E8CF1FD79}"/>
              </a:ext>
            </a:extLst>
          </p:cNvPr>
          <p:cNvGrpSpPr/>
          <p:nvPr/>
        </p:nvGrpSpPr>
        <p:grpSpPr>
          <a:xfrm>
            <a:off x="1576658" y="4090472"/>
            <a:ext cx="733054" cy="483194"/>
            <a:chOff x="2472626" y="4501982"/>
            <a:chExt cx="733054" cy="483194"/>
          </a:xfrm>
        </p:grpSpPr>
        <p:sp>
          <p:nvSpPr>
            <p:cNvPr id="266" name="文字方塊 249">
              <a:extLst>
                <a:ext uri="{FF2B5EF4-FFF2-40B4-BE49-F238E27FC236}">
                  <a16:creationId xmlns:a16="http://schemas.microsoft.com/office/drawing/2014/main" id="{A3393857-B3C3-26DA-1F39-C611609F2A54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267" name="文字方塊 247">
              <a:extLst>
                <a:ext uri="{FF2B5EF4-FFF2-40B4-BE49-F238E27FC236}">
                  <a16:creationId xmlns:a16="http://schemas.microsoft.com/office/drawing/2014/main" id="{5405EFD6-CBFF-BB2F-9B15-A059B82F83C0}"/>
                </a:ext>
              </a:extLst>
            </p:cNvPr>
            <p:cNvSpPr txBox="1"/>
            <p:nvPr/>
          </p:nvSpPr>
          <p:spPr>
            <a:xfrm>
              <a:off x="2916818" y="450198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268" name="TextBox 15">
            <a:extLst>
              <a:ext uri="{FF2B5EF4-FFF2-40B4-BE49-F238E27FC236}">
                <a16:creationId xmlns:a16="http://schemas.microsoft.com/office/drawing/2014/main" id="{56D2B031-26DA-9B29-3DA6-46F1A077F568}"/>
              </a:ext>
            </a:extLst>
          </p:cNvPr>
          <p:cNvSpPr txBox="1"/>
          <p:nvPr/>
        </p:nvSpPr>
        <p:spPr>
          <a:xfrm>
            <a:off x="293392" y="4739308"/>
            <a:ext cx="12558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Volume</a:t>
            </a:r>
            <a:endParaRPr lang="zh-TW" altLang="en-US" sz="2000" b="1"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9" name="文字方塊 132">
                <a:extLst>
                  <a:ext uri="{FF2B5EF4-FFF2-40B4-BE49-F238E27FC236}">
                    <a16:creationId xmlns:a16="http://schemas.microsoft.com/office/drawing/2014/main" id="{3F7D2F23-A761-D9E7-44AE-29156146B546}"/>
                  </a:ext>
                </a:extLst>
              </p:cNvPr>
              <p:cNvSpPr txBox="1"/>
              <p:nvPr/>
            </p:nvSpPr>
            <p:spPr>
              <a:xfrm>
                <a:off x="1545852" y="474360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9" name="文字方塊 132">
                <a:extLst>
                  <a:ext uri="{FF2B5EF4-FFF2-40B4-BE49-F238E27FC236}">
                    <a16:creationId xmlns:a16="http://schemas.microsoft.com/office/drawing/2014/main" id="{3F7D2F23-A761-D9E7-44AE-29156146B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852" y="4743608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0" name="群組 74">
            <a:extLst>
              <a:ext uri="{FF2B5EF4-FFF2-40B4-BE49-F238E27FC236}">
                <a16:creationId xmlns:a16="http://schemas.microsoft.com/office/drawing/2014/main" id="{DA97B4A0-7F32-B21A-0853-E5CB64228ECD}"/>
              </a:ext>
            </a:extLst>
          </p:cNvPr>
          <p:cNvGrpSpPr/>
          <p:nvPr/>
        </p:nvGrpSpPr>
        <p:grpSpPr>
          <a:xfrm>
            <a:off x="1945329" y="4589380"/>
            <a:ext cx="364383" cy="777549"/>
            <a:chOff x="2896107" y="4671588"/>
            <a:chExt cx="364383" cy="777549"/>
          </a:xfrm>
        </p:grpSpPr>
        <p:sp>
          <p:nvSpPr>
            <p:cNvPr id="271" name="文字方塊 75">
              <a:extLst>
                <a:ext uri="{FF2B5EF4-FFF2-40B4-BE49-F238E27FC236}">
                  <a16:creationId xmlns:a16="http://schemas.microsoft.com/office/drawing/2014/main" id="{D3E5A5EE-653C-D1F0-B7C9-6CE4518A9C27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272" name="群組 76">
              <a:extLst>
                <a:ext uri="{FF2B5EF4-FFF2-40B4-BE49-F238E27FC236}">
                  <a16:creationId xmlns:a16="http://schemas.microsoft.com/office/drawing/2014/main" id="{1082475D-6D7E-711C-3E95-F38D7647960B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273" name="直線接點 77">
                <a:extLst>
                  <a:ext uri="{FF2B5EF4-FFF2-40B4-BE49-F238E27FC236}">
                    <a16:creationId xmlns:a16="http://schemas.microsoft.com/office/drawing/2014/main" id="{7B6C831B-5073-F953-E696-C67F5599859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74" name="文字方塊 78">
                <a:extLst>
                  <a:ext uri="{FF2B5EF4-FFF2-40B4-BE49-F238E27FC236}">
                    <a16:creationId xmlns:a16="http://schemas.microsoft.com/office/drawing/2014/main" id="{C4286A5B-3EC2-5960-EDE6-9B5F82BA7BFB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5" name="文字方塊 53">
                <a:extLst>
                  <a:ext uri="{FF2B5EF4-FFF2-40B4-BE49-F238E27FC236}">
                    <a16:creationId xmlns:a16="http://schemas.microsoft.com/office/drawing/2014/main" id="{1E2CDB88-436F-3DE9-E2B0-1E6B61422524}"/>
                  </a:ext>
                </a:extLst>
              </p:cNvPr>
              <p:cNvSpPr txBox="1"/>
              <p:nvPr/>
            </p:nvSpPr>
            <p:spPr>
              <a:xfrm>
                <a:off x="2329863" y="474908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5" name="文字方塊 53">
                <a:extLst>
                  <a:ext uri="{FF2B5EF4-FFF2-40B4-BE49-F238E27FC236}">
                    <a16:creationId xmlns:a16="http://schemas.microsoft.com/office/drawing/2014/main" id="{1E2CDB88-436F-3DE9-E2B0-1E6B61422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863" y="4749080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6" name="文字方塊 137">
            <a:extLst>
              <a:ext uri="{FF2B5EF4-FFF2-40B4-BE49-F238E27FC236}">
                <a16:creationId xmlns:a16="http://schemas.microsoft.com/office/drawing/2014/main" id="{2C84C3AA-D02D-34AD-C5E4-F4D9061D966E}"/>
              </a:ext>
            </a:extLst>
          </p:cNvPr>
          <p:cNvSpPr txBox="1"/>
          <p:nvPr/>
        </p:nvSpPr>
        <p:spPr>
          <a:xfrm>
            <a:off x="2604680" y="4771597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54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277" name="群組 82">
            <a:extLst>
              <a:ext uri="{FF2B5EF4-FFF2-40B4-BE49-F238E27FC236}">
                <a16:creationId xmlns:a16="http://schemas.microsoft.com/office/drawing/2014/main" id="{119D7C71-DA00-7367-1993-16458720D2BD}"/>
              </a:ext>
            </a:extLst>
          </p:cNvPr>
          <p:cNvGrpSpPr/>
          <p:nvPr/>
        </p:nvGrpSpPr>
        <p:grpSpPr>
          <a:xfrm>
            <a:off x="3094000" y="4766764"/>
            <a:ext cx="420074" cy="400110"/>
            <a:chOff x="5994428" y="2705854"/>
            <a:chExt cx="420074" cy="400110"/>
          </a:xfrm>
        </p:grpSpPr>
        <p:grpSp>
          <p:nvGrpSpPr>
            <p:cNvPr id="278" name="群組 83">
              <a:extLst>
                <a:ext uri="{FF2B5EF4-FFF2-40B4-BE49-F238E27FC236}">
                  <a16:creationId xmlns:a16="http://schemas.microsoft.com/office/drawing/2014/main" id="{DFC6FB00-299C-5BE7-1D8B-0637616C3576}"/>
                </a:ext>
              </a:extLst>
            </p:cNvPr>
            <p:cNvGrpSpPr/>
            <p:nvPr/>
          </p:nvGrpSpPr>
          <p:grpSpPr>
            <a:xfrm>
              <a:off x="5994428" y="2723268"/>
              <a:ext cx="372680" cy="280928"/>
              <a:chOff x="7129654" y="3565868"/>
              <a:chExt cx="372680" cy="280928"/>
            </a:xfrm>
          </p:grpSpPr>
          <p:cxnSp>
            <p:nvCxnSpPr>
              <p:cNvPr id="280" name="直線接點 85">
                <a:extLst>
                  <a:ext uri="{FF2B5EF4-FFF2-40B4-BE49-F238E27FC236}">
                    <a16:creationId xmlns:a16="http://schemas.microsoft.com/office/drawing/2014/main" id="{5B8CC018-9804-B11A-BED1-DED78716B7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74526" y="3573016"/>
                <a:ext cx="227808" cy="1953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1" name="直線接點 86">
                <a:extLst>
                  <a:ext uri="{FF2B5EF4-FFF2-40B4-BE49-F238E27FC236}">
                    <a16:creationId xmlns:a16="http://schemas.microsoft.com/office/drawing/2014/main" id="{24CEF149-4FF5-EF5B-8F9C-29D4E5427D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08903" y="3565868"/>
                <a:ext cx="65623" cy="276738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2" name="直線接點 87">
                <a:extLst>
                  <a:ext uri="{FF2B5EF4-FFF2-40B4-BE49-F238E27FC236}">
                    <a16:creationId xmlns:a16="http://schemas.microsoft.com/office/drawing/2014/main" id="{54DDD07B-B219-29B6-F3D3-99C951AF88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9654" y="3763494"/>
                <a:ext cx="81282" cy="83302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79" name="文字方塊 84">
              <a:extLst>
                <a:ext uri="{FF2B5EF4-FFF2-40B4-BE49-F238E27FC236}">
                  <a16:creationId xmlns:a16="http://schemas.microsoft.com/office/drawing/2014/main" id="{EF556C8D-3242-E6AF-7679-45EBD0920068}"/>
                </a:ext>
              </a:extLst>
            </p:cNvPr>
            <p:cNvSpPr txBox="1"/>
            <p:nvPr/>
          </p:nvSpPr>
          <p:spPr>
            <a:xfrm>
              <a:off x="6056712" y="2705854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3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3" name="文字方塊 53">
                <a:extLst>
                  <a:ext uri="{FF2B5EF4-FFF2-40B4-BE49-F238E27FC236}">
                    <a16:creationId xmlns:a16="http://schemas.microsoft.com/office/drawing/2014/main" id="{D953022C-1F84-5E3A-65FC-9216C7150647}"/>
                  </a:ext>
                </a:extLst>
              </p:cNvPr>
              <p:cNvSpPr txBox="1"/>
              <p:nvPr/>
            </p:nvSpPr>
            <p:spPr>
              <a:xfrm>
                <a:off x="3513974" y="47798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3" name="文字方塊 53">
                <a:extLst>
                  <a:ext uri="{FF2B5EF4-FFF2-40B4-BE49-F238E27FC236}">
                    <a16:creationId xmlns:a16="http://schemas.microsoft.com/office/drawing/2014/main" id="{D953022C-1F84-5E3A-65FC-9216C71506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3974" y="4779858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4" name="文字方塊 137">
            <a:extLst>
              <a:ext uri="{FF2B5EF4-FFF2-40B4-BE49-F238E27FC236}">
                <a16:creationId xmlns:a16="http://schemas.microsoft.com/office/drawing/2014/main" id="{097640D8-A1FC-073A-B907-EB3872C3BCD0}"/>
              </a:ext>
            </a:extLst>
          </p:cNvPr>
          <p:cNvSpPr txBox="1">
            <a:spLocks/>
          </p:cNvSpPr>
          <p:nvPr/>
        </p:nvSpPr>
        <p:spPr>
          <a:xfrm>
            <a:off x="3765865" y="4773614"/>
            <a:ext cx="617477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12 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5" name="文字方塊 132">
                <a:extLst>
                  <a:ext uri="{FF2B5EF4-FFF2-40B4-BE49-F238E27FC236}">
                    <a16:creationId xmlns:a16="http://schemas.microsoft.com/office/drawing/2014/main" id="{4D26AA1F-83E0-C392-93E9-3E98CF771E10}"/>
                  </a:ext>
                </a:extLst>
              </p:cNvPr>
              <p:cNvSpPr txBox="1"/>
              <p:nvPr/>
            </p:nvSpPr>
            <p:spPr>
              <a:xfrm>
                <a:off x="1537639" y="54185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5" name="文字方塊 132">
                <a:extLst>
                  <a:ext uri="{FF2B5EF4-FFF2-40B4-BE49-F238E27FC236}">
                    <a16:creationId xmlns:a16="http://schemas.microsoft.com/office/drawing/2014/main" id="{4D26AA1F-83E0-C392-93E9-3E98CF771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639" y="5418565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" name="文字方塊 137">
            <a:extLst>
              <a:ext uri="{FF2B5EF4-FFF2-40B4-BE49-F238E27FC236}">
                <a16:creationId xmlns:a16="http://schemas.microsoft.com/office/drawing/2014/main" id="{B6E54C4C-9ADB-4DCB-75F3-32FD7A1C9630}"/>
              </a:ext>
            </a:extLst>
          </p:cNvPr>
          <p:cNvSpPr txBox="1"/>
          <p:nvPr/>
        </p:nvSpPr>
        <p:spPr>
          <a:xfrm>
            <a:off x="1829615" y="5418170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216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287" name="群組 82">
            <a:extLst>
              <a:ext uri="{FF2B5EF4-FFF2-40B4-BE49-F238E27FC236}">
                <a16:creationId xmlns:a16="http://schemas.microsoft.com/office/drawing/2014/main" id="{D5523D58-4509-6415-4EAA-7C40F071A9B0}"/>
              </a:ext>
            </a:extLst>
          </p:cNvPr>
          <p:cNvGrpSpPr/>
          <p:nvPr/>
        </p:nvGrpSpPr>
        <p:grpSpPr>
          <a:xfrm>
            <a:off x="2513599" y="5418170"/>
            <a:ext cx="420074" cy="400110"/>
            <a:chOff x="5994428" y="2705854"/>
            <a:chExt cx="420074" cy="400110"/>
          </a:xfrm>
        </p:grpSpPr>
        <p:grpSp>
          <p:nvGrpSpPr>
            <p:cNvPr id="288" name="群組 83">
              <a:extLst>
                <a:ext uri="{FF2B5EF4-FFF2-40B4-BE49-F238E27FC236}">
                  <a16:creationId xmlns:a16="http://schemas.microsoft.com/office/drawing/2014/main" id="{D26DA9AD-3585-5E3E-6D8F-88882D70C041}"/>
                </a:ext>
              </a:extLst>
            </p:cNvPr>
            <p:cNvGrpSpPr/>
            <p:nvPr/>
          </p:nvGrpSpPr>
          <p:grpSpPr>
            <a:xfrm>
              <a:off x="5994428" y="2723268"/>
              <a:ext cx="372680" cy="280928"/>
              <a:chOff x="7129654" y="3565868"/>
              <a:chExt cx="372680" cy="280928"/>
            </a:xfrm>
          </p:grpSpPr>
          <p:cxnSp>
            <p:nvCxnSpPr>
              <p:cNvPr id="290" name="直線接點 85">
                <a:extLst>
                  <a:ext uri="{FF2B5EF4-FFF2-40B4-BE49-F238E27FC236}">
                    <a16:creationId xmlns:a16="http://schemas.microsoft.com/office/drawing/2014/main" id="{CEEBE8D1-00CF-2219-B267-576C49ABA0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74526" y="3573016"/>
                <a:ext cx="227808" cy="1953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1" name="直線接點 86">
                <a:extLst>
                  <a:ext uri="{FF2B5EF4-FFF2-40B4-BE49-F238E27FC236}">
                    <a16:creationId xmlns:a16="http://schemas.microsoft.com/office/drawing/2014/main" id="{E1CE1CC2-167B-C790-7C3E-1C6364860B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208903" y="3565868"/>
                <a:ext cx="65623" cy="276738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2" name="直線接點 87">
                <a:extLst>
                  <a:ext uri="{FF2B5EF4-FFF2-40B4-BE49-F238E27FC236}">
                    <a16:creationId xmlns:a16="http://schemas.microsoft.com/office/drawing/2014/main" id="{348FA62D-CC65-878F-7CE2-9751B1792A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9654" y="3763494"/>
                <a:ext cx="81282" cy="83302"/>
              </a:xfrm>
              <a:prstGeom prst="line">
                <a:avLst/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89" name="文字方塊 84">
              <a:extLst>
                <a:ext uri="{FF2B5EF4-FFF2-40B4-BE49-F238E27FC236}">
                  <a16:creationId xmlns:a16="http://schemas.microsoft.com/office/drawing/2014/main" id="{64DC5CA1-F45D-BF4B-F02D-67A4B8A98AA3}"/>
                </a:ext>
              </a:extLst>
            </p:cNvPr>
            <p:cNvSpPr txBox="1"/>
            <p:nvPr/>
          </p:nvSpPr>
          <p:spPr>
            <a:xfrm>
              <a:off x="6056712" y="2705854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3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293" name="群組 245">
            <a:extLst>
              <a:ext uri="{FF2B5EF4-FFF2-40B4-BE49-F238E27FC236}">
                <a16:creationId xmlns:a16="http://schemas.microsoft.com/office/drawing/2014/main" id="{E85D1C72-6D33-061A-6098-7E0505C7A1F5}"/>
              </a:ext>
            </a:extLst>
          </p:cNvPr>
          <p:cNvGrpSpPr/>
          <p:nvPr/>
        </p:nvGrpSpPr>
        <p:grpSpPr>
          <a:xfrm>
            <a:off x="2865264" y="5345013"/>
            <a:ext cx="733054" cy="483194"/>
            <a:chOff x="2472626" y="4501982"/>
            <a:chExt cx="733054" cy="483194"/>
          </a:xfrm>
        </p:grpSpPr>
        <p:sp>
          <p:nvSpPr>
            <p:cNvPr id="294" name="文字方塊 249">
              <a:extLst>
                <a:ext uri="{FF2B5EF4-FFF2-40B4-BE49-F238E27FC236}">
                  <a16:creationId xmlns:a16="http://schemas.microsoft.com/office/drawing/2014/main" id="{45D90873-5A02-A76E-B9E3-346637AB3047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295" name="文字方塊 247">
              <a:extLst>
                <a:ext uri="{FF2B5EF4-FFF2-40B4-BE49-F238E27FC236}">
                  <a16:creationId xmlns:a16="http://schemas.microsoft.com/office/drawing/2014/main" id="{4AAB86C4-DBA0-2CD7-51E2-506050E40FE4}"/>
                </a:ext>
              </a:extLst>
            </p:cNvPr>
            <p:cNvSpPr txBox="1"/>
            <p:nvPr/>
          </p:nvSpPr>
          <p:spPr>
            <a:xfrm>
              <a:off x="2916818" y="450198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296" name="群組 269">
            <a:extLst>
              <a:ext uri="{FF2B5EF4-FFF2-40B4-BE49-F238E27FC236}">
                <a16:creationId xmlns:a16="http://schemas.microsoft.com/office/drawing/2014/main" id="{195B7086-32CD-AF04-9C05-EF5F951AEAAF}"/>
              </a:ext>
            </a:extLst>
          </p:cNvPr>
          <p:cNvGrpSpPr/>
          <p:nvPr/>
        </p:nvGrpSpPr>
        <p:grpSpPr>
          <a:xfrm>
            <a:off x="4288282" y="5418170"/>
            <a:ext cx="1910166" cy="400505"/>
            <a:chOff x="2488269" y="3719421"/>
            <a:chExt cx="1910166" cy="400505"/>
          </a:xfrm>
        </p:grpSpPr>
        <p:sp>
          <p:nvSpPr>
            <p:cNvPr id="297" name="文字方塊 242">
              <a:extLst>
                <a:ext uri="{FF2B5EF4-FFF2-40B4-BE49-F238E27FC236}">
                  <a16:creationId xmlns:a16="http://schemas.microsoft.com/office/drawing/2014/main" id="{B88AE0D2-BD30-4CB6-71B4-265D2F024BE3}"/>
                </a:ext>
              </a:extLst>
            </p:cNvPr>
            <p:cNvSpPr txBox="1"/>
            <p:nvPr/>
          </p:nvSpPr>
          <p:spPr>
            <a:xfrm>
              <a:off x="2488269" y="3719816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298" name="文字方塊 244">
              <a:extLst>
                <a:ext uri="{FF2B5EF4-FFF2-40B4-BE49-F238E27FC236}">
                  <a16:creationId xmlns:a16="http://schemas.microsoft.com/office/drawing/2014/main" id="{B821C2BD-12F1-D27B-5816-4D5B2F438381}"/>
                </a:ext>
              </a:extLst>
            </p:cNvPr>
            <p:cNvSpPr txBox="1"/>
            <p:nvPr/>
          </p:nvSpPr>
          <p:spPr>
            <a:xfrm>
              <a:off x="4124001" y="3719421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9" name="文字方塊 132">
                <a:extLst>
                  <a:ext uri="{FF2B5EF4-FFF2-40B4-BE49-F238E27FC236}">
                    <a16:creationId xmlns:a16="http://schemas.microsoft.com/office/drawing/2014/main" id="{008BBF45-2337-2CEF-8905-A144F0444C98}"/>
                  </a:ext>
                </a:extLst>
              </p:cNvPr>
              <p:cNvSpPr txBox="1"/>
              <p:nvPr/>
            </p:nvSpPr>
            <p:spPr>
              <a:xfrm>
                <a:off x="4444370" y="541817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9" name="文字方塊 132">
                <a:extLst>
                  <a:ext uri="{FF2B5EF4-FFF2-40B4-BE49-F238E27FC236}">
                    <a16:creationId xmlns:a16="http://schemas.microsoft.com/office/drawing/2014/main" id="{008BBF45-2337-2CEF-8905-A144F0444C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4370" y="5418170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0" name="文字方塊 137">
            <a:extLst>
              <a:ext uri="{FF2B5EF4-FFF2-40B4-BE49-F238E27FC236}">
                <a16:creationId xmlns:a16="http://schemas.microsoft.com/office/drawing/2014/main" id="{79DBF277-5EAB-8F09-E20F-4DBC7BE2A113}"/>
              </a:ext>
            </a:extLst>
          </p:cNvPr>
          <p:cNvSpPr txBox="1"/>
          <p:nvPr/>
        </p:nvSpPr>
        <p:spPr>
          <a:xfrm>
            <a:off x="4740058" y="5422609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374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307" name="群組 245">
            <a:extLst>
              <a:ext uri="{FF2B5EF4-FFF2-40B4-BE49-F238E27FC236}">
                <a16:creationId xmlns:a16="http://schemas.microsoft.com/office/drawing/2014/main" id="{3779C3E1-D264-1BF2-8376-AC516B490610}"/>
              </a:ext>
            </a:extLst>
          </p:cNvPr>
          <p:cNvGrpSpPr/>
          <p:nvPr/>
        </p:nvGrpSpPr>
        <p:grpSpPr>
          <a:xfrm>
            <a:off x="5352756" y="5335086"/>
            <a:ext cx="733054" cy="483194"/>
            <a:chOff x="2472626" y="4501982"/>
            <a:chExt cx="733054" cy="483194"/>
          </a:xfrm>
        </p:grpSpPr>
        <p:sp>
          <p:nvSpPr>
            <p:cNvPr id="308" name="文字方塊 249">
              <a:extLst>
                <a:ext uri="{FF2B5EF4-FFF2-40B4-BE49-F238E27FC236}">
                  <a16:creationId xmlns:a16="http://schemas.microsoft.com/office/drawing/2014/main" id="{8732E940-0147-4618-BDCA-AEB397700D09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309" name="文字方塊 247">
              <a:extLst>
                <a:ext uri="{FF2B5EF4-FFF2-40B4-BE49-F238E27FC236}">
                  <a16:creationId xmlns:a16="http://schemas.microsoft.com/office/drawing/2014/main" id="{4A72CB70-29CB-7F09-4B0B-150F579EBF98}"/>
                </a:ext>
              </a:extLst>
            </p:cNvPr>
            <p:cNvSpPr txBox="1"/>
            <p:nvPr/>
          </p:nvSpPr>
          <p:spPr>
            <a:xfrm>
              <a:off x="2916818" y="450198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10" name="筆跡 11">
                <a:extLst>
                  <a:ext uri="{FF2B5EF4-FFF2-40B4-BE49-F238E27FC236}">
                    <a16:creationId xmlns:a16="http://schemas.microsoft.com/office/drawing/2014/main" id="{5DEC71D0-DB87-B71E-114A-73DEEC0924A3}"/>
                  </a:ext>
                </a:extLst>
              </p14:cNvPr>
              <p14:cNvContentPartPr/>
              <p14:nvPr/>
            </p14:nvContentPartPr>
            <p14:xfrm>
              <a:off x="6390307" y="382822"/>
              <a:ext cx="1493064" cy="45719"/>
            </p14:xfrm>
          </p:contentPart>
        </mc:Choice>
        <mc:Fallback>
          <p:pic>
            <p:nvPicPr>
              <p:cNvPr id="310" name="筆跡 11">
                <a:extLst>
                  <a:ext uri="{FF2B5EF4-FFF2-40B4-BE49-F238E27FC236}">
                    <a16:creationId xmlns:a16="http://schemas.microsoft.com/office/drawing/2014/main" id="{5DEC71D0-DB87-B71E-114A-73DEEC0924A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336289" y="-13332878"/>
                <a:ext cx="160074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11" name="筆跡 11">
                <a:extLst>
                  <a:ext uri="{FF2B5EF4-FFF2-40B4-BE49-F238E27FC236}">
                    <a16:creationId xmlns:a16="http://schemas.microsoft.com/office/drawing/2014/main" id="{81A23C77-B6FC-7F47-5F92-B4ED3743B071}"/>
                  </a:ext>
                </a:extLst>
              </p14:cNvPr>
              <p14:cNvContentPartPr/>
              <p14:nvPr/>
            </p14:nvContentPartPr>
            <p14:xfrm>
              <a:off x="8530165" y="373313"/>
              <a:ext cx="1765102" cy="45719"/>
            </p14:xfrm>
          </p:contentPart>
        </mc:Choice>
        <mc:Fallback>
          <p:pic>
            <p:nvPicPr>
              <p:cNvPr id="311" name="筆跡 11">
                <a:extLst>
                  <a:ext uri="{FF2B5EF4-FFF2-40B4-BE49-F238E27FC236}">
                    <a16:creationId xmlns:a16="http://schemas.microsoft.com/office/drawing/2014/main" id="{81A23C77-B6FC-7F47-5F92-B4ED3743B071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476142" y="-13342387"/>
                <a:ext cx="187278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12" name="筆跡 11">
                <a:extLst>
                  <a:ext uri="{FF2B5EF4-FFF2-40B4-BE49-F238E27FC236}">
                    <a16:creationId xmlns:a16="http://schemas.microsoft.com/office/drawing/2014/main" id="{5CF47C50-8B21-F937-144C-1D6C25EA7C02}"/>
                  </a:ext>
                </a:extLst>
              </p14:cNvPr>
              <p14:cNvContentPartPr/>
              <p14:nvPr/>
            </p14:nvContentPartPr>
            <p14:xfrm>
              <a:off x="1615736" y="699162"/>
              <a:ext cx="2150129" cy="45719"/>
            </p14:xfrm>
          </p:contentPart>
        </mc:Choice>
        <mc:Fallback>
          <p:pic>
            <p:nvPicPr>
              <p:cNvPr id="312" name="筆跡 11">
                <a:extLst>
                  <a:ext uri="{FF2B5EF4-FFF2-40B4-BE49-F238E27FC236}">
                    <a16:creationId xmlns:a16="http://schemas.microsoft.com/office/drawing/2014/main" id="{5CF47C50-8B21-F937-144C-1D6C25EA7C02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561704" y="-13016538"/>
                <a:ext cx="2257834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205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8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3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 animBg="1"/>
      <p:bldP spid="20" grpId="0" animBg="1"/>
      <p:bldP spid="196" grpId="0"/>
      <p:bldP spid="197" grpId="0"/>
      <p:bldP spid="202" grpId="0"/>
      <p:bldP spid="203" grpId="0" animBg="1"/>
      <p:bldP spid="213" grpId="0"/>
      <p:bldP spid="217" grpId="0"/>
      <p:bldP spid="221" grpId="0"/>
      <p:bldP spid="228" grpId="0"/>
      <p:bldP spid="229" grpId="0"/>
      <p:bldP spid="233" grpId="0"/>
      <p:bldP spid="234" grpId="0"/>
      <p:bldP spid="235" grpId="0"/>
      <p:bldP spid="240" grpId="0"/>
      <p:bldP spid="241" grpId="0"/>
      <p:bldP spid="247" grpId="0"/>
      <p:bldP spid="248" grpId="0"/>
      <p:bldP spid="249" grpId="0"/>
      <p:bldP spid="250" grpId="0"/>
      <p:bldP spid="255" grpId="0"/>
      <p:bldP spid="256" grpId="0"/>
      <p:bldP spid="257" grpId="0"/>
      <p:bldP spid="258" grpId="0"/>
      <p:bldP spid="268" grpId="0"/>
      <p:bldP spid="269" grpId="0"/>
      <p:bldP spid="275" grpId="0"/>
      <p:bldP spid="276" grpId="0"/>
      <p:bldP spid="283" grpId="0"/>
      <p:bldP spid="284" grpId="0"/>
      <p:bldP spid="285" grpId="0"/>
      <p:bldP spid="286" grpId="0"/>
      <p:bldP spid="299" grpId="0"/>
      <p:bldP spid="30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83095154-CC5A-0383-3F86-45A96DC950F9}"/>
              </a:ext>
            </a:extLst>
          </p:cNvPr>
          <p:cNvSpPr txBox="1"/>
          <p:nvPr/>
        </p:nvSpPr>
        <p:spPr>
          <a:xfrm>
            <a:off x="3791744" y="188640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Surface area of cone</a:t>
            </a:r>
            <a:endParaRPr lang="zh-TW" altLang="en-US" sz="24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5088BBE-8E63-DAC6-C0F2-84480DA35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916832"/>
            <a:ext cx="2104762" cy="2761905"/>
          </a:xfrm>
          <a:prstGeom prst="rect">
            <a:avLst/>
          </a:prstGeom>
        </p:spPr>
      </p:pic>
      <p:sp>
        <p:nvSpPr>
          <p:cNvPr id="7" name="TextBox 15">
            <a:extLst>
              <a:ext uri="{FF2B5EF4-FFF2-40B4-BE49-F238E27FC236}">
                <a16:creationId xmlns:a16="http://schemas.microsoft.com/office/drawing/2014/main" id="{0E41D458-959D-77BC-792B-FD6F753D3296}"/>
              </a:ext>
            </a:extLst>
          </p:cNvPr>
          <p:cNvSpPr txBox="1"/>
          <p:nvPr/>
        </p:nvSpPr>
        <p:spPr>
          <a:xfrm>
            <a:off x="2207568" y="1950351"/>
            <a:ext cx="4032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Curved surface area of cone</a:t>
            </a:r>
            <a:endParaRPr lang="zh-TW" altLang="en-US" sz="2000" b="1"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DDC27835-AAA2-B9F1-C7B0-7FF89071967F}"/>
                  </a:ext>
                </a:extLst>
              </p:cNvPr>
              <p:cNvSpPr txBox="1"/>
              <p:nvPr/>
            </p:nvSpPr>
            <p:spPr>
              <a:xfrm>
                <a:off x="6143822" y="195035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DDC27835-AAA2-B9F1-C7B0-7FF890719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822" y="1950351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群組 24">
            <a:extLst>
              <a:ext uri="{FF2B5EF4-FFF2-40B4-BE49-F238E27FC236}">
                <a16:creationId xmlns:a16="http://schemas.microsoft.com/office/drawing/2014/main" id="{5CC2B2C2-5389-231A-6A10-557964003CE8}"/>
              </a:ext>
            </a:extLst>
          </p:cNvPr>
          <p:cNvGrpSpPr/>
          <p:nvPr/>
        </p:nvGrpSpPr>
        <p:grpSpPr>
          <a:xfrm>
            <a:off x="6461911" y="1935095"/>
            <a:ext cx="719816" cy="415366"/>
            <a:chOff x="6461911" y="1935095"/>
            <a:chExt cx="719816" cy="41536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FC0611F6-C1E4-78B4-46FE-778401692D78}"/>
                    </a:ext>
                  </a:extLst>
                </p:cNvPr>
                <p:cNvSpPr txBox="1"/>
                <p:nvPr/>
              </p:nvSpPr>
              <p:spPr>
                <a:xfrm>
                  <a:off x="6461911" y="193509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FC0611F6-C1E4-78B4-46FE-778401692D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1911" y="1935095"/>
                  <a:ext cx="29568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E22D9CD0-6CE9-0926-FA09-5368308B2BCC}"/>
                </a:ext>
              </a:extLst>
            </p:cNvPr>
            <p:cNvSpPr txBox="1"/>
            <p:nvPr/>
          </p:nvSpPr>
          <p:spPr>
            <a:xfrm>
              <a:off x="6648071" y="1943721"/>
              <a:ext cx="347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r</a:t>
              </a:r>
              <a:endParaRPr lang="en-HK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55A44C1-7BF7-D9D6-CF91-73445CDFEC84}"/>
                </a:ext>
              </a:extLst>
            </p:cNvPr>
            <p:cNvSpPr txBox="1"/>
            <p:nvPr/>
          </p:nvSpPr>
          <p:spPr>
            <a:xfrm>
              <a:off x="6834231" y="1950351"/>
              <a:ext cx="347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Calligraphy" panose="03010101010101010101" pitchFamily="66" charset="0"/>
                </a:rPr>
                <a:t>l</a:t>
              </a:r>
              <a:endParaRPr lang="en-HK" altLang="zh-HK" sz="20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endParaRPr>
            </a:p>
          </p:txBody>
        </p:sp>
      </p:grpSp>
      <p:sp>
        <p:nvSpPr>
          <p:cNvPr id="12" name="TextBox 15">
            <a:extLst>
              <a:ext uri="{FF2B5EF4-FFF2-40B4-BE49-F238E27FC236}">
                <a16:creationId xmlns:a16="http://schemas.microsoft.com/office/drawing/2014/main" id="{D4BE1533-E9C2-32BD-F092-F94BDE18A308}"/>
              </a:ext>
            </a:extLst>
          </p:cNvPr>
          <p:cNvSpPr txBox="1"/>
          <p:nvPr/>
        </p:nvSpPr>
        <p:spPr>
          <a:xfrm>
            <a:off x="2351584" y="3282372"/>
            <a:ext cx="4032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Total surface area of cone</a:t>
            </a:r>
            <a:endParaRPr lang="zh-TW" altLang="en-US" sz="2000" b="1"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69818A1E-48FF-46A9-1ECA-FF3EA1236829}"/>
                  </a:ext>
                </a:extLst>
              </p:cNvPr>
              <p:cNvSpPr txBox="1"/>
              <p:nvPr/>
            </p:nvSpPr>
            <p:spPr>
              <a:xfrm>
                <a:off x="6143822" y="328237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69818A1E-48FF-46A9-1ECA-FF3EA1236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822" y="3282372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5">
            <a:extLst>
              <a:ext uri="{FF2B5EF4-FFF2-40B4-BE49-F238E27FC236}">
                <a16:creationId xmlns:a16="http://schemas.microsoft.com/office/drawing/2014/main" id="{DBA58B8B-5D46-3DDA-2E24-91302BC7A61E}"/>
              </a:ext>
            </a:extLst>
          </p:cNvPr>
          <p:cNvSpPr txBox="1"/>
          <p:nvPr/>
        </p:nvSpPr>
        <p:spPr>
          <a:xfrm>
            <a:off x="6370533" y="3282372"/>
            <a:ext cx="16223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base area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24521316-F9BD-12ED-DAF9-B08C0ED228E7}"/>
                  </a:ext>
                </a:extLst>
              </p:cNvPr>
              <p:cNvSpPr txBox="1"/>
              <p:nvPr/>
            </p:nvSpPr>
            <p:spPr>
              <a:xfrm>
                <a:off x="7845076" y="32737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24521316-F9BD-12ED-DAF9-B08C0ED22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076" y="3273746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5">
            <a:extLst>
              <a:ext uri="{FF2B5EF4-FFF2-40B4-BE49-F238E27FC236}">
                <a16:creationId xmlns:a16="http://schemas.microsoft.com/office/drawing/2014/main" id="{859146DA-E839-0B17-BC3E-D44E38E9AC7A}"/>
              </a:ext>
            </a:extLst>
          </p:cNvPr>
          <p:cNvSpPr txBox="1"/>
          <p:nvPr/>
        </p:nvSpPr>
        <p:spPr>
          <a:xfrm>
            <a:off x="8112224" y="3273746"/>
            <a:ext cx="4032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Curved surface area of cone</a:t>
            </a:r>
            <a:endParaRPr lang="zh-TW" altLang="en-US" sz="2000" b="1"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874D3F2B-E682-1CBF-AF94-C01B443E2613}"/>
                  </a:ext>
                </a:extLst>
              </p:cNvPr>
              <p:cNvSpPr txBox="1"/>
              <p:nvPr/>
            </p:nvSpPr>
            <p:spPr>
              <a:xfrm>
                <a:off x="6142924" y="399105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874D3F2B-E682-1CBF-AF94-C01B443E2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2924" y="3991055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群組 18">
            <a:extLst>
              <a:ext uri="{FF2B5EF4-FFF2-40B4-BE49-F238E27FC236}">
                <a16:creationId xmlns:a16="http://schemas.microsoft.com/office/drawing/2014/main" id="{DAECF655-BBE3-0D88-6E85-79A09953219A}"/>
              </a:ext>
            </a:extLst>
          </p:cNvPr>
          <p:cNvGrpSpPr/>
          <p:nvPr/>
        </p:nvGrpSpPr>
        <p:grpSpPr>
          <a:xfrm>
            <a:off x="6482542" y="3921881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EFA0AFAE-ED04-2200-659D-E7BDD7E6D717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EFA0AFAE-ED04-2200-659D-E7BDD7E6D7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AEEBA52C-B946-327D-D574-B2D6F92032BA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FBC144BF-ED90-DE83-824D-A99D74968C72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12D4838-659D-8E13-6E4B-1928815A556E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3B5E74F-AEC1-3123-EF13-181F39745CDD}"/>
                  </a:ext>
                </a:extLst>
              </p:cNvPr>
              <p:cNvSpPr txBox="1"/>
              <p:nvPr/>
            </p:nvSpPr>
            <p:spPr>
              <a:xfrm>
                <a:off x="6971199" y="39824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3B5E74F-AEC1-3123-EF13-181F39745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199" y="3982429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群組 26">
            <a:extLst>
              <a:ext uri="{FF2B5EF4-FFF2-40B4-BE49-F238E27FC236}">
                <a16:creationId xmlns:a16="http://schemas.microsoft.com/office/drawing/2014/main" id="{F51C02BB-1227-5307-8BF4-9BE5E30FF484}"/>
              </a:ext>
            </a:extLst>
          </p:cNvPr>
          <p:cNvGrpSpPr/>
          <p:nvPr/>
        </p:nvGrpSpPr>
        <p:grpSpPr>
          <a:xfrm>
            <a:off x="7266887" y="3974983"/>
            <a:ext cx="719816" cy="415366"/>
            <a:chOff x="6461911" y="1935095"/>
            <a:chExt cx="719816" cy="41536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8B255117-A130-D753-864C-7D545107C860}"/>
                    </a:ext>
                  </a:extLst>
                </p:cNvPr>
                <p:cNvSpPr txBox="1"/>
                <p:nvPr/>
              </p:nvSpPr>
              <p:spPr>
                <a:xfrm>
                  <a:off x="6461911" y="193509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8B255117-A130-D753-864C-7D545107C8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1911" y="1935095"/>
                  <a:ext cx="29568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3D755E69-F873-1E52-FFAA-B93590AD495B}"/>
                </a:ext>
              </a:extLst>
            </p:cNvPr>
            <p:cNvSpPr txBox="1"/>
            <p:nvPr/>
          </p:nvSpPr>
          <p:spPr>
            <a:xfrm>
              <a:off x="6648071" y="1943721"/>
              <a:ext cx="347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r</a:t>
              </a:r>
              <a:endParaRPr lang="en-HK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16213BB8-535A-610A-739C-D1B44681F220}"/>
                </a:ext>
              </a:extLst>
            </p:cNvPr>
            <p:cNvSpPr txBox="1"/>
            <p:nvPr/>
          </p:nvSpPr>
          <p:spPr>
            <a:xfrm>
              <a:off x="6834231" y="1950351"/>
              <a:ext cx="347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Calligraphy" panose="03010101010101010101" pitchFamily="66" charset="0"/>
                </a:rPr>
                <a:t>l</a:t>
              </a:r>
              <a:endParaRPr lang="en-HK" altLang="zh-HK" sz="20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endParaRPr>
            </a:p>
          </p:txBody>
        </p:sp>
      </p:grpSp>
      <p:pic>
        <p:nvPicPr>
          <p:cNvPr id="32" name="圖片 31">
            <a:extLst>
              <a:ext uri="{FF2B5EF4-FFF2-40B4-BE49-F238E27FC236}">
                <a16:creationId xmlns:a16="http://schemas.microsoft.com/office/drawing/2014/main" id="{A2A82E4A-4DA5-2A3F-F814-B422701FCEB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9876" y="4075769"/>
            <a:ext cx="3857143" cy="2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62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12" grpId="0"/>
      <p:bldP spid="13" grpId="0"/>
      <p:bldP spid="15" grpId="0"/>
      <p:bldP spid="16" grpId="0"/>
      <p:bldP spid="17" grpId="0"/>
      <p:bldP spid="18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Picture 312">
            <a:extLst>
              <a:ext uri="{FF2B5EF4-FFF2-40B4-BE49-F238E27FC236}">
                <a16:creationId xmlns:a16="http://schemas.microsoft.com/office/drawing/2014/main" id="{4933C09C-76D1-AC31-6AA8-9BB8C48E25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" t="7388" b="78001"/>
          <a:stretch>
            <a:fillRect/>
          </a:stretch>
        </p:blipFill>
        <p:spPr>
          <a:xfrm>
            <a:off x="239387" y="158267"/>
            <a:ext cx="10895980" cy="3566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31E97BF-3395-D682-65B5-005A62CF1F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505" t="24027"/>
          <a:stretch>
            <a:fillRect/>
          </a:stretch>
        </p:blipFill>
        <p:spPr>
          <a:xfrm>
            <a:off x="9139732" y="763479"/>
            <a:ext cx="2812881" cy="19885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92531F-143E-5BD9-C010-80D59D7299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7" t="23301" r="36311" b="32693"/>
          <a:stretch>
            <a:fillRect/>
          </a:stretch>
        </p:blipFill>
        <p:spPr>
          <a:xfrm>
            <a:off x="239387" y="514906"/>
            <a:ext cx="6842034" cy="107419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筆跡 11">
                <a:extLst>
                  <a:ext uri="{FF2B5EF4-FFF2-40B4-BE49-F238E27FC236}">
                    <a16:creationId xmlns:a16="http://schemas.microsoft.com/office/drawing/2014/main" id="{7F368F4A-41AB-0F5E-EF21-B602D6515D9A}"/>
                  </a:ext>
                </a:extLst>
              </p14:cNvPr>
              <p14:cNvContentPartPr/>
              <p14:nvPr/>
            </p14:nvContentPartPr>
            <p14:xfrm>
              <a:off x="5788241" y="343679"/>
              <a:ext cx="674703" cy="45719"/>
            </p14:xfrm>
          </p:contentPart>
        </mc:Choice>
        <mc:Fallback>
          <p:pic>
            <p:nvPicPr>
              <p:cNvPr id="6" name="筆跡 11">
                <a:extLst>
                  <a:ext uri="{FF2B5EF4-FFF2-40B4-BE49-F238E27FC236}">
                    <a16:creationId xmlns:a16="http://schemas.microsoft.com/office/drawing/2014/main" id="{7F368F4A-41AB-0F5E-EF21-B602D6515D9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34236" y="-13372021"/>
                <a:ext cx="78235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筆跡 11">
                <a:extLst>
                  <a:ext uri="{FF2B5EF4-FFF2-40B4-BE49-F238E27FC236}">
                    <a16:creationId xmlns:a16="http://schemas.microsoft.com/office/drawing/2014/main" id="{D2C7CB4A-83FC-B196-EB88-D886E1277F19}"/>
                  </a:ext>
                </a:extLst>
              </p14:cNvPr>
              <p14:cNvContentPartPr/>
              <p14:nvPr/>
            </p14:nvContentPartPr>
            <p14:xfrm>
              <a:off x="8247355" y="356330"/>
              <a:ext cx="327130" cy="45719"/>
            </p14:xfrm>
          </p:contentPart>
        </mc:Choice>
        <mc:Fallback>
          <p:pic>
            <p:nvPicPr>
              <p:cNvPr id="7" name="筆跡 11">
                <a:extLst>
                  <a:ext uri="{FF2B5EF4-FFF2-40B4-BE49-F238E27FC236}">
                    <a16:creationId xmlns:a16="http://schemas.microsoft.com/office/drawing/2014/main" id="{D2C7CB4A-83FC-B196-EB88-D886E1277F1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93373" y="-13359370"/>
                <a:ext cx="43473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筆跡 11">
                <a:extLst>
                  <a:ext uri="{FF2B5EF4-FFF2-40B4-BE49-F238E27FC236}">
                    <a16:creationId xmlns:a16="http://schemas.microsoft.com/office/drawing/2014/main" id="{96485936-0228-0838-974E-064043868D3D}"/>
                  </a:ext>
                </a:extLst>
              </p14:cNvPr>
              <p14:cNvContentPartPr/>
              <p14:nvPr/>
            </p14:nvContentPartPr>
            <p14:xfrm>
              <a:off x="11302754" y="1566244"/>
              <a:ext cx="327130" cy="45719"/>
            </p14:xfrm>
          </p:contentPart>
        </mc:Choice>
        <mc:Fallback>
          <p:pic>
            <p:nvPicPr>
              <p:cNvPr id="8" name="筆跡 11">
                <a:extLst>
                  <a:ext uri="{FF2B5EF4-FFF2-40B4-BE49-F238E27FC236}">
                    <a16:creationId xmlns:a16="http://schemas.microsoft.com/office/drawing/2014/main" id="{96485936-0228-0838-974E-064043868D3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248772" y="-12149456"/>
                <a:ext cx="434734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6718F7-A519-ACFA-D0F7-FA8F03EEEA1B}"/>
              </a:ext>
            </a:extLst>
          </p:cNvPr>
          <p:cNvCxnSpPr>
            <a:cxnSpLocks/>
          </p:cNvCxnSpPr>
          <p:nvPr/>
        </p:nvCxnSpPr>
        <p:spPr>
          <a:xfrm>
            <a:off x="10351363" y="825623"/>
            <a:ext cx="0" cy="1515707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3EC4BEE2-7D3A-B3A8-70D1-BB7482A8E3AD}"/>
                  </a:ext>
                </a:extLst>
              </p14:cNvPr>
              <p14:cNvContentPartPr/>
              <p14:nvPr/>
            </p14:nvContentPartPr>
            <p14:xfrm>
              <a:off x="2127446" y="659930"/>
              <a:ext cx="1002898" cy="45719"/>
            </p14:xfrm>
          </p:contentPart>
        </mc:Choice>
        <mc:Fallback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3EC4BEE2-7D3A-B3A8-70D1-BB7482A8E3A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073430" y="-13055770"/>
                <a:ext cx="1110570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026CB33-4371-2A17-7714-446584D87CC0}"/>
              </a:ext>
            </a:extLst>
          </p:cNvPr>
          <p:cNvCxnSpPr>
            <a:cxnSpLocks/>
          </p:cNvCxnSpPr>
          <p:nvPr/>
        </p:nvCxnSpPr>
        <p:spPr>
          <a:xfrm>
            <a:off x="10351363" y="2338389"/>
            <a:ext cx="1005179" cy="0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F2EA1B0-E3E0-1E3F-6708-3BD031648A08}"/>
              </a:ext>
            </a:extLst>
          </p:cNvPr>
          <p:cNvSpPr txBox="1"/>
          <p:nvPr/>
        </p:nvSpPr>
        <p:spPr>
          <a:xfrm>
            <a:off x="120491" y="1649086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/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36E7841C-98C9-A836-D695-BF4479252D82}"/>
              </a:ext>
            </a:extLst>
          </p:cNvPr>
          <p:cNvSpPr txBox="1"/>
          <p:nvPr/>
        </p:nvSpPr>
        <p:spPr>
          <a:xfrm>
            <a:off x="698560" y="1649086"/>
            <a:ext cx="65705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r cm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 the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base radius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of the circular cone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F3D6FA-09E3-6872-ABF7-793353CD6B1C}"/>
                  </a:ext>
                </a:extLst>
              </p:cNvPr>
              <p:cNvSpPr txBox="1"/>
              <p:nvPr/>
            </p:nvSpPr>
            <p:spPr>
              <a:xfrm>
                <a:off x="10655599" y="2276129"/>
                <a:ext cx="33092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b="1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Handwriting" panose="03010101010101010101" pitchFamily="66" charset="0"/>
                        </a:rPr>
                        <m:t>6</m:t>
                      </m:r>
                    </m:oMath>
                  </m:oMathPara>
                </a14:m>
                <a:endParaRPr lang="en-US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F3D6FA-09E3-6872-ABF7-793353CD6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5599" y="2276129"/>
                <a:ext cx="33092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74">
            <a:extLst>
              <a:ext uri="{FF2B5EF4-FFF2-40B4-BE49-F238E27FC236}">
                <a16:creationId xmlns:a16="http://schemas.microsoft.com/office/drawing/2014/main" id="{77AC837E-A105-1642-B4A5-C26091D66A1A}"/>
              </a:ext>
            </a:extLst>
          </p:cNvPr>
          <p:cNvGrpSpPr/>
          <p:nvPr/>
        </p:nvGrpSpPr>
        <p:grpSpPr>
          <a:xfrm>
            <a:off x="1110986" y="2022100"/>
            <a:ext cx="364383" cy="777549"/>
            <a:chOff x="2896107" y="4671588"/>
            <a:chExt cx="364383" cy="777549"/>
          </a:xfrm>
        </p:grpSpPr>
        <p:sp>
          <p:nvSpPr>
            <p:cNvPr id="23" name="文字方塊 75">
              <a:extLst>
                <a:ext uri="{FF2B5EF4-FFF2-40B4-BE49-F238E27FC236}">
                  <a16:creationId xmlns:a16="http://schemas.microsoft.com/office/drawing/2014/main" id="{4BEDFFAF-74A5-E961-EB67-BD48AFBB5BAD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24" name="群組 76">
              <a:extLst>
                <a:ext uri="{FF2B5EF4-FFF2-40B4-BE49-F238E27FC236}">
                  <a16:creationId xmlns:a16="http://schemas.microsoft.com/office/drawing/2014/main" id="{A82726A3-B7FF-4268-6331-65A7FAEEA032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25" name="直線接點 77">
                <a:extLst>
                  <a:ext uri="{FF2B5EF4-FFF2-40B4-BE49-F238E27FC236}">
                    <a16:creationId xmlns:a16="http://schemas.microsoft.com/office/drawing/2014/main" id="{6D5D8AC9-4957-7DA0-6F54-7BC2AA28C39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" name="文字方塊 78">
                <a:extLst>
                  <a:ext uri="{FF2B5EF4-FFF2-40B4-BE49-F238E27FC236}">
                    <a16:creationId xmlns:a16="http://schemas.microsoft.com/office/drawing/2014/main" id="{D5CED8B8-0B43-1C55-853A-B448F3541BF6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2D2499-F6AD-F340-9F00-5BA387183466}"/>
                  </a:ext>
                </a:extLst>
              </p:cNvPr>
              <p:cNvSpPr txBox="1"/>
              <p:nvPr/>
            </p:nvSpPr>
            <p:spPr>
              <a:xfrm>
                <a:off x="1831929" y="2184676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D2D2499-F6AD-F340-9F00-5BA387183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1929" y="2184676"/>
                <a:ext cx="357791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C511F6B-5F19-7AA3-7992-07567DE5CF25}"/>
                  </a:ext>
                </a:extLst>
              </p:cNvPr>
              <p:cNvSpPr txBox="1"/>
              <p:nvPr/>
            </p:nvSpPr>
            <p:spPr>
              <a:xfrm>
                <a:off x="3130344" y="2207824"/>
                <a:ext cx="573508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Lucida Handwriting" panose="03010101010101010101" pitchFamily="66" charset="0"/>
                        </a:rPr>
                        <m:t>8</m:t>
                      </m:r>
                    </m:oMath>
                  </m:oMathPara>
                </a14:m>
                <a:endParaRPr lang="en-US" sz="200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C511F6B-5F19-7AA3-7992-07567DE5C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0344" y="2207824"/>
                <a:ext cx="573508" cy="40395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44">
                <a:extLst>
                  <a:ext uri="{FF2B5EF4-FFF2-40B4-BE49-F238E27FC236}">
                    <a16:creationId xmlns:a16="http://schemas.microsoft.com/office/drawing/2014/main" id="{DB91280C-BD31-A4DE-4848-036E8052D51F}"/>
                  </a:ext>
                </a:extLst>
              </p:cNvPr>
              <p:cNvSpPr txBox="1"/>
              <p:nvPr/>
            </p:nvSpPr>
            <p:spPr>
              <a:xfrm>
                <a:off x="1481681" y="221525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6" name="文字方塊 44">
                <a:extLst>
                  <a:ext uri="{FF2B5EF4-FFF2-40B4-BE49-F238E27FC236}">
                    <a16:creationId xmlns:a16="http://schemas.microsoft.com/office/drawing/2014/main" id="{DB91280C-BD31-A4DE-4848-036E8052D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681" y="2215251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44">
                <a:extLst>
                  <a:ext uri="{FF2B5EF4-FFF2-40B4-BE49-F238E27FC236}">
                    <a16:creationId xmlns:a16="http://schemas.microsoft.com/office/drawing/2014/main" id="{D958EA1F-42CE-255C-9B8F-0861EAC815C4}"/>
                  </a:ext>
                </a:extLst>
              </p:cNvPr>
              <p:cNvSpPr txBox="1"/>
              <p:nvPr/>
            </p:nvSpPr>
            <p:spPr>
              <a:xfrm>
                <a:off x="2210934" y="22049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7" name="文字方塊 44">
                <a:extLst>
                  <a:ext uri="{FF2B5EF4-FFF2-40B4-BE49-F238E27FC236}">
                    <a16:creationId xmlns:a16="http://schemas.microsoft.com/office/drawing/2014/main" id="{D958EA1F-42CE-255C-9B8F-0861EAC81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0934" y="2204994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字方塊 44">
                <a:extLst>
                  <a:ext uri="{FF2B5EF4-FFF2-40B4-BE49-F238E27FC236}">
                    <a16:creationId xmlns:a16="http://schemas.microsoft.com/office/drawing/2014/main" id="{88ED2382-0176-231A-5DA5-EE22B54EB9FB}"/>
                  </a:ext>
                </a:extLst>
              </p:cNvPr>
              <p:cNvSpPr txBox="1"/>
              <p:nvPr/>
            </p:nvSpPr>
            <p:spPr>
              <a:xfrm>
                <a:off x="2925120" y="219948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" name="文字方塊 44">
                <a:extLst>
                  <a:ext uri="{FF2B5EF4-FFF2-40B4-BE49-F238E27FC236}">
                    <a16:creationId xmlns:a16="http://schemas.microsoft.com/office/drawing/2014/main" id="{88ED2382-0176-231A-5DA5-EE22B54EB9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5120" y="2199484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群組 116">
            <a:extLst>
              <a:ext uri="{FF2B5EF4-FFF2-40B4-BE49-F238E27FC236}">
                <a16:creationId xmlns:a16="http://schemas.microsoft.com/office/drawing/2014/main" id="{9B3D5DAC-8E05-5F14-1FF3-9B187AD2602D}"/>
              </a:ext>
            </a:extLst>
          </p:cNvPr>
          <p:cNvGrpSpPr/>
          <p:nvPr/>
        </p:nvGrpSpPr>
        <p:grpSpPr>
          <a:xfrm>
            <a:off x="2448585" y="2083230"/>
            <a:ext cx="604648" cy="504177"/>
            <a:chOff x="7281365" y="5039000"/>
            <a:chExt cx="604648" cy="50417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文字方塊 119">
                  <a:extLst>
                    <a:ext uri="{FF2B5EF4-FFF2-40B4-BE49-F238E27FC236}">
                      <a16:creationId xmlns:a16="http://schemas.microsoft.com/office/drawing/2014/main" id="{88F8E218-2467-BDEA-B0AB-1073B499E770}"/>
                    </a:ext>
                  </a:extLst>
                </p:cNvPr>
                <p:cNvSpPr txBox="1"/>
                <p:nvPr/>
              </p:nvSpPr>
              <p:spPr>
                <a:xfrm>
                  <a:off x="7281365" y="5143067"/>
                  <a:ext cx="58701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Lucida Calligraphy" panose="03010101010101010101" pitchFamily="66" charset="0"/>
                          </a:rPr>
                          <m:t>r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43" name="文字方塊 119">
                  <a:extLst>
                    <a:ext uri="{FF2B5EF4-FFF2-40B4-BE49-F238E27FC236}">
                      <a16:creationId xmlns:a16="http://schemas.microsoft.com/office/drawing/2014/main" id="{88F8E218-2467-BDEA-B0AB-1073B499E7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1365" y="5143067"/>
                  <a:ext cx="587019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文字方塊 118">
              <a:extLst>
                <a:ext uri="{FF2B5EF4-FFF2-40B4-BE49-F238E27FC236}">
                  <a16:creationId xmlns:a16="http://schemas.microsoft.com/office/drawing/2014/main" id="{3631B55E-07DF-1E0A-9D3C-0367BF60BF67}"/>
                </a:ext>
              </a:extLst>
            </p:cNvPr>
            <p:cNvSpPr txBox="1"/>
            <p:nvPr/>
          </p:nvSpPr>
          <p:spPr>
            <a:xfrm>
              <a:off x="7597151" y="5039000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字方塊 132">
                <a:extLst>
                  <a:ext uri="{FF2B5EF4-FFF2-40B4-BE49-F238E27FC236}">
                    <a16:creationId xmlns:a16="http://schemas.microsoft.com/office/drawing/2014/main" id="{8CD6702C-D2B0-9598-226D-D1DD2202C30C}"/>
                  </a:ext>
                </a:extLst>
              </p:cNvPr>
              <p:cNvSpPr txBox="1"/>
              <p:nvPr/>
            </p:nvSpPr>
            <p:spPr>
              <a:xfrm>
                <a:off x="3577900" y="218467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5" name="文字方塊 132">
                <a:extLst>
                  <a:ext uri="{FF2B5EF4-FFF2-40B4-BE49-F238E27FC236}">
                    <a16:creationId xmlns:a16="http://schemas.microsoft.com/office/drawing/2014/main" id="{8CD6702C-D2B0-9598-226D-D1DD2202C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900" y="2184676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2CAF1E0-17EA-CB50-F985-A467E32BD363}"/>
                  </a:ext>
                </a:extLst>
              </p:cNvPr>
              <p:cNvSpPr txBox="1"/>
              <p:nvPr/>
            </p:nvSpPr>
            <p:spPr>
              <a:xfrm>
                <a:off x="3856996" y="2184676"/>
                <a:ext cx="81573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96</m:t>
                      </m:r>
                      <m:r>
                        <a:rPr lang="en-US" altLang="zh-HK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2CAF1E0-17EA-CB50-F985-A467E32BD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6996" y="2184676"/>
                <a:ext cx="815736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群組 116">
            <a:extLst>
              <a:ext uri="{FF2B5EF4-FFF2-40B4-BE49-F238E27FC236}">
                <a16:creationId xmlns:a16="http://schemas.microsoft.com/office/drawing/2014/main" id="{B5D16C1B-DAC9-C49D-B522-0AFA2A6B559D}"/>
              </a:ext>
            </a:extLst>
          </p:cNvPr>
          <p:cNvGrpSpPr/>
          <p:nvPr/>
        </p:nvGrpSpPr>
        <p:grpSpPr>
          <a:xfrm>
            <a:off x="3053233" y="2645481"/>
            <a:ext cx="604648" cy="504177"/>
            <a:chOff x="7281365" y="5039000"/>
            <a:chExt cx="604648" cy="50417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文字方塊 119">
                  <a:extLst>
                    <a:ext uri="{FF2B5EF4-FFF2-40B4-BE49-F238E27FC236}">
                      <a16:creationId xmlns:a16="http://schemas.microsoft.com/office/drawing/2014/main" id="{B482742C-E223-57EA-1282-96875037DC70}"/>
                    </a:ext>
                  </a:extLst>
                </p:cNvPr>
                <p:cNvSpPr txBox="1"/>
                <p:nvPr/>
              </p:nvSpPr>
              <p:spPr>
                <a:xfrm>
                  <a:off x="7281365" y="5143067"/>
                  <a:ext cx="58701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Lucida Calligraphy" panose="03010101010101010101" pitchFamily="66" charset="0"/>
                          </a:rPr>
                          <m:t>r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48" name="文字方塊 119">
                  <a:extLst>
                    <a:ext uri="{FF2B5EF4-FFF2-40B4-BE49-F238E27FC236}">
                      <a16:creationId xmlns:a16="http://schemas.microsoft.com/office/drawing/2014/main" id="{B482742C-E223-57EA-1282-96875037DC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1365" y="5143067"/>
                  <a:ext cx="587019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文字方塊 118">
              <a:extLst>
                <a:ext uri="{FF2B5EF4-FFF2-40B4-BE49-F238E27FC236}">
                  <a16:creationId xmlns:a16="http://schemas.microsoft.com/office/drawing/2014/main" id="{7DB8E6CC-EC54-1161-5C68-0746FB11C778}"/>
                </a:ext>
              </a:extLst>
            </p:cNvPr>
            <p:cNvSpPr txBox="1"/>
            <p:nvPr/>
          </p:nvSpPr>
          <p:spPr>
            <a:xfrm>
              <a:off x="7597151" y="5039000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字方塊 132">
                <a:extLst>
                  <a:ext uri="{FF2B5EF4-FFF2-40B4-BE49-F238E27FC236}">
                    <a16:creationId xmlns:a16="http://schemas.microsoft.com/office/drawing/2014/main" id="{E5C427AA-4533-0A06-BEF2-CA9D2AA532EC}"/>
                  </a:ext>
                </a:extLst>
              </p:cNvPr>
              <p:cNvSpPr txBox="1"/>
              <p:nvPr/>
            </p:nvSpPr>
            <p:spPr>
              <a:xfrm>
                <a:off x="3560271" y="273899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0" name="文字方塊 132">
                <a:extLst>
                  <a:ext uri="{FF2B5EF4-FFF2-40B4-BE49-F238E27FC236}">
                    <a16:creationId xmlns:a16="http://schemas.microsoft.com/office/drawing/2014/main" id="{E5C427AA-4533-0A06-BEF2-CA9D2AA53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0271" y="2738996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529D946-15BA-4835-51FC-A3FD8525846F}"/>
                  </a:ext>
                </a:extLst>
              </p:cNvPr>
              <p:cNvSpPr txBox="1"/>
              <p:nvPr/>
            </p:nvSpPr>
            <p:spPr>
              <a:xfrm>
                <a:off x="3880432" y="2738996"/>
                <a:ext cx="38443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36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529D946-15BA-4835-51FC-A3FD85258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0432" y="2738996"/>
                <a:ext cx="384432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字方塊 119">
                <a:extLst>
                  <a:ext uri="{FF2B5EF4-FFF2-40B4-BE49-F238E27FC236}">
                    <a16:creationId xmlns:a16="http://schemas.microsoft.com/office/drawing/2014/main" id="{9EC4236E-C379-32AB-E846-AA9F2CB3200F}"/>
                  </a:ext>
                </a:extLst>
              </p:cNvPr>
              <p:cNvSpPr txBox="1"/>
              <p:nvPr/>
            </p:nvSpPr>
            <p:spPr>
              <a:xfrm>
                <a:off x="3260689" y="3261110"/>
                <a:ext cx="3844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53" name="文字方塊 119">
                <a:extLst>
                  <a:ext uri="{FF2B5EF4-FFF2-40B4-BE49-F238E27FC236}">
                    <a16:creationId xmlns:a16="http://schemas.microsoft.com/office/drawing/2014/main" id="{9EC4236E-C379-32AB-E846-AA9F2CB32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0689" y="3261110"/>
                <a:ext cx="384432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字方塊 132">
                <a:extLst>
                  <a:ext uri="{FF2B5EF4-FFF2-40B4-BE49-F238E27FC236}">
                    <a16:creationId xmlns:a16="http://schemas.microsoft.com/office/drawing/2014/main" id="{11C242CD-28F6-1B97-E675-9F57D96A3474}"/>
                  </a:ext>
                </a:extLst>
              </p:cNvPr>
              <p:cNvSpPr txBox="1"/>
              <p:nvPr/>
            </p:nvSpPr>
            <p:spPr>
              <a:xfrm>
                <a:off x="3577900" y="326111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5" name="文字方塊 132">
                <a:extLst>
                  <a:ext uri="{FF2B5EF4-FFF2-40B4-BE49-F238E27FC236}">
                    <a16:creationId xmlns:a16="http://schemas.microsoft.com/office/drawing/2014/main" id="{11C242CD-28F6-1B97-E675-9F57D96A3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7900" y="3261110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E910489-0265-D85C-36B2-8B087152A5A9}"/>
                  </a:ext>
                </a:extLst>
              </p:cNvPr>
              <p:cNvSpPr txBox="1"/>
              <p:nvPr/>
            </p:nvSpPr>
            <p:spPr>
              <a:xfrm>
                <a:off x="3898061" y="3261110"/>
                <a:ext cx="38443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Handwriting" panose="03010101010101010101" pitchFamily="66" charset="0"/>
                        </a:rPr>
                        <m:t>6</m:t>
                      </m:r>
                    </m:oMath>
                  </m:oMathPara>
                </a14:m>
                <a:endParaRPr lang="en-US" sz="200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E910489-0265-D85C-36B2-8B087152A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8061" y="3261110"/>
                <a:ext cx="384432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字方塊 260">
                <a:extLst>
                  <a:ext uri="{FF2B5EF4-FFF2-40B4-BE49-F238E27FC236}">
                    <a16:creationId xmlns:a16="http://schemas.microsoft.com/office/drawing/2014/main" id="{29EA7F22-DFB7-A430-0CFA-790165F41704}"/>
                  </a:ext>
                </a:extLst>
              </p:cNvPr>
              <p:cNvSpPr txBox="1"/>
              <p:nvPr/>
            </p:nvSpPr>
            <p:spPr>
              <a:xfrm>
                <a:off x="676435" y="3684247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57" name="文字方塊 260">
                <a:extLst>
                  <a:ext uri="{FF2B5EF4-FFF2-40B4-BE49-F238E27FC236}">
                    <a16:creationId xmlns:a16="http://schemas.microsoft.com/office/drawing/2014/main" id="{29EA7F22-DFB7-A430-0CFA-790165F41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35" y="3684247"/>
                <a:ext cx="238419" cy="461665"/>
              </a:xfrm>
              <a:prstGeom prst="rect">
                <a:avLst/>
              </a:prstGeom>
              <a:blipFill>
                <a:blip r:embed="rId26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15">
            <a:extLst>
              <a:ext uri="{FF2B5EF4-FFF2-40B4-BE49-F238E27FC236}">
                <a16:creationId xmlns:a16="http://schemas.microsoft.com/office/drawing/2014/main" id="{FF44537F-9A45-E57D-542D-2753169F9FBD}"/>
              </a:ext>
            </a:extLst>
          </p:cNvPr>
          <p:cNvSpPr txBox="1"/>
          <p:nvPr/>
        </p:nvSpPr>
        <p:spPr>
          <a:xfrm>
            <a:off x="1015504" y="3704565"/>
            <a:ext cx="6275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e base radius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of the circular cone is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6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 cm</a:t>
            </a:r>
            <a:endParaRPr lang="zh-TW" altLang="en-US" sz="2000" b="1">
              <a:solidFill>
                <a:srgbClr val="92D05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59" name="筆跡 11">
                <a:extLst>
                  <a:ext uri="{FF2B5EF4-FFF2-40B4-BE49-F238E27FC236}">
                    <a16:creationId xmlns:a16="http://schemas.microsoft.com/office/drawing/2014/main" id="{8B3A1ADE-9E34-48BB-3532-D0E25E84D20E}"/>
                  </a:ext>
                </a:extLst>
              </p14:cNvPr>
              <p14:cNvContentPartPr/>
              <p14:nvPr/>
            </p14:nvContentPartPr>
            <p14:xfrm>
              <a:off x="2160256" y="1036276"/>
              <a:ext cx="1002898" cy="45719"/>
            </p14:xfrm>
          </p:contentPart>
        </mc:Choice>
        <mc:Fallback>
          <p:pic>
            <p:nvPicPr>
              <p:cNvPr id="59" name="筆跡 11">
                <a:extLst>
                  <a:ext uri="{FF2B5EF4-FFF2-40B4-BE49-F238E27FC236}">
                    <a16:creationId xmlns:a16="http://schemas.microsoft.com/office/drawing/2014/main" id="{8B3A1ADE-9E34-48BB-3532-D0E25E84D20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106240" y="-12679424"/>
                <a:ext cx="1110570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7AF465A-2196-B70C-69CD-69653E51C05E}"/>
              </a:ext>
            </a:extLst>
          </p:cNvPr>
          <p:cNvCxnSpPr/>
          <p:nvPr/>
        </p:nvCxnSpPr>
        <p:spPr>
          <a:xfrm>
            <a:off x="10351363" y="825623"/>
            <a:ext cx="1005179" cy="151276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98E8D6F-5964-7A48-D720-39C542E20326}"/>
              </a:ext>
            </a:extLst>
          </p:cNvPr>
          <p:cNvSpPr txBox="1"/>
          <p:nvPr/>
        </p:nvSpPr>
        <p:spPr>
          <a:xfrm>
            <a:off x="150239" y="4204835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/>
          </a:p>
        </p:txBody>
      </p:sp>
      <p:sp>
        <p:nvSpPr>
          <p:cNvPr id="63" name="TextBox 15">
            <a:extLst>
              <a:ext uri="{FF2B5EF4-FFF2-40B4-BE49-F238E27FC236}">
                <a16:creationId xmlns:a16="http://schemas.microsoft.com/office/drawing/2014/main" id="{DC20AE5B-3997-6690-8728-1186AE2FDB6F}"/>
              </a:ext>
            </a:extLst>
          </p:cNvPr>
          <p:cNvSpPr txBox="1"/>
          <p:nvPr/>
        </p:nvSpPr>
        <p:spPr>
          <a:xfrm>
            <a:off x="676435" y="4204835"/>
            <a:ext cx="4524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Slant height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of the circular cone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grpSp>
        <p:nvGrpSpPr>
          <p:cNvPr id="257" name="群組 112">
            <a:extLst>
              <a:ext uri="{FF2B5EF4-FFF2-40B4-BE49-F238E27FC236}">
                <a16:creationId xmlns:a16="http://schemas.microsoft.com/office/drawing/2014/main" id="{A4CE9F81-2D87-CADF-3BD1-69D4B42A27FE}"/>
              </a:ext>
            </a:extLst>
          </p:cNvPr>
          <p:cNvGrpSpPr/>
          <p:nvPr/>
        </p:nvGrpSpPr>
        <p:grpSpPr>
          <a:xfrm>
            <a:off x="5710583" y="4194234"/>
            <a:ext cx="1131260" cy="360040"/>
            <a:chOff x="7148927" y="3573016"/>
            <a:chExt cx="1317415" cy="360040"/>
          </a:xfrm>
        </p:grpSpPr>
        <p:cxnSp>
          <p:nvCxnSpPr>
            <p:cNvPr id="258" name="直線接點 113">
              <a:extLst>
                <a:ext uri="{FF2B5EF4-FFF2-40B4-BE49-F238E27FC236}">
                  <a16:creationId xmlns:a16="http://schemas.microsoft.com/office/drawing/2014/main" id="{4D3F6C77-8237-073E-9ACF-B4909237B3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4527" y="3573016"/>
              <a:ext cx="1191815" cy="1953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9" name="直線接點 114">
              <a:extLst>
                <a:ext uri="{FF2B5EF4-FFF2-40B4-BE49-F238E27FC236}">
                  <a16:creationId xmlns:a16="http://schemas.microsoft.com/office/drawing/2014/main" id="{8ADB6C7A-B143-9C86-BE77-AD46B98C0368}"/>
                </a:ext>
              </a:extLst>
            </p:cNvPr>
            <p:cNvCxnSpPr/>
            <p:nvPr/>
          </p:nvCxnSpPr>
          <p:spPr>
            <a:xfrm flipH="1">
              <a:off x="7202310" y="3573016"/>
              <a:ext cx="72216" cy="36004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0" name="直線接點 115">
              <a:extLst>
                <a:ext uri="{FF2B5EF4-FFF2-40B4-BE49-F238E27FC236}">
                  <a16:creationId xmlns:a16="http://schemas.microsoft.com/office/drawing/2014/main" id="{94BF0260-AC2C-26E6-491D-6B76ABD5C7AC}"/>
                </a:ext>
              </a:extLst>
            </p:cNvPr>
            <p:cNvCxnSpPr>
              <a:cxnSpLocks/>
            </p:cNvCxnSpPr>
            <p:nvPr/>
          </p:nvCxnSpPr>
          <p:spPr>
            <a:xfrm>
              <a:off x="7148927" y="3830718"/>
              <a:ext cx="53383" cy="102338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61" name="群組 116">
            <a:extLst>
              <a:ext uri="{FF2B5EF4-FFF2-40B4-BE49-F238E27FC236}">
                <a16:creationId xmlns:a16="http://schemas.microsoft.com/office/drawing/2014/main" id="{42FA0AB9-EC7A-35C9-B84E-496CB4438829}"/>
              </a:ext>
            </a:extLst>
          </p:cNvPr>
          <p:cNvGrpSpPr/>
          <p:nvPr/>
        </p:nvGrpSpPr>
        <p:grpSpPr>
          <a:xfrm>
            <a:off x="5667802" y="4188049"/>
            <a:ext cx="591833" cy="482085"/>
            <a:chOff x="7276718" y="5089497"/>
            <a:chExt cx="591833" cy="48208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2" name="文字方塊 119">
                  <a:extLst>
                    <a:ext uri="{FF2B5EF4-FFF2-40B4-BE49-F238E27FC236}">
                      <a16:creationId xmlns:a16="http://schemas.microsoft.com/office/drawing/2014/main" id="{A9805BF5-C2BE-EBCD-AB66-7B074D831267}"/>
                    </a:ext>
                  </a:extLst>
                </p:cNvPr>
                <p:cNvSpPr txBox="1"/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Lucida Handwriting" panose="03010101010101010101" pitchFamily="66" charset="0"/>
                          </a:rPr>
                          <m:t>6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62" name="文字方塊 119">
                  <a:extLst>
                    <a:ext uri="{FF2B5EF4-FFF2-40B4-BE49-F238E27FC236}">
                      <a16:creationId xmlns:a16="http://schemas.microsoft.com/office/drawing/2014/main" id="{A9805BF5-C2BE-EBCD-AB66-7B074D8312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3" name="文字方塊 118">
              <a:extLst>
                <a:ext uri="{FF2B5EF4-FFF2-40B4-BE49-F238E27FC236}">
                  <a16:creationId xmlns:a16="http://schemas.microsoft.com/office/drawing/2014/main" id="{E3570681-44D4-CEE0-01BF-26B16D5BE92B}"/>
                </a:ext>
              </a:extLst>
            </p:cNvPr>
            <p:cNvSpPr txBox="1"/>
            <p:nvPr/>
          </p:nvSpPr>
          <p:spPr>
            <a:xfrm>
              <a:off x="7579689" y="5089497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4" name="文字方塊 128">
                <a:extLst>
                  <a:ext uri="{FF2B5EF4-FFF2-40B4-BE49-F238E27FC236}">
                    <a16:creationId xmlns:a16="http://schemas.microsoft.com/office/drawing/2014/main" id="{1A70C7F1-764B-9487-ED01-080465FA6A28}"/>
                  </a:ext>
                </a:extLst>
              </p:cNvPr>
              <p:cNvSpPr txBox="1"/>
              <p:nvPr/>
            </p:nvSpPr>
            <p:spPr>
              <a:xfrm>
                <a:off x="6096000" y="427002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4" name="文字方塊 128">
                <a:extLst>
                  <a:ext uri="{FF2B5EF4-FFF2-40B4-BE49-F238E27FC236}">
                    <a16:creationId xmlns:a16="http://schemas.microsoft.com/office/drawing/2014/main" id="{1A70C7F1-764B-9487-ED01-080465FA6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270024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5" name="群組 116">
            <a:extLst>
              <a:ext uri="{FF2B5EF4-FFF2-40B4-BE49-F238E27FC236}">
                <a16:creationId xmlns:a16="http://schemas.microsoft.com/office/drawing/2014/main" id="{D0ADA2C1-DF89-8DD3-AC0B-364E7B58BFAB}"/>
              </a:ext>
            </a:extLst>
          </p:cNvPr>
          <p:cNvGrpSpPr/>
          <p:nvPr/>
        </p:nvGrpSpPr>
        <p:grpSpPr>
          <a:xfrm>
            <a:off x="6359799" y="4188049"/>
            <a:ext cx="489661" cy="482085"/>
            <a:chOff x="7381696" y="5093545"/>
            <a:chExt cx="489661" cy="48208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6" name="文字方塊 119">
                  <a:extLst>
                    <a:ext uri="{FF2B5EF4-FFF2-40B4-BE49-F238E27FC236}">
                      <a16:creationId xmlns:a16="http://schemas.microsoft.com/office/drawing/2014/main" id="{C1965B71-3CEC-9A63-6B1D-F198F6F071D3}"/>
                    </a:ext>
                  </a:extLst>
                </p:cNvPr>
                <p:cNvSpPr txBox="1"/>
                <p:nvPr/>
              </p:nvSpPr>
              <p:spPr>
                <a:xfrm>
                  <a:off x="7381696" y="5175520"/>
                  <a:ext cx="30945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F0"/>
                            </a:solidFill>
                            <a:latin typeface="Lucida Handwriting" panose="03010101010101010101" pitchFamily="66" charset="0"/>
                          </a:rPr>
                          <m:t>8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66" name="文字方塊 119">
                  <a:extLst>
                    <a:ext uri="{FF2B5EF4-FFF2-40B4-BE49-F238E27FC236}">
                      <a16:creationId xmlns:a16="http://schemas.microsoft.com/office/drawing/2014/main" id="{C1965B71-3CEC-9A63-6B1D-F198F6F071D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1696" y="5175520"/>
                  <a:ext cx="309454" cy="40011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7" name="文字方塊 118">
              <a:extLst>
                <a:ext uri="{FF2B5EF4-FFF2-40B4-BE49-F238E27FC236}">
                  <a16:creationId xmlns:a16="http://schemas.microsoft.com/office/drawing/2014/main" id="{C101DAE5-6DD6-BDDE-E5AA-DD1464169668}"/>
                </a:ext>
              </a:extLst>
            </p:cNvPr>
            <p:cNvSpPr txBox="1"/>
            <p:nvPr/>
          </p:nvSpPr>
          <p:spPr>
            <a:xfrm>
              <a:off x="7582495" y="509354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8" name="文字方塊 132">
                <a:extLst>
                  <a:ext uri="{FF2B5EF4-FFF2-40B4-BE49-F238E27FC236}">
                    <a16:creationId xmlns:a16="http://schemas.microsoft.com/office/drawing/2014/main" id="{FB797BFA-2429-EC6C-C52D-5390A2B5B1C1}"/>
                  </a:ext>
                </a:extLst>
              </p:cNvPr>
              <p:cNvSpPr txBox="1"/>
              <p:nvPr/>
            </p:nvSpPr>
            <p:spPr>
              <a:xfrm>
                <a:off x="5201060" y="420729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8" name="文字方塊 132">
                <a:extLst>
                  <a:ext uri="{FF2B5EF4-FFF2-40B4-BE49-F238E27FC236}">
                    <a16:creationId xmlns:a16="http://schemas.microsoft.com/office/drawing/2014/main" id="{FB797BFA-2429-EC6C-C52D-5390A2B5B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060" y="4207291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2" name="TextBox 271">
            <a:extLst>
              <a:ext uri="{FF2B5EF4-FFF2-40B4-BE49-F238E27FC236}">
                <a16:creationId xmlns:a16="http://schemas.microsoft.com/office/drawing/2014/main" id="{D9C40768-F3C9-5D31-18ED-CE1CDDE94168}"/>
              </a:ext>
            </a:extLst>
          </p:cNvPr>
          <p:cNvSpPr txBox="1"/>
          <p:nvPr/>
        </p:nvSpPr>
        <p:spPr>
          <a:xfrm>
            <a:off x="6796977" y="4238430"/>
            <a:ext cx="6834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3" name="文字方塊 132">
                <a:extLst>
                  <a:ext uri="{FF2B5EF4-FFF2-40B4-BE49-F238E27FC236}">
                    <a16:creationId xmlns:a16="http://schemas.microsoft.com/office/drawing/2014/main" id="{CA2F3B4D-88E3-9D39-58F1-146147329E03}"/>
                  </a:ext>
                </a:extLst>
              </p:cNvPr>
              <p:cNvSpPr txBox="1"/>
              <p:nvPr/>
            </p:nvSpPr>
            <p:spPr>
              <a:xfrm>
                <a:off x="7412383" y="426499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3" name="文字方塊 132">
                <a:extLst>
                  <a:ext uri="{FF2B5EF4-FFF2-40B4-BE49-F238E27FC236}">
                    <a16:creationId xmlns:a16="http://schemas.microsoft.com/office/drawing/2014/main" id="{CA2F3B4D-88E3-9D39-58F1-146147329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2383" y="4264993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5" name="TextBox 274">
            <a:extLst>
              <a:ext uri="{FF2B5EF4-FFF2-40B4-BE49-F238E27FC236}">
                <a16:creationId xmlns:a16="http://schemas.microsoft.com/office/drawing/2014/main" id="{E2ECA482-3EE8-BB87-553F-C277E25B5C79}"/>
              </a:ext>
            </a:extLst>
          </p:cNvPr>
          <p:cNvSpPr txBox="1"/>
          <p:nvPr/>
        </p:nvSpPr>
        <p:spPr>
          <a:xfrm>
            <a:off x="7722974" y="4238430"/>
            <a:ext cx="11112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10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 cm</a:t>
            </a:r>
            <a:endParaRPr lang="en-US" sz="2000">
              <a:solidFill>
                <a:srgbClr val="FF0000"/>
              </a:solidFill>
            </a:endParaRPr>
          </a:p>
        </p:txBody>
      </p:sp>
      <p:sp>
        <p:nvSpPr>
          <p:cNvPr id="277" name="TextBox 276">
            <a:extLst>
              <a:ext uri="{FF2B5EF4-FFF2-40B4-BE49-F238E27FC236}">
                <a16:creationId xmlns:a16="http://schemas.microsoft.com/office/drawing/2014/main" id="{08CCB2C2-3F68-09BA-6B7A-1386AD3423EC}"/>
              </a:ext>
            </a:extLst>
          </p:cNvPr>
          <p:cNvSpPr txBox="1"/>
          <p:nvPr/>
        </p:nvSpPr>
        <p:spPr>
          <a:xfrm>
            <a:off x="10668104" y="1111065"/>
            <a:ext cx="6218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10</a:t>
            </a:r>
            <a:endParaRPr lang="en-US" sz="2000"/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F7844ADE-B8F3-9DF0-33F5-854253CBA19F}"/>
              </a:ext>
            </a:extLst>
          </p:cNvPr>
          <p:cNvSpPr txBox="1"/>
          <p:nvPr/>
        </p:nvSpPr>
        <p:spPr>
          <a:xfrm>
            <a:off x="120490" y="4760612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(c) </a:t>
            </a:r>
            <a:endParaRPr lang="en-US" sz="2000"/>
          </a:p>
        </p:txBody>
      </p:sp>
      <p:sp>
        <p:nvSpPr>
          <p:cNvPr id="279" name="TextBox 15">
            <a:extLst>
              <a:ext uri="{FF2B5EF4-FFF2-40B4-BE49-F238E27FC236}">
                <a16:creationId xmlns:a16="http://schemas.microsoft.com/office/drawing/2014/main" id="{675945A7-409D-61DF-6E49-E7E1B7DEDAB2}"/>
              </a:ext>
            </a:extLst>
          </p:cNvPr>
          <p:cNvSpPr txBox="1"/>
          <p:nvPr/>
        </p:nvSpPr>
        <p:spPr>
          <a:xfrm>
            <a:off x="629110" y="4765293"/>
            <a:ext cx="5435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Total surface area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of the circular cone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80" name="筆跡 11">
                <a:extLst>
                  <a:ext uri="{FF2B5EF4-FFF2-40B4-BE49-F238E27FC236}">
                    <a16:creationId xmlns:a16="http://schemas.microsoft.com/office/drawing/2014/main" id="{10D0C73E-4AA5-EB15-6695-E201BFBD0A9F}"/>
                  </a:ext>
                </a:extLst>
              </p14:cNvPr>
              <p14:cNvContentPartPr/>
              <p14:nvPr/>
            </p14:nvContentPartPr>
            <p14:xfrm>
              <a:off x="2114735" y="1434279"/>
              <a:ext cx="1589117" cy="45719"/>
            </p14:xfrm>
          </p:contentPart>
        </mc:Choice>
        <mc:Fallback>
          <p:pic>
            <p:nvPicPr>
              <p:cNvPr id="280" name="筆跡 11">
                <a:extLst>
                  <a:ext uri="{FF2B5EF4-FFF2-40B4-BE49-F238E27FC236}">
                    <a16:creationId xmlns:a16="http://schemas.microsoft.com/office/drawing/2014/main" id="{10D0C73E-4AA5-EB15-6695-E201BFBD0A9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060708" y="-12281421"/>
                <a:ext cx="169681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1" name="文字方塊 132">
                <a:extLst>
                  <a:ext uri="{FF2B5EF4-FFF2-40B4-BE49-F238E27FC236}">
                    <a16:creationId xmlns:a16="http://schemas.microsoft.com/office/drawing/2014/main" id="{ACBF118B-9BAC-E1EC-4CFA-B9BCCAD5E22A}"/>
                  </a:ext>
                </a:extLst>
              </p:cNvPr>
              <p:cNvSpPr txBox="1"/>
              <p:nvPr/>
            </p:nvSpPr>
            <p:spPr>
              <a:xfrm>
                <a:off x="676435" y="525588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1" name="文字方塊 132">
                <a:extLst>
                  <a:ext uri="{FF2B5EF4-FFF2-40B4-BE49-F238E27FC236}">
                    <a16:creationId xmlns:a16="http://schemas.microsoft.com/office/drawing/2014/main" id="{ACBF118B-9BAC-E1EC-4CFA-B9BCCAD5E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35" y="5255881"/>
                <a:ext cx="295688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A2351A52-734D-A9A2-A455-89F8CFCEC1FF}"/>
                  </a:ext>
                </a:extLst>
              </p:cNvPr>
              <p:cNvSpPr txBox="1"/>
              <p:nvPr/>
            </p:nvSpPr>
            <p:spPr>
              <a:xfrm>
                <a:off x="972124" y="5293350"/>
                <a:ext cx="50324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US" sz="2000"/>
              </a:p>
            </p:txBody>
          </p:sp>
        </mc:Choice>
        <mc:Fallback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A2351A52-734D-A9A2-A455-89F8CFCEC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124" y="5293350"/>
                <a:ext cx="503246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4" name="文字方塊 44">
                <a:extLst>
                  <a:ext uri="{FF2B5EF4-FFF2-40B4-BE49-F238E27FC236}">
                    <a16:creationId xmlns:a16="http://schemas.microsoft.com/office/drawing/2014/main" id="{0A5DAF67-EE1E-1C3C-DFAE-FDC1AD209405}"/>
                  </a:ext>
                </a:extLst>
              </p:cNvPr>
              <p:cNvSpPr txBox="1"/>
              <p:nvPr/>
            </p:nvSpPr>
            <p:spPr>
              <a:xfrm>
                <a:off x="1355820" y="530447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4" name="文字方塊 44">
                <a:extLst>
                  <a:ext uri="{FF2B5EF4-FFF2-40B4-BE49-F238E27FC236}">
                    <a16:creationId xmlns:a16="http://schemas.microsoft.com/office/drawing/2014/main" id="{0A5DAF67-EE1E-1C3C-DFAE-FDC1AD2094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5820" y="5304479"/>
                <a:ext cx="295688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CCDCC271-679C-CBA8-2AC0-9411F03605CE}"/>
                  </a:ext>
                </a:extLst>
              </p:cNvPr>
              <p:cNvSpPr txBox="1"/>
              <p:nvPr/>
            </p:nvSpPr>
            <p:spPr>
              <a:xfrm>
                <a:off x="1585153" y="5304479"/>
                <a:ext cx="38443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Handwriting" panose="03010101010101010101" pitchFamily="66" charset="0"/>
                        </a:rPr>
                        <m:t>6</m:t>
                      </m:r>
                    </m:oMath>
                  </m:oMathPara>
                </a14:m>
                <a:endParaRPr lang="en-US" sz="200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CCDCC271-679C-CBA8-2AC0-9411F0360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153" y="5304479"/>
                <a:ext cx="384432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6" name="文字方塊 44">
                <a:extLst>
                  <a:ext uri="{FF2B5EF4-FFF2-40B4-BE49-F238E27FC236}">
                    <a16:creationId xmlns:a16="http://schemas.microsoft.com/office/drawing/2014/main" id="{C59729B4-3CE8-7D38-2EF3-2ABE0A835C1F}"/>
                  </a:ext>
                </a:extLst>
              </p:cNvPr>
              <p:cNvSpPr txBox="1"/>
              <p:nvPr/>
            </p:nvSpPr>
            <p:spPr>
              <a:xfrm>
                <a:off x="1845371" y="530447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6" name="文字方塊 44">
                <a:extLst>
                  <a:ext uri="{FF2B5EF4-FFF2-40B4-BE49-F238E27FC236}">
                    <a16:creationId xmlns:a16="http://schemas.microsoft.com/office/drawing/2014/main" id="{C59729B4-3CE8-7D38-2EF3-2ABE0A835C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371" y="5304479"/>
                <a:ext cx="295688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29D4DD31-46A4-F33F-B83F-8287FFA71A68}"/>
                  </a:ext>
                </a:extLst>
              </p:cNvPr>
              <p:cNvSpPr txBox="1"/>
              <p:nvPr/>
            </p:nvSpPr>
            <p:spPr>
              <a:xfrm>
                <a:off x="2079368" y="5293350"/>
                <a:ext cx="36921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Handwriting" panose="03010101010101010101" pitchFamily="66" charset="0"/>
                        </a:rPr>
                        <m:t>10</m:t>
                      </m:r>
                    </m:oMath>
                  </m:oMathPara>
                </a14:m>
                <a:endParaRPr lang="en-US" sz="20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29D4DD31-46A4-F33F-B83F-8287FFA71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9368" y="5293350"/>
                <a:ext cx="369217" cy="40011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8" name="文字方塊 44">
                <a:extLst>
                  <a:ext uri="{FF2B5EF4-FFF2-40B4-BE49-F238E27FC236}">
                    <a16:creationId xmlns:a16="http://schemas.microsoft.com/office/drawing/2014/main" id="{BB22BD56-E5E3-FDC0-6429-57F8D76782CA}"/>
                  </a:ext>
                </a:extLst>
              </p:cNvPr>
              <p:cNvSpPr txBox="1"/>
              <p:nvPr/>
            </p:nvSpPr>
            <p:spPr>
              <a:xfrm>
                <a:off x="2568919" y="530447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8" name="文字方塊 44">
                <a:extLst>
                  <a:ext uri="{FF2B5EF4-FFF2-40B4-BE49-F238E27FC236}">
                    <a16:creationId xmlns:a16="http://schemas.microsoft.com/office/drawing/2014/main" id="{BB22BD56-E5E3-FDC0-6429-57F8D7678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8919" y="5304479"/>
                <a:ext cx="295688" cy="40011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0523A256-98EF-551D-38E2-1C87B595C6EB}"/>
                  </a:ext>
                </a:extLst>
              </p:cNvPr>
              <p:cNvSpPr txBox="1"/>
              <p:nvPr/>
            </p:nvSpPr>
            <p:spPr>
              <a:xfrm>
                <a:off x="2897583" y="5275653"/>
                <a:ext cx="38443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0523A256-98EF-551D-38E2-1C87B595C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583" y="5275653"/>
                <a:ext cx="384432" cy="40011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0" name="文字方塊 44">
                <a:extLst>
                  <a:ext uri="{FF2B5EF4-FFF2-40B4-BE49-F238E27FC236}">
                    <a16:creationId xmlns:a16="http://schemas.microsoft.com/office/drawing/2014/main" id="{5088BD48-91CA-47DA-E405-F9B1C216DFFB}"/>
                  </a:ext>
                </a:extLst>
              </p:cNvPr>
              <p:cNvSpPr txBox="1"/>
              <p:nvPr/>
            </p:nvSpPr>
            <p:spPr>
              <a:xfrm>
                <a:off x="3170184" y="52867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0" name="文字方塊 44">
                <a:extLst>
                  <a:ext uri="{FF2B5EF4-FFF2-40B4-BE49-F238E27FC236}">
                    <a16:creationId xmlns:a16="http://schemas.microsoft.com/office/drawing/2014/main" id="{5088BD48-91CA-47DA-E405-F9B1C216D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184" y="5286782"/>
                <a:ext cx="295688" cy="4001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1" name="群組 116">
            <a:extLst>
              <a:ext uri="{FF2B5EF4-FFF2-40B4-BE49-F238E27FC236}">
                <a16:creationId xmlns:a16="http://schemas.microsoft.com/office/drawing/2014/main" id="{0F4D9414-45AE-DDB7-9F01-2A949F1AEBBA}"/>
              </a:ext>
            </a:extLst>
          </p:cNvPr>
          <p:cNvGrpSpPr/>
          <p:nvPr/>
        </p:nvGrpSpPr>
        <p:grpSpPr>
          <a:xfrm>
            <a:off x="3400830" y="5207461"/>
            <a:ext cx="489821" cy="485999"/>
            <a:chOff x="7378730" y="5089497"/>
            <a:chExt cx="489821" cy="48599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2" name="文字方塊 119">
                  <a:extLst>
                    <a:ext uri="{FF2B5EF4-FFF2-40B4-BE49-F238E27FC236}">
                      <a16:creationId xmlns:a16="http://schemas.microsoft.com/office/drawing/2014/main" id="{9D72B5B6-7CD7-2ECF-442F-506FDBB910F8}"/>
                    </a:ext>
                  </a:extLst>
                </p:cNvPr>
                <p:cNvSpPr txBox="1"/>
                <p:nvPr/>
              </p:nvSpPr>
              <p:spPr>
                <a:xfrm>
                  <a:off x="7378730" y="5175386"/>
                  <a:ext cx="28886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Lucida Handwriting" panose="03010101010101010101" pitchFamily="66" charset="0"/>
                          </a:rPr>
                          <m:t>6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92" name="文字方塊 119">
                  <a:extLst>
                    <a:ext uri="{FF2B5EF4-FFF2-40B4-BE49-F238E27FC236}">
                      <a16:creationId xmlns:a16="http://schemas.microsoft.com/office/drawing/2014/main" id="{9D72B5B6-7CD7-2ECF-442F-506FDBB910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8730" y="5175386"/>
                  <a:ext cx="288862" cy="400110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3" name="文字方塊 118">
              <a:extLst>
                <a:ext uri="{FF2B5EF4-FFF2-40B4-BE49-F238E27FC236}">
                  <a16:creationId xmlns:a16="http://schemas.microsoft.com/office/drawing/2014/main" id="{4F76ED79-FA6C-2F06-9851-D850DE2F4529}"/>
                </a:ext>
              </a:extLst>
            </p:cNvPr>
            <p:cNvSpPr txBox="1"/>
            <p:nvPr/>
          </p:nvSpPr>
          <p:spPr>
            <a:xfrm>
              <a:off x="7579689" y="5089497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294" name="群組 245">
            <a:extLst>
              <a:ext uri="{FF2B5EF4-FFF2-40B4-BE49-F238E27FC236}">
                <a16:creationId xmlns:a16="http://schemas.microsoft.com/office/drawing/2014/main" id="{503B64ED-8067-7B51-2680-0305341EE2E5}"/>
              </a:ext>
            </a:extLst>
          </p:cNvPr>
          <p:cNvGrpSpPr/>
          <p:nvPr/>
        </p:nvGrpSpPr>
        <p:grpSpPr>
          <a:xfrm>
            <a:off x="3706181" y="5204136"/>
            <a:ext cx="860047" cy="482756"/>
            <a:chOff x="2472626" y="4502420"/>
            <a:chExt cx="860047" cy="482756"/>
          </a:xfrm>
        </p:grpSpPr>
        <p:sp>
          <p:nvSpPr>
            <p:cNvPr id="295" name="文字方塊 249">
              <a:extLst>
                <a:ext uri="{FF2B5EF4-FFF2-40B4-BE49-F238E27FC236}">
                  <a16:creationId xmlns:a16="http://schemas.microsoft.com/office/drawing/2014/main" id="{B2313C92-8598-46C7-B1F5-4CD3225911FF}"/>
                </a:ext>
              </a:extLst>
            </p:cNvPr>
            <p:cNvSpPr txBox="1"/>
            <p:nvPr/>
          </p:nvSpPr>
          <p:spPr>
            <a:xfrm>
              <a:off x="2472626" y="4585066"/>
              <a:ext cx="76335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 cm</a:t>
              </a:r>
            </a:p>
          </p:txBody>
        </p:sp>
        <p:sp>
          <p:nvSpPr>
            <p:cNvPr id="296" name="文字方塊 247">
              <a:extLst>
                <a:ext uri="{FF2B5EF4-FFF2-40B4-BE49-F238E27FC236}">
                  <a16:creationId xmlns:a16="http://schemas.microsoft.com/office/drawing/2014/main" id="{C286AEFE-D3AD-4508-4677-B89AF3B11E21}"/>
                </a:ext>
              </a:extLst>
            </p:cNvPr>
            <p:cNvSpPr txBox="1"/>
            <p:nvPr/>
          </p:nvSpPr>
          <p:spPr>
            <a:xfrm>
              <a:off x="3043811" y="4502420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7" name="文字方塊 132">
                <a:extLst>
                  <a:ext uri="{FF2B5EF4-FFF2-40B4-BE49-F238E27FC236}">
                    <a16:creationId xmlns:a16="http://schemas.microsoft.com/office/drawing/2014/main" id="{BED32937-36FF-864D-BDA5-C46606CDA8AC}"/>
                  </a:ext>
                </a:extLst>
              </p:cNvPr>
              <p:cNvSpPr txBox="1"/>
              <p:nvPr/>
            </p:nvSpPr>
            <p:spPr>
              <a:xfrm>
                <a:off x="698559" y="586207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7" name="文字方塊 132">
                <a:extLst>
                  <a:ext uri="{FF2B5EF4-FFF2-40B4-BE49-F238E27FC236}">
                    <a16:creationId xmlns:a16="http://schemas.microsoft.com/office/drawing/2014/main" id="{BED32937-36FF-864D-BDA5-C46606CDA8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59" y="5862077"/>
                <a:ext cx="295688" cy="40011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8" name="文字方塊 10">
                <a:extLst>
                  <a:ext uri="{FF2B5EF4-FFF2-40B4-BE49-F238E27FC236}">
                    <a16:creationId xmlns:a16="http://schemas.microsoft.com/office/drawing/2014/main" id="{64A62247-B1B9-FB70-B73C-7EA634F0EC18}"/>
                  </a:ext>
                </a:extLst>
              </p:cNvPr>
              <p:cNvSpPr txBox="1"/>
              <p:nvPr/>
            </p:nvSpPr>
            <p:spPr>
              <a:xfrm>
                <a:off x="1023125" y="5862077"/>
                <a:ext cx="9024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96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8" name="文字方塊 10">
                <a:extLst>
                  <a:ext uri="{FF2B5EF4-FFF2-40B4-BE49-F238E27FC236}">
                    <a16:creationId xmlns:a16="http://schemas.microsoft.com/office/drawing/2014/main" id="{64A62247-B1B9-FB70-B73C-7EA634F0E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125" y="5862077"/>
                <a:ext cx="902462" cy="400110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9" name="群組 245">
            <a:extLst>
              <a:ext uri="{FF2B5EF4-FFF2-40B4-BE49-F238E27FC236}">
                <a16:creationId xmlns:a16="http://schemas.microsoft.com/office/drawing/2014/main" id="{0669A036-98DA-D02D-AAAA-F40767D62F76}"/>
              </a:ext>
            </a:extLst>
          </p:cNvPr>
          <p:cNvGrpSpPr/>
          <p:nvPr/>
        </p:nvGrpSpPr>
        <p:grpSpPr>
          <a:xfrm>
            <a:off x="1585153" y="5792026"/>
            <a:ext cx="798167" cy="477054"/>
            <a:chOff x="2472626" y="4508122"/>
            <a:chExt cx="798167" cy="477054"/>
          </a:xfrm>
        </p:grpSpPr>
        <p:sp>
          <p:nvSpPr>
            <p:cNvPr id="300" name="文字方塊 249">
              <a:extLst>
                <a:ext uri="{FF2B5EF4-FFF2-40B4-BE49-F238E27FC236}">
                  <a16:creationId xmlns:a16="http://schemas.microsoft.com/office/drawing/2014/main" id="{0808E170-CE79-4735-DF05-D8F185BE6DAF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301" name="文字方塊 247">
              <a:extLst>
                <a:ext uri="{FF2B5EF4-FFF2-40B4-BE49-F238E27FC236}">
                  <a16:creationId xmlns:a16="http://schemas.microsoft.com/office/drawing/2014/main" id="{1F074D75-466A-3485-B158-9E58614720DE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3946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5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1" grpId="0"/>
      <p:bldP spid="27" grpId="0"/>
      <p:bldP spid="35" grpId="0"/>
      <p:bldP spid="36" grpId="0"/>
      <p:bldP spid="37" grpId="0"/>
      <p:bldP spid="38" grpId="0"/>
      <p:bldP spid="45" grpId="0"/>
      <p:bldP spid="46" grpId="0"/>
      <p:bldP spid="50" grpId="0"/>
      <p:bldP spid="51" grpId="0"/>
      <p:bldP spid="53" grpId="0"/>
      <p:bldP spid="55" grpId="0"/>
      <p:bldP spid="56" grpId="0"/>
      <p:bldP spid="57" grpId="0"/>
      <p:bldP spid="58" grpId="0"/>
      <p:bldP spid="62" grpId="0"/>
      <p:bldP spid="63" grpId="0"/>
      <p:bldP spid="264" grpId="0"/>
      <p:bldP spid="268" grpId="0"/>
      <p:bldP spid="272" grpId="0"/>
      <p:bldP spid="273" grpId="0"/>
      <p:bldP spid="275" grpId="0"/>
      <p:bldP spid="277" grpId="0"/>
      <p:bldP spid="278" grpId="0"/>
      <p:bldP spid="279" grpId="0"/>
      <p:bldP spid="281" grpId="0"/>
      <p:bldP spid="283" grpId="0"/>
      <p:bldP spid="284" grpId="0"/>
      <p:bldP spid="285" grpId="0"/>
      <p:bldP spid="286" grpId="0"/>
      <p:bldP spid="287" grpId="0"/>
      <p:bldP spid="288" grpId="0"/>
      <p:bldP spid="289" grpId="0"/>
      <p:bldP spid="290" grpId="0"/>
      <p:bldP spid="297" grpId="0"/>
      <p:bldP spid="29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Picture 301">
            <a:extLst>
              <a:ext uri="{FF2B5EF4-FFF2-40B4-BE49-F238E27FC236}">
                <a16:creationId xmlns:a16="http://schemas.microsoft.com/office/drawing/2014/main" id="{77A1AC4C-C982-1617-00C5-AEB5A8FCEF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4" b="66608"/>
          <a:stretch>
            <a:fillRect/>
          </a:stretch>
        </p:blipFill>
        <p:spPr>
          <a:xfrm>
            <a:off x="234801" y="143848"/>
            <a:ext cx="10684120" cy="114377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筆跡 11">
                <a:extLst>
                  <a:ext uri="{FF2B5EF4-FFF2-40B4-BE49-F238E27FC236}">
                    <a16:creationId xmlns:a16="http://schemas.microsoft.com/office/drawing/2014/main" id="{A5C4DF92-6DFB-D202-4011-59E380AA28F3}"/>
                  </a:ext>
                </a:extLst>
              </p14:cNvPr>
              <p14:cNvContentPartPr/>
              <p14:nvPr/>
            </p14:nvContentPartPr>
            <p14:xfrm>
              <a:off x="1925368" y="362340"/>
              <a:ext cx="3617016" cy="45719"/>
            </p14:xfrm>
          </p:contentPart>
        </mc:Choice>
        <mc:Fallback>
          <p:pic>
            <p:nvPicPr>
              <p:cNvPr id="5" name="筆跡 11">
                <a:extLst>
                  <a:ext uri="{FF2B5EF4-FFF2-40B4-BE49-F238E27FC236}">
                    <a16:creationId xmlns:a16="http://schemas.microsoft.com/office/drawing/2014/main" id="{A5C4DF92-6DFB-D202-4011-59E380AA28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71334" y="-13353360"/>
                <a:ext cx="372472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筆跡 11">
                <a:extLst>
                  <a:ext uri="{FF2B5EF4-FFF2-40B4-BE49-F238E27FC236}">
                    <a16:creationId xmlns:a16="http://schemas.microsoft.com/office/drawing/2014/main" id="{90C16062-261A-0F03-0F11-11621F634C05}"/>
                  </a:ext>
                </a:extLst>
              </p14:cNvPr>
              <p14:cNvContentPartPr/>
              <p14:nvPr/>
            </p14:nvContentPartPr>
            <p14:xfrm>
              <a:off x="6279503" y="339480"/>
              <a:ext cx="1951150" cy="45719"/>
            </p14:xfrm>
          </p:contentPart>
        </mc:Choice>
        <mc:Fallback>
          <p:pic>
            <p:nvPicPr>
              <p:cNvPr id="6" name="筆跡 11">
                <a:extLst>
                  <a:ext uri="{FF2B5EF4-FFF2-40B4-BE49-F238E27FC236}">
                    <a16:creationId xmlns:a16="http://schemas.microsoft.com/office/drawing/2014/main" id="{90C16062-261A-0F03-0F11-11621F634C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25474" y="-13376220"/>
                <a:ext cx="205884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筆跡 11">
                <a:extLst>
                  <a:ext uri="{FF2B5EF4-FFF2-40B4-BE49-F238E27FC236}">
                    <a16:creationId xmlns:a16="http://schemas.microsoft.com/office/drawing/2014/main" id="{E1322677-2DEE-AFEE-4F40-6A01F5AC9C2C}"/>
                  </a:ext>
                </a:extLst>
              </p14:cNvPr>
              <p14:cNvContentPartPr/>
              <p14:nvPr/>
            </p14:nvContentPartPr>
            <p14:xfrm>
              <a:off x="9916023" y="362339"/>
              <a:ext cx="870165" cy="45719"/>
            </p14:xfrm>
          </p:contentPart>
        </mc:Choice>
        <mc:Fallback>
          <p:pic>
            <p:nvPicPr>
              <p:cNvPr id="7" name="筆跡 11">
                <a:extLst>
                  <a:ext uri="{FF2B5EF4-FFF2-40B4-BE49-F238E27FC236}">
                    <a16:creationId xmlns:a16="http://schemas.microsoft.com/office/drawing/2014/main" id="{E1322677-2DEE-AFEE-4F40-6A01F5AC9C2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861998" y="-13353361"/>
                <a:ext cx="97785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筆跡 11">
                <a:extLst>
                  <a:ext uri="{FF2B5EF4-FFF2-40B4-BE49-F238E27FC236}">
                    <a16:creationId xmlns:a16="http://schemas.microsoft.com/office/drawing/2014/main" id="{E403E641-5DBA-89E0-415A-B90A1616118A}"/>
                  </a:ext>
                </a:extLst>
              </p14:cNvPr>
              <p14:cNvContentPartPr/>
              <p14:nvPr/>
            </p14:nvContentPartPr>
            <p14:xfrm>
              <a:off x="837995" y="692876"/>
              <a:ext cx="7736837" cy="45719"/>
            </p14:xfrm>
          </p:contentPart>
        </mc:Choice>
        <mc:Fallback>
          <p:pic>
            <p:nvPicPr>
              <p:cNvPr id="8" name="筆跡 11">
                <a:extLst>
                  <a:ext uri="{FF2B5EF4-FFF2-40B4-BE49-F238E27FC236}">
                    <a16:creationId xmlns:a16="http://schemas.microsoft.com/office/drawing/2014/main" id="{E403E641-5DBA-89E0-415A-B90A1616118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3959" y="-13022824"/>
                <a:ext cx="78445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筆跡 11">
                <a:extLst>
                  <a:ext uri="{FF2B5EF4-FFF2-40B4-BE49-F238E27FC236}">
                    <a16:creationId xmlns:a16="http://schemas.microsoft.com/office/drawing/2014/main" id="{3A4B1C89-9258-300E-BB7D-1C7160B670BE}"/>
                  </a:ext>
                </a:extLst>
              </p14:cNvPr>
              <p14:cNvContentPartPr/>
              <p14:nvPr/>
            </p14:nvContentPartPr>
            <p14:xfrm>
              <a:off x="1273079" y="1066334"/>
              <a:ext cx="1143550" cy="45719"/>
            </p14:xfrm>
          </p:contentPart>
        </mc:Choice>
        <mc:Fallback>
          <p:pic>
            <p:nvPicPr>
              <p:cNvPr id="9" name="筆跡 11">
                <a:extLst>
                  <a:ext uri="{FF2B5EF4-FFF2-40B4-BE49-F238E27FC236}">
                    <a16:creationId xmlns:a16="http://schemas.microsoft.com/office/drawing/2014/main" id="{3A4B1C89-9258-300E-BB7D-1C7160B670B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219053" y="-12649366"/>
                <a:ext cx="125124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筆跡 11">
                <a:extLst>
                  <a:ext uri="{FF2B5EF4-FFF2-40B4-BE49-F238E27FC236}">
                    <a16:creationId xmlns:a16="http://schemas.microsoft.com/office/drawing/2014/main" id="{03956728-1428-CC50-4837-97D76E389FF7}"/>
                  </a:ext>
                </a:extLst>
              </p14:cNvPr>
              <p14:cNvContentPartPr/>
              <p14:nvPr/>
            </p14:nvContentPartPr>
            <p14:xfrm>
              <a:off x="4945224" y="1112053"/>
              <a:ext cx="1334279" cy="45719"/>
            </p14:xfrm>
          </p:contentPart>
        </mc:Choice>
        <mc:Fallback>
          <p:pic>
            <p:nvPicPr>
              <p:cNvPr id="10" name="筆跡 11">
                <a:extLst>
                  <a:ext uri="{FF2B5EF4-FFF2-40B4-BE49-F238E27FC236}">
                    <a16:creationId xmlns:a16="http://schemas.microsoft.com/office/drawing/2014/main" id="{03956728-1428-CC50-4837-97D76E389FF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891205" y="-12603647"/>
                <a:ext cx="1441958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F32EAC4-D05A-5BEA-DFD5-DD24A4E87414}"/>
              </a:ext>
            </a:extLst>
          </p:cNvPr>
          <p:cNvSpPr/>
          <p:nvPr/>
        </p:nvSpPr>
        <p:spPr>
          <a:xfrm>
            <a:off x="8351567" y="2176034"/>
            <a:ext cx="1405278" cy="8819"/>
          </a:xfrm>
          <a:custGeom>
            <a:avLst/>
            <a:gdLst>
              <a:gd name="connsiteX0" fmla="*/ 0 w 1350169"/>
              <a:gd name="connsiteY0" fmla="*/ 835819 h 835819"/>
              <a:gd name="connsiteX1" fmla="*/ 214313 w 1350169"/>
              <a:gd name="connsiteY1" fmla="*/ 0 h 835819"/>
              <a:gd name="connsiteX2" fmla="*/ 1350169 w 1350169"/>
              <a:gd name="connsiteY2" fmla="*/ 7144 h 835819"/>
              <a:gd name="connsiteX3" fmla="*/ 1350169 w 1350169"/>
              <a:gd name="connsiteY3" fmla="*/ 7144 h 835819"/>
              <a:gd name="connsiteX4" fmla="*/ 1350169 w 1350169"/>
              <a:gd name="connsiteY4" fmla="*/ 7144 h 835819"/>
              <a:gd name="connsiteX0" fmla="*/ 14287 w 1135856"/>
              <a:gd name="connsiteY0" fmla="*/ 0 h 14287"/>
              <a:gd name="connsiteX1" fmla="*/ 0 w 1135856"/>
              <a:gd name="connsiteY1" fmla="*/ 7143 h 14287"/>
              <a:gd name="connsiteX2" fmla="*/ 1135856 w 1135856"/>
              <a:gd name="connsiteY2" fmla="*/ 14287 h 14287"/>
              <a:gd name="connsiteX3" fmla="*/ 1135856 w 1135856"/>
              <a:gd name="connsiteY3" fmla="*/ 14287 h 14287"/>
              <a:gd name="connsiteX4" fmla="*/ 1135856 w 1135856"/>
              <a:gd name="connsiteY4" fmla="*/ 14287 h 14287"/>
              <a:gd name="connsiteX0" fmla="*/ 0 w 1121569"/>
              <a:gd name="connsiteY0" fmla="*/ 0 h 14287"/>
              <a:gd name="connsiteX1" fmla="*/ 4311 w 1121569"/>
              <a:gd name="connsiteY1" fmla="*/ 13342 h 14287"/>
              <a:gd name="connsiteX2" fmla="*/ 1121569 w 1121569"/>
              <a:gd name="connsiteY2" fmla="*/ 14287 h 14287"/>
              <a:gd name="connsiteX3" fmla="*/ 1121569 w 1121569"/>
              <a:gd name="connsiteY3" fmla="*/ 14287 h 14287"/>
              <a:gd name="connsiteX4" fmla="*/ 1121569 w 1121569"/>
              <a:gd name="connsiteY4" fmla="*/ 14287 h 14287"/>
              <a:gd name="connsiteX0" fmla="*/ 0 w 1119005"/>
              <a:gd name="connsiteY0" fmla="*/ 2756 h 2756"/>
              <a:gd name="connsiteX1" fmla="*/ 1747 w 1119005"/>
              <a:gd name="connsiteY1" fmla="*/ 0 h 2756"/>
              <a:gd name="connsiteX2" fmla="*/ 1119005 w 1119005"/>
              <a:gd name="connsiteY2" fmla="*/ 945 h 2756"/>
              <a:gd name="connsiteX3" fmla="*/ 1119005 w 1119005"/>
              <a:gd name="connsiteY3" fmla="*/ 945 h 2756"/>
              <a:gd name="connsiteX4" fmla="*/ 1119005 w 1119005"/>
              <a:gd name="connsiteY4" fmla="*/ 945 h 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9005" h="2756">
                <a:moveTo>
                  <a:pt x="0" y="2756"/>
                </a:moveTo>
                <a:lnTo>
                  <a:pt x="1747" y="0"/>
                </a:lnTo>
                <a:lnTo>
                  <a:pt x="1119005" y="945"/>
                </a:lnTo>
                <a:lnTo>
                  <a:pt x="1119005" y="945"/>
                </a:lnTo>
                <a:lnTo>
                  <a:pt x="1119005" y="945"/>
                </a:lnTo>
              </a:path>
            </a:pathLst>
          </a:cu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262BC12-08AB-794D-793D-F893C1735EE8}"/>
              </a:ext>
            </a:extLst>
          </p:cNvPr>
          <p:cNvSpPr/>
          <p:nvPr/>
        </p:nvSpPr>
        <p:spPr>
          <a:xfrm flipH="1" flipV="1">
            <a:off x="7935824" y="2141646"/>
            <a:ext cx="1879500" cy="1205837"/>
          </a:xfrm>
          <a:custGeom>
            <a:avLst/>
            <a:gdLst>
              <a:gd name="connsiteX0" fmla="*/ 0 w 1350169"/>
              <a:gd name="connsiteY0" fmla="*/ 835819 h 835819"/>
              <a:gd name="connsiteX1" fmla="*/ 214313 w 1350169"/>
              <a:gd name="connsiteY1" fmla="*/ 0 h 835819"/>
              <a:gd name="connsiteX2" fmla="*/ 1350169 w 1350169"/>
              <a:gd name="connsiteY2" fmla="*/ 7144 h 835819"/>
              <a:gd name="connsiteX3" fmla="*/ 1350169 w 1350169"/>
              <a:gd name="connsiteY3" fmla="*/ 7144 h 835819"/>
              <a:gd name="connsiteX4" fmla="*/ 1350169 w 1350169"/>
              <a:gd name="connsiteY4" fmla="*/ 7144 h 835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0169" h="835819">
                <a:moveTo>
                  <a:pt x="0" y="835819"/>
                </a:moveTo>
                <a:lnTo>
                  <a:pt x="214313" y="0"/>
                </a:lnTo>
                <a:lnTo>
                  <a:pt x="1350169" y="7144"/>
                </a:lnTo>
                <a:lnTo>
                  <a:pt x="1350169" y="7144"/>
                </a:lnTo>
                <a:lnTo>
                  <a:pt x="1350169" y="7144"/>
                </a:lnTo>
              </a:path>
            </a:pathLst>
          </a:custGeom>
          <a:noFill/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4A1FFC-6B11-0D6F-8028-127E751DC1C8}"/>
              </a:ext>
            </a:extLst>
          </p:cNvPr>
          <p:cNvCxnSpPr>
            <a:cxnSpLocks/>
          </p:cNvCxnSpPr>
          <p:nvPr/>
        </p:nvCxnSpPr>
        <p:spPr>
          <a:xfrm flipV="1">
            <a:off x="8883755" y="1364363"/>
            <a:ext cx="2" cy="1491489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1A51A82-4500-366F-E2DA-B867E7672A96}"/>
              </a:ext>
            </a:extLst>
          </p:cNvPr>
          <p:cNvCxnSpPr>
            <a:cxnSpLocks/>
            <a:stCxn id="12" idx="1"/>
          </p:cNvCxnSpPr>
          <p:nvPr/>
        </p:nvCxnSpPr>
        <p:spPr>
          <a:xfrm flipV="1">
            <a:off x="8353761" y="1360626"/>
            <a:ext cx="541802" cy="815408"/>
          </a:xfrm>
          <a:prstGeom prst="line">
            <a:avLst/>
          </a:prstGeom>
          <a:ln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0A77249-282D-9D8D-08CC-43262D8E1D0A}"/>
              </a:ext>
            </a:extLst>
          </p:cNvPr>
          <p:cNvCxnSpPr>
            <a:cxnSpLocks/>
            <a:stCxn id="13" idx="2"/>
          </p:cNvCxnSpPr>
          <p:nvPr/>
        </p:nvCxnSpPr>
        <p:spPr>
          <a:xfrm flipV="1">
            <a:off x="7935824" y="1357148"/>
            <a:ext cx="968274" cy="19800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3439DF4-1201-87C8-52A5-7EB6450156F4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8904098" y="1374427"/>
            <a:ext cx="612892" cy="19730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0E4F7CE-4950-C65F-2521-4979A22EB7F6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8896145" y="1374427"/>
            <a:ext cx="919179" cy="76721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FA42FE5-F241-F689-9CB1-6809B7E5E10C}"/>
              </a:ext>
            </a:extLst>
          </p:cNvPr>
          <p:cNvCxnSpPr>
            <a:cxnSpLocks/>
            <a:endCxn id="13" idx="2"/>
          </p:cNvCxnSpPr>
          <p:nvPr/>
        </p:nvCxnSpPr>
        <p:spPr>
          <a:xfrm flipH="1">
            <a:off x="7935824" y="2166728"/>
            <a:ext cx="417205" cy="11704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左大括弧 49">
            <a:extLst>
              <a:ext uri="{FF2B5EF4-FFF2-40B4-BE49-F238E27FC236}">
                <a16:creationId xmlns:a16="http://schemas.microsoft.com/office/drawing/2014/main" id="{94992F1D-0D04-85C6-AA85-5FB9992150C7}"/>
              </a:ext>
            </a:extLst>
          </p:cNvPr>
          <p:cNvSpPr/>
          <p:nvPr/>
        </p:nvSpPr>
        <p:spPr>
          <a:xfrm rot="10800000" flipH="1">
            <a:off x="8189303" y="1375798"/>
            <a:ext cx="286303" cy="1491488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/>
          </a:p>
        </p:txBody>
      </p:sp>
      <p:grpSp>
        <p:nvGrpSpPr>
          <p:cNvPr id="34" name="群組 174">
            <a:extLst>
              <a:ext uri="{FF2B5EF4-FFF2-40B4-BE49-F238E27FC236}">
                <a16:creationId xmlns:a16="http://schemas.microsoft.com/office/drawing/2014/main" id="{317B9CFB-E0F0-B2E0-9CC2-CD994B269AFF}"/>
              </a:ext>
            </a:extLst>
          </p:cNvPr>
          <p:cNvGrpSpPr/>
          <p:nvPr/>
        </p:nvGrpSpPr>
        <p:grpSpPr>
          <a:xfrm>
            <a:off x="7776267" y="1898721"/>
            <a:ext cx="465510" cy="438657"/>
            <a:chOff x="6418901" y="679593"/>
            <a:chExt cx="465510" cy="438657"/>
          </a:xfrm>
        </p:grpSpPr>
        <p:sp>
          <p:nvSpPr>
            <p:cNvPr id="35" name="文字方塊 175">
              <a:extLst>
                <a:ext uri="{FF2B5EF4-FFF2-40B4-BE49-F238E27FC236}">
                  <a16:creationId xmlns:a16="http://schemas.microsoft.com/office/drawing/2014/main" id="{E85D43E6-8BC1-B196-80C9-9F16B5D853EA}"/>
                </a:ext>
              </a:extLst>
            </p:cNvPr>
            <p:cNvSpPr txBox="1"/>
            <p:nvPr/>
          </p:nvSpPr>
          <p:spPr>
            <a:xfrm>
              <a:off x="6418901" y="679593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rPr>
                <a:t>h</a:t>
              </a:r>
            </a:p>
          </p:txBody>
        </p:sp>
        <p:sp>
          <p:nvSpPr>
            <p:cNvPr id="36" name="文字方塊 176">
              <a:extLst>
                <a:ext uri="{FF2B5EF4-FFF2-40B4-BE49-F238E27FC236}">
                  <a16:creationId xmlns:a16="http://schemas.microsoft.com/office/drawing/2014/main" id="{EA4769BC-64A9-4D90-3819-7F098C87562A}"/>
                </a:ext>
              </a:extLst>
            </p:cNvPr>
            <p:cNvSpPr txBox="1"/>
            <p:nvPr/>
          </p:nvSpPr>
          <p:spPr>
            <a:xfrm>
              <a:off x="6605167" y="856640"/>
              <a:ext cx="2792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1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rPr>
                <a:t>1</a:t>
              </a:r>
              <a:endParaRPr lang="en-HK" sz="11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endParaRP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97E8327-5D08-C1A2-7E01-D18FC6EC56E2}"/>
              </a:ext>
            </a:extLst>
          </p:cNvPr>
          <p:cNvCxnSpPr>
            <a:cxnSpLocks/>
          </p:cNvCxnSpPr>
          <p:nvPr/>
        </p:nvCxnSpPr>
        <p:spPr>
          <a:xfrm>
            <a:off x="7935823" y="3339183"/>
            <a:ext cx="1581166" cy="10307"/>
          </a:xfrm>
          <a:prstGeom prst="line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119">
                <a:extLst>
                  <a:ext uri="{FF2B5EF4-FFF2-40B4-BE49-F238E27FC236}">
                    <a16:creationId xmlns:a16="http://schemas.microsoft.com/office/drawing/2014/main" id="{531305D1-E11D-2D18-03C0-EEC71B37D7D7}"/>
                  </a:ext>
                </a:extLst>
              </p:cNvPr>
              <p:cNvSpPr txBox="1"/>
              <p:nvPr/>
            </p:nvSpPr>
            <p:spPr>
              <a:xfrm>
                <a:off x="8624690" y="3320256"/>
                <a:ext cx="3844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9" name="文字方塊 119">
                <a:extLst>
                  <a:ext uri="{FF2B5EF4-FFF2-40B4-BE49-F238E27FC236}">
                    <a16:creationId xmlns:a16="http://schemas.microsoft.com/office/drawing/2014/main" id="{531305D1-E11D-2D18-03C0-EEC71B37D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4690" y="3320256"/>
                <a:ext cx="384432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775EE162-2E14-0232-5200-7169CF7C7EDA}"/>
              </a:ext>
            </a:extLst>
          </p:cNvPr>
          <p:cNvSpPr/>
          <p:nvPr/>
        </p:nvSpPr>
        <p:spPr>
          <a:xfrm>
            <a:off x="10239696" y="1419877"/>
            <a:ext cx="1695581" cy="1735753"/>
          </a:xfrm>
          <a:custGeom>
            <a:avLst/>
            <a:gdLst>
              <a:gd name="connsiteX0" fmla="*/ 0 w 1296955"/>
              <a:gd name="connsiteY0" fmla="*/ 1436915 h 1436915"/>
              <a:gd name="connsiteX1" fmla="*/ 615820 w 1296955"/>
              <a:gd name="connsiteY1" fmla="*/ 0 h 1436915"/>
              <a:gd name="connsiteX2" fmla="*/ 1296955 w 1296955"/>
              <a:gd name="connsiteY2" fmla="*/ 1399592 h 1436915"/>
              <a:gd name="connsiteX0" fmla="*/ 0 w 1316679"/>
              <a:gd name="connsiteY0" fmla="*/ 1436915 h 1450535"/>
              <a:gd name="connsiteX1" fmla="*/ 615820 w 1316679"/>
              <a:gd name="connsiteY1" fmla="*/ 0 h 1450535"/>
              <a:gd name="connsiteX2" fmla="*/ 1316679 w 1316679"/>
              <a:gd name="connsiteY2" fmla="*/ 1450535 h 145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6679" h="1450535">
                <a:moveTo>
                  <a:pt x="0" y="1436915"/>
                </a:moveTo>
                <a:lnTo>
                  <a:pt x="615820" y="0"/>
                </a:lnTo>
                <a:cubicBezTo>
                  <a:pt x="842865" y="466531"/>
                  <a:pt x="1089634" y="984004"/>
                  <a:pt x="1316679" y="145053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字方塊 137">
                <a:extLst>
                  <a:ext uri="{FF2B5EF4-FFF2-40B4-BE49-F238E27FC236}">
                    <a16:creationId xmlns:a16="http://schemas.microsoft.com/office/drawing/2014/main" id="{5F3587E6-AD78-0AF0-73FF-D49285355CE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459481" y="3073584"/>
                <a:ext cx="4138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41" name="文字方塊 137">
                <a:extLst>
                  <a:ext uri="{FF2B5EF4-FFF2-40B4-BE49-F238E27FC236}">
                    <a16:creationId xmlns:a16="http://schemas.microsoft.com/office/drawing/2014/main" id="{5F3587E6-AD78-0AF0-73FF-D49285355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59481" y="3073584"/>
                <a:ext cx="413896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B7A395D-05C3-CBE7-8005-DA1865C5C801}"/>
              </a:ext>
            </a:extLst>
          </p:cNvPr>
          <p:cNvCxnSpPr>
            <a:cxnSpLocks/>
          </p:cNvCxnSpPr>
          <p:nvPr/>
        </p:nvCxnSpPr>
        <p:spPr>
          <a:xfrm>
            <a:off x="10239696" y="3161663"/>
            <a:ext cx="735221" cy="0"/>
          </a:xfrm>
          <a:prstGeom prst="line">
            <a:avLst/>
          </a:prstGeom>
          <a:ln w="28575">
            <a:solidFill>
              <a:srgbClr val="92D0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8008720-DF98-F583-3BE1-0FC9F79E5093}"/>
              </a:ext>
            </a:extLst>
          </p:cNvPr>
          <p:cNvCxnSpPr>
            <a:cxnSpLocks/>
          </p:cNvCxnSpPr>
          <p:nvPr/>
        </p:nvCxnSpPr>
        <p:spPr>
          <a:xfrm flipV="1">
            <a:off x="11032731" y="1450407"/>
            <a:ext cx="0" cy="1719455"/>
          </a:xfrm>
          <a:prstGeom prst="line">
            <a:avLst/>
          </a:prstGeom>
          <a:ln w="28575">
            <a:solidFill>
              <a:srgbClr val="FFC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接點: 肘形 31">
            <a:extLst>
              <a:ext uri="{FF2B5EF4-FFF2-40B4-BE49-F238E27FC236}">
                <a16:creationId xmlns:a16="http://schemas.microsoft.com/office/drawing/2014/main" id="{DB246FB7-C7D8-6E6C-2559-57A1E86588E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873377" y="3023558"/>
            <a:ext cx="146304" cy="146304"/>
          </a:xfrm>
          <a:prstGeom prst="bentConnector3">
            <a:avLst>
              <a:gd name="adj1" fmla="val 97736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Arc 47">
            <a:extLst>
              <a:ext uri="{FF2B5EF4-FFF2-40B4-BE49-F238E27FC236}">
                <a16:creationId xmlns:a16="http://schemas.microsoft.com/office/drawing/2014/main" id="{96251230-7E5A-6D4F-E9E1-2294A2739B80}"/>
              </a:ext>
            </a:extLst>
          </p:cNvPr>
          <p:cNvSpPr/>
          <p:nvPr/>
        </p:nvSpPr>
        <p:spPr>
          <a:xfrm rot="10800000">
            <a:off x="10246489" y="2740389"/>
            <a:ext cx="1682067" cy="797885"/>
          </a:xfrm>
          <a:prstGeom prst="arc">
            <a:avLst>
              <a:gd name="adj1" fmla="val 10831203"/>
              <a:gd name="adj2" fmla="val 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7C356C83-FE6C-20ED-59C6-21513B41020B}"/>
              </a:ext>
            </a:extLst>
          </p:cNvPr>
          <p:cNvSpPr/>
          <p:nvPr/>
        </p:nvSpPr>
        <p:spPr>
          <a:xfrm rot="10800000" flipV="1">
            <a:off x="10239695" y="2785568"/>
            <a:ext cx="1682067" cy="797885"/>
          </a:xfrm>
          <a:prstGeom prst="arc">
            <a:avLst>
              <a:gd name="adj1" fmla="val 10831203"/>
              <a:gd name="adj2" fmla="val 0"/>
            </a:avLst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  <a:prstDash val="dash"/>
              </a:ln>
            </a:endParaRPr>
          </a:p>
        </p:txBody>
      </p:sp>
      <p:cxnSp>
        <p:nvCxnSpPr>
          <p:cNvPr id="260" name="接點: 肘形 56">
            <a:extLst>
              <a:ext uri="{FF2B5EF4-FFF2-40B4-BE49-F238E27FC236}">
                <a16:creationId xmlns:a16="http://schemas.microsoft.com/office/drawing/2014/main" id="{9E36466B-B4F9-3829-2597-62B182004959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8895563" y="2693241"/>
            <a:ext cx="144000" cy="144000"/>
          </a:xfrm>
          <a:prstGeom prst="bentConnector3">
            <a:avLst>
              <a:gd name="adj1" fmla="val 97736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1" name="TextBox 15">
            <a:extLst>
              <a:ext uri="{FF2B5EF4-FFF2-40B4-BE49-F238E27FC236}">
                <a16:creationId xmlns:a16="http://schemas.microsoft.com/office/drawing/2014/main" id="{203A3BEC-6154-8F7B-C026-D8757038751D}"/>
              </a:ext>
            </a:extLst>
          </p:cNvPr>
          <p:cNvSpPr txBox="1"/>
          <p:nvPr/>
        </p:nvSpPr>
        <p:spPr>
          <a:xfrm>
            <a:off x="234801" y="1307139"/>
            <a:ext cx="67674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r cm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 the length of a side of the square base of pyramid A and the base radius of cone B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grpSp>
        <p:nvGrpSpPr>
          <p:cNvPr id="262" name="群組 174">
            <a:extLst>
              <a:ext uri="{FF2B5EF4-FFF2-40B4-BE49-F238E27FC236}">
                <a16:creationId xmlns:a16="http://schemas.microsoft.com/office/drawing/2014/main" id="{A2F084C1-01BE-AE67-9A02-13D71F75422E}"/>
              </a:ext>
            </a:extLst>
          </p:cNvPr>
          <p:cNvGrpSpPr/>
          <p:nvPr/>
        </p:nvGrpSpPr>
        <p:grpSpPr>
          <a:xfrm>
            <a:off x="11579961" y="2118049"/>
            <a:ext cx="465510" cy="438657"/>
            <a:chOff x="6418901" y="679593"/>
            <a:chExt cx="465510" cy="438657"/>
          </a:xfrm>
        </p:grpSpPr>
        <p:sp>
          <p:nvSpPr>
            <p:cNvPr id="263" name="文字方塊 175">
              <a:extLst>
                <a:ext uri="{FF2B5EF4-FFF2-40B4-BE49-F238E27FC236}">
                  <a16:creationId xmlns:a16="http://schemas.microsoft.com/office/drawing/2014/main" id="{A5DBCF44-A784-E25D-FB8C-81042614E870}"/>
                </a:ext>
              </a:extLst>
            </p:cNvPr>
            <p:cNvSpPr txBox="1"/>
            <p:nvPr/>
          </p:nvSpPr>
          <p:spPr>
            <a:xfrm>
              <a:off x="6418901" y="679593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h</a:t>
              </a:r>
            </a:p>
          </p:txBody>
        </p:sp>
        <p:sp>
          <p:nvSpPr>
            <p:cNvPr id="264" name="文字方塊 176">
              <a:extLst>
                <a:ext uri="{FF2B5EF4-FFF2-40B4-BE49-F238E27FC236}">
                  <a16:creationId xmlns:a16="http://schemas.microsoft.com/office/drawing/2014/main" id="{72DD721A-448A-4573-B8CE-7D7914A704E0}"/>
                </a:ext>
              </a:extLst>
            </p:cNvPr>
            <p:cNvSpPr txBox="1"/>
            <p:nvPr/>
          </p:nvSpPr>
          <p:spPr>
            <a:xfrm>
              <a:off x="6605167" y="856640"/>
              <a:ext cx="2792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1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2</a:t>
              </a:r>
              <a:endParaRPr lang="en-HK" sz="11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265" name="左大括弧 49">
            <a:extLst>
              <a:ext uri="{FF2B5EF4-FFF2-40B4-BE49-F238E27FC236}">
                <a16:creationId xmlns:a16="http://schemas.microsoft.com/office/drawing/2014/main" id="{240C360D-00C4-D22D-9924-6562FA831220}"/>
              </a:ext>
            </a:extLst>
          </p:cNvPr>
          <p:cNvSpPr/>
          <p:nvPr/>
        </p:nvSpPr>
        <p:spPr>
          <a:xfrm rot="10800000">
            <a:off x="11345195" y="1463462"/>
            <a:ext cx="279244" cy="1705223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>
              <a:solidFill>
                <a:srgbClr val="FFC000"/>
              </a:solidFill>
            </a:endParaRPr>
          </a:p>
        </p:txBody>
      </p:sp>
      <p:sp>
        <p:nvSpPr>
          <p:cNvPr id="266" name="TextBox 15">
            <a:extLst>
              <a:ext uri="{FF2B5EF4-FFF2-40B4-BE49-F238E27FC236}">
                <a16:creationId xmlns:a16="http://schemas.microsoft.com/office/drawing/2014/main" id="{257A03D9-722A-C12C-5DCC-57D5D66D608A}"/>
              </a:ext>
            </a:extLst>
          </p:cNvPr>
          <p:cNvSpPr txBox="1"/>
          <p:nvPr/>
        </p:nvSpPr>
        <p:spPr>
          <a:xfrm>
            <a:off x="189411" y="2171236"/>
            <a:ext cx="67674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h</a:t>
            </a:r>
            <a:r>
              <a:rPr lang="en-US" altLang="zh-HK" sz="12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cm and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h</a:t>
            </a:r>
            <a:r>
              <a:rPr lang="en-US" altLang="zh-HK" sz="12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2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cm be the heights of pyramid A and cone B respectively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7" name="文字方塊 54">
                <a:extLst>
                  <a:ext uri="{FF2B5EF4-FFF2-40B4-BE49-F238E27FC236}">
                    <a16:creationId xmlns:a16="http://schemas.microsoft.com/office/drawing/2014/main" id="{7411BDD6-FA33-0491-CE14-D0ECD02E70B6}"/>
                  </a:ext>
                </a:extLst>
              </p:cNvPr>
              <p:cNvSpPr txBox="1"/>
              <p:nvPr/>
            </p:nvSpPr>
            <p:spPr>
              <a:xfrm>
                <a:off x="189411" y="2939029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7" name="文字方塊 54">
                <a:extLst>
                  <a:ext uri="{FF2B5EF4-FFF2-40B4-BE49-F238E27FC236}">
                    <a16:creationId xmlns:a16="http://schemas.microsoft.com/office/drawing/2014/main" id="{7411BDD6-FA33-0491-CE14-D0ECD02E7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11" y="2939029"/>
                <a:ext cx="295688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8" name="TextBox 15">
                <a:extLst>
                  <a:ext uri="{FF2B5EF4-FFF2-40B4-BE49-F238E27FC236}">
                    <a16:creationId xmlns:a16="http://schemas.microsoft.com/office/drawing/2014/main" id="{8B9F8E31-2279-87D5-5FCA-B54D12137785}"/>
                  </a:ext>
                </a:extLst>
              </p:cNvPr>
              <p:cNvSpPr txBox="1"/>
              <p:nvPr/>
            </p:nvSpPr>
            <p:spPr>
              <a:xfrm>
                <a:off x="490498" y="2969806"/>
                <a:ext cx="615814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Volume of pyramid A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 volume of cone B</a:t>
                </a:r>
                <a:endParaRPr lang="zh-TW" altLang="en-US" sz="2000" b="1"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8" name="TextBox 15">
                <a:extLst>
                  <a:ext uri="{FF2B5EF4-FFF2-40B4-BE49-F238E27FC236}">
                    <a16:creationId xmlns:a16="http://schemas.microsoft.com/office/drawing/2014/main" id="{8B9F8E31-2279-87D5-5FCA-B54D12137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498" y="2969806"/>
                <a:ext cx="6158141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9" name="文字方塊 260">
                <a:extLst>
                  <a:ext uri="{FF2B5EF4-FFF2-40B4-BE49-F238E27FC236}">
                    <a16:creationId xmlns:a16="http://schemas.microsoft.com/office/drawing/2014/main" id="{B05491FF-367F-236B-A1EA-A657044D614C}"/>
                  </a:ext>
                </a:extLst>
              </p:cNvPr>
              <p:cNvSpPr txBox="1"/>
              <p:nvPr/>
            </p:nvSpPr>
            <p:spPr>
              <a:xfrm>
                <a:off x="196728" y="3481453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69" name="文字方塊 260">
                <a:extLst>
                  <a:ext uri="{FF2B5EF4-FFF2-40B4-BE49-F238E27FC236}">
                    <a16:creationId xmlns:a16="http://schemas.microsoft.com/office/drawing/2014/main" id="{B05491FF-367F-236B-A1EA-A657044D6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728" y="3481453"/>
                <a:ext cx="238419" cy="461665"/>
              </a:xfrm>
              <a:prstGeom prst="rect">
                <a:avLst/>
              </a:prstGeom>
              <a:blipFill>
                <a:blip r:embed="rId19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0" name="群組 74">
            <a:extLst>
              <a:ext uri="{FF2B5EF4-FFF2-40B4-BE49-F238E27FC236}">
                <a16:creationId xmlns:a16="http://schemas.microsoft.com/office/drawing/2014/main" id="{74D7E269-D4CC-CD14-89BB-66D704549A29}"/>
              </a:ext>
            </a:extLst>
          </p:cNvPr>
          <p:cNvGrpSpPr/>
          <p:nvPr/>
        </p:nvGrpSpPr>
        <p:grpSpPr>
          <a:xfrm>
            <a:off x="1735268" y="3340337"/>
            <a:ext cx="364383" cy="777549"/>
            <a:chOff x="2896107" y="4671588"/>
            <a:chExt cx="364383" cy="777549"/>
          </a:xfrm>
        </p:grpSpPr>
        <p:sp>
          <p:nvSpPr>
            <p:cNvPr id="271" name="文字方塊 75">
              <a:extLst>
                <a:ext uri="{FF2B5EF4-FFF2-40B4-BE49-F238E27FC236}">
                  <a16:creationId xmlns:a16="http://schemas.microsoft.com/office/drawing/2014/main" id="{84BE15F2-B8E8-EE01-3318-8FABF19D1DCF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272" name="群組 76">
              <a:extLst>
                <a:ext uri="{FF2B5EF4-FFF2-40B4-BE49-F238E27FC236}">
                  <a16:creationId xmlns:a16="http://schemas.microsoft.com/office/drawing/2014/main" id="{6C29841A-9E77-E38E-7D58-D7924A8228B7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273" name="直線接點 77">
                <a:extLst>
                  <a:ext uri="{FF2B5EF4-FFF2-40B4-BE49-F238E27FC236}">
                    <a16:creationId xmlns:a16="http://schemas.microsoft.com/office/drawing/2014/main" id="{53F8FC6F-D5D4-23E9-ED0C-55DC96D94D1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74" name="文字方塊 78">
                <a:extLst>
                  <a:ext uri="{FF2B5EF4-FFF2-40B4-BE49-F238E27FC236}">
                    <a16:creationId xmlns:a16="http://schemas.microsoft.com/office/drawing/2014/main" id="{B138783B-FC84-425B-A682-7B474F5DE2F6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8" name="文字方塊 44">
                <a:extLst>
                  <a:ext uri="{FF2B5EF4-FFF2-40B4-BE49-F238E27FC236}">
                    <a16:creationId xmlns:a16="http://schemas.microsoft.com/office/drawing/2014/main" id="{1D7E2B14-A619-B14E-8B2E-E64728D26D73}"/>
                  </a:ext>
                </a:extLst>
              </p:cNvPr>
              <p:cNvSpPr txBox="1"/>
              <p:nvPr/>
            </p:nvSpPr>
            <p:spPr>
              <a:xfrm>
                <a:off x="2108281" y="351327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8" name="文字方塊 44">
                <a:extLst>
                  <a:ext uri="{FF2B5EF4-FFF2-40B4-BE49-F238E27FC236}">
                    <a16:creationId xmlns:a16="http://schemas.microsoft.com/office/drawing/2014/main" id="{1D7E2B14-A619-B14E-8B2E-E64728D26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8281" y="3513273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9" name="文字方塊 44">
                <a:extLst>
                  <a:ext uri="{FF2B5EF4-FFF2-40B4-BE49-F238E27FC236}">
                    <a16:creationId xmlns:a16="http://schemas.microsoft.com/office/drawing/2014/main" id="{34A63B41-DBBC-295F-6535-469C61706ADA}"/>
                  </a:ext>
                </a:extLst>
              </p:cNvPr>
              <p:cNvSpPr txBox="1"/>
              <p:nvPr/>
            </p:nvSpPr>
            <p:spPr>
              <a:xfrm>
                <a:off x="2822467" y="350776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9" name="文字方塊 44">
                <a:extLst>
                  <a:ext uri="{FF2B5EF4-FFF2-40B4-BE49-F238E27FC236}">
                    <a16:creationId xmlns:a16="http://schemas.microsoft.com/office/drawing/2014/main" id="{34A63B41-DBBC-295F-6535-469C61706A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467" y="3507763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0" name="群組 116">
            <a:extLst>
              <a:ext uri="{FF2B5EF4-FFF2-40B4-BE49-F238E27FC236}">
                <a16:creationId xmlns:a16="http://schemas.microsoft.com/office/drawing/2014/main" id="{0A2AAA8C-BE7F-83F1-283C-44E17B5FC156}"/>
              </a:ext>
            </a:extLst>
          </p:cNvPr>
          <p:cNvGrpSpPr/>
          <p:nvPr/>
        </p:nvGrpSpPr>
        <p:grpSpPr>
          <a:xfrm>
            <a:off x="2345932" y="3391509"/>
            <a:ext cx="604648" cy="504177"/>
            <a:chOff x="7281365" y="5039000"/>
            <a:chExt cx="604648" cy="50417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1" name="文字方塊 119">
                  <a:extLst>
                    <a:ext uri="{FF2B5EF4-FFF2-40B4-BE49-F238E27FC236}">
                      <a16:creationId xmlns:a16="http://schemas.microsoft.com/office/drawing/2014/main" id="{821C7ED2-E4DB-7E6A-1694-0417395F305B}"/>
                    </a:ext>
                  </a:extLst>
                </p:cNvPr>
                <p:cNvSpPr txBox="1"/>
                <p:nvPr/>
              </p:nvSpPr>
              <p:spPr>
                <a:xfrm>
                  <a:off x="7281365" y="5143067"/>
                  <a:ext cx="58701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Lucida Calligraphy" panose="03010101010101010101" pitchFamily="66" charset="0"/>
                          </a:rPr>
                          <m:t>r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81" name="文字方塊 119">
                  <a:extLst>
                    <a:ext uri="{FF2B5EF4-FFF2-40B4-BE49-F238E27FC236}">
                      <a16:creationId xmlns:a16="http://schemas.microsoft.com/office/drawing/2014/main" id="{821C7ED2-E4DB-7E6A-1694-0417395F30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1365" y="5143067"/>
                  <a:ext cx="587019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2" name="文字方塊 118">
              <a:extLst>
                <a:ext uri="{FF2B5EF4-FFF2-40B4-BE49-F238E27FC236}">
                  <a16:creationId xmlns:a16="http://schemas.microsoft.com/office/drawing/2014/main" id="{E0234AE3-D4D9-018F-590C-6E14F52A839E}"/>
                </a:ext>
              </a:extLst>
            </p:cNvPr>
            <p:cNvSpPr txBox="1"/>
            <p:nvPr/>
          </p:nvSpPr>
          <p:spPr>
            <a:xfrm>
              <a:off x="7597151" y="5039000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283" name="群組 174">
            <a:extLst>
              <a:ext uri="{FF2B5EF4-FFF2-40B4-BE49-F238E27FC236}">
                <a16:creationId xmlns:a16="http://schemas.microsoft.com/office/drawing/2014/main" id="{4042AA26-5287-FFD9-3D6E-0860DB279DEB}"/>
              </a:ext>
            </a:extLst>
          </p:cNvPr>
          <p:cNvGrpSpPr/>
          <p:nvPr/>
        </p:nvGrpSpPr>
        <p:grpSpPr>
          <a:xfrm>
            <a:off x="3111329" y="3488085"/>
            <a:ext cx="465510" cy="438657"/>
            <a:chOff x="6418901" y="679593"/>
            <a:chExt cx="465510" cy="438657"/>
          </a:xfrm>
        </p:grpSpPr>
        <p:sp>
          <p:nvSpPr>
            <p:cNvPr id="284" name="文字方塊 175">
              <a:extLst>
                <a:ext uri="{FF2B5EF4-FFF2-40B4-BE49-F238E27FC236}">
                  <a16:creationId xmlns:a16="http://schemas.microsoft.com/office/drawing/2014/main" id="{B9EC3020-E37C-4EA9-FD8C-C8297FDD994A}"/>
                </a:ext>
              </a:extLst>
            </p:cNvPr>
            <p:cNvSpPr txBox="1"/>
            <p:nvPr/>
          </p:nvSpPr>
          <p:spPr>
            <a:xfrm>
              <a:off x="6418901" y="679593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rPr>
                <a:t>h</a:t>
              </a:r>
            </a:p>
          </p:txBody>
        </p:sp>
        <p:sp>
          <p:nvSpPr>
            <p:cNvPr id="285" name="文字方塊 176">
              <a:extLst>
                <a:ext uri="{FF2B5EF4-FFF2-40B4-BE49-F238E27FC236}">
                  <a16:creationId xmlns:a16="http://schemas.microsoft.com/office/drawing/2014/main" id="{3ACD65A6-2C30-1BB4-1A62-FE01EF2C9CA5}"/>
                </a:ext>
              </a:extLst>
            </p:cNvPr>
            <p:cNvSpPr txBox="1"/>
            <p:nvPr/>
          </p:nvSpPr>
          <p:spPr>
            <a:xfrm>
              <a:off x="6605167" y="856640"/>
              <a:ext cx="2792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1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rPr>
                <a:t>1</a:t>
              </a:r>
              <a:endParaRPr lang="en-HK" sz="11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6" name="文字方塊 132">
                <a:extLst>
                  <a:ext uri="{FF2B5EF4-FFF2-40B4-BE49-F238E27FC236}">
                    <a16:creationId xmlns:a16="http://schemas.microsoft.com/office/drawing/2014/main" id="{0C99F708-7B51-F89E-6742-269F00AF9C65}"/>
                  </a:ext>
                </a:extLst>
              </p:cNvPr>
              <p:cNvSpPr txBox="1"/>
              <p:nvPr/>
            </p:nvSpPr>
            <p:spPr>
              <a:xfrm>
                <a:off x="3551430" y="352663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6" name="文字方塊 132">
                <a:extLst>
                  <a:ext uri="{FF2B5EF4-FFF2-40B4-BE49-F238E27FC236}">
                    <a16:creationId xmlns:a16="http://schemas.microsoft.com/office/drawing/2014/main" id="{0C99F708-7B51-F89E-6742-269F00AF9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430" y="3526632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7" name="群組 74">
            <a:extLst>
              <a:ext uri="{FF2B5EF4-FFF2-40B4-BE49-F238E27FC236}">
                <a16:creationId xmlns:a16="http://schemas.microsoft.com/office/drawing/2014/main" id="{B7282A3D-959E-A1CD-6691-D48043EADE3B}"/>
              </a:ext>
            </a:extLst>
          </p:cNvPr>
          <p:cNvGrpSpPr/>
          <p:nvPr/>
        </p:nvGrpSpPr>
        <p:grpSpPr>
          <a:xfrm>
            <a:off x="3977743" y="3372848"/>
            <a:ext cx="364383" cy="777549"/>
            <a:chOff x="2896107" y="4671588"/>
            <a:chExt cx="364383" cy="777549"/>
          </a:xfrm>
        </p:grpSpPr>
        <p:sp>
          <p:nvSpPr>
            <p:cNvPr id="288" name="文字方塊 75">
              <a:extLst>
                <a:ext uri="{FF2B5EF4-FFF2-40B4-BE49-F238E27FC236}">
                  <a16:creationId xmlns:a16="http://schemas.microsoft.com/office/drawing/2014/main" id="{A5EBEBC4-5CFC-2D5C-7E4D-1DFD556917B3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289" name="群組 76">
              <a:extLst>
                <a:ext uri="{FF2B5EF4-FFF2-40B4-BE49-F238E27FC236}">
                  <a16:creationId xmlns:a16="http://schemas.microsoft.com/office/drawing/2014/main" id="{02E55FA5-C8BD-3F01-A8E5-C1A7B0488880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290" name="直線接點 77">
                <a:extLst>
                  <a:ext uri="{FF2B5EF4-FFF2-40B4-BE49-F238E27FC236}">
                    <a16:creationId xmlns:a16="http://schemas.microsoft.com/office/drawing/2014/main" id="{61D6C914-1694-AC4B-00F4-18CA37661C8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91" name="文字方塊 78">
                <a:extLst>
                  <a:ext uri="{FF2B5EF4-FFF2-40B4-BE49-F238E27FC236}">
                    <a16:creationId xmlns:a16="http://schemas.microsoft.com/office/drawing/2014/main" id="{63A97397-F723-ACDC-1DEF-7E3409FE155A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3C209639-B54F-2242-79C0-D095E7DF204B}"/>
                  </a:ext>
                </a:extLst>
              </p:cNvPr>
              <p:cNvSpPr txBox="1"/>
              <p:nvPr/>
            </p:nvSpPr>
            <p:spPr>
              <a:xfrm>
                <a:off x="4698686" y="3535424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3C209639-B54F-2242-79C0-D095E7DF2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8686" y="3535424"/>
                <a:ext cx="357791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4" name="文字方塊 44">
                <a:extLst>
                  <a:ext uri="{FF2B5EF4-FFF2-40B4-BE49-F238E27FC236}">
                    <a16:creationId xmlns:a16="http://schemas.microsoft.com/office/drawing/2014/main" id="{4D9FE151-9FE3-435B-6E36-45D730BD09F1}"/>
                  </a:ext>
                </a:extLst>
              </p:cNvPr>
              <p:cNvSpPr txBox="1"/>
              <p:nvPr/>
            </p:nvSpPr>
            <p:spPr>
              <a:xfrm>
                <a:off x="4348438" y="356599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4" name="文字方塊 44">
                <a:extLst>
                  <a:ext uri="{FF2B5EF4-FFF2-40B4-BE49-F238E27FC236}">
                    <a16:creationId xmlns:a16="http://schemas.microsoft.com/office/drawing/2014/main" id="{4D9FE151-9FE3-435B-6E36-45D730BD0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438" y="3565999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5" name="文字方塊 44">
                <a:extLst>
                  <a:ext uri="{FF2B5EF4-FFF2-40B4-BE49-F238E27FC236}">
                    <a16:creationId xmlns:a16="http://schemas.microsoft.com/office/drawing/2014/main" id="{FBF280AA-B669-E4A1-CE87-76D375E311F0}"/>
                  </a:ext>
                </a:extLst>
              </p:cNvPr>
              <p:cNvSpPr txBox="1"/>
              <p:nvPr/>
            </p:nvSpPr>
            <p:spPr>
              <a:xfrm>
                <a:off x="5077691" y="355574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5" name="文字方塊 44">
                <a:extLst>
                  <a:ext uri="{FF2B5EF4-FFF2-40B4-BE49-F238E27FC236}">
                    <a16:creationId xmlns:a16="http://schemas.microsoft.com/office/drawing/2014/main" id="{FBF280AA-B669-E4A1-CE87-76D375E311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7691" y="3555742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6" name="文字方塊 44">
                <a:extLst>
                  <a:ext uri="{FF2B5EF4-FFF2-40B4-BE49-F238E27FC236}">
                    <a16:creationId xmlns:a16="http://schemas.microsoft.com/office/drawing/2014/main" id="{3756A10D-75E4-E751-5AA8-6D2F9DADDBDE}"/>
                  </a:ext>
                </a:extLst>
              </p:cNvPr>
              <p:cNvSpPr txBox="1"/>
              <p:nvPr/>
            </p:nvSpPr>
            <p:spPr>
              <a:xfrm>
                <a:off x="5791877" y="355023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6" name="文字方塊 44">
                <a:extLst>
                  <a:ext uri="{FF2B5EF4-FFF2-40B4-BE49-F238E27FC236}">
                    <a16:creationId xmlns:a16="http://schemas.microsoft.com/office/drawing/2014/main" id="{3756A10D-75E4-E751-5AA8-6D2F9DADD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877" y="3550232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7" name="群組 116">
            <a:extLst>
              <a:ext uri="{FF2B5EF4-FFF2-40B4-BE49-F238E27FC236}">
                <a16:creationId xmlns:a16="http://schemas.microsoft.com/office/drawing/2014/main" id="{94137912-4562-CF58-C181-BB4D7203A9F9}"/>
              </a:ext>
            </a:extLst>
          </p:cNvPr>
          <p:cNvGrpSpPr/>
          <p:nvPr/>
        </p:nvGrpSpPr>
        <p:grpSpPr>
          <a:xfrm>
            <a:off x="5315342" y="3433978"/>
            <a:ext cx="604648" cy="504177"/>
            <a:chOff x="7281365" y="5039000"/>
            <a:chExt cx="604648" cy="50417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8" name="文字方塊 119">
                  <a:extLst>
                    <a:ext uri="{FF2B5EF4-FFF2-40B4-BE49-F238E27FC236}">
                      <a16:creationId xmlns:a16="http://schemas.microsoft.com/office/drawing/2014/main" id="{D0C6B520-37FC-A23C-4EFA-832E56C3CA47}"/>
                    </a:ext>
                  </a:extLst>
                </p:cNvPr>
                <p:cNvSpPr txBox="1"/>
                <p:nvPr/>
              </p:nvSpPr>
              <p:spPr>
                <a:xfrm>
                  <a:off x="7281365" y="5143067"/>
                  <a:ext cx="58701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Lucida Calligraphy" panose="03010101010101010101" pitchFamily="66" charset="0"/>
                          </a:rPr>
                          <m:t>r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98" name="文字方塊 119">
                  <a:extLst>
                    <a:ext uri="{FF2B5EF4-FFF2-40B4-BE49-F238E27FC236}">
                      <a16:creationId xmlns:a16="http://schemas.microsoft.com/office/drawing/2014/main" id="{D0C6B520-37FC-A23C-4EFA-832E56C3CA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1365" y="5143067"/>
                  <a:ext cx="587019" cy="40011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9" name="文字方塊 118">
              <a:extLst>
                <a:ext uri="{FF2B5EF4-FFF2-40B4-BE49-F238E27FC236}">
                  <a16:creationId xmlns:a16="http://schemas.microsoft.com/office/drawing/2014/main" id="{3818A228-57E4-E8E8-24F8-52C6F3308B7A}"/>
                </a:ext>
              </a:extLst>
            </p:cNvPr>
            <p:cNvSpPr txBox="1"/>
            <p:nvPr/>
          </p:nvSpPr>
          <p:spPr>
            <a:xfrm>
              <a:off x="7597151" y="5039000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300" name="群組 174">
            <a:extLst>
              <a:ext uri="{FF2B5EF4-FFF2-40B4-BE49-F238E27FC236}">
                <a16:creationId xmlns:a16="http://schemas.microsoft.com/office/drawing/2014/main" id="{649F0144-E829-01EF-1747-8F008B9A0A45}"/>
              </a:ext>
            </a:extLst>
          </p:cNvPr>
          <p:cNvGrpSpPr/>
          <p:nvPr/>
        </p:nvGrpSpPr>
        <p:grpSpPr>
          <a:xfrm>
            <a:off x="6102016" y="3530008"/>
            <a:ext cx="465510" cy="438657"/>
            <a:chOff x="6418901" y="679593"/>
            <a:chExt cx="465510" cy="438657"/>
          </a:xfrm>
        </p:grpSpPr>
        <p:sp>
          <p:nvSpPr>
            <p:cNvPr id="301" name="文字方塊 175">
              <a:extLst>
                <a:ext uri="{FF2B5EF4-FFF2-40B4-BE49-F238E27FC236}">
                  <a16:creationId xmlns:a16="http://schemas.microsoft.com/office/drawing/2014/main" id="{F7FFF47F-A38A-BF35-B7B4-88506743DBF0}"/>
                </a:ext>
              </a:extLst>
            </p:cNvPr>
            <p:cNvSpPr txBox="1"/>
            <p:nvPr/>
          </p:nvSpPr>
          <p:spPr>
            <a:xfrm>
              <a:off x="6418901" y="679593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h</a:t>
              </a:r>
            </a:p>
          </p:txBody>
        </p:sp>
        <p:sp>
          <p:nvSpPr>
            <p:cNvPr id="303" name="文字方塊 176">
              <a:extLst>
                <a:ext uri="{FF2B5EF4-FFF2-40B4-BE49-F238E27FC236}">
                  <a16:creationId xmlns:a16="http://schemas.microsoft.com/office/drawing/2014/main" id="{6CB06A55-7801-D9F1-6A81-89D8B86460F4}"/>
                </a:ext>
              </a:extLst>
            </p:cNvPr>
            <p:cNvSpPr txBox="1"/>
            <p:nvPr/>
          </p:nvSpPr>
          <p:spPr>
            <a:xfrm>
              <a:off x="6605167" y="856640"/>
              <a:ext cx="2792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1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2</a:t>
              </a:r>
              <a:endParaRPr lang="en-HK" sz="11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304" name="群組 174">
            <a:extLst>
              <a:ext uri="{FF2B5EF4-FFF2-40B4-BE49-F238E27FC236}">
                <a16:creationId xmlns:a16="http://schemas.microsoft.com/office/drawing/2014/main" id="{C9DD2BE0-1C2C-36ED-9F33-9B43E071AAFD}"/>
              </a:ext>
            </a:extLst>
          </p:cNvPr>
          <p:cNvGrpSpPr/>
          <p:nvPr/>
        </p:nvGrpSpPr>
        <p:grpSpPr>
          <a:xfrm>
            <a:off x="3111329" y="4138586"/>
            <a:ext cx="465510" cy="438657"/>
            <a:chOff x="6418901" y="679593"/>
            <a:chExt cx="465510" cy="438657"/>
          </a:xfrm>
        </p:grpSpPr>
        <p:sp>
          <p:nvSpPr>
            <p:cNvPr id="305" name="文字方塊 175">
              <a:extLst>
                <a:ext uri="{FF2B5EF4-FFF2-40B4-BE49-F238E27FC236}">
                  <a16:creationId xmlns:a16="http://schemas.microsoft.com/office/drawing/2014/main" id="{F304BE6D-9F35-DC0F-964A-6FB119D5BEA8}"/>
                </a:ext>
              </a:extLst>
            </p:cNvPr>
            <p:cNvSpPr txBox="1"/>
            <p:nvPr/>
          </p:nvSpPr>
          <p:spPr>
            <a:xfrm>
              <a:off x="6418901" y="679593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rPr>
                <a:t>h</a:t>
              </a:r>
            </a:p>
          </p:txBody>
        </p:sp>
        <p:sp>
          <p:nvSpPr>
            <p:cNvPr id="306" name="文字方塊 176">
              <a:extLst>
                <a:ext uri="{FF2B5EF4-FFF2-40B4-BE49-F238E27FC236}">
                  <a16:creationId xmlns:a16="http://schemas.microsoft.com/office/drawing/2014/main" id="{0AC09A6C-324B-5A5D-E84E-4FAEF177EA9C}"/>
                </a:ext>
              </a:extLst>
            </p:cNvPr>
            <p:cNvSpPr txBox="1"/>
            <p:nvPr/>
          </p:nvSpPr>
          <p:spPr>
            <a:xfrm>
              <a:off x="6605167" y="856640"/>
              <a:ext cx="2792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1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rPr>
                <a:t>1</a:t>
              </a:r>
              <a:endParaRPr lang="en-HK" sz="11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7" name="文字方塊 132">
                <a:extLst>
                  <a:ext uri="{FF2B5EF4-FFF2-40B4-BE49-F238E27FC236}">
                    <a16:creationId xmlns:a16="http://schemas.microsoft.com/office/drawing/2014/main" id="{82D1F9F1-E316-6497-83CC-1B3ADA07CFA0}"/>
                  </a:ext>
                </a:extLst>
              </p:cNvPr>
              <p:cNvSpPr txBox="1"/>
              <p:nvPr/>
            </p:nvSpPr>
            <p:spPr>
              <a:xfrm>
                <a:off x="3542270" y="413147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07" name="文字方塊 132">
                <a:extLst>
                  <a:ext uri="{FF2B5EF4-FFF2-40B4-BE49-F238E27FC236}">
                    <a16:creationId xmlns:a16="http://schemas.microsoft.com/office/drawing/2014/main" id="{82D1F9F1-E316-6497-83CC-1B3ADA07C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2270" y="4131470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739139CA-DAF0-AB8A-B877-BC782F2064F0}"/>
                  </a:ext>
                </a:extLst>
              </p:cNvPr>
              <p:cNvSpPr txBox="1"/>
              <p:nvPr/>
            </p:nvSpPr>
            <p:spPr>
              <a:xfrm>
                <a:off x="3911008" y="4149260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308" name="TextBox 307">
                <a:extLst>
                  <a:ext uri="{FF2B5EF4-FFF2-40B4-BE49-F238E27FC236}">
                    <a16:creationId xmlns:a16="http://schemas.microsoft.com/office/drawing/2014/main" id="{739139CA-DAF0-AB8A-B877-BC782F2064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1008" y="4149260"/>
                <a:ext cx="357791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9" name="群組 174">
            <a:extLst>
              <a:ext uri="{FF2B5EF4-FFF2-40B4-BE49-F238E27FC236}">
                <a16:creationId xmlns:a16="http://schemas.microsoft.com/office/drawing/2014/main" id="{75F5B387-22BD-C923-E2C1-1762660018EF}"/>
              </a:ext>
            </a:extLst>
          </p:cNvPr>
          <p:cNvGrpSpPr/>
          <p:nvPr/>
        </p:nvGrpSpPr>
        <p:grpSpPr>
          <a:xfrm>
            <a:off x="4163231" y="4178341"/>
            <a:ext cx="465510" cy="438657"/>
            <a:chOff x="6418901" y="679593"/>
            <a:chExt cx="465510" cy="438657"/>
          </a:xfrm>
        </p:grpSpPr>
        <p:sp>
          <p:nvSpPr>
            <p:cNvPr id="310" name="文字方塊 175">
              <a:extLst>
                <a:ext uri="{FF2B5EF4-FFF2-40B4-BE49-F238E27FC236}">
                  <a16:creationId xmlns:a16="http://schemas.microsoft.com/office/drawing/2014/main" id="{38ED45A9-5FB0-0A85-F6C5-CA3FC85C28A9}"/>
                </a:ext>
              </a:extLst>
            </p:cNvPr>
            <p:cNvSpPr txBox="1"/>
            <p:nvPr/>
          </p:nvSpPr>
          <p:spPr>
            <a:xfrm>
              <a:off x="6418901" y="679593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h</a:t>
              </a:r>
            </a:p>
          </p:txBody>
        </p:sp>
        <p:sp>
          <p:nvSpPr>
            <p:cNvPr id="311" name="文字方塊 176">
              <a:extLst>
                <a:ext uri="{FF2B5EF4-FFF2-40B4-BE49-F238E27FC236}">
                  <a16:creationId xmlns:a16="http://schemas.microsoft.com/office/drawing/2014/main" id="{6F9D58F3-8299-D9F9-2F52-9DBC9B7C9907}"/>
                </a:ext>
              </a:extLst>
            </p:cNvPr>
            <p:cNvSpPr txBox="1"/>
            <p:nvPr/>
          </p:nvSpPr>
          <p:spPr>
            <a:xfrm>
              <a:off x="6605167" y="856640"/>
              <a:ext cx="2792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1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2</a:t>
              </a:r>
              <a:endParaRPr lang="en-HK" sz="11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313" name="文字方塊 249">
            <a:extLst>
              <a:ext uri="{FF2B5EF4-FFF2-40B4-BE49-F238E27FC236}">
                <a16:creationId xmlns:a16="http://schemas.microsoft.com/office/drawing/2014/main" id="{606ADAF8-CA63-128C-5FC6-15EB04056DEA}"/>
              </a:ext>
            </a:extLst>
          </p:cNvPr>
          <p:cNvSpPr txBox="1"/>
          <p:nvPr/>
        </p:nvSpPr>
        <p:spPr>
          <a:xfrm>
            <a:off x="2173575" y="4747088"/>
            <a:ext cx="5645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i.e.</a:t>
            </a:r>
          </a:p>
        </p:txBody>
      </p:sp>
      <p:grpSp>
        <p:nvGrpSpPr>
          <p:cNvPr id="315" name="群組 174">
            <a:extLst>
              <a:ext uri="{FF2B5EF4-FFF2-40B4-BE49-F238E27FC236}">
                <a16:creationId xmlns:a16="http://schemas.microsoft.com/office/drawing/2014/main" id="{06ABDA22-1B9C-C348-35D1-D3668A7AC761}"/>
              </a:ext>
            </a:extLst>
          </p:cNvPr>
          <p:cNvGrpSpPr/>
          <p:nvPr/>
        </p:nvGrpSpPr>
        <p:grpSpPr>
          <a:xfrm>
            <a:off x="3118155" y="4722649"/>
            <a:ext cx="465510" cy="438657"/>
            <a:chOff x="6418901" y="679593"/>
            <a:chExt cx="465510" cy="438657"/>
          </a:xfrm>
        </p:grpSpPr>
        <p:sp>
          <p:nvSpPr>
            <p:cNvPr id="316" name="文字方塊 175">
              <a:extLst>
                <a:ext uri="{FF2B5EF4-FFF2-40B4-BE49-F238E27FC236}">
                  <a16:creationId xmlns:a16="http://schemas.microsoft.com/office/drawing/2014/main" id="{6AD78F89-8DF2-9320-2F2A-3EF4113AE4CB}"/>
                </a:ext>
              </a:extLst>
            </p:cNvPr>
            <p:cNvSpPr txBox="1"/>
            <p:nvPr/>
          </p:nvSpPr>
          <p:spPr>
            <a:xfrm>
              <a:off x="6418901" y="679593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rPr>
                <a:t>h</a:t>
              </a:r>
            </a:p>
          </p:txBody>
        </p:sp>
        <p:sp>
          <p:nvSpPr>
            <p:cNvPr id="317" name="文字方塊 176">
              <a:extLst>
                <a:ext uri="{FF2B5EF4-FFF2-40B4-BE49-F238E27FC236}">
                  <a16:creationId xmlns:a16="http://schemas.microsoft.com/office/drawing/2014/main" id="{6C39330E-CC22-4A56-2DF6-6276769FE62C}"/>
                </a:ext>
              </a:extLst>
            </p:cNvPr>
            <p:cNvSpPr txBox="1"/>
            <p:nvPr/>
          </p:nvSpPr>
          <p:spPr>
            <a:xfrm>
              <a:off x="6605167" y="856640"/>
              <a:ext cx="2792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1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rPr>
                <a:t>1</a:t>
              </a:r>
              <a:endParaRPr lang="en-HK" sz="11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18" name="文字方塊 132">
                <a:extLst>
                  <a:ext uri="{FF2B5EF4-FFF2-40B4-BE49-F238E27FC236}">
                    <a16:creationId xmlns:a16="http://schemas.microsoft.com/office/drawing/2014/main" id="{8398B110-E7D9-4ADF-3096-5530015A1D72}"/>
                  </a:ext>
                </a:extLst>
              </p:cNvPr>
              <p:cNvSpPr txBox="1"/>
              <p:nvPr/>
            </p:nvSpPr>
            <p:spPr>
              <a:xfrm>
                <a:off x="3542270" y="473746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18" name="文字方塊 132">
                <a:extLst>
                  <a:ext uri="{FF2B5EF4-FFF2-40B4-BE49-F238E27FC236}">
                    <a16:creationId xmlns:a16="http://schemas.microsoft.com/office/drawing/2014/main" id="{8398B110-E7D9-4ADF-3096-5530015A1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2270" y="4737460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9" name="群組 174">
            <a:extLst>
              <a:ext uri="{FF2B5EF4-FFF2-40B4-BE49-F238E27FC236}">
                <a16:creationId xmlns:a16="http://schemas.microsoft.com/office/drawing/2014/main" id="{94C41712-9BA0-DA02-E4E8-52F9FEA8E8E8}"/>
              </a:ext>
            </a:extLst>
          </p:cNvPr>
          <p:cNvGrpSpPr/>
          <p:nvPr/>
        </p:nvGrpSpPr>
        <p:grpSpPr>
          <a:xfrm>
            <a:off x="3847118" y="4738854"/>
            <a:ext cx="465510" cy="438657"/>
            <a:chOff x="6418901" y="679593"/>
            <a:chExt cx="465510" cy="438657"/>
          </a:xfrm>
        </p:grpSpPr>
        <p:sp>
          <p:nvSpPr>
            <p:cNvPr id="320" name="文字方塊 175">
              <a:extLst>
                <a:ext uri="{FF2B5EF4-FFF2-40B4-BE49-F238E27FC236}">
                  <a16:creationId xmlns:a16="http://schemas.microsoft.com/office/drawing/2014/main" id="{5B905145-C241-BEB5-EAAC-F5176EB424E9}"/>
                </a:ext>
              </a:extLst>
            </p:cNvPr>
            <p:cNvSpPr txBox="1"/>
            <p:nvPr/>
          </p:nvSpPr>
          <p:spPr>
            <a:xfrm>
              <a:off x="6418901" y="679593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h</a:t>
              </a:r>
            </a:p>
          </p:txBody>
        </p:sp>
        <p:sp>
          <p:nvSpPr>
            <p:cNvPr id="321" name="文字方塊 176">
              <a:extLst>
                <a:ext uri="{FF2B5EF4-FFF2-40B4-BE49-F238E27FC236}">
                  <a16:creationId xmlns:a16="http://schemas.microsoft.com/office/drawing/2014/main" id="{DABE5D55-213A-384A-3B52-EDE39532AA09}"/>
                </a:ext>
              </a:extLst>
            </p:cNvPr>
            <p:cNvSpPr txBox="1"/>
            <p:nvPr/>
          </p:nvSpPr>
          <p:spPr>
            <a:xfrm>
              <a:off x="6605167" y="856640"/>
              <a:ext cx="2792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1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2</a:t>
              </a:r>
              <a:endParaRPr lang="en-HK" sz="11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2" name="文字方塊 260">
                <a:extLst>
                  <a:ext uri="{FF2B5EF4-FFF2-40B4-BE49-F238E27FC236}">
                    <a16:creationId xmlns:a16="http://schemas.microsoft.com/office/drawing/2014/main" id="{0BE01017-2CE6-DF6B-71F6-7047B49A3220}"/>
                  </a:ext>
                </a:extLst>
              </p:cNvPr>
              <p:cNvSpPr txBox="1"/>
              <p:nvPr/>
            </p:nvSpPr>
            <p:spPr>
              <a:xfrm>
                <a:off x="1159372" y="5237567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22" name="文字方塊 260">
                <a:extLst>
                  <a:ext uri="{FF2B5EF4-FFF2-40B4-BE49-F238E27FC236}">
                    <a16:creationId xmlns:a16="http://schemas.microsoft.com/office/drawing/2014/main" id="{0BE01017-2CE6-DF6B-71F6-7047B49A3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372" y="5237567"/>
                <a:ext cx="238419" cy="461665"/>
              </a:xfrm>
              <a:prstGeom prst="rect">
                <a:avLst/>
              </a:prstGeom>
              <a:blipFill>
                <a:blip r:embed="rId32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3" name="TextBox 15">
            <a:extLst>
              <a:ext uri="{FF2B5EF4-FFF2-40B4-BE49-F238E27FC236}">
                <a16:creationId xmlns:a16="http://schemas.microsoft.com/office/drawing/2014/main" id="{B5D33F82-73F2-63B6-29F7-58D125F7E5F0}"/>
              </a:ext>
            </a:extLst>
          </p:cNvPr>
          <p:cNvSpPr txBox="1"/>
          <p:nvPr/>
        </p:nvSpPr>
        <p:spPr>
          <a:xfrm>
            <a:off x="1482330" y="5268345"/>
            <a:ext cx="4929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The height of pyramid A is greater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44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33" grpId="0" animBg="1"/>
      <p:bldP spid="39" grpId="0"/>
      <p:bldP spid="40" grpId="0" animBg="1"/>
      <p:bldP spid="41" grpId="0"/>
      <p:bldP spid="48" grpId="0" animBg="1"/>
      <p:bldP spid="49" grpId="0" animBg="1"/>
      <p:bldP spid="261" grpId="0"/>
      <p:bldP spid="265" grpId="0" animBg="1"/>
      <p:bldP spid="266" grpId="0"/>
      <p:bldP spid="267" grpId="0"/>
      <p:bldP spid="268" grpId="0"/>
      <p:bldP spid="269" grpId="0"/>
      <p:bldP spid="278" grpId="0"/>
      <p:bldP spid="279" grpId="0"/>
      <p:bldP spid="286" grpId="0"/>
      <p:bldP spid="292" grpId="0"/>
      <p:bldP spid="294" grpId="0"/>
      <p:bldP spid="295" grpId="0"/>
      <p:bldP spid="296" grpId="0"/>
      <p:bldP spid="307" grpId="0"/>
      <p:bldP spid="308" grpId="0"/>
      <p:bldP spid="313" grpId="0"/>
      <p:bldP spid="318" grpId="0"/>
      <p:bldP spid="322" grpId="0"/>
      <p:bldP spid="3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Picture 329">
            <a:extLst>
              <a:ext uri="{FF2B5EF4-FFF2-40B4-BE49-F238E27FC236}">
                <a16:creationId xmlns:a16="http://schemas.microsoft.com/office/drawing/2014/main" id="{C516BB71-9F86-AA46-CC69-6606F97B99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5" b="72718"/>
          <a:stretch>
            <a:fillRect/>
          </a:stretch>
        </p:blipFill>
        <p:spPr>
          <a:xfrm>
            <a:off x="179966" y="88490"/>
            <a:ext cx="11289802" cy="11798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E41962-F3AA-0E0A-8771-59662A6C27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5" t="26259" r="47998" b="46459"/>
          <a:stretch>
            <a:fillRect/>
          </a:stretch>
        </p:blipFill>
        <p:spPr>
          <a:xfrm>
            <a:off x="179966" y="1268361"/>
            <a:ext cx="5822628" cy="1179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89428D-BF9D-A800-D7D6-0CCC3A2889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88" t="33761" r="2" b="3376"/>
          <a:stretch>
            <a:fillRect/>
          </a:stretch>
        </p:blipFill>
        <p:spPr>
          <a:xfrm>
            <a:off x="6734658" y="1268361"/>
            <a:ext cx="5457342" cy="27186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7417863-49C2-2EC1-4CD7-D0B12803F751}"/>
              </a:ext>
            </a:extLst>
          </p:cNvPr>
          <p:cNvSpPr txBox="1"/>
          <p:nvPr/>
        </p:nvSpPr>
        <p:spPr>
          <a:xfrm>
            <a:off x="0" y="2448232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/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027CE6FD-E53E-981E-8AFD-10467DDA3AF0}"/>
              </a:ext>
            </a:extLst>
          </p:cNvPr>
          <p:cNvSpPr txBox="1"/>
          <p:nvPr/>
        </p:nvSpPr>
        <p:spPr>
          <a:xfrm>
            <a:off x="578069" y="2455051"/>
            <a:ext cx="6156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r cm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 the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base radius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of the paper cup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0" name="筆跡 11">
                <a:extLst>
                  <a:ext uri="{FF2B5EF4-FFF2-40B4-BE49-F238E27FC236}">
                    <a16:creationId xmlns:a16="http://schemas.microsoft.com/office/drawing/2014/main" id="{825734AB-A106-B7AF-8145-A620F6B62F3F}"/>
                  </a:ext>
                </a:extLst>
              </p14:cNvPr>
              <p14:cNvContentPartPr/>
              <p14:nvPr/>
            </p14:nvContentPartPr>
            <p14:xfrm>
              <a:off x="2216976" y="678425"/>
              <a:ext cx="722869" cy="45719"/>
            </p14:xfrm>
          </p:contentPart>
        </mc:Choice>
        <mc:Fallback>
          <p:pic>
            <p:nvPicPr>
              <p:cNvPr id="10" name="筆跡 11">
                <a:extLst>
                  <a:ext uri="{FF2B5EF4-FFF2-40B4-BE49-F238E27FC236}">
                    <a16:creationId xmlns:a16="http://schemas.microsoft.com/office/drawing/2014/main" id="{825734AB-A106-B7AF-8145-A620F6B62F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62977" y="-13037275"/>
                <a:ext cx="830507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8EA8243-6ABB-DD6D-A983-0C2928393AB4}"/>
              </a:ext>
            </a:extLst>
          </p:cNvPr>
          <p:cNvCxnSpPr>
            <a:cxnSpLocks/>
          </p:cNvCxnSpPr>
          <p:nvPr/>
        </p:nvCxnSpPr>
        <p:spPr>
          <a:xfrm>
            <a:off x="7207044" y="1573160"/>
            <a:ext cx="62926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19">
                <a:extLst>
                  <a:ext uri="{FF2B5EF4-FFF2-40B4-BE49-F238E27FC236}">
                    <a16:creationId xmlns:a16="http://schemas.microsoft.com/office/drawing/2014/main" id="{CF3CF979-26C2-32BA-DF2C-1D62311A0418}"/>
                  </a:ext>
                </a:extLst>
              </p:cNvPr>
              <p:cNvSpPr txBox="1"/>
              <p:nvPr/>
            </p:nvSpPr>
            <p:spPr>
              <a:xfrm>
                <a:off x="688177" y="2962952"/>
                <a:ext cx="3844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5" name="文字方塊 119">
                <a:extLst>
                  <a:ext uri="{FF2B5EF4-FFF2-40B4-BE49-F238E27FC236}">
                    <a16:creationId xmlns:a16="http://schemas.microsoft.com/office/drawing/2014/main" id="{CF3CF979-26C2-32BA-DF2C-1D62311A04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77" y="2962952"/>
                <a:ext cx="38443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32">
                <a:extLst>
                  <a:ext uri="{FF2B5EF4-FFF2-40B4-BE49-F238E27FC236}">
                    <a16:creationId xmlns:a16="http://schemas.microsoft.com/office/drawing/2014/main" id="{7B186988-94AB-04C8-C804-C255EA45A789}"/>
                  </a:ext>
                </a:extLst>
              </p:cNvPr>
              <p:cNvSpPr txBox="1"/>
              <p:nvPr/>
            </p:nvSpPr>
            <p:spPr>
              <a:xfrm>
                <a:off x="1005388" y="296295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132">
                <a:extLst>
                  <a:ext uri="{FF2B5EF4-FFF2-40B4-BE49-F238E27FC236}">
                    <a16:creationId xmlns:a16="http://schemas.microsoft.com/office/drawing/2014/main" id="{7B186988-94AB-04C8-C804-C255EA45A7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388" y="2962952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群組 112">
            <a:extLst>
              <a:ext uri="{FF2B5EF4-FFF2-40B4-BE49-F238E27FC236}">
                <a16:creationId xmlns:a16="http://schemas.microsoft.com/office/drawing/2014/main" id="{F03548DC-D04C-2C97-2FCD-69CE67B4BEAF}"/>
              </a:ext>
            </a:extLst>
          </p:cNvPr>
          <p:cNvGrpSpPr/>
          <p:nvPr/>
        </p:nvGrpSpPr>
        <p:grpSpPr>
          <a:xfrm>
            <a:off x="1395495" y="2916659"/>
            <a:ext cx="1924793" cy="360040"/>
            <a:chOff x="7148927" y="3573016"/>
            <a:chExt cx="1317415" cy="360040"/>
          </a:xfrm>
        </p:grpSpPr>
        <p:cxnSp>
          <p:nvCxnSpPr>
            <p:cNvPr id="18" name="直線接點 113">
              <a:extLst>
                <a:ext uri="{FF2B5EF4-FFF2-40B4-BE49-F238E27FC236}">
                  <a16:creationId xmlns:a16="http://schemas.microsoft.com/office/drawing/2014/main" id="{86F9B0B8-03E0-59A1-8C98-CF8499677B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4527" y="3573016"/>
              <a:ext cx="1191815" cy="1953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線接點 114">
              <a:extLst>
                <a:ext uri="{FF2B5EF4-FFF2-40B4-BE49-F238E27FC236}">
                  <a16:creationId xmlns:a16="http://schemas.microsoft.com/office/drawing/2014/main" id="{0D9A3454-3021-1CE9-6116-CE0DC8548E73}"/>
                </a:ext>
              </a:extLst>
            </p:cNvPr>
            <p:cNvCxnSpPr/>
            <p:nvPr/>
          </p:nvCxnSpPr>
          <p:spPr>
            <a:xfrm flipH="1">
              <a:off x="7202310" y="3573016"/>
              <a:ext cx="72216" cy="36004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線接點 115">
              <a:extLst>
                <a:ext uri="{FF2B5EF4-FFF2-40B4-BE49-F238E27FC236}">
                  <a16:creationId xmlns:a16="http://schemas.microsoft.com/office/drawing/2014/main" id="{91CBE7B8-FBD2-47B5-A2CE-970B155463A7}"/>
                </a:ext>
              </a:extLst>
            </p:cNvPr>
            <p:cNvCxnSpPr>
              <a:cxnSpLocks/>
            </p:cNvCxnSpPr>
            <p:nvPr/>
          </p:nvCxnSpPr>
          <p:spPr>
            <a:xfrm>
              <a:off x="7148927" y="3830718"/>
              <a:ext cx="53383" cy="102338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1" name="群組 116">
            <a:extLst>
              <a:ext uri="{FF2B5EF4-FFF2-40B4-BE49-F238E27FC236}">
                <a16:creationId xmlns:a16="http://schemas.microsoft.com/office/drawing/2014/main" id="{3877ED4B-BA40-D0A5-D55A-6A4609D2BDEB}"/>
              </a:ext>
            </a:extLst>
          </p:cNvPr>
          <p:cNvGrpSpPr/>
          <p:nvPr/>
        </p:nvGrpSpPr>
        <p:grpSpPr>
          <a:xfrm>
            <a:off x="1490592" y="2935183"/>
            <a:ext cx="912806" cy="463561"/>
            <a:chOff x="7276718" y="5108021"/>
            <a:chExt cx="912806" cy="46356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文字方塊 119">
                  <a:extLst>
                    <a:ext uri="{FF2B5EF4-FFF2-40B4-BE49-F238E27FC236}">
                      <a16:creationId xmlns:a16="http://schemas.microsoft.com/office/drawing/2014/main" id="{5C63625D-FCF6-4B62-65B0-CA41D2FE81D5}"/>
                    </a:ext>
                  </a:extLst>
                </p:cNvPr>
                <p:cNvSpPr txBox="1"/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Lucida Handwriting" panose="03010101010101010101" pitchFamily="66" charset="0"/>
                          </a:rPr>
                          <m:t>20.5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2" name="文字方塊 119">
                  <a:extLst>
                    <a:ext uri="{FF2B5EF4-FFF2-40B4-BE49-F238E27FC236}">
                      <a16:creationId xmlns:a16="http://schemas.microsoft.com/office/drawing/2014/main" id="{5C63625D-FCF6-4B62-65B0-CA41D2FE81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文字方塊 118">
              <a:extLst>
                <a:ext uri="{FF2B5EF4-FFF2-40B4-BE49-F238E27FC236}">
                  <a16:creationId xmlns:a16="http://schemas.microsoft.com/office/drawing/2014/main" id="{50C2FF36-4639-6CF3-F04C-067B971AB23C}"/>
                </a:ext>
              </a:extLst>
            </p:cNvPr>
            <p:cNvSpPr txBox="1"/>
            <p:nvPr/>
          </p:nvSpPr>
          <p:spPr>
            <a:xfrm>
              <a:off x="7900662" y="5108021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128">
                <a:extLst>
                  <a:ext uri="{FF2B5EF4-FFF2-40B4-BE49-F238E27FC236}">
                    <a16:creationId xmlns:a16="http://schemas.microsoft.com/office/drawing/2014/main" id="{7E443410-A5A4-1104-2948-5C3CF8396293}"/>
                  </a:ext>
                </a:extLst>
              </p:cNvPr>
              <p:cNvSpPr txBox="1"/>
              <p:nvPr/>
            </p:nvSpPr>
            <p:spPr>
              <a:xfrm>
                <a:off x="2326164" y="299863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128">
                <a:extLst>
                  <a:ext uri="{FF2B5EF4-FFF2-40B4-BE49-F238E27FC236}">
                    <a16:creationId xmlns:a16="http://schemas.microsoft.com/office/drawing/2014/main" id="{7E443410-A5A4-1104-2948-5C3CF8396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6164" y="2998634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群組 116">
            <a:extLst>
              <a:ext uri="{FF2B5EF4-FFF2-40B4-BE49-F238E27FC236}">
                <a16:creationId xmlns:a16="http://schemas.microsoft.com/office/drawing/2014/main" id="{E5B337A1-1E09-508B-964D-325B36A70E1F}"/>
              </a:ext>
            </a:extLst>
          </p:cNvPr>
          <p:cNvGrpSpPr/>
          <p:nvPr/>
        </p:nvGrpSpPr>
        <p:grpSpPr>
          <a:xfrm>
            <a:off x="2651841" y="2916659"/>
            <a:ext cx="656043" cy="482085"/>
            <a:chOff x="7381696" y="5093545"/>
            <a:chExt cx="656043" cy="48208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字方塊 119">
                  <a:extLst>
                    <a:ext uri="{FF2B5EF4-FFF2-40B4-BE49-F238E27FC236}">
                      <a16:creationId xmlns:a16="http://schemas.microsoft.com/office/drawing/2014/main" id="{8AD8066E-4FD4-AAA1-5E43-2B1E66FB3552}"/>
                    </a:ext>
                  </a:extLst>
                </p:cNvPr>
                <p:cNvSpPr txBox="1"/>
                <p:nvPr/>
              </p:nvSpPr>
              <p:spPr>
                <a:xfrm>
                  <a:off x="7381696" y="5175520"/>
                  <a:ext cx="30945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F0"/>
                            </a:solidFill>
                            <a:latin typeface="Lucida Handwriting" panose="03010101010101010101" pitchFamily="66" charset="0"/>
                          </a:rPr>
                          <m:t>20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00B0F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6" name="文字方塊 119">
                  <a:extLst>
                    <a:ext uri="{FF2B5EF4-FFF2-40B4-BE49-F238E27FC236}">
                      <a16:creationId xmlns:a16="http://schemas.microsoft.com/office/drawing/2014/main" id="{8AD8066E-4FD4-AAA1-5E43-2B1E66FB35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1696" y="5175520"/>
                  <a:ext cx="309454" cy="400110"/>
                </a:xfrm>
                <a:prstGeom prst="rect">
                  <a:avLst/>
                </a:prstGeom>
                <a:blipFill>
                  <a:blip r:embed="rId9"/>
                  <a:stretch>
                    <a:fillRect r="-137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文字方塊 118">
              <a:extLst>
                <a:ext uri="{FF2B5EF4-FFF2-40B4-BE49-F238E27FC236}">
                  <a16:creationId xmlns:a16="http://schemas.microsoft.com/office/drawing/2014/main" id="{D22296B6-488A-4AF6-F0F4-C46CB57185E2}"/>
                </a:ext>
              </a:extLst>
            </p:cNvPr>
            <p:cNvSpPr txBox="1"/>
            <p:nvPr/>
          </p:nvSpPr>
          <p:spPr>
            <a:xfrm>
              <a:off x="7748877" y="509354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endParaRPr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9DB42A5-2A05-55A2-3055-1F9E6D4E61D4}"/>
              </a:ext>
            </a:extLst>
          </p:cNvPr>
          <p:cNvCxnSpPr>
            <a:cxnSpLocks/>
          </p:cNvCxnSpPr>
          <p:nvPr/>
        </p:nvCxnSpPr>
        <p:spPr>
          <a:xfrm>
            <a:off x="7207045" y="1573161"/>
            <a:ext cx="629265" cy="1703538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E977620-EBD1-3B6A-B224-EF2112F1B86D}"/>
              </a:ext>
            </a:extLst>
          </p:cNvPr>
          <p:cNvCxnSpPr>
            <a:cxnSpLocks/>
          </p:cNvCxnSpPr>
          <p:nvPr/>
        </p:nvCxnSpPr>
        <p:spPr>
          <a:xfrm>
            <a:off x="7836310" y="1573160"/>
            <a:ext cx="0" cy="1703539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1960F7DC-471D-CA42-29BA-DCEAA21F7DA5}"/>
              </a:ext>
            </a:extLst>
          </p:cNvPr>
          <p:cNvSpPr/>
          <p:nvPr/>
        </p:nvSpPr>
        <p:spPr>
          <a:xfrm>
            <a:off x="7217229" y="1583871"/>
            <a:ext cx="620485" cy="1657350"/>
          </a:xfrm>
          <a:custGeom>
            <a:avLst/>
            <a:gdLst>
              <a:gd name="connsiteX0" fmla="*/ 0 w 620485"/>
              <a:gd name="connsiteY0" fmla="*/ 8165 h 1657350"/>
              <a:gd name="connsiteX1" fmla="*/ 620485 w 620485"/>
              <a:gd name="connsiteY1" fmla="*/ 0 h 1657350"/>
              <a:gd name="connsiteX2" fmla="*/ 612321 w 620485"/>
              <a:gd name="connsiteY2" fmla="*/ 1657350 h 1657350"/>
              <a:gd name="connsiteX3" fmla="*/ 0 w 620485"/>
              <a:gd name="connsiteY3" fmla="*/ 8165 h 1657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0485" h="1657350">
                <a:moveTo>
                  <a:pt x="0" y="8165"/>
                </a:moveTo>
                <a:lnTo>
                  <a:pt x="620485" y="0"/>
                </a:lnTo>
                <a:cubicBezTo>
                  <a:pt x="617764" y="552450"/>
                  <a:pt x="615042" y="1104900"/>
                  <a:pt x="612321" y="1657350"/>
                </a:cubicBezTo>
                <a:lnTo>
                  <a:pt x="0" y="8165"/>
                </a:lnTo>
                <a:close/>
              </a:path>
            </a:pathLst>
          </a:cu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5" name="筆跡 11">
                <a:extLst>
                  <a:ext uri="{FF2B5EF4-FFF2-40B4-BE49-F238E27FC236}">
                    <a16:creationId xmlns:a16="http://schemas.microsoft.com/office/drawing/2014/main" id="{984F2AD3-F767-0638-52F1-935A84C8A00F}"/>
                  </a:ext>
                </a:extLst>
              </p14:cNvPr>
              <p14:cNvContentPartPr/>
              <p14:nvPr/>
            </p14:nvContentPartPr>
            <p14:xfrm>
              <a:off x="6945936" y="2432191"/>
              <a:ext cx="271293" cy="45719"/>
            </p14:xfrm>
          </p:contentPart>
        </mc:Choice>
        <mc:Fallback>
          <p:pic>
            <p:nvPicPr>
              <p:cNvPr id="35" name="筆跡 11">
                <a:extLst>
                  <a:ext uri="{FF2B5EF4-FFF2-40B4-BE49-F238E27FC236}">
                    <a16:creationId xmlns:a16="http://schemas.microsoft.com/office/drawing/2014/main" id="{984F2AD3-F767-0638-52F1-935A84C8A00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891965" y="-11283509"/>
                <a:ext cx="37887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6" name="筆跡 11">
                <a:extLst>
                  <a:ext uri="{FF2B5EF4-FFF2-40B4-BE49-F238E27FC236}">
                    <a16:creationId xmlns:a16="http://schemas.microsoft.com/office/drawing/2014/main" id="{C3565E89-9F6F-5205-0297-B77C90EA7A1D}"/>
                  </a:ext>
                </a:extLst>
              </p14:cNvPr>
              <p14:cNvContentPartPr/>
              <p14:nvPr/>
            </p14:nvContentPartPr>
            <p14:xfrm>
              <a:off x="8223251" y="2477910"/>
              <a:ext cx="545192" cy="45719"/>
            </p14:xfrm>
          </p:contentPart>
        </mc:Choice>
        <mc:Fallback>
          <p:pic>
            <p:nvPicPr>
              <p:cNvPr id="36" name="筆跡 11">
                <a:extLst>
                  <a:ext uri="{FF2B5EF4-FFF2-40B4-BE49-F238E27FC236}">
                    <a16:creationId xmlns:a16="http://schemas.microsoft.com/office/drawing/2014/main" id="{C3565E89-9F6F-5205-0297-B77C90EA7A1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169236" y="-11237790"/>
                <a:ext cx="65286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132">
                <a:extLst>
                  <a:ext uri="{FF2B5EF4-FFF2-40B4-BE49-F238E27FC236}">
                    <a16:creationId xmlns:a16="http://schemas.microsoft.com/office/drawing/2014/main" id="{CCD18322-D586-9E42-371A-A06BDEA01FC6}"/>
                  </a:ext>
                </a:extLst>
              </p:cNvPr>
              <p:cNvSpPr txBox="1"/>
              <p:nvPr/>
            </p:nvSpPr>
            <p:spPr>
              <a:xfrm>
                <a:off x="3304412" y="296551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7" name="文字方塊 132">
                <a:extLst>
                  <a:ext uri="{FF2B5EF4-FFF2-40B4-BE49-F238E27FC236}">
                    <a16:creationId xmlns:a16="http://schemas.microsoft.com/office/drawing/2014/main" id="{CCD18322-D586-9E42-371A-A06BDEA01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4412" y="2965513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5AD51F2-F0CD-831D-FF73-672A7D326190}"/>
                  </a:ext>
                </a:extLst>
              </p:cNvPr>
              <p:cNvSpPr txBox="1"/>
              <p:nvPr/>
            </p:nvSpPr>
            <p:spPr>
              <a:xfrm>
                <a:off x="3600100" y="2980110"/>
                <a:ext cx="38443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Handwriting" panose="03010101010101010101" pitchFamily="66" charset="0"/>
                        </a:rPr>
                        <m:t>4.5</m:t>
                      </m:r>
                    </m:oMath>
                  </m:oMathPara>
                </a14:m>
                <a:endParaRPr lang="en-US" sz="20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5AD51F2-F0CD-831D-FF73-672A7D326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0100" y="2980110"/>
                <a:ext cx="384432" cy="400110"/>
              </a:xfrm>
              <a:prstGeom prst="rect">
                <a:avLst/>
              </a:prstGeom>
              <a:blipFill>
                <a:blip r:embed="rId15"/>
                <a:stretch>
                  <a:fillRect r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DB06179-3C18-6D06-502E-0DC7E539AF3F}"/>
                  </a:ext>
                </a:extLst>
              </p:cNvPr>
              <p:cNvSpPr txBox="1"/>
              <p:nvPr/>
            </p:nvSpPr>
            <p:spPr>
              <a:xfrm>
                <a:off x="7278062" y="1314978"/>
                <a:ext cx="38443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16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Handwriting" panose="03010101010101010101" pitchFamily="66" charset="0"/>
                        </a:rPr>
                        <m:t>4.5</m:t>
                      </m:r>
                    </m:oMath>
                  </m:oMathPara>
                </a14:m>
                <a:endParaRPr lang="en-US" sz="16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DB06179-3C18-6D06-502E-0DC7E539A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062" y="1314978"/>
                <a:ext cx="384432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260">
                <a:extLst>
                  <a:ext uri="{FF2B5EF4-FFF2-40B4-BE49-F238E27FC236}">
                    <a16:creationId xmlns:a16="http://schemas.microsoft.com/office/drawing/2014/main" id="{C66B4BF8-2266-ECE2-A665-AB64E5846EAA}"/>
                  </a:ext>
                </a:extLst>
              </p:cNvPr>
              <p:cNvSpPr txBox="1"/>
              <p:nvPr/>
            </p:nvSpPr>
            <p:spPr>
              <a:xfrm>
                <a:off x="374358" y="3284587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40" name="文字方塊 260">
                <a:extLst>
                  <a:ext uri="{FF2B5EF4-FFF2-40B4-BE49-F238E27FC236}">
                    <a16:creationId xmlns:a16="http://schemas.microsoft.com/office/drawing/2014/main" id="{C66B4BF8-2266-ECE2-A665-AB64E5846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358" y="3284587"/>
                <a:ext cx="238419" cy="461665"/>
              </a:xfrm>
              <a:prstGeom prst="rect">
                <a:avLst/>
              </a:prstGeom>
              <a:blipFill>
                <a:blip r:embed="rId17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15">
            <a:extLst>
              <a:ext uri="{FF2B5EF4-FFF2-40B4-BE49-F238E27FC236}">
                <a16:creationId xmlns:a16="http://schemas.microsoft.com/office/drawing/2014/main" id="{EBCFA88D-F1F2-0708-FEA5-E7FF5CE5B638}"/>
              </a:ext>
            </a:extLst>
          </p:cNvPr>
          <p:cNvSpPr txBox="1"/>
          <p:nvPr/>
        </p:nvSpPr>
        <p:spPr>
          <a:xfrm>
            <a:off x="578069" y="3346142"/>
            <a:ext cx="3738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Capacity of the paper cup</a:t>
            </a:r>
            <a:endParaRPr lang="zh-TW" altLang="en-US" sz="2000" b="1"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字方塊 83">
                <a:extLst>
                  <a:ext uri="{FF2B5EF4-FFF2-40B4-BE49-F238E27FC236}">
                    <a16:creationId xmlns:a16="http://schemas.microsoft.com/office/drawing/2014/main" id="{5414951C-34FA-E6BC-DF60-F06C8F01CABD}"/>
                  </a:ext>
                </a:extLst>
              </p:cNvPr>
              <p:cNvSpPr txBox="1"/>
              <p:nvPr/>
            </p:nvSpPr>
            <p:spPr>
              <a:xfrm>
                <a:off x="626514" y="3861933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2" name="文字方塊 83">
                <a:extLst>
                  <a:ext uri="{FF2B5EF4-FFF2-40B4-BE49-F238E27FC236}">
                    <a16:creationId xmlns:a16="http://schemas.microsoft.com/office/drawing/2014/main" id="{5414951C-34FA-E6BC-DF60-F06C8F01C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514" y="3861933"/>
                <a:ext cx="328449" cy="4070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群組 74">
            <a:extLst>
              <a:ext uri="{FF2B5EF4-FFF2-40B4-BE49-F238E27FC236}">
                <a16:creationId xmlns:a16="http://schemas.microsoft.com/office/drawing/2014/main" id="{253B83C4-2600-7312-04E9-116970CD8A16}"/>
              </a:ext>
            </a:extLst>
          </p:cNvPr>
          <p:cNvGrpSpPr/>
          <p:nvPr/>
        </p:nvGrpSpPr>
        <p:grpSpPr>
          <a:xfrm>
            <a:off x="1045366" y="3753606"/>
            <a:ext cx="364383" cy="777549"/>
            <a:chOff x="2896107" y="4671588"/>
            <a:chExt cx="364383" cy="777549"/>
          </a:xfrm>
        </p:grpSpPr>
        <p:sp>
          <p:nvSpPr>
            <p:cNvPr id="44" name="文字方塊 75">
              <a:extLst>
                <a:ext uri="{FF2B5EF4-FFF2-40B4-BE49-F238E27FC236}">
                  <a16:creationId xmlns:a16="http://schemas.microsoft.com/office/drawing/2014/main" id="{AB1F787D-45B7-3D90-2DF9-EFF9576C5A8A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45" name="群組 76">
              <a:extLst>
                <a:ext uri="{FF2B5EF4-FFF2-40B4-BE49-F238E27FC236}">
                  <a16:creationId xmlns:a16="http://schemas.microsoft.com/office/drawing/2014/main" id="{EB7C3828-365F-E139-F8E4-86FF279B2760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46" name="直線接點 77">
                <a:extLst>
                  <a:ext uri="{FF2B5EF4-FFF2-40B4-BE49-F238E27FC236}">
                    <a16:creationId xmlns:a16="http://schemas.microsoft.com/office/drawing/2014/main" id="{DA39C6A9-BF4A-6B23-F57F-0855C9BC721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7" name="文字方塊 78">
                <a:extLst>
                  <a:ext uri="{FF2B5EF4-FFF2-40B4-BE49-F238E27FC236}">
                    <a16:creationId xmlns:a16="http://schemas.microsoft.com/office/drawing/2014/main" id="{FB7C9E14-950E-1DAD-C862-A723F22DC885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7DA468A-2065-75DD-A66C-920A0EE3A284}"/>
                  </a:ext>
                </a:extLst>
              </p:cNvPr>
              <p:cNvSpPr txBox="1"/>
              <p:nvPr/>
            </p:nvSpPr>
            <p:spPr>
              <a:xfrm>
                <a:off x="1766309" y="3916182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7DA468A-2065-75DD-A66C-920A0EE3A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309" y="3916182"/>
                <a:ext cx="357791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文字方塊 106">
            <a:extLst>
              <a:ext uri="{FF2B5EF4-FFF2-40B4-BE49-F238E27FC236}">
                <a16:creationId xmlns:a16="http://schemas.microsoft.com/office/drawing/2014/main" id="{9B46C3A1-65B1-97CD-D942-672E58BEF585}"/>
              </a:ext>
            </a:extLst>
          </p:cNvPr>
          <p:cNvSpPr txBox="1"/>
          <p:nvPr/>
        </p:nvSpPr>
        <p:spPr>
          <a:xfrm>
            <a:off x="2879053" y="3869813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14D21D9-B0C3-AA2D-8805-297FC5C965BE}"/>
                  </a:ext>
                </a:extLst>
              </p:cNvPr>
              <p:cNvSpPr txBox="1"/>
              <p:nvPr/>
            </p:nvSpPr>
            <p:spPr>
              <a:xfrm>
                <a:off x="3287349" y="3926008"/>
                <a:ext cx="573508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Lucida Handwriting" panose="03010101010101010101" pitchFamily="66" charset="0"/>
                        </a:rPr>
                        <m:t>20</m:t>
                      </m:r>
                    </m:oMath>
                  </m:oMathPara>
                </a14:m>
                <a:endParaRPr lang="en-US" sz="200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14D21D9-B0C3-AA2D-8805-297FC5C96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349" y="3926008"/>
                <a:ext cx="573508" cy="403957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字方塊 44">
                <a:extLst>
                  <a:ext uri="{FF2B5EF4-FFF2-40B4-BE49-F238E27FC236}">
                    <a16:creationId xmlns:a16="http://schemas.microsoft.com/office/drawing/2014/main" id="{0E9ED65F-BEF0-2EFC-3F2D-568E74DB417D}"/>
                  </a:ext>
                </a:extLst>
              </p:cNvPr>
              <p:cNvSpPr txBox="1"/>
              <p:nvPr/>
            </p:nvSpPr>
            <p:spPr>
              <a:xfrm>
                <a:off x="1416061" y="394675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8" name="文字方塊 44">
                <a:extLst>
                  <a:ext uri="{FF2B5EF4-FFF2-40B4-BE49-F238E27FC236}">
                    <a16:creationId xmlns:a16="http://schemas.microsoft.com/office/drawing/2014/main" id="{0E9ED65F-BEF0-2EFC-3F2D-568E74DB4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6061" y="3946757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字方塊 44">
                <a:extLst>
                  <a:ext uri="{FF2B5EF4-FFF2-40B4-BE49-F238E27FC236}">
                    <a16:creationId xmlns:a16="http://schemas.microsoft.com/office/drawing/2014/main" id="{0F7A7A7E-2C6E-9EB0-6ADE-66DC36ABFBC3}"/>
                  </a:ext>
                </a:extLst>
              </p:cNvPr>
              <p:cNvSpPr txBox="1"/>
              <p:nvPr/>
            </p:nvSpPr>
            <p:spPr>
              <a:xfrm>
                <a:off x="2145314" y="39365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9" name="文字方塊 44">
                <a:extLst>
                  <a:ext uri="{FF2B5EF4-FFF2-40B4-BE49-F238E27FC236}">
                    <a16:creationId xmlns:a16="http://schemas.microsoft.com/office/drawing/2014/main" id="{0F7A7A7E-2C6E-9EB0-6ADE-66DC36ABF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5314" y="3936500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字方塊 44">
                <a:extLst>
                  <a:ext uri="{FF2B5EF4-FFF2-40B4-BE49-F238E27FC236}">
                    <a16:creationId xmlns:a16="http://schemas.microsoft.com/office/drawing/2014/main" id="{3DB447A7-5DE2-C744-3937-DF91B9949F63}"/>
                  </a:ext>
                </a:extLst>
              </p:cNvPr>
              <p:cNvSpPr txBox="1"/>
              <p:nvPr/>
            </p:nvSpPr>
            <p:spPr>
              <a:xfrm>
                <a:off x="3003808" y="39365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0" name="文字方塊 44">
                <a:extLst>
                  <a:ext uri="{FF2B5EF4-FFF2-40B4-BE49-F238E27FC236}">
                    <a16:creationId xmlns:a16="http://schemas.microsoft.com/office/drawing/2014/main" id="{3DB447A7-5DE2-C744-3937-DF91B9949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3808" y="3936500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群組 245">
            <a:extLst>
              <a:ext uri="{FF2B5EF4-FFF2-40B4-BE49-F238E27FC236}">
                <a16:creationId xmlns:a16="http://schemas.microsoft.com/office/drawing/2014/main" id="{2D7AA2B6-567D-FEDC-C07A-9C19947AF870}"/>
              </a:ext>
            </a:extLst>
          </p:cNvPr>
          <p:cNvGrpSpPr/>
          <p:nvPr/>
        </p:nvGrpSpPr>
        <p:grpSpPr>
          <a:xfrm>
            <a:off x="3780327" y="3860327"/>
            <a:ext cx="725194" cy="486540"/>
            <a:chOff x="2472626" y="4498636"/>
            <a:chExt cx="725194" cy="486540"/>
          </a:xfrm>
        </p:grpSpPr>
        <p:sp>
          <p:nvSpPr>
            <p:cNvPr id="62" name="文字方塊 249">
              <a:extLst>
                <a:ext uri="{FF2B5EF4-FFF2-40B4-BE49-F238E27FC236}">
                  <a16:creationId xmlns:a16="http://schemas.microsoft.com/office/drawing/2014/main" id="{74794F5A-266B-02C7-CF83-BEE470B69143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63" name="文字方塊 247">
              <a:extLst>
                <a:ext uri="{FF2B5EF4-FFF2-40B4-BE49-F238E27FC236}">
                  <a16:creationId xmlns:a16="http://schemas.microsoft.com/office/drawing/2014/main" id="{C54510C3-FD6E-D7AD-1926-3E992780D8FB}"/>
                </a:ext>
              </a:extLst>
            </p:cNvPr>
            <p:cNvSpPr txBox="1"/>
            <p:nvPr/>
          </p:nvSpPr>
          <p:spPr>
            <a:xfrm>
              <a:off x="2908958" y="4498636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B4F28996-B101-513D-135A-2DF8FA5523D6}"/>
                  </a:ext>
                </a:extLst>
              </p:cNvPr>
              <p:cNvSpPr txBox="1"/>
              <p:nvPr/>
            </p:nvSpPr>
            <p:spPr>
              <a:xfrm>
                <a:off x="2413483" y="3946757"/>
                <a:ext cx="38443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Handwriting" panose="03010101010101010101" pitchFamily="66" charset="0"/>
                        </a:rPr>
                        <m:t>4.5</m:t>
                      </m:r>
                    </m:oMath>
                  </m:oMathPara>
                </a14:m>
                <a:endParaRPr lang="en-US" sz="20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21" name="TextBox 320">
                <a:extLst>
                  <a:ext uri="{FF2B5EF4-FFF2-40B4-BE49-F238E27FC236}">
                    <a16:creationId xmlns:a16="http://schemas.microsoft.com/office/drawing/2014/main" id="{B4F28996-B101-513D-135A-2DF8FA552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483" y="3946757"/>
                <a:ext cx="384432" cy="400110"/>
              </a:xfrm>
              <a:prstGeom prst="rect">
                <a:avLst/>
              </a:prstGeom>
              <a:blipFill>
                <a:blip r:embed="rId24"/>
                <a:stretch>
                  <a:fillRect r="-7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2" name="文字方塊 83">
                <a:extLst>
                  <a:ext uri="{FF2B5EF4-FFF2-40B4-BE49-F238E27FC236}">
                    <a16:creationId xmlns:a16="http://schemas.microsoft.com/office/drawing/2014/main" id="{A01DCD8A-D93B-2007-B4D6-4BCE3FB5D6E1}"/>
                  </a:ext>
                </a:extLst>
              </p:cNvPr>
              <p:cNvSpPr txBox="1"/>
              <p:nvPr/>
            </p:nvSpPr>
            <p:spPr>
              <a:xfrm>
                <a:off x="612777" y="4486007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22" name="文字方塊 83">
                <a:extLst>
                  <a:ext uri="{FF2B5EF4-FFF2-40B4-BE49-F238E27FC236}">
                    <a16:creationId xmlns:a16="http://schemas.microsoft.com/office/drawing/2014/main" id="{A01DCD8A-D93B-2007-B4D6-4BCE3FB5D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77" y="4486007"/>
                <a:ext cx="328449" cy="40709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3" name="文字方塊 10">
            <a:extLst>
              <a:ext uri="{FF2B5EF4-FFF2-40B4-BE49-F238E27FC236}">
                <a16:creationId xmlns:a16="http://schemas.microsoft.com/office/drawing/2014/main" id="{9DD6E08E-E7BE-3C38-5AD7-D527DF647FBC}"/>
              </a:ext>
            </a:extLst>
          </p:cNvPr>
          <p:cNvSpPr txBox="1"/>
          <p:nvPr/>
        </p:nvSpPr>
        <p:spPr>
          <a:xfrm>
            <a:off x="927231" y="4530313"/>
            <a:ext cx="745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424</a:t>
            </a:r>
          </a:p>
        </p:txBody>
      </p:sp>
      <p:grpSp>
        <p:nvGrpSpPr>
          <p:cNvPr id="324" name="群組 245">
            <a:extLst>
              <a:ext uri="{FF2B5EF4-FFF2-40B4-BE49-F238E27FC236}">
                <a16:creationId xmlns:a16="http://schemas.microsoft.com/office/drawing/2014/main" id="{A0A51723-9307-B5B8-AAF3-30553427D8A8}"/>
              </a:ext>
            </a:extLst>
          </p:cNvPr>
          <p:cNvGrpSpPr/>
          <p:nvPr/>
        </p:nvGrpSpPr>
        <p:grpSpPr>
          <a:xfrm>
            <a:off x="1554800" y="4447959"/>
            <a:ext cx="733054" cy="483194"/>
            <a:chOff x="2472626" y="4501982"/>
            <a:chExt cx="733054" cy="483194"/>
          </a:xfrm>
        </p:grpSpPr>
        <p:sp>
          <p:nvSpPr>
            <p:cNvPr id="325" name="文字方塊 249">
              <a:extLst>
                <a:ext uri="{FF2B5EF4-FFF2-40B4-BE49-F238E27FC236}">
                  <a16:creationId xmlns:a16="http://schemas.microsoft.com/office/drawing/2014/main" id="{DD37AEAD-C51B-3ED0-8620-E1066D0AF351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326" name="文字方塊 247">
              <a:extLst>
                <a:ext uri="{FF2B5EF4-FFF2-40B4-BE49-F238E27FC236}">
                  <a16:creationId xmlns:a16="http://schemas.microsoft.com/office/drawing/2014/main" id="{B41A86C7-DF13-1376-15C0-4BA9EB544815}"/>
                </a:ext>
              </a:extLst>
            </p:cNvPr>
            <p:cNvSpPr txBox="1"/>
            <p:nvPr/>
          </p:nvSpPr>
          <p:spPr>
            <a:xfrm>
              <a:off x="2916818" y="450198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328" name="文字方塊 46">
            <a:extLst>
              <a:ext uri="{FF2B5EF4-FFF2-40B4-BE49-F238E27FC236}">
                <a16:creationId xmlns:a16="http://schemas.microsoft.com/office/drawing/2014/main" id="{5F03A07B-286C-230F-ED50-42BDCE246108}"/>
              </a:ext>
            </a:extLst>
          </p:cNvPr>
          <p:cNvSpPr txBox="1"/>
          <p:nvPr/>
        </p:nvSpPr>
        <p:spPr>
          <a:xfrm>
            <a:off x="2216976" y="4534769"/>
            <a:ext cx="25800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(cor. to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sig. fig.) </a:t>
            </a:r>
          </a:p>
        </p:txBody>
      </p:sp>
      <p:sp>
        <p:nvSpPr>
          <p:cNvPr id="333" name="TextBox 332">
            <a:extLst>
              <a:ext uri="{FF2B5EF4-FFF2-40B4-BE49-F238E27FC236}">
                <a16:creationId xmlns:a16="http://schemas.microsoft.com/office/drawing/2014/main" id="{CA56F1D5-0685-7B03-FC1F-4739951B17C5}"/>
              </a:ext>
            </a:extLst>
          </p:cNvPr>
          <p:cNvSpPr txBox="1"/>
          <p:nvPr/>
        </p:nvSpPr>
        <p:spPr>
          <a:xfrm>
            <a:off x="18723" y="4930423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(bi) </a:t>
            </a:r>
            <a:endParaRPr lang="en-US" sz="20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34" name="筆跡 11">
                <a:extLst>
                  <a:ext uri="{FF2B5EF4-FFF2-40B4-BE49-F238E27FC236}">
                    <a16:creationId xmlns:a16="http://schemas.microsoft.com/office/drawing/2014/main" id="{52B44362-57DE-38EF-8771-CC06D6DDCEDE}"/>
                  </a:ext>
                </a:extLst>
              </p14:cNvPr>
              <p14:cNvContentPartPr/>
              <p14:nvPr/>
            </p14:nvContentPartPr>
            <p14:xfrm>
              <a:off x="1729682" y="1490992"/>
              <a:ext cx="2037748" cy="45719"/>
            </p14:xfrm>
          </p:contentPart>
        </mc:Choice>
        <mc:Fallback>
          <p:pic>
            <p:nvPicPr>
              <p:cNvPr id="334" name="筆跡 11">
                <a:extLst>
                  <a:ext uri="{FF2B5EF4-FFF2-40B4-BE49-F238E27FC236}">
                    <a16:creationId xmlns:a16="http://schemas.microsoft.com/office/drawing/2014/main" id="{52B44362-57DE-38EF-8771-CC06D6DDCED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75649" y="-12224708"/>
                <a:ext cx="214545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35" name="筆跡 11">
                <a:extLst>
                  <a:ext uri="{FF2B5EF4-FFF2-40B4-BE49-F238E27FC236}">
                    <a16:creationId xmlns:a16="http://schemas.microsoft.com/office/drawing/2014/main" id="{58E842E3-D281-473E-63A4-BB75573BCF9C}"/>
                  </a:ext>
                </a:extLst>
              </p14:cNvPr>
              <p14:cNvContentPartPr/>
              <p14:nvPr/>
            </p14:nvContentPartPr>
            <p14:xfrm>
              <a:off x="3984532" y="1112290"/>
              <a:ext cx="332087" cy="45719"/>
            </p14:xfrm>
          </p:contentPart>
        </mc:Choice>
        <mc:Fallback>
          <p:pic>
            <p:nvPicPr>
              <p:cNvPr id="335" name="筆跡 11">
                <a:extLst>
                  <a:ext uri="{FF2B5EF4-FFF2-40B4-BE49-F238E27FC236}">
                    <a16:creationId xmlns:a16="http://schemas.microsoft.com/office/drawing/2014/main" id="{58E842E3-D281-473E-63A4-BB75573BCF9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930563" y="-12603410"/>
                <a:ext cx="439664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337" name="Straight Connector 336">
            <a:extLst>
              <a:ext uri="{FF2B5EF4-FFF2-40B4-BE49-F238E27FC236}">
                <a16:creationId xmlns:a16="http://schemas.microsoft.com/office/drawing/2014/main" id="{6A3F1870-A51C-F36B-243A-96F11EAD6D5F}"/>
              </a:ext>
            </a:extLst>
          </p:cNvPr>
          <p:cNvCxnSpPr/>
          <p:nvPr/>
        </p:nvCxnSpPr>
        <p:spPr>
          <a:xfrm>
            <a:off x="9717741" y="1858296"/>
            <a:ext cx="1138518" cy="1353886"/>
          </a:xfrm>
          <a:prstGeom prst="line">
            <a:avLst/>
          </a:prstGeom>
          <a:ln w="28575">
            <a:solidFill>
              <a:srgbClr val="92D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8" name="TextBox 15">
            <a:extLst>
              <a:ext uri="{FF2B5EF4-FFF2-40B4-BE49-F238E27FC236}">
                <a16:creationId xmlns:a16="http://schemas.microsoft.com/office/drawing/2014/main" id="{B4673A2F-2F01-3C12-B0D0-5A08F8E55B0B}"/>
              </a:ext>
            </a:extLst>
          </p:cNvPr>
          <p:cNvSpPr txBox="1"/>
          <p:nvPr/>
        </p:nvSpPr>
        <p:spPr>
          <a:xfrm>
            <a:off x="617688" y="4941933"/>
            <a:ext cx="26865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the sector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9" name="文字方塊 83">
                <a:extLst>
                  <a:ext uri="{FF2B5EF4-FFF2-40B4-BE49-F238E27FC236}">
                    <a16:creationId xmlns:a16="http://schemas.microsoft.com/office/drawing/2014/main" id="{9FDA332E-BE84-81DC-70D6-861E25A03546}"/>
                  </a:ext>
                </a:extLst>
              </p:cNvPr>
              <p:cNvSpPr txBox="1"/>
              <p:nvPr/>
            </p:nvSpPr>
            <p:spPr>
              <a:xfrm>
                <a:off x="676939" y="5292374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39" name="文字方塊 83">
                <a:extLst>
                  <a:ext uri="{FF2B5EF4-FFF2-40B4-BE49-F238E27FC236}">
                    <a16:creationId xmlns:a16="http://schemas.microsoft.com/office/drawing/2014/main" id="{9FDA332E-BE84-81DC-70D6-861E25A03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939" y="5292374"/>
                <a:ext cx="328449" cy="40709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0" name="TextBox 15">
            <a:extLst>
              <a:ext uri="{FF2B5EF4-FFF2-40B4-BE49-F238E27FC236}">
                <a16:creationId xmlns:a16="http://schemas.microsoft.com/office/drawing/2014/main" id="{157DBD0C-D944-21CE-2444-034C8401BB73}"/>
              </a:ext>
            </a:extLst>
          </p:cNvPr>
          <p:cNvSpPr txBox="1"/>
          <p:nvPr/>
        </p:nvSpPr>
        <p:spPr>
          <a:xfrm>
            <a:off x="814207" y="5307789"/>
            <a:ext cx="56044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Curved surface area of the paper cup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1" name="文字方塊 83">
                <a:extLst>
                  <a:ext uri="{FF2B5EF4-FFF2-40B4-BE49-F238E27FC236}">
                    <a16:creationId xmlns:a16="http://schemas.microsoft.com/office/drawing/2014/main" id="{9DFE1D4D-F4FE-E858-6C00-8BB574234090}"/>
                  </a:ext>
                </a:extLst>
              </p:cNvPr>
              <p:cNvSpPr txBox="1"/>
              <p:nvPr/>
            </p:nvSpPr>
            <p:spPr>
              <a:xfrm>
                <a:off x="688177" y="5658230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1" name="文字方塊 83">
                <a:extLst>
                  <a:ext uri="{FF2B5EF4-FFF2-40B4-BE49-F238E27FC236}">
                    <a16:creationId xmlns:a16="http://schemas.microsoft.com/office/drawing/2014/main" id="{9DFE1D4D-F4FE-E858-6C00-8BB574234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77" y="5658230"/>
                <a:ext cx="328449" cy="4070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9F13CB95-FF80-E911-296D-28C343DD09EF}"/>
                  </a:ext>
                </a:extLst>
              </p:cNvPr>
              <p:cNvSpPr txBox="1"/>
              <p:nvPr/>
            </p:nvSpPr>
            <p:spPr>
              <a:xfrm>
                <a:off x="1018055" y="5644901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9F13CB95-FF80-E911-296D-28C343DD0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055" y="5644901"/>
                <a:ext cx="357791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FE7B1F40-90BD-241C-AFED-C3F55A620BB4}"/>
                  </a:ext>
                </a:extLst>
              </p:cNvPr>
              <p:cNvSpPr txBox="1"/>
              <p:nvPr/>
            </p:nvSpPr>
            <p:spPr>
              <a:xfrm>
                <a:off x="2369617" y="5661372"/>
                <a:ext cx="573508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Lucida Handwriting" panose="03010101010101010101" pitchFamily="66" charset="0"/>
                        </a:rPr>
                        <m:t>20.5</m:t>
                      </m:r>
                    </m:oMath>
                  </m:oMathPara>
                </a14:m>
                <a:endParaRPr lang="en-US" sz="200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FE7B1F40-90BD-241C-AFED-C3F55A620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617" y="5661372"/>
                <a:ext cx="573508" cy="403957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5" name="文字方塊 44">
                <a:extLst>
                  <a:ext uri="{FF2B5EF4-FFF2-40B4-BE49-F238E27FC236}">
                    <a16:creationId xmlns:a16="http://schemas.microsoft.com/office/drawing/2014/main" id="{071221C4-5D96-63E1-F252-0022BAD08552}"/>
                  </a:ext>
                </a:extLst>
              </p:cNvPr>
              <p:cNvSpPr txBox="1"/>
              <p:nvPr/>
            </p:nvSpPr>
            <p:spPr>
              <a:xfrm>
                <a:off x="1299602" y="564490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5" name="文字方塊 44">
                <a:extLst>
                  <a:ext uri="{FF2B5EF4-FFF2-40B4-BE49-F238E27FC236}">
                    <a16:creationId xmlns:a16="http://schemas.microsoft.com/office/drawing/2014/main" id="{071221C4-5D96-63E1-F252-0022BAD08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602" y="5644901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6" name="文字方塊 44">
                <a:extLst>
                  <a:ext uri="{FF2B5EF4-FFF2-40B4-BE49-F238E27FC236}">
                    <a16:creationId xmlns:a16="http://schemas.microsoft.com/office/drawing/2014/main" id="{9EDAA91A-EAD2-53C8-4560-F517FAD94C1B}"/>
                  </a:ext>
                </a:extLst>
              </p:cNvPr>
              <p:cNvSpPr txBox="1"/>
              <p:nvPr/>
            </p:nvSpPr>
            <p:spPr>
              <a:xfrm>
                <a:off x="2086958" y="564490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6" name="文字方塊 44">
                <a:extLst>
                  <a:ext uri="{FF2B5EF4-FFF2-40B4-BE49-F238E27FC236}">
                    <a16:creationId xmlns:a16="http://schemas.microsoft.com/office/drawing/2014/main" id="{9EDAA91A-EAD2-53C8-4560-F517FAD94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958" y="5644901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7" name="群組 245">
            <a:extLst>
              <a:ext uri="{FF2B5EF4-FFF2-40B4-BE49-F238E27FC236}">
                <a16:creationId xmlns:a16="http://schemas.microsoft.com/office/drawing/2014/main" id="{DC439FFE-D424-38E5-041E-01D15A5A8A6F}"/>
              </a:ext>
            </a:extLst>
          </p:cNvPr>
          <p:cNvGrpSpPr/>
          <p:nvPr/>
        </p:nvGrpSpPr>
        <p:grpSpPr>
          <a:xfrm>
            <a:off x="3077568" y="5573030"/>
            <a:ext cx="725194" cy="486540"/>
            <a:chOff x="2472626" y="4498636"/>
            <a:chExt cx="725194" cy="486540"/>
          </a:xfrm>
        </p:grpSpPr>
        <p:sp>
          <p:nvSpPr>
            <p:cNvPr id="348" name="文字方塊 249">
              <a:extLst>
                <a:ext uri="{FF2B5EF4-FFF2-40B4-BE49-F238E27FC236}">
                  <a16:creationId xmlns:a16="http://schemas.microsoft.com/office/drawing/2014/main" id="{8DC6CAD3-EB62-1251-07A4-414A78564663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349" name="文字方塊 247">
              <a:extLst>
                <a:ext uri="{FF2B5EF4-FFF2-40B4-BE49-F238E27FC236}">
                  <a16:creationId xmlns:a16="http://schemas.microsoft.com/office/drawing/2014/main" id="{74AA3731-7FBE-8022-0B7D-6CEA5A2F955E}"/>
                </a:ext>
              </a:extLst>
            </p:cNvPr>
            <p:cNvSpPr txBox="1"/>
            <p:nvPr/>
          </p:nvSpPr>
          <p:spPr>
            <a:xfrm>
              <a:off x="2908958" y="4498636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40C5DA2C-67AB-00BB-FD80-A4D50E9FCBAA}"/>
                  </a:ext>
                </a:extLst>
              </p:cNvPr>
              <p:cNvSpPr txBox="1"/>
              <p:nvPr/>
            </p:nvSpPr>
            <p:spPr>
              <a:xfrm>
                <a:off x="1558536" y="5665219"/>
                <a:ext cx="38443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Handwriting" panose="03010101010101010101" pitchFamily="66" charset="0"/>
                        </a:rPr>
                        <m:t>4.5</m:t>
                      </m:r>
                    </m:oMath>
                  </m:oMathPara>
                </a14:m>
                <a:endParaRPr lang="en-US" sz="20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40C5DA2C-67AB-00BB-FD80-A4D50E9FC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536" y="5665219"/>
                <a:ext cx="384432" cy="400110"/>
              </a:xfrm>
              <a:prstGeom prst="rect">
                <a:avLst/>
              </a:prstGeom>
              <a:blipFill>
                <a:blip r:embed="rId36"/>
                <a:stretch>
                  <a:fillRect r="-7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1" name="文字方塊 132">
                <a:extLst>
                  <a:ext uri="{FF2B5EF4-FFF2-40B4-BE49-F238E27FC236}">
                    <a16:creationId xmlns:a16="http://schemas.microsoft.com/office/drawing/2014/main" id="{D7D26E48-EC1C-7D99-BBE2-28AE2766FD6F}"/>
                  </a:ext>
                </a:extLst>
              </p:cNvPr>
              <p:cNvSpPr txBox="1"/>
              <p:nvPr/>
            </p:nvSpPr>
            <p:spPr>
              <a:xfrm>
                <a:off x="691614" y="601109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51" name="文字方塊 132">
                <a:extLst>
                  <a:ext uri="{FF2B5EF4-FFF2-40B4-BE49-F238E27FC236}">
                    <a16:creationId xmlns:a16="http://schemas.microsoft.com/office/drawing/2014/main" id="{D7D26E48-EC1C-7D99-BBE2-28AE2766F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14" y="6011099"/>
                <a:ext cx="29568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2" name="文字方塊 10">
                <a:extLst>
                  <a:ext uri="{FF2B5EF4-FFF2-40B4-BE49-F238E27FC236}">
                    <a16:creationId xmlns:a16="http://schemas.microsoft.com/office/drawing/2014/main" id="{3F67743A-5382-AA78-CA0A-1F7DFFC1229D}"/>
                  </a:ext>
                </a:extLst>
              </p:cNvPr>
              <p:cNvSpPr txBox="1"/>
              <p:nvPr/>
            </p:nvSpPr>
            <p:spPr>
              <a:xfrm>
                <a:off x="1016179" y="6011099"/>
                <a:ext cx="13069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92.25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52" name="文字方塊 10">
                <a:extLst>
                  <a:ext uri="{FF2B5EF4-FFF2-40B4-BE49-F238E27FC236}">
                    <a16:creationId xmlns:a16="http://schemas.microsoft.com/office/drawing/2014/main" id="{3F67743A-5382-AA78-CA0A-1F7DFFC12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179" y="6011099"/>
                <a:ext cx="1306944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3" name="群組 245">
            <a:extLst>
              <a:ext uri="{FF2B5EF4-FFF2-40B4-BE49-F238E27FC236}">
                <a16:creationId xmlns:a16="http://schemas.microsoft.com/office/drawing/2014/main" id="{63A05962-0B6C-3D15-98BE-5D67DDDA6082}"/>
              </a:ext>
            </a:extLst>
          </p:cNvPr>
          <p:cNvGrpSpPr/>
          <p:nvPr/>
        </p:nvGrpSpPr>
        <p:grpSpPr>
          <a:xfrm>
            <a:off x="2019990" y="5934155"/>
            <a:ext cx="798167" cy="477054"/>
            <a:chOff x="2472626" y="4508122"/>
            <a:chExt cx="798167" cy="477054"/>
          </a:xfrm>
        </p:grpSpPr>
        <p:sp>
          <p:nvSpPr>
            <p:cNvPr id="354" name="文字方塊 249">
              <a:extLst>
                <a:ext uri="{FF2B5EF4-FFF2-40B4-BE49-F238E27FC236}">
                  <a16:creationId xmlns:a16="http://schemas.microsoft.com/office/drawing/2014/main" id="{CBF31A28-E7A3-773D-4C1F-47866BF202FC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355" name="文字方塊 247">
              <a:extLst>
                <a:ext uri="{FF2B5EF4-FFF2-40B4-BE49-F238E27FC236}">
                  <a16:creationId xmlns:a16="http://schemas.microsoft.com/office/drawing/2014/main" id="{1C4B48F9-3A2B-C3E1-6B18-658635F430C8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7" name="文字方塊 83">
                <a:extLst>
                  <a:ext uri="{FF2B5EF4-FFF2-40B4-BE49-F238E27FC236}">
                    <a16:creationId xmlns:a16="http://schemas.microsoft.com/office/drawing/2014/main" id="{301D22C5-FD54-72CD-57FC-B34D9C898B6F}"/>
                  </a:ext>
                </a:extLst>
              </p:cNvPr>
              <p:cNvSpPr txBox="1"/>
              <p:nvPr/>
            </p:nvSpPr>
            <p:spPr>
              <a:xfrm>
                <a:off x="697142" y="6438212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57" name="文字方塊 83">
                <a:extLst>
                  <a:ext uri="{FF2B5EF4-FFF2-40B4-BE49-F238E27FC236}">
                    <a16:creationId xmlns:a16="http://schemas.microsoft.com/office/drawing/2014/main" id="{301D22C5-FD54-72CD-57FC-B34D9C898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42" y="6438212"/>
                <a:ext cx="328449" cy="40709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8" name="文字方塊 10">
            <a:extLst>
              <a:ext uri="{FF2B5EF4-FFF2-40B4-BE49-F238E27FC236}">
                <a16:creationId xmlns:a16="http://schemas.microsoft.com/office/drawing/2014/main" id="{19C91C09-0C7A-1024-1892-4874CCDF161D}"/>
              </a:ext>
            </a:extLst>
          </p:cNvPr>
          <p:cNvSpPr txBox="1"/>
          <p:nvPr/>
        </p:nvSpPr>
        <p:spPr>
          <a:xfrm>
            <a:off x="1011596" y="6482518"/>
            <a:ext cx="745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290</a:t>
            </a:r>
          </a:p>
        </p:txBody>
      </p:sp>
      <p:grpSp>
        <p:nvGrpSpPr>
          <p:cNvPr id="359" name="群組 245">
            <a:extLst>
              <a:ext uri="{FF2B5EF4-FFF2-40B4-BE49-F238E27FC236}">
                <a16:creationId xmlns:a16="http://schemas.microsoft.com/office/drawing/2014/main" id="{792D6B58-47E2-D217-0FC3-D4460504570B}"/>
              </a:ext>
            </a:extLst>
          </p:cNvPr>
          <p:cNvGrpSpPr/>
          <p:nvPr/>
        </p:nvGrpSpPr>
        <p:grpSpPr>
          <a:xfrm>
            <a:off x="1639165" y="6400164"/>
            <a:ext cx="733054" cy="483194"/>
            <a:chOff x="2472626" y="4501982"/>
            <a:chExt cx="733054" cy="483194"/>
          </a:xfrm>
        </p:grpSpPr>
        <p:sp>
          <p:nvSpPr>
            <p:cNvPr id="360" name="文字方塊 249">
              <a:extLst>
                <a:ext uri="{FF2B5EF4-FFF2-40B4-BE49-F238E27FC236}">
                  <a16:creationId xmlns:a16="http://schemas.microsoft.com/office/drawing/2014/main" id="{FC68346F-0B64-9293-051A-C67CD9C75903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361" name="文字方塊 247">
              <a:extLst>
                <a:ext uri="{FF2B5EF4-FFF2-40B4-BE49-F238E27FC236}">
                  <a16:creationId xmlns:a16="http://schemas.microsoft.com/office/drawing/2014/main" id="{01A6BAFB-7441-C55F-7EA3-CBA8A7B8EA01}"/>
                </a:ext>
              </a:extLst>
            </p:cNvPr>
            <p:cNvSpPr txBox="1"/>
            <p:nvPr/>
          </p:nvSpPr>
          <p:spPr>
            <a:xfrm>
              <a:off x="2916818" y="450198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362" name="文字方塊 46">
            <a:extLst>
              <a:ext uri="{FF2B5EF4-FFF2-40B4-BE49-F238E27FC236}">
                <a16:creationId xmlns:a16="http://schemas.microsoft.com/office/drawing/2014/main" id="{19F83AE8-72F6-28E5-4303-5F30F1434EBF}"/>
              </a:ext>
            </a:extLst>
          </p:cNvPr>
          <p:cNvSpPr txBox="1"/>
          <p:nvPr/>
        </p:nvSpPr>
        <p:spPr>
          <a:xfrm>
            <a:off x="2301341" y="6486974"/>
            <a:ext cx="25800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(cor. to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sig. fig.) </a:t>
            </a: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5CF530B5-2E37-FA02-75F8-DA25B2C411FF}"/>
              </a:ext>
            </a:extLst>
          </p:cNvPr>
          <p:cNvSpPr txBox="1"/>
          <p:nvPr/>
        </p:nvSpPr>
        <p:spPr>
          <a:xfrm>
            <a:off x="5946770" y="3869813"/>
            <a:ext cx="6777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US" altLang="zh-HK" sz="2000" b="1" err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bii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 </a:t>
            </a:r>
            <a:endParaRPr lang="en-US" sz="20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364" name="筆跡 11">
                <a:extLst>
                  <a:ext uri="{FF2B5EF4-FFF2-40B4-BE49-F238E27FC236}">
                    <a16:creationId xmlns:a16="http://schemas.microsoft.com/office/drawing/2014/main" id="{89235A85-4358-51D1-7233-2D4823C9BFB1}"/>
                  </a:ext>
                </a:extLst>
              </p14:cNvPr>
              <p14:cNvContentPartPr/>
              <p14:nvPr/>
            </p14:nvContentPartPr>
            <p14:xfrm>
              <a:off x="1820673" y="1894480"/>
              <a:ext cx="2163859" cy="45719"/>
            </p14:xfrm>
          </p:contentPart>
        </mc:Choice>
        <mc:Fallback>
          <p:pic>
            <p:nvPicPr>
              <p:cNvPr id="364" name="筆跡 11">
                <a:extLst>
                  <a:ext uri="{FF2B5EF4-FFF2-40B4-BE49-F238E27FC236}">
                    <a16:creationId xmlns:a16="http://schemas.microsoft.com/office/drawing/2014/main" id="{89235A85-4358-51D1-7233-2D4823C9BFB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766649" y="-11821220"/>
                <a:ext cx="2271548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365" name="Arc 364">
            <a:extLst>
              <a:ext uri="{FF2B5EF4-FFF2-40B4-BE49-F238E27FC236}">
                <a16:creationId xmlns:a16="http://schemas.microsoft.com/office/drawing/2014/main" id="{AC493B43-24FA-5219-A546-1C66D2B97DDC}"/>
              </a:ext>
            </a:extLst>
          </p:cNvPr>
          <p:cNvSpPr/>
          <p:nvPr/>
        </p:nvSpPr>
        <p:spPr>
          <a:xfrm>
            <a:off x="10630880" y="2818034"/>
            <a:ext cx="450758" cy="324151"/>
          </a:xfrm>
          <a:prstGeom prst="arc">
            <a:avLst>
              <a:gd name="adj1" fmla="val 11664708"/>
              <a:gd name="adj2" fmla="val 20924002"/>
            </a:avLst>
          </a:prstGeom>
          <a:ln w="28575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6" name="TextBox 15">
                <a:extLst>
                  <a:ext uri="{FF2B5EF4-FFF2-40B4-BE49-F238E27FC236}">
                    <a16:creationId xmlns:a16="http://schemas.microsoft.com/office/drawing/2014/main" id="{62850995-663D-6A0E-C952-B2FA0C7E7DBA}"/>
                  </a:ext>
                </a:extLst>
              </p:cNvPr>
              <p:cNvSpPr txBox="1"/>
              <p:nvPr/>
            </p:nvSpPr>
            <p:spPr>
              <a:xfrm>
                <a:off x="6610983" y="3802736"/>
                <a:ext cx="4357491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altLang="zh-HK" sz="24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altLang="zh-HK" sz="24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be the angle of the sector</a:t>
                </a:r>
                <a:endParaRPr lang="zh-TW" altLang="en-US" sz="2000" b="1"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66" name="TextBox 15">
                <a:extLst>
                  <a:ext uri="{FF2B5EF4-FFF2-40B4-BE49-F238E27FC236}">
                    <a16:creationId xmlns:a16="http://schemas.microsoft.com/office/drawing/2014/main" id="{62850995-663D-6A0E-C952-B2FA0C7E7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0983" y="3802736"/>
                <a:ext cx="4357491" cy="453137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F8B0017D-E88E-56A9-375D-6F56C60093FF}"/>
                  </a:ext>
                </a:extLst>
              </p:cNvPr>
              <p:cNvSpPr txBox="1"/>
              <p:nvPr/>
            </p:nvSpPr>
            <p:spPr>
              <a:xfrm>
                <a:off x="9688200" y="2535239"/>
                <a:ext cx="38443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16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Handwriting" panose="03010101010101010101" pitchFamily="66" charset="0"/>
                        </a:rPr>
                        <m:t>20.5</m:t>
                      </m:r>
                    </m:oMath>
                  </m:oMathPara>
                </a14:m>
                <a:endParaRPr lang="en-US" sz="160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F8B0017D-E88E-56A9-375D-6F56C6009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8200" y="2535239"/>
                <a:ext cx="384432" cy="338554"/>
              </a:xfrm>
              <a:prstGeom prst="rect">
                <a:avLst/>
              </a:prstGeom>
              <a:blipFill>
                <a:blip r:embed="rId43"/>
                <a:stretch>
                  <a:fillRect r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8" name="TextBox 15">
            <a:extLst>
              <a:ext uri="{FF2B5EF4-FFF2-40B4-BE49-F238E27FC236}">
                <a16:creationId xmlns:a16="http://schemas.microsoft.com/office/drawing/2014/main" id="{EFAADEE2-5316-EAA9-9C08-D6E18A2AD091}"/>
              </a:ext>
            </a:extLst>
          </p:cNvPr>
          <p:cNvSpPr txBox="1"/>
          <p:nvPr/>
        </p:nvSpPr>
        <p:spPr>
          <a:xfrm>
            <a:off x="4924459" y="4255631"/>
            <a:ext cx="30556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Radius of the sector</a:t>
            </a:r>
            <a:endParaRPr lang="zh-TW" altLang="en-US" sz="2000" b="1">
              <a:solidFill>
                <a:srgbClr val="92D05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9" name="文字方塊 132">
                <a:extLst>
                  <a:ext uri="{FF2B5EF4-FFF2-40B4-BE49-F238E27FC236}">
                    <a16:creationId xmlns:a16="http://schemas.microsoft.com/office/drawing/2014/main" id="{905A4EC3-9ED7-C00A-2494-D757CB94970C}"/>
                  </a:ext>
                </a:extLst>
              </p:cNvPr>
              <p:cNvSpPr txBox="1"/>
              <p:nvPr/>
            </p:nvSpPr>
            <p:spPr>
              <a:xfrm>
                <a:off x="7832244" y="426701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69" name="文字方塊 132">
                <a:extLst>
                  <a:ext uri="{FF2B5EF4-FFF2-40B4-BE49-F238E27FC236}">
                    <a16:creationId xmlns:a16="http://schemas.microsoft.com/office/drawing/2014/main" id="{905A4EC3-9ED7-C00A-2494-D757CB949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2244" y="4267013"/>
                <a:ext cx="295688" cy="4001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0" name="TextBox 15">
            <a:extLst>
              <a:ext uri="{FF2B5EF4-FFF2-40B4-BE49-F238E27FC236}">
                <a16:creationId xmlns:a16="http://schemas.microsoft.com/office/drawing/2014/main" id="{2387F8D2-A377-0E65-BA64-C6F2BF40C47F}"/>
              </a:ext>
            </a:extLst>
          </p:cNvPr>
          <p:cNvSpPr txBox="1"/>
          <p:nvPr/>
        </p:nvSpPr>
        <p:spPr>
          <a:xfrm>
            <a:off x="7980088" y="4266956"/>
            <a:ext cx="43611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Slant height of the paper cup</a:t>
            </a:r>
            <a:endParaRPr lang="zh-TW" altLang="en-US" sz="2000" b="1">
              <a:solidFill>
                <a:srgbClr val="92D05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1" name="文字方塊 132">
                <a:extLst>
                  <a:ext uri="{FF2B5EF4-FFF2-40B4-BE49-F238E27FC236}">
                    <a16:creationId xmlns:a16="http://schemas.microsoft.com/office/drawing/2014/main" id="{28311E91-A679-DA6B-EF2B-60E43EC0EBD2}"/>
                  </a:ext>
                </a:extLst>
              </p:cNvPr>
              <p:cNvSpPr txBox="1"/>
              <p:nvPr/>
            </p:nvSpPr>
            <p:spPr>
              <a:xfrm>
                <a:off x="9026157" y="50009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71" name="文字方塊 132">
                <a:extLst>
                  <a:ext uri="{FF2B5EF4-FFF2-40B4-BE49-F238E27FC236}">
                    <a16:creationId xmlns:a16="http://schemas.microsoft.com/office/drawing/2014/main" id="{28311E91-A679-DA6B-EF2B-60E43EC0E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6157" y="5000937"/>
                <a:ext cx="295688" cy="4001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3" name="群組 74">
            <a:extLst>
              <a:ext uri="{FF2B5EF4-FFF2-40B4-BE49-F238E27FC236}">
                <a16:creationId xmlns:a16="http://schemas.microsoft.com/office/drawing/2014/main" id="{7A312670-6463-0634-5203-10801CAF0AB1}"/>
              </a:ext>
            </a:extLst>
          </p:cNvPr>
          <p:cNvGrpSpPr/>
          <p:nvPr/>
        </p:nvGrpSpPr>
        <p:grpSpPr>
          <a:xfrm>
            <a:off x="6508640" y="4827036"/>
            <a:ext cx="716922" cy="837979"/>
            <a:chOff x="2709976" y="4759264"/>
            <a:chExt cx="716922" cy="83797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4" name="文字方塊 75">
                  <a:extLst>
                    <a:ext uri="{FF2B5EF4-FFF2-40B4-BE49-F238E27FC236}">
                      <a16:creationId xmlns:a16="http://schemas.microsoft.com/office/drawing/2014/main" id="{4E8F6975-E388-BB7A-5FEA-B43A255EA155}"/>
                    </a:ext>
                  </a:extLst>
                </p:cNvPr>
                <p:cNvSpPr txBox="1"/>
                <p:nvPr/>
              </p:nvSpPr>
              <p:spPr>
                <a:xfrm>
                  <a:off x="2889260" y="4759264"/>
                  <a:ext cx="479618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4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oMath>
                    </m:oMathPara>
                  </a14:m>
                  <a:endParaRPr lang="en-HK" sz="28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374" name="文字方塊 75">
                  <a:extLst>
                    <a:ext uri="{FF2B5EF4-FFF2-40B4-BE49-F238E27FC236}">
                      <a16:creationId xmlns:a16="http://schemas.microsoft.com/office/drawing/2014/main" id="{4E8F6975-E388-BB7A-5FEA-B43A255EA1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9260" y="4759264"/>
                  <a:ext cx="479618" cy="461665"/>
                </a:xfrm>
                <a:prstGeom prst="rect">
                  <a:avLst/>
                </a:prstGeom>
                <a:blipFill>
                  <a:blip r:embed="rId4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75" name="群組 76">
              <a:extLst>
                <a:ext uri="{FF2B5EF4-FFF2-40B4-BE49-F238E27FC236}">
                  <a16:creationId xmlns:a16="http://schemas.microsoft.com/office/drawing/2014/main" id="{BE7B245B-2198-3FAC-03DE-33AF0ABEF1C6}"/>
                </a:ext>
              </a:extLst>
            </p:cNvPr>
            <p:cNvGrpSpPr/>
            <p:nvPr/>
          </p:nvGrpSpPr>
          <p:grpSpPr>
            <a:xfrm>
              <a:off x="2709976" y="5157607"/>
              <a:ext cx="716922" cy="439636"/>
              <a:chOff x="2709976" y="5157607"/>
              <a:chExt cx="716922" cy="439636"/>
            </a:xfrm>
          </p:grpSpPr>
          <p:cxnSp>
            <p:nvCxnSpPr>
              <p:cNvPr id="376" name="直線接點 77">
                <a:extLst>
                  <a:ext uri="{FF2B5EF4-FFF2-40B4-BE49-F238E27FC236}">
                    <a16:creationId xmlns:a16="http://schemas.microsoft.com/office/drawing/2014/main" id="{AA3E1AB5-3D9E-8404-ED29-44E02010746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28452" y="5157607"/>
                <a:ext cx="598446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77" name="文字方塊 78">
                <a:extLst>
                  <a:ext uri="{FF2B5EF4-FFF2-40B4-BE49-F238E27FC236}">
                    <a16:creationId xmlns:a16="http://schemas.microsoft.com/office/drawing/2014/main" id="{237D6DF2-22E4-8E0E-E48E-AC04230E47D7}"/>
                  </a:ext>
                </a:extLst>
              </p:cNvPr>
              <p:cNvSpPr txBox="1"/>
              <p:nvPr/>
            </p:nvSpPr>
            <p:spPr>
              <a:xfrm>
                <a:off x="2709976" y="5197133"/>
                <a:ext cx="7040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360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379" name="文字方塊 218">
            <a:extLst>
              <a:ext uri="{FF2B5EF4-FFF2-40B4-BE49-F238E27FC236}">
                <a16:creationId xmlns:a16="http://schemas.microsoft.com/office/drawing/2014/main" id="{3B4BEDB9-C393-C3A6-F8A8-D731B5780782}"/>
              </a:ext>
            </a:extLst>
          </p:cNvPr>
          <p:cNvSpPr txBox="1"/>
          <p:nvPr/>
        </p:nvSpPr>
        <p:spPr>
          <a:xfrm>
            <a:off x="7015812" y="5169066"/>
            <a:ext cx="3034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4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2" name="文字方塊 44">
                <a:extLst>
                  <a:ext uri="{FF2B5EF4-FFF2-40B4-BE49-F238E27FC236}">
                    <a16:creationId xmlns:a16="http://schemas.microsoft.com/office/drawing/2014/main" id="{08B2CC14-F2DE-64B1-15C6-B10DA4AE1BBD}"/>
                  </a:ext>
                </a:extLst>
              </p:cNvPr>
              <p:cNvSpPr txBox="1"/>
              <p:nvPr/>
            </p:nvSpPr>
            <p:spPr>
              <a:xfrm>
                <a:off x="7255974" y="503109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2" name="文字方塊 44">
                <a:extLst>
                  <a:ext uri="{FF2B5EF4-FFF2-40B4-BE49-F238E27FC236}">
                    <a16:creationId xmlns:a16="http://schemas.microsoft.com/office/drawing/2014/main" id="{08B2CC14-F2DE-64B1-15C6-B10DA4AE1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5974" y="5031097"/>
                <a:ext cx="295688" cy="400110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3" name="TextBox 382">
                <a:extLst>
                  <a:ext uri="{FF2B5EF4-FFF2-40B4-BE49-F238E27FC236}">
                    <a16:creationId xmlns:a16="http://schemas.microsoft.com/office/drawing/2014/main" id="{A953C8ED-A00B-2651-5F90-91F67010AB9E}"/>
                  </a:ext>
                </a:extLst>
              </p:cNvPr>
              <p:cNvSpPr txBox="1"/>
              <p:nvPr/>
            </p:nvSpPr>
            <p:spPr>
              <a:xfrm>
                <a:off x="7537250" y="5027614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383" name="TextBox 382">
                <a:extLst>
                  <a:ext uri="{FF2B5EF4-FFF2-40B4-BE49-F238E27FC236}">
                    <a16:creationId xmlns:a16="http://schemas.microsoft.com/office/drawing/2014/main" id="{A953C8ED-A00B-2651-5F90-91F67010A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7250" y="5027614"/>
                <a:ext cx="357791" cy="400110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4" name="文字方塊 44">
                <a:extLst>
                  <a:ext uri="{FF2B5EF4-FFF2-40B4-BE49-F238E27FC236}">
                    <a16:creationId xmlns:a16="http://schemas.microsoft.com/office/drawing/2014/main" id="{C66C3C5C-EDCA-C56F-0F71-CFF893197837}"/>
                  </a:ext>
                </a:extLst>
              </p:cNvPr>
              <p:cNvSpPr txBox="1"/>
              <p:nvPr/>
            </p:nvSpPr>
            <p:spPr>
              <a:xfrm>
                <a:off x="7804305" y="503899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4" name="文字方塊 44">
                <a:extLst>
                  <a:ext uri="{FF2B5EF4-FFF2-40B4-BE49-F238E27FC236}">
                    <a16:creationId xmlns:a16="http://schemas.microsoft.com/office/drawing/2014/main" id="{C66C3C5C-EDCA-C56F-0F71-CFF8931978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305" y="5038993"/>
                <a:ext cx="295688" cy="400110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5" name="TextBox 384">
                <a:extLst>
                  <a:ext uri="{FF2B5EF4-FFF2-40B4-BE49-F238E27FC236}">
                    <a16:creationId xmlns:a16="http://schemas.microsoft.com/office/drawing/2014/main" id="{B7653F82-65A0-2394-AC98-C36369CB8327}"/>
                  </a:ext>
                </a:extLst>
              </p:cNvPr>
              <p:cNvSpPr txBox="1"/>
              <p:nvPr/>
            </p:nvSpPr>
            <p:spPr>
              <a:xfrm>
                <a:off x="8045869" y="5031050"/>
                <a:ext cx="573508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Handwriting" panose="03010101010101010101" pitchFamily="66" charset="0"/>
                        </a:rPr>
                        <m:t>20.5</m:t>
                      </m:r>
                    </m:oMath>
                  </m:oMathPara>
                </a14:m>
                <a:endParaRPr lang="en-US" sz="200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385" name="TextBox 384">
                <a:extLst>
                  <a:ext uri="{FF2B5EF4-FFF2-40B4-BE49-F238E27FC236}">
                    <a16:creationId xmlns:a16="http://schemas.microsoft.com/office/drawing/2014/main" id="{B7653F82-65A0-2394-AC98-C36369CB8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5869" y="5031050"/>
                <a:ext cx="573508" cy="403957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6" name="文字方塊 106">
            <a:extLst>
              <a:ext uri="{FF2B5EF4-FFF2-40B4-BE49-F238E27FC236}">
                <a16:creationId xmlns:a16="http://schemas.microsoft.com/office/drawing/2014/main" id="{C72C9595-84E7-ADD9-20DF-6563BB209C89}"/>
              </a:ext>
            </a:extLst>
          </p:cNvPr>
          <p:cNvSpPr txBox="1"/>
          <p:nvPr/>
        </p:nvSpPr>
        <p:spPr>
          <a:xfrm>
            <a:off x="8652749" y="4934662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7" name="文字方塊 10">
                <a:extLst>
                  <a:ext uri="{FF2B5EF4-FFF2-40B4-BE49-F238E27FC236}">
                    <a16:creationId xmlns:a16="http://schemas.microsoft.com/office/drawing/2014/main" id="{3E6B3E3B-7C5E-2C91-10D8-9E081CB6CE7B}"/>
                  </a:ext>
                </a:extLst>
              </p:cNvPr>
              <p:cNvSpPr txBox="1"/>
              <p:nvPr/>
            </p:nvSpPr>
            <p:spPr>
              <a:xfrm>
                <a:off x="9323936" y="5011606"/>
                <a:ext cx="13069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92.25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7" name="文字方塊 10">
                <a:extLst>
                  <a:ext uri="{FF2B5EF4-FFF2-40B4-BE49-F238E27FC236}">
                    <a16:creationId xmlns:a16="http://schemas.microsoft.com/office/drawing/2014/main" id="{3E6B3E3B-7C5E-2C91-10D8-9E081CB6C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3936" y="5011606"/>
                <a:ext cx="1306944" cy="400110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8" name="文字方塊 75">
                <a:extLst>
                  <a:ext uri="{FF2B5EF4-FFF2-40B4-BE49-F238E27FC236}">
                    <a16:creationId xmlns:a16="http://schemas.microsoft.com/office/drawing/2014/main" id="{C44A775F-9D84-A42F-C44B-26BA5BCA3F7E}"/>
                  </a:ext>
                </a:extLst>
              </p:cNvPr>
              <p:cNvSpPr txBox="1"/>
              <p:nvPr/>
            </p:nvSpPr>
            <p:spPr>
              <a:xfrm>
                <a:off x="8603035" y="5518890"/>
                <a:ext cx="4796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HK" sz="28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88" name="文字方塊 75">
                <a:extLst>
                  <a:ext uri="{FF2B5EF4-FFF2-40B4-BE49-F238E27FC236}">
                    <a16:creationId xmlns:a16="http://schemas.microsoft.com/office/drawing/2014/main" id="{C44A775F-9D84-A42F-C44B-26BA5BCA3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3035" y="5518890"/>
                <a:ext cx="479618" cy="461665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9" name="文字方塊 132">
                <a:extLst>
                  <a:ext uri="{FF2B5EF4-FFF2-40B4-BE49-F238E27FC236}">
                    <a16:creationId xmlns:a16="http://schemas.microsoft.com/office/drawing/2014/main" id="{4FB38F9A-74D8-4F68-E441-C25A128961C2}"/>
                  </a:ext>
                </a:extLst>
              </p:cNvPr>
              <p:cNvSpPr txBox="1"/>
              <p:nvPr/>
            </p:nvSpPr>
            <p:spPr>
              <a:xfrm>
                <a:off x="9026157" y="555972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9" name="文字方塊 132">
                <a:extLst>
                  <a:ext uri="{FF2B5EF4-FFF2-40B4-BE49-F238E27FC236}">
                    <a16:creationId xmlns:a16="http://schemas.microsoft.com/office/drawing/2014/main" id="{4FB38F9A-74D8-4F68-E441-C25A12896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6157" y="5559727"/>
                <a:ext cx="295688" cy="400110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0" name="群組 183">
            <a:extLst>
              <a:ext uri="{FF2B5EF4-FFF2-40B4-BE49-F238E27FC236}">
                <a16:creationId xmlns:a16="http://schemas.microsoft.com/office/drawing/2014/main" id="{8A7815BB-FC1D-49B5-F55E-CEC07050EB8B}"/>
              </a:ext>
            </a:extLst>
          </p:cNvPr>
          <p:cNvGrpSpPr/>
          <p:nvPr/>
        </p:nvGrpSpPr>
        <p:grpSpPr>
          <a:xfrm>
            <a:off x="9321845" y="5411538"/>
            <a:ext cx="2771689" cy="845170"/>
            <a:chOff x="4984455" y="5930944"/>
            <a:chExt cx="2771689" cy="845170"/>
          </a:xfrm>
        </p:grpSpPr>
        <p:grpSp>
          <p:nvGrpSpPr>
            <p:cNvPr id="391" name="群組 184">
              <a:extLst>
                <a:ext uri="{FF2B5EF4-FFF2-40B4-BE49-F238E27FC236}">
                  <a16:creationId xmlns:a16="http://schemas.microsoft.com/office/drawing/2014/main" id="{B41748D3-0DCA-F7BF-F9DE-5CCF3038A398}"/>
                </a:ext>
              </a:extLst>
            </p:cNvPr>
            <p:cNvGrpSpPr/>
            <p:nvPr/>
          </p:nvGrpSpPr>
          <p:grpSpPr>
            <a:xfrm>
              <a:off x="4984455" y="5930944"/>
              <a:ext cx="919115" cy="547679"/>
              <a:chOff x="2132102" y="4808882"/>
              <a:chExt cx="919115" cy="547679"/>
            </a:xfrm>
          </p:grpSpPr>
          <p:sp>
            <p:nvSpPr>
              <p:cNvPr id="393" name="文字方塊 186">
                <a:extLst>
                  <a:ext uri="{FF2B5EF4-FFF2-40B4-BE49-F238E27FC236}">
                    <a16:creationId xmlns:a16="http://schemas.microsoft.com/office/drawing/2014/main" id="{D3B12792-FE69-76A2-F069-574D27D094D0}"/>
                  </a:ext>
                </a:extLst>
              </p:cNvPr>
              <p:cNvSpPr txBox="1"/>
              <p:nvPr/>
            </p:nvSpPr>
            <p:spPr>
              <a:xfrm>
                <a:off x="2132102" y="4956451"/>
                <a:ext cx="78899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rPr>
                  <a:t>79.0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endParaRPr>
              </a:p>
            </p:txBody>
          </p:sp>
          <p:sp>
            <p:nvSpPr>
              <p:cNvPr id="394" name="文字方塊 187">
                <a:extLst>
                  <a:ext uri="{FF2B5EF4-FFF2-40B4-BE49-F238E27FC236}">
                    <a16:creationId xmlns:a16="http://schemas.microsoft.com/office/drawing/2014/main" id="{5EF1540C-6C80-F285-327C-F1E7497EC417}"/>
                  </a:ext>
                </a:extLst>
              </p:cNvPr>
              <p:cNvSpPr txBox="1"/>
              <p:nvPr/>
            </p:nvSpPr>
            <p:spPr>
              <a:xfrm>
                <a:off x="2747757" y="4808882"/>
                <a:ext cx="30346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4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Calligraphy" panose="03010101010101010101" pitchFamily="66" charset="0"/>
                  </a:rPr>
                  <a:t>o</a:t>
                </a:r>
              </a:p>
            </p:txBody>
          </p:sp>
        </p:grpSp>
        <p:sp>
          <p:nvSpPr>
            <p:cNvPr id="392" name="文字方塊 185">
              <a:extLst>
                <a:ext uri="{FF2B5EF4-FFF2-40B4-BE49-F238E27FC236}">
                  <a16:creationId xmlns:a16="http://schemas.microsoft.com/office/drawing/2014/main" id="{B977141E-1EC4-76D0-512D-78263867D34D}"/>
                </a:ext>
              </a:extLst>
            </p:cNvPr>
            <p:cNvSpPr txBox="1"/>
            <p:nvPr/>
          </p:nvSpPr>
          <p:spPr>
            <a:xfrm>
              <a:off x="5761127" y="6068228"/>
              <a:ext cx="199501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(cor. to 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</a:t>
              </a:r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sig. fig.)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5" name="文字方塊 260">
                <a:extLst>
                  <a:ext uri="{FF2B5EF4-FFF2-40B4-BE49-F238E27FC236}">
                    <a16:creationId xmlns:a16="http://schemas.microsoft.com/office/drawing/2014/main" id="{153A7D03-54F0-7A62-E44A-D6551F427E8F}"/>
                  </a:ext>
                </a:extLst>
              </p:cNvPr>
              <p:cNvSpPr txBox="1"/>
              <p:nvPr/>
            </p:nvSpPr>
            <p:spPr>
              <a:xfrm>
                <a:off x="6580845" y="6359360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95" name="文字方塊 260">
                <a:extLst>
                  <a:ext uri="{FF2B5EF4-FFF2-40B4-BE49-F238E27FC236}">
                    <a16:creationId xmlns:a16="http://schemas.microsoft.com/office/drawing/2014/main" id="{153A7D03-54F0-7A62-E44A-D6551F427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0845" y="6359360"/>
                <a:ext cx="238419" cy="461665"/>
              </a:xfrm>
              <a:prstGeom prst="rect">
                <a:avLst/>
              </a:prstGeom>
              <a:blipFill>
                <a:blip r:embed="rId54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6" name="TextBox 15">
            <a:extLst>
              <a:ext uri="{FF2B5EF4-FFF2-40B4-BE49-F238E27FC236}">
                <a16:creationId xmlns:a16="http://schemas.microsoft.com/office/drawing/2014/main" id="{CD948C07-617A-5724-B395-F677DA3B4D82}"/>
              </a:ext>
            </a:extLst>
          </p:cNvPr>
          <p:cNvSpPr txBox="1"/>
          <p:nvPr/>
        </p:nvSpPr>
        <p:spPr>
          <a:xfrm>
            <a:off x="6819264" y="6390138"/>
            <a:ext cx="3545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The angle of the sector is </a:t>
            </a:r>
            <a:endParaRPr lang="zh-TW" altLang="en-US" sz="2000" b="1"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398" name="群組 184">
            <a:extLst>
              <a:ext uri="{FF2B5EF4-FFF2-40B4-BE49-F238E27FC236}">
                <a16:creationId xmlns:a16="http://schemas.microsoft.com/office/drawing/2014/main" id="{E5E4CC00-3C1D-BEC8-9A1E-B1D2E185E68E}"/>
              </a:ext>
            </a:extLst>
          </p:cNvPr>
          <p:cNvGrpSpPr/>
          <p:nvPr/>
        </p:nvGrpSpPr>
        <p:grpSpPr>
          <a:xfrm>
            <a:off x="10299005" y="6246885"/>
            <a:ext cx="919115" cy="547679"/>
            <a:chOff x="2132102" y="4808882"/>
            <a:chExt cx="919115" cy="547679"/>
          </a:xfrm>
        </p:grpSpPr>
        <p:sp>
          <p:nvSpPr>
            <p:cNvPr id="400" name="文字方塊 186">
              <a:extLst>
                <a:ext uri="{FF2B5EF4-FFF2-40B4-BE49-F238E27FC236}">
                  <a16:creationId xmlns:a16="http://schemas.microsoft.com/office/drawing/2014/main" id="{D8B01002-F3E5-4642-C47E-DA16EF12D045}"/>
                </a:ext>
              </a:extLst>
            </p:cNvPr>
            <p:cNvSpPr txBox="1"/>
            <p:nvPr/>
          </p:nvSpPr>
          <p:spPr>
            <a:xfrm>
              <a:off x="2132102" y="4956451"/>
              <a:ext cx="7889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79.0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401" name="文字方塊 187">
              <a:extLst>
                <a:ext uri="{FF2B5EF4-FFF2-40B4-BE49-F238E27FC236}">
                  <a16:creationId xmlns:a16="http://schemas.microsoft.com/office/drawing/2014/main" id="{0FCEBE6F-64D3-21E2-68DE-5DF0968C6CA0}"/>
                </a:ext>
              </a:extLst>
            </p:cNvPr>
            <p:cNvSpPr txBox="1"/>
            <p:nvPr/>
          </p:nvSpPr>
          <p:spPr>
            <a:xfrm>
              <a:off x="2747757" y="4808882"/>
              <a:ext cx="303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4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o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2" name="文字方塊 132">
                <a:extLst>
                  <a:ext uri="{FF2B5EF4-FFF2-40B4-BE49-F238E27FC236}">
                    <a16:creationId xmlns:a16="http://schemas.microsoft.com/office/drawing/2014/main" id="{F16BE1F9-4895-0EA1-4839-0D27CA47D9F2}"/>
                  </a:ext>
                </a:extLst>
              </p:cNvPr>
              <p:cNvSpPr txBox="1"/>
              <p:nvPr/>
            </p:nvSpPr>
            <p:spPr>
              <a:xfrm>
                <a:off x="7854687" y="46306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2" name="文字方塊 132">
                <a:extLst>
                  <a:ext uri="{FF2B5EF4-FFF2-40B4-BE49-F238E27FC236}">
                    <a16:creationId xmlns:a16="http://schemas.microsoft.com/office/drawing/2014/main" id="{F16BE1F9-4895-0EA1-4839-0D27CA47D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4687" y="4630682"/>
                <a:ext cx="295688" cy="400110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3" name="TextBox 402">
            <a:extLst>
              <a:ext uri="{FF2B5EF4-FFF2-40B4-BE49-F238E27FC236}">
                <a16:creationId xmlns:a16="http://schemas.microsoft.com/office/drawing/2014/main" id="{7271218D-6E38-EBE5-7D95-0ABE37289EDC}"/>
              </a:ext>
            </a:extLst>
          </p:cNvPr>
          <p:cNvSpPr txBox="1"/>
          <p:nvPr/>
        </p:nvSpPr>
        <p:spPr>
          <a:xfrm>
            <a:off x="8165278" y="4604119"/>
            <a:ext cx="13551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20.5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 cm</a:t>
            </a:r>
            <a:endParaRPr lang="en-US" sz="2000">
              <a:solidFill>
                <a:srgbClr val="92D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4" name="文字方塊 75">
                <a:extLst>
                  <a:ext uri="{FF2B5EF4-FFF2-40B4-BE49-F238E27FC236}">
                    <a16:creationId xmlns:a16="http://schemas.microsoft.com/office/drawing/2014/main" id="{30FA5ABF-735B-5901-9AEB-008E75DA296E}"/>
                  </a:ext>
                </a:extLst>
              </p:cNvPr>
              <p:cNvSpPr txBox="1"/>
              <p:nvPr/>
            </p:nvSpPr>
            <p:spPr>
              <a:xfrm>
                <a:off x="10687255" y="2432191"/>
                <a:ext cx="4796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4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HK" sz="28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404" name="文字方塊 75">
                <a:extLst>
                  <a:ext uri="{FF2B5EF4-FFF2-40B4-BE49-F238E27FC236}">
                    <a16:creationId xmlns:a16="http://schemas.microsoft.com/office/drawing/2014/main" id="{30FA5ABF-735B-5901-9AEB-008E75DA29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7255" y="2432191"/>
                <a:ext cx="479618" cy="461665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7443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33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9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5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0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8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1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6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9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>
                      <p:stCondLst>
                        <p:cond delay="indefinite"/>
                      </p:stCondLst>
                      <p:childTnLst>
                        <p:par>
                          <p:cTn id="301" fill="hold">
                            <p:stCondLst>
                              <p:cond delay="0"/>
                            </p:stCondLst>
                            <p:childTnLst>
                              <p:par>
                                <p:cTn id="3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4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7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0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5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0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3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8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3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6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9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5" grpId="0"/>
      <p:bldP spid="16" grpId="0"/>
      <p:bldP spid="24" grpId="0"/>
      <p:bldP spid="34" grpId="0" animBg="1"/>
      <p:bldP spid="37" grpId="0"/>
      <p:bldP spid="38" grpId="0"/>
      <p:bldP spid="39" grpId="0"/>
      <p:bldP spid="40" grpId="0"/>
      <p:bldP spid="41" grpId="0"/>
      <p:bldP spid="42" grpId="0"/>
      <p:bldP spid="48" grpId="0"/>
      <p:bldP spid="55" grpId="0"/>
      <p:bldP spid="56" grpId="0"/>
      <p:bldP spid="58" grpId="0"/>
      <p:bldP spid="59" grpId="0"/>
      <p:bldP spid="60" grpId="0"/>
      <p:bldP spid="321" grpId="0"/>
      <p:bldP spid="322" grpId="0"/>
      <p:bldP spid="323" grpId="0"/>
      <p:bldP spid="328" grpId="0"/>
      <p:bldP spid="333" grpId="0"/>
      <p:bldP spid="338" grpId="0"/>
      <p:bldP spid="339" grpId="0"/>
      <p:bldP spid="340" grpId="0"/>
      <p:bldP spid="341" grpId="0"/>
      <p:bldP spid="342" grpId="0"/>
      <p:bldP spid="344" grpId="0"/>
      <p:bldP spid="345" grpId="0"/>
      <p:bldP spid="346" grpId="0"/>
      <p:bldP spid="350" grpId="0"/>
      <p:bldP spid="351" grpId="0"/>
      <p:bldP spid="352" grpId="0"/>
      <p:bldP spid="357" grpId="0"/>
      <p:bldP spid="358" grpId="0"/>
      <p:bldP spid="362" grpId="0"/>
      <p:bldP spid="363" grpId="0"/>
      <p:bldP spid="365" grpId="0" animBg="1"/>
      <p:bldP spid="366" grpId="0"/>
      <p:bldP spid="367" grpId="0"/>
      <p:bldP spid="368" grpId="0"/>
      <p:bldP spid="369" grpId="0"/>
      <p:bldP spid="370" grpId="0"/>
      <p:bldP spid="371" grpId="0"/>
      <p:bldP spid="379" grpId="0"/>
      <p:bldP spid="382" grpId="0"/>
      <p:bldP spid="383" grpId="0"/>
      <p:bldP spid="384" grpId="0"/>
      <p:bldP spid="385" grpId="0"/>
      <p:bldP spid="386" grpId="0"/>
      <p:bldP spid="387" grpId="0"/>
      <p:bldP spid="388" grpId="0"/>
      <p:bldP spid="389" grpId="0"/>
      <p:bldP spid="395" grpId="0"/>
      <p:bldP spid="396" grpId="0"/>
      <p:bldP spid="402" grpId="0"/>
      <p:bldP spid="403" grpId="0"/>
      <p:bldP spid="40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4E229122-2ACC-75A4-B38E-C913CDDFC4E3}"/>
              </a:ext>
            </a:extLst>
          </p:cNvPr>
          <p:cNvSpPr txBox="1"/>
          <p:nvPr/>
        </p:nvSpPr>
        <p:spPr>
          <a:xfrm>
            <a:off x="-168696" y="110553"/>
            <a:ext cx="4608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Area and Volume </a:t>
            </a:r>
            <a:r>
              <a:rPr lang="en-US" altLang="zh-HK" sz="28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2</a:t>
            </a:r>
            <a:endParaRPr lang="zh-TW" altLang="en-US" sz="2800" b="1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5CB6D057-03A3-5008-762E-02D57066B88D}"/>
              </a:ext>
            </a:extLst>
          </p:cNvPr>
          <p:cNvSpPr txBox="1"/>
          <p:nvPr/>
        </p:nvSpPr>
        <p:spPr>
          <a:xfrm>
            <a:off x="5015880" y="836712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Sphere</a:t>
            </a:r>
            <a:endParaRPr lang="zh-TW" altLang="en-US" sz="2400" b="1"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18B3775B-F0AD-8CE4-7148-3F8FE09815F5}"/>
              </a:ext>
            </a:extLst>
          </p:cNvPr>
          <p:cNvGrpSpPr/>
          <p:nvPr/>
        </p:nvGrpSpPr>
        <p:grpSpPr>
          <a:xfrm>
            <a:off x="335360" y="1916832"/>
            <a:ext cx="2664296" cy="2664296"/>
            <a:chOff x="479376" y="1628800"/>
            <a:chExt cx="2413200" cy="2345523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055C4E8B-C7EA-BD60-674B-9A0780AAD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1384" y="1772816"/>
              <a:ext cx="2160240" cy="2125317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D2EF5500-0DBF-5589-3A19-34DB20D68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30671" y="1628800"/>
              <a:ext cx="361905" cy="419048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4002AA26-25E3-BBD2-7FC1-2CF7788A72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9376" y="3821942"/>
              <a:ext cx="485714" cy="152381"/>
            </a:xfrm>
            <a:prstGeom prst="rect">
              <a:avLst/>
            </a:prstGeom>
          </p:spPr>
        </p:pic>
      </p:grpSp>
      <p:sp>
        <p:nvSpPr>
          <p:cNvPr id="11" name="TextBox 15">
            <a:extLst>
              <a:ext uri="{FF2B5EF4-FFF2-40B4-BE49-F238E27FC236}">
                <a16:creationId xmlns:a16="http://schemas.microsoft.com/office/drawing/2014/main" id="{17A5A304-AC82-6C11-9AFC-358519511273}"/>
              </a:ext>
            </a:extLst>
          </p:cNvPr>
          <p:cNvSpPr txBox="1"/>
          <p:nvPr/>
        </p:nvSpPr>
        <p:spPr>
          <a:xfrm>
            <a:off x="3362375" y="2584477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Sphere</a:t>
            </a:r>
            <a:endParaRPr lang="zh-TW" altLang="en-US" sz="2000" b="1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BAA8726E-64EE-B61C-C327-21A58EC9928E}"/>
                  </a:ext>
                </a:extLst>
              </p:cNvPr>
              <p:cNvSpPr txBox="1"/>
              <p:nvPr/>
            </p:nvSpPr>
            <p:spPr>
              <a:xfrm>
                <a:off x="6065013" y="258447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BAA8726E-64EE-B61C-C327-21A58EC99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013" y="2584477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群組 12">
            <a:extLst>
              <a:ext uri="{FF2B5EF4-FFF2-40B4-BE49-F238E27FC236}">
                <a16:creationId xmlns:a16="http://schemas.microsoft.com/office/drawing/2014/main" id="{448D87E8-6B2F-F51E-18BE-7B17E51E7CF3}"/>
              </a:ext>
            </a:extLst>
          </p:cNvPr>
          <p:cNvGrpSpPr/>
          <p:nvPr/>
        </p:nvGrpSpPr>
        <p:grpSpPr>
          <a:xfrm>
            <a:off x="6476307" y="2420888"/>
            <a:ext cx="364383" cy="777549"/>
            <a:chOff x="2896107" y="4671588"/>
            <a:chExt cx="364383" cy="777549"/>
          </a:xfrm>
        </p:grpSpPr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4C1E878F-CC50-A893-CCC4-81F01970E56D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09B0B9FC-35C4-9752-045C-E36510738945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6" name="直線接點 15">
                <a:extLst>
                  <a:ext uri="{FF2B5EF4-FFF2-40B4-BE49-F238E27FC236}">
                    <a16:creationId xmlns:a16="http://schemas.microsoft.com/office/drawing/2014/main" id="{861BF568-A81D-C271-45ED-AEA41D94F3F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8B53AC1-B721-E0FC-B9E8-09D42D3AEBF9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8439C31-7D15-ACBB-9C3E-79F83D18AFA4}"/>
                  </a:ext>
                </a:extLst>
              </p:cNvPr>
              <p:cNvSpPr txBox="1"/>
              <p:nvPr/>
            </p:nvSpPr>
            <p:spPr>
              <a:xfrm>
                <a:off x="6849950" y="258447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8439C31-7D15-ACBB-9C3E-79F83D18A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950" y="2584477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群組 18">
            <a:extLst>
              <a:ext uri="{FF2B5EF4-FFF2-40B4-BE49-F238E27FC236}">
                <a16:creationId xmlns:a16="http://schemas.microsoft.com/office/drawing/2014/main" id="{5839DFE5-141C-52AD-70FA-25941F307125}"/>
              </a:ext>
            </a:extLst>
          </p:cNvPr>
          <p:cNvGrpSpPr/>
          <p:nvPr/>
        </p:nvGrpSpPr>
        <p:grpSpPr>
          <a:xfrm>
            <a:off x="7145638" y="2515303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089991E7-F65B-F869-4DFE-18A20E2727DA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089991E7-F65B-F869-4DFE-18A20E2727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1970CB8B-6449-7C83-4048-B7C1B28D41BD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35E7BFEB-767F-CDDA-C548-F7FC9D9ECDF1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56FB87A6-BAFC-1C18-4E56-CB6F62A7AA86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</a:p>
            </p:txBody>
          </p:sp>
        </p:grpSp>
      </p:grpSp>
      <p:sp>
        <p:nvSpPr>
          <p:cNvPr id="24" name="TextBox 15">
            <a:extLst>
              <a:ext uri="{FF2B5EF4-FFF2-40B4-BE49-F238E27FC236}">
                <a16:creationId xmlns:a16="http://schemas.microsoft.com/office/drawing/2014/main" id="{C8E97D9E-96AF-92E0-5132-B14E3446DFC6}"/>
              </a:ext>
            </a:extLst>
          </p:cNvPr>
          <p:cNvSpPr txBox="1"/>
          <p:nvPr/>
        </p:nvSpPr>
        <p:spPr>
          <a:xfrm>
            <a:off x="2917836" y="3807381"/>
            <a:ext cx="3240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Surface area of Sphere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B7E2BAF-CB67-E16F-7FE7-2196EFE4DDF3}"/>
                  </a:ext>
                </a:extLst>
              </p:cNvPr>
              <p:cNvSpPr txBox="1"/>
              <p:nvPr/>
            </p:nvSpPr>
            <p:spPr>
              <a:xfrm>
                <a:off x="6091883" y="38021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B7E2BAF-CB67-E16F-7FE7-2196EFE4D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1883" y="3802178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>
            <a:extLst>
              <a:ext uri="{FF2B5EF4-FFF2-40B4-BE49-F238E27FC236}">
                <a16:creationId xmlns:a16="http://schemas.microsoft.com/office/drawing/2014/main" id="{4FF80C23-D1DD-C00C-3EAE-53FF4827902C}"/>
              </a:ext>
            </a:extLst>
          </p:cNvPr>
          <p:cNvSpPr txBox="1"/>
          <p:nvPr/>
        </p:nvSpPr>
        <p:spPr>
          <a:xfrm>
            <a:off x="6384032" y="3802178"/>
            <a:ext cx="4079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</a:t>
            </a:r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542A902A-B926-8C6F-0F56-2579F0FC8851}"/>
              </a:ext>
            </a:extLst>
          </p:cNvPr>
          <p:cNvGrpSpPr/>
          <p:nvPr/>
        </p:nvGrpSpPr>
        <p:grpSpPr>
          <a:xfrm>
            <a:off x="6588016" y="3733004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A827AC8A-4679-B970-AC32-DFD415989C54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A827AC8A-4679-B970-AC32-DFD415989C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6E45A929-2C19-1678-4544-09D38C6763A2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2816DC0B-B4CF-7AED-A8D5-AEBA5B88EC15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9B29D034-2E3F-EF1C-59B1-A6151E196597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90236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/>
      <p:bldP spid="12" grpId="0"/>
      <p:bldP spid="18" grpId="0"/>
      <p:bldP spid="24" grpId="0"/>
      <p:bldP spid="25" grpId="0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Picture 404">
            <a:extLst>
              <a:ext uri="{FF2B5EF4-FFF2-40B4-BE49-F238E27FC236}">
                <a16:creationId xmlns:a16="http://schemas.microsoft.com/office/drawing/2014/main" id="{FCD38142-6CB6-5F25-4132-D6601B370A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57" r="5947" b="15109"/>
          <a:stretch>
            <a:fillRect/>
          </a:stretch>
        </p:blipFill>
        <p:spPr>
          <a:xfrm>
            <a:off x="111141" y="139570"/>
            <a:ext cx="7089751" cy="1721672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34CBFB90-0C92-7157-533E-63726B430664}"/>
              </a:ext>
            </a:extLst>
          </p:cNvPr>
          <p:cNvGrpSpPr/>
          <p:nvPr/>
        </p:nvGrpSpPr>
        <p:grpSpPr>
          <a:xfrm>
            <a:off x="8641377" y="2356688"/>
            <a:ext cx="2273056" cy="2144623"/>
            <a:chOff x="9227123" y="9013841"/>
            <a:chExt cx="840513" cy="214462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D5C9311-5813-EF37-CA71-B7062E1B43A5}"/>
                </a:ext>
              </a:extLst>
            </p:cNvPr>
            <p:cNvSpPr/>
            <p:nvPr/>
          </p:nvSpPr>
          <p:spPr>
            <a:xfrm>
              <a:off x="9227127" y="9013841"/>
              <a:ext cx="840509" cy="2144623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D3DFD073-B434-D74C-BD6B-33ADE2850BC1}"/>
                </a:ext>
              </a:extLst>
            </p:cNvPr>
            <p:cNvSpPr/>
            <p:nvPr/>
          </p:nvSpPr>
          <p:spPr>
            <a:xfrm>
              <a:off x="9227125" y="9677277"/>
              <a:ext cx="840509" cy="977382"/>
            </a:xfrm>
            <a:prstGeom prst="arc">
              <a:avLst>
                <a:gd name="adj1" fmla="val 10931580"/>
                <a:gd name="adj2" fmla="val 143650"/>
              </a:avLst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A0D3282B-043E-8607-A154-BF5D95E4BCF2}"/>
                </a:ext>
              </a:extLst>
            </p:cNvPr>
            <p:cNvSpPr/>
            <p:nvPr/>
          </p:nvSpPr>
          <p:spPr>
            <a:xfrm flipV="1">
              <a:off x="9227123" y="9652687"/>
              <a:ext cx="840509" cy="862035"/>
            </a:xfrm>
            <a:prstGeom prst="arc">
              <a:avLst>
                <a:gd name="adj1" fmla="val 10931580"/>
                <a:gd name="adj2" fmla="val 143650"/>
              </a:avLst>
            </a:prstGeom>
            <a:ln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2B739D-6649-A0C3-C922-1794BB11EE80}"/>
                </a:ext>
              </a:extLst>
            </p:cNvPr>
            <p:cNvCxnSpPr>
              <a:cxnSpLocks/>
            </p:cNvCxnSpPr>
            <p:nvPr/>
          </p:nvCxnSpPr>
          <p:spPr>
            <a:xfrm>
              <a:off x="9229975" y="10124332"/>
              <a:ext cx="417405" cy="0"/>
            </a:xfrm>
            <a:prstGeom prst="line">
              <a:avLst/>
            </a:prstGeom>
            <a:ln w="28575">
              <a:solidFill>
                <a:srgbClr val="92D05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85344CC-A8E0-9948-2610-04E9DACE9ACF}"/>
              </a:ext>
            </a:extLst>
          </p:cNvPr>
          <p:cNvSpPr txBox="1"/>
          <p:nvPr/>
        </p:nvSpPr>
        <p:spPr>
          <a:xfrm>
            <a:off x="720759" y="1861242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8D4CF58-BAD5-E18F-748F-D27D6440CE2B}"/>
              </a:ext>
            </a:extLst>
          </p:cNvPr>
          <p:cNvSpPr txBox="1"/>
          <p:nvPr/>
        </p:nvSpPr>
        <p:spPr>
          <a:xfrm>
            <a:off x="1298828" y="1868061"/>
            <a:ext cx="5473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r cm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 the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radius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of the basketball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筆跡 11">
                <a:extLst>
                  <a:ext uri="{FF2B5EF4-FFF2-40B4-BE49-F238E27FC236}">
                    <a16:creationId xmlns:a16="http://schemas.microsoft.com/office/drawing/2014/main" id="{62B7FCAA-660D-6D1E-18E5-3AC821FC469F}"/>
                  </a:ext>
                </a:extLst>
              </p14:cNvPr>
              <p14:cNvContentPartPr/>
              <p14:nvPr/>
            </p14:nvContentPartPr>
            <p14:xfrm>
              <a:off x="1277563" y="786390"/>
              <a:ext cx="1002898" cy="45719"/>
            </p14:xfrm>
          </p:contentPart>
        </mc:Choice>
        <mc:Fallback>
          <p:pic>
            <p:nvPicPr>
              <p:cNvPr id="16" name="筆跡 11">
                <a:extLst>
                  <a:ext uri="{FF2B5EF4-FFF2-40B4-BE49-F238E27FC236}">
                    <a16:creationId xmlns:a16="http://schemas.microsoft.com/office/drawing/2014/main" id="{62B7FCAA-660D-6D1E-18E5-3AC821FC46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23547" y="-12929310"/>
                <a:ext cx="1110570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文字方塊 25">
            <a:extLst>
              <a:ext uri="{FF2B5EF4-FFF2-40B4-BE49-F238E27FC236}">
                <a16:creationId xmlns:a16="http://schemas.microsoft.com/office/drawing/2014/main" id="{2F5CF276-DD9E-8113-AD3D-483EF8D54AE7}"/>
              </a:ext>
            </a:extLst>
          </p:cNvPr>
          <p:cNvSpPr txBox="1"/>
          <p:nvPr/>
        </p:nvSpPr>
        <p:spPr>
          <a:xfrm>
            <a:off x="2097741" y="2373965"/>
            <a:ext cx="4079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</a:t>
            </a:r>
          </a:p>
        </p:txBody>
      </p:sp>
      <p:grpSp>
        <p:nvGrpSpPr>
          <p:cNvPr id="19" name="群組 26">
            <a:extLst>
              <a:ext uri="{FF2B5EF4-FFF2-40B4-BE49-F238E27FC236}">
                <a16:creationId xmlns:a16="http://schemas.microsoft.com/office/drawing/2014/main" id="{71A83178-21C7-31FA-C40E-E21915660B42}"/>
              </a:ext>
            </a:extLst>
          </p:cNvPr>
          <p:cNvGrpSpPr/>
          <p:nvPr/>
        </p:nvGrpSpPr>
        <p:grpSpPr>
          <a:xfrm>
            <a:off x="2301725" y="2304791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文字方塊 27">
                  <a:extLst>
                    <a:ext uri="{FF2B5EF4-FFF2-40B4-BE49-F238E27FC236}">
                      <a16:creationId xmlns:a16="http://schemas.microsoft.com/office/drawing/2014/main" id="{40BB2D2E-D325-264B-7852-1E18C35FE661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0" name="文字方塊 27">
                  <a:extLst>
                    <a:ext uri="{FF2B5EF4-FFF2-40B4-BE49-F238E27FC236}">
                      <a16:creationId xmlns:a16="http://schemas.microsoft.com/office/drawing/2014/main" id="{40BB2D2E-D325-264B-7852-1E18C35FE6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" name="群組 28">
              <a:extLst>
                <a:ext uri="{FF2B5EF4-FFF2-40B4-BE49-F238E27FC236}">
                  <a16:creationId xmlns:a16="http://schemas.microsoft.com/office/drawing/2014/main" id="{A2E3E1EE-6F15-E2B0-6D47-3216EB0409D7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22" name="文字方塊 29">
                <a:extLst>
                  <a:ext uri="{FF2B5EF4-FFF2-40B4-BE49-F238E27FC236}">
                    <a16:creationId xmlns:a16="http://schemas.microsoft.com/office/drawing/2014/main" id="{985CCF59-4D71-32A4-5DAA-FD372E629951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23" name="文字方塊 30">
                <a:extLst>
                  <a:ext uri="{FF2B5EF4-FFF2-40B4-BE49-F238E27FC236}">
                    <a16:creationId xmlns:a16="http://schemas.microsoft.com/office/drawing/2014/main" id="{414F6390-BF98-C9D3-EAE9-38D28897DBDA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132">
                <a:extLst>
                  <a:ext uri="{FF2B5EF4-FFF2-40B4-BE49-F238E27FC236}">
                    <a16:creationId xmlns:a16="http://schemas.microsoft.com/office/drawing/2014/main" id="{CD1DC190-CC30-0406-1E1F-A70259AB274B}"/>
                  </a:ext>
                </a:extLst>
              </p:cNvPr>
              <p:cNvSpPr txBox="1"/>
              <p:nvPr/>
            </p:nvSpPr>
            <p:spPr>
              <a:xfrm>
                <a:off x="2873697" y="23739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132">
                <a:extLst>
                  <a:ext uri="{FF2B5EF4-FFF2-40B4-BE49-F238E27FC236}">
                    <a16:creationId xmlns:a16="http://schemas.microsoft.com/office/drawing/2014/main" id="{CD1DC190-CC30-0406-1E1F-A70259AB27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3697" y="2373965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75F758B-F5D6-DBA3-473A-0879394EBA68}"/>
                  </a:ext>
                </a:extLst>
              </p:cNvPr>
              <p:cNvSpPr txBox="1"/>
              <p:nvPr/>
            </p:nvSpPr>
            <p:spPr>
              <a:xfrm>
                <a:off x="3225525" y="2373965"/>
                <a:ext cx="573508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Lucida Handwriting" panose="03010101010101010101" pitchFamily="66" charset="0"/>
                        </a:rPr>
                        <m:t>1850</m:t>
                      </m:r>
                    </m:oMath>
                  </m:oMathPara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75F758B-F5D6-DBA3-473A-0879394EB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5525" y="2373965"/>
                <a:ext cx="573508" cy="403957"/>
              </a:xfrm>
              <a:prstGeom prst="rect">
                <a:avLst/>
              </a:prstGeom>
              <a:blipFill>
                <a:blip r:embed="rId8"/>
                <a:stretch>
                  <a:fillRect r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6" name="筆跡 11">
                <a:extLst>
                  <a:ext uri="{FF2B5EF4-FFF2-40B4-BE49-F238E27FC236}">
                    <a16:creationId xmlns:a16="http://schemas.microsoft.com/office/drawing/2014/main" id="{10DD1AC9-AC69-0EE9-CB4F-DBE09454AC95}"/>
                  </a:ext>
                </a:extLst>
              </p14:cNvPr>
              <p14:cNvContentPartPr/>
              <p14:nvPr/>
            </p14:nvContentPartPr>
            <p14:xfrm>
              <a:off x="5379396" y="397773"/>
              <a:ext cx="1079770" cy="45719"/>
            </p14:xfrm>
          </p:contentPart>
        </mc:Choice>
        <mc:Fallback>
          <p:pic>
            <p:nvPicPr>
              <p:cNvPr id="26" name="筆跡 11">
                <a:extLst>
                  <a:ext uri="{FF2B5EF4-FFF2-40B4-BE49-F238E27FC236}">
                    <a16:creationId xmlns:a16="http://schemas.microsoft.com/office/drawing/2014/main" id="{10DD1AC9-AC69-0EE9-CB4F-DBE09454AC9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25371" y="-13317927"/>
                <a:ext cx="1187459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文字方塊 29">
            <a:extLst>
              <a:ext uri="{FF2B5EF4-FFF2-40B4-BE49-F238E27FC236}">
                <a16:creationId xmlns:a16="http://schemas.microsoft.com/office/drawing/2014/main" id="{D08371EE-E98E-2465-8678-8D67BB2E1714}"/>
              </a:ext>
            </a:extLst>
          </p:cNvPr>
          <p:cNvSpPr txBox="1"/>
          <p:nvPr/>
        </p:nvSpPr>
        <p:spPr>
          <a:xfrm>
            <a:off x="2454958" y="2895490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r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sp>
        <p:nvSpPr>
          <p:cNvPr id="28" name="文字方塊 30">
            <a:extLst>
              <a:ext uri="{FF2B5EF4-FFF2-40B4-BE49-F238E27FC236}">
                <a16:creationId xmlns:a16="http://schemas.microsoft.com/office/drawing/2014/main" id="{B25D528A-0D09-F7EB-4A3F-643B78732569}"/>
              </a:ext>
            </a:extLst>
          </p:cNvPr>
          <p:cNvSpPr txBox="1"/>
          <p:nvPr/>
        </p:nvSpPr>
        <p:spPr>
          <a:xfrm>
            <a:off x="2639959" y="2820604"/>
            <a:ext cx="324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132">
                <a:extLst>
                  <a:ext uri="{FF2B5EF4-FFF2-40B4-BE49-F238E27FC236}">
                    <a16:creationId xmlns:a16="http://schemas.microsoft.com/office/drawing/2014/main" id="{98410404-A3C3-D821-232D-B1272F840805}"/>
                  </a:ext>
                </a:extLst>
              </p:cNvPr>
              <p:cNvSpPr txBox="1"/>
              <p:nvPr/>
            </p:nvSpPr>
            <p:spPr>
              <a:xfrm>
                <a:off x="2890373" y="289549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" name="文字方塊 132">
                <a:extLst>
                  <a:ext uri="{FF2B5EF4-FFF2-40B4-BE49-F238E27FC236}">
                    <a16:creationId xmlns:a16="http://schemas.microsoft.com/office/drawing/2014/main" id="{98410404-A3C3-D821-232D-B1272F840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373" y="2895490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群組 74">
            <a:extLst>
              <a:ext uri="{FF2B5EF4-FFF2-40B4-BE49-F238E27FC236}">
                <a16:creationId xmlns:a16="http://schemas.microsoft.com/office/drawing/2014/main" id="{D304E771-C2A6-3BD4-9107-F701EDC029BB}"/>
              </a:ext>
            </a:extLst>
          </p:cNvPr>
          <p:cNvGrpSpPr/>
          <p:nvPr/>
        </p:nvGrpSpPr>
        <p:grpSpPr>
          <a:xfrm>
            <a:off x="3344832" y="2765449"/>
            <a:ext cx="704039" cy="756998"/>
            <a:chOff x="2896107" y="4671588"/>
            <a:chExt cx="704039" cy="756998"/>
          </a:xfrm>
        </p:grpSpPr>
        <p:sp>
          <p:nvSpPr>
            <p:cNvPr id="31" name="文字方塊 75">
              <a:extLst>
                <a:ext uri="{FF2B5EF4-FFF2-40B4-BE49-F238E27FC236}">
                  <a16:creationId xmlns:a16="http://schemas.microsoft.com/office/drawing/2014/main" id="{AAB101AC-E698-27B6-D691-5B4728062986}"/>
                </a:ext>
              </a:extLst>
            </p:cNvPr>
            <p:cNvSpPr txBox="1"/>
            <p:nvPr/>
          </p:nvSpPr>
          <p:spPr>
            <a:xfrm>
              <a:off x="2896107" y="4671588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925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32" name="群組 76">
              <a:extLst>
                <a:ext uri="{FF2B5EF4-FFF2-40B4-BE49-F238E27FC236}">
                  <a16:creationId xmlns:a16="http://schemas.microsoft.com/office/drawing/2014/main" id="{8A2E10BB-B858-7A37-8811-26D9D47C46D5}"/>
                </a:ext>
              </a:extLst>
            </p:cNvPr>
            <p:cNvGrpSpPr/>
            <p:nvPr/>
          </p:nvGrpSpPr>
          <p:grpSpPr>
            <a:xfrm>
              <a:off x="2896107" y="5028476"/>
              <a:ext cx="704039" cy="400110"/>
              <a:chOff x="2896107" y="5028476"/>
              <a:chExt cx="704039" cy="400110"/>
            </a:xfrm>
          </p:grpSpPr>
          <p:cxnSp>
            <p:nvCxnSpPr>
              <p:cNvPr id="33" name="直線接點 77">
                <a:extLst>
                  <a:ext uri="{FF2B5EF4-FFF2-40B4-BE49-F238E27FC236}">
                    <a16:creationId xmlns:a16="http://schemas.microsoft.com/office/drawing/2014/main" id="{57DEAC02-2DDC-25C1-4F11-C81583E345E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520"/>
                <a:ext cx="704039" cy="1525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4" name="文字方塊 78">
                    <a:extLst>
                      <a:ext uri="{FF2B5EF4-FFF2-40B4-BE49-F238E27FC236}">
                        <a16:creationId xmlns:a16="http://schemas.microsoft.com/office/drawing/2014/main" id="{C455E8D8-B3E0-BD76-73C9-C9AF0BB1DF2A}"/>
                      </a:ext>
                    </a:extLst>
                  </p:cNvPr>
                  <p:cNvSpPr txBox="1"/>
                  <p:nvPr/>
                </p:nvSpPr>
                <p:spPr>
                  <a:xfrm>
                    <a:off x="2980248" y="5028476"/>
                    <a:ext cx="52610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a:t>2</a:t>
                    </a:r>
                    <a14:m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a14:m>
                    <a:endParaRPr lang="en-US" sz="2000"/>
                  </a:p>
                </p:txBody>
              </p:sp>
            </mc:Choice>
            <mc:Fallback>
              <p:sp>
                <p:nvSpPr>
                  <p:cNvPr id="34" name="文字方塊 78">
                    <a:extLst>
                      <a:ext uri="{FF2B5EF4-FFF2-40B4-BE49-F238E27FC236}">
                        <a16:creationId xmlns:a16="http://schemas.microsoft.com/office/drawing/2014/main" id="{C455E8D8-B3E0-BD76-73C9-C9AF0BB1DF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0248" y="5028476"/>
                    <a:ext cx="526106" cy="400110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36" name="文字方塊 29">
            <a:extLst>
              <a:ext uri="{FF2B5EF4-FFF2-40B4-BE49-F238E27FC236}">
                <a16:creationId xmlns:a16="http://schemas.microsoft.com/office/drawing/2014/main" id="{2F8266E2-0B8F-7F3F-E21F-7762E237B1FF}"/>
              </a:ext>
            </a:extLst>
          </p:cNvPr>
          <p:cNvSpPr txBox="1"/>
          <p:nvPr/>
        </p:nvSpPr>
        <p:spPr>
          <a:xfrm>
            <a:off x="2454958" y="3729011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r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132">
                <a:extLst>
                  <a:ext uri="{FF2B5EF4-FFF2-40B4-BE49-F238E27FC236}">
                    <a16:creationId xmlns:a16="http://schemas.microsoft.com/office/drawing/2014/main" id="{5B231B88-9BB1-CB31-C296-88AC4E5F6536}"/>
                  </a:ext>
                </a:extLst>
              </p:cNvPr>
              <p:cNvSpPr txBox="1"/>
              <p:nvPr/>
            </p:nvSpPr>
            <p:spPr>
              <a:xfrm>
                <a:off x="2888442" y="372901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7" name="文字方塊 132">
                <a:extLst>
                  <a:ext uri="{FF2B5EF4-FFF2-40B4-BE49-F238E27FC236}">
                    <a16:creationId xmlns:a16="http://schemas.microsoft.com/office/drawing/2014/main" id="{5B231B88-9BB1-CB31-C296-88AC4E5F6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442" y="3729011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群組 74">
            <a:extLst>
              <a:ext uri="{FF2B5EF4-FFF2-40B4-BE49-F238E27FC236}">
                <a16:creationId xmlns:a16="http://schemas.microsoft.com/office/drawing/2014/main" id="{F4B01BAD-3F65-19B4-0386-1E03D2C1696B}"/>
              </a:ext>
            </a:extLst>
          </p:cNvPr>
          <p:cNvGrpSpPr/>
          <p:nvPr/>
        </p:nvGrpSpPr>
        <p:grpSpPr>
          <a:xfrm>
            <a:off x="3402717" y="3550567"/>
            <a:ext cx="704039" cy="756998"/>
            <a:chOff x="2896107" y="4671588"/>
            <a:chExt cx="704039" cy="756998"/>
          </a:xfrm>
        </p:grpSpPr>
        <p:sp>
          <p:nvSpPr>
            <p:cNvPr id="39" name="文字方塊 75">
              <a:extLst>
                <a:ext uri="{FF2B5EF4-FFF2-40B4-BE49-F238E27FC236}">
                  <a16:creationId xmlns:a16="http://schemas.microsoft.com/office/drawing/2014/main" id="{41684B67-A653-23EB-8CE4-88C81B9AB147}"/>
                </a:ext>
              </a:extLst>
            </p:cNvPr>
            <p:cNvSpPr txBox="1"/>
            <p:nvPr/>
          </p:nvSpPr>
          <p:spPr>
            <a:xfrm>
              <a:off x="2896107" y="4671588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925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40" name="群組 76">
              <a:extLst>
                <a:ext uri="{FF2B5EF4-FFF2-40B4-BE49-F238E27FC236}">
                  <a16:creationId xmlns:a16="http://schemas.microsoft.com/office/drawing/2014/main" id="{FD0C8BF4-015A-F84D-944C-683FE2843DCA}"/>
                </a:ext>
              </a:extLst>
            </p:cNvPr>
            <p:cNvGrpSpPr/>
            <p:nvPr/>
          </p:nvGrpSpPr>
          <p:grpSpPr>
            <a:xfrm>
              <a:off x="2896107" y="5028476"/>
              <a:ext cx="704039" cy="400110"/>
              <a:chOff x="2896107" y="5028476"/>
              <a:chExt cx="704039" cy="400110"/>
            </a:xfrm>
          </p:grpSpPr>
          <p:cxnSp>
            <p:nvCxnSpPr>
              <p:cNvPr id="41" name="直線接點 77">
                <a:extLst>
                  <a:ext uri="{FF2B5EF4-FFF2-40B4-BE49-F238E27FC236}">
                    <a16:creationId xmlns:a16="http://schemas.microsoft.com/office/drawing/2014/main" id="{9B47DE12-7DA5-C709-4087-20C9AAE684B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520"/>
                <a:ext cx="704039" cy="1525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2" name="文字方塊 78">
                    <a:extLst>
                      <a:ext uri="{FF2B5EF4-FFF2-40B4-BE49-F238E27FC236}">
                        <a16:creationId xmlns:a16="http://schemas.microsoft.com/office/drawing/2014/main" id="{D876C273-4EF9-8F93-2CD8-10E70A6B5349}"/>
                      </a:ext>
                    </a:extLst>
                  </p:cNvPr>
                  <p:cNvSpPr txBox="1"/>
                  <p:nvPr/>
                </p:nvSpPr>
                <p:spPr>
                  <a:xfrm>
                    <a:off x="2980248" y="5028476"/>
                    <a:ext cx="52610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a:t>2</a:t>
                    </a:r>
                    <a14:m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a14:m>
                    <a:endParaRPr lang="en-US" sz="2000"/>
                  </a:p>
                </p:txBody>
              </p:sp>
            </mc:Choice>
            <mc:Fallback>
              <p:sp>
                <p:nvSpPr>
                  <p:cNvPr id="42" name="文字方塊 78">
                    <a:extLst>
                      <a:ext uri="{FF2B5EF4-FFF2-40B4-BE49-F238E27FC236}">
                        <a16:creationId xmlns:a16="http://schemas.microsoft.com/office/drawing/2014/main" id="{D876C273-4EF9-8F93-2CD8-10E70A6B534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0248" y="5028476"/>
                    <a:ext cx="526106" cy="40011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3" name="群組 36">
            <a:extLst>
              <a:ext uri="{FF2B5EF4-FFF2-40B4-BE49-F238E27FC236}">
                <a16:creationId xmlns:a16="http://schemas.microsoft.com/office/drawing/2014/main" id="{3BFCA0F3-5342-F9FD-BC42-963194D5A038}"/>
              </a:ext>
            </a:extLst>
          </p:cNvPr>
          <p:cNvGrpSpPr/>
          <p:nvPr/>
        </p:nvGrpSpPr>
        <p:grpSpPr>
          <a:xfrm>
            <a:off x="3268271" y="3554221"/>
            <a:ext cx="886208" cy="753344"/>
            <a:chOff x="6839706" y="3573016"/>
            <a:chExt cx="3579292" cy="360040"/>
          </a:xfrm>
        </p:grpSpPr>
        <p:cxnSp>
          <p:nvCxnSpPr>
            <p:cNvPr id="44" name="直線接點 37">
              <a:extLst>
                <a:ext uri="{FF2B5EF4-FFF2-40B4-BE49-F238E27FC236}">
                  <a16:creationId xmlns:a16="http://schemas.microsoft.com/office/drawing/2014/main" id="{905B7E61-8393-24B8-3FAA-7C90FE52D100}"/>
                </a:ext>
              </a:extLst>
            </p:cNvPr>
            <p:cNvCxnSpPr>
              <a:cxnSpLocks/>
            </p:cNvCxnSpPr>
            <p:nvPr/>
          </p:nvCxnSpPr>
          <p:spPr>
            <a:xfrm>
              <a:off x="7274526" y="3574969"/>
              <a:ext cx="3144472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線接點 38">
              <a:extLst>
                <a:ext uri="{FF2B5EF4-FFF2-40B4-BE49-F238E27FC236}">
                  <a16:creationId xmlns:a16="http://schemas.microsoft.com/office/drawing/2014/main" id="{C94A492E-FDF4-7AA0-3110-B3B5D54808F2}"/>
                </a:ext>
              </a:extLst>
            </p:cNvPr>
            <p:cNvCxnSpPr/>
            <p:nvPr/>
          </p:nvCxnSpPr>
          <p:spPr>
            <a:xfrm flipH="1">
              <a:off x="7202310" y="3573016"/>
              <a:ext cx="72216" cy="36004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線接點 39">
              <a:extLst>
                <a:ext uri="{FF2B5EF4-FFF2-40B4-BE49-F238E27FC236}">
                  <a16:creationId xmlns:a16="http://schemas.microsoft.com/office/drawing/2014/main" id="{6DCECA4B-908C-53EF-355D-757D22122B17}"/>
                </a:ext>
              </a:extLst>
            </p:cNvPr>
            <p:cNvCxnSpPr>
              <a:cxnSpLocks/>
            </p:cNvCxnSpPr>
            <p:nvPr/>
          </p:nvCxnSpPr>
          <p:spPr>
            <a:xfrm>
              <a:off x="6839706" y="3847774"/>
              <a:ext cx="362603" cy="85282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字方塊 83">
                <a:extLst>
                  <a:ext uri="{FF2B5EF4-FFF2-40B4-BE49-F238E27FC236}">
                    <a16:creationId xmlns:a16="http://schemas.microsoft.com/office/drawing/2014/main" id="{2151D362-0888-DF87-09ED-D1A3ABEC5602}"/>
                  </a:ext>
                </a:extLst>
              </p:cNvPr>
              <p:cNvSpPr txBox="1"/>
              <p:nvPr/>
            </p:nvSpPr>
            <p:spPr>
              <a:xfrm>
                <a:off x="2888442" y="4467402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9" name="文字方塊 83">
                <a:extLst>
                  <a:ext uri="{FF2B5EF4-FFF2-40B4-BE49-F238E27FC236}">
                    <a16:creationId xmlns:a16="http://schemas.microsoft.com/office/drawing/2014/main" id="{2151D362-0888-DF87-09ED-D1A3ABEC5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8442" y="4467402"/>
                <a:ext cx="328449" cy="4070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字方塊 10">
            <a:extLst>
              <a:ext uri="{FF2B5EF4-FFF2-40B4-BE49-F238E27FC236}">
                <a16:creationId xmlns:a16="http://schemas.microsoft.com/office/drawing/2014/main" id="{1A5C359A-19DF-8AE0-DD10-C122F844810E}"/>
              </a:ext>
            </a:extLst>
          </p:cNvPr>
          <p:cNvSpPr txBox="1"/>
          <p:nvPr/>
        </p:nvSpPr>
        <p:spPr>
          <a:xfrm>
            <a:off x="3202896" y="4511708"/>
            <a:ext cx="82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12.1</a:t>
            </a:r>
          </a:p>
        </p:txBody>
      </p:sp>
      <p:sp>
        <p:nvSpPr>
          <p:cNvPr id="54" name="文字方塊 46">
            <a:extLst>
              <a:ext uri="{FF2B5EF4-FFF2-40B4-BE49-F238E27FC236}">
                <a16:creationId xmlns:a16="http://schemas.microsoft.com/office/drawing/2014/main" id="{C9DA3680-1B7B-8843-F73D-B54D3D2A6D06}"/>
              </a:ext>
            </a:extLst>
          </p:cNvPr>
          <p:cNvSpPr txBox="1"/>
          <p:nvPr/>
        </p:nvSpPr>
        <p:spPr>
          <a:xfrm>
            <a:off x="4048871" y="4503967"/>
            <a:ext cx="25800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(cor. to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sig. fig.)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字方塊 260">
                <a:extLst>
                  <a:ext uri="{FF2B5EF4-FFF2-40B4-BE49-F238E27FC236}">
                    <a16:creationId xmlns:a16="http://schemas.microsoft.com/office/drawing/2014/main" id="{2CFDB2DB-4E31-AA88-A356-CC98C0B850CB}"/>
                  </a:ext>
                </a:extLst>
              </p:cNvPr>
              <p:cNvSpPr txBox="1"/>
              <p:nvPr/>
            </p:nvSpPr>
            <p:spPr>
              <a:xfrm>
                <a:off x="1299127" y="4954342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55" name="文字方塊 260">
                <a:extLst>
                  <a:ext uri="{FF2B5EF4-FFF2-40B4-BE49-F238E27FC236}">
                    <a16:creationId xmlns:a16="http://schemas.microsoft.com/office/drawing/2014/main" id="{2CFDB2DB-4E31-AA88-A356-CC98C0B85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9127" y="4954342"/>
                <a:ext cx="238419" cy="461665"/>
              </a:xfrm>
              <a:prstGeom prst="rect">
                <a:avLst/>
              </a:prstGeom>
              <a:blipFill>
                <a:blip r:embed="rId16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字方塊 29">
            <a:extLst>
              <a:ext uri="{FF2B5EF4-FFF2-40B4-BE49-F238E27FC236}">
                <a16:creationId xmlns:a16="http://schemas.microsoft.com/office/drawing/2014/main" id="{F7EC03B8-3F14-9DB4-CAD1-171C0B723ADC}"/>
              </a:ext>
            </a:extLst>
          </p:cNvPr>
          <p:cNvSpPr txBox="1"/>
          <p:nvPr/>
        </p:nvSpPr>
        <p:spPr>
          <a:xfrm>
            <a:off x="9149982" y="3089172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r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sp>
        <p:nvSpPr>
          <p:cNvPr id="58" name="TextBox 15">
            <a:extLst>
              <a:ext uri="{FF2B5EF4-FFF2-40B4-BE49-F238E27FC236}">
                <a16:creationId xmlns:a16="http://schemas.microsoft.com/office/drawing/2014/main" id="{1F3774CE-30C0-4E9A-8731-04051BF49CCD}"/>
              </a:ext>
            </a:extLst>
          </p:cNvPr>
          <p:cNvSpPr txBox="1"/>
          <p:nvPr/>
        </p:nvSpPr>
        <p:spPr>
          <a:xfrm>
            <a:off x="1468235" y="5007003"/>
            <a:ext cx="56531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The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radius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of the basketball is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12.1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59" name="筆跡 11">
                <a:extLst>
                  <a:ext uri="{FF2B5EF4-FFF2-40B4-BE49-F238E27FC236}">
                    <a16:creationId xmlns:a16="http://schemas.microsoft.com/office/drawing/2014/main" id="{992B8BA5-6695-1AAA-7DFC-A0242AC06B3B}"/>
                  </a:ext>
                </a:extLst>
              </p14:cNvPr>
              <p14:cNvContentPartPr/>
              <p14:nvPr/>
            </p14:nvContentPartPr>
            <p14:xfrm>
              <a:off x="1277564" y="1177788"/>
              <a:ext cx="1162650" cy="45719"/>
            </p14:xfrm>
          </p:contentPart>
        </mc:Choice>
        <mc:Fallback>
          <p:pic>
            <p:nvPicPr>
              <p:cNvPr id="59" name="筆跡 11">
                <a:extLst>
                  <a:ext uri="{FF2B5EF4-FFF2-40B4-BE49-F238E27FC236}">
                    <a16:creationId xmlns:a16="http://schemas.microsoft.com/office/drawing/2014/main" id="{992B8BA5-6695-1AAA-7DFC-A0242AC06B3B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223538" y="-12537912"/>
                <a:ext cx="1270343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DE1E46EA-3017-C90A-0991-6212B1A9C110}"/>
              </a:ext>
            </a:extLst>
          </p:cNvPr>
          <p:cNvSpPr txBox="1"/>
          <p:nvPr/>
        </p:nvSpPr>
        <p:spPr>
          <a:xfrm>
            <a:off x="737120" y="5576739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/>
          </a:p>
        </p:txBody>
      </p:sp>
      <p:sp>
        <p:nvSpPr>
          <p:cNvPr id="61" name="TextBox 15">
            <a:extLst>
              <a:ext uri="{FF2B5EF4-FFF2-40B4-BE49-F238E27FC236}">
                <a16:creationId xmlns:a16="http://schemas.microsoft.com/office/drawing/2014/main" id="{75AC34AC-8A84-8EB5-1492-B24935512E23}"/>
              </a:ext>
            </a:extLst>
          </p:cNvPr>
          <p:cNvSpPr txBox="1"/>
          <p:nvPr/>
        </p:nvSpPr>
        <p:spPr>
          <a:xfrm>
            <a:off x="1299730" y="5583558"/>
            <a:ext cx="13470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Volume </a:t>
            </a:r>
            <a:endParaRPr lang="zh-TW" altLang="en-US" sz="2000" b="1"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132">
                <a:extLst>
                  <a:ext uri="{FF2B5EF4-FFF2-40B4-BE49-F238E27FC236}">
                    <a16:creationId xmlns:a16="http://schemas.microsoft.com/office/drawing/2014/main" id="{DD039D47-0F1F-3BEB-289B-36BA022C0882}"/>
                  </a:ext>
                </a:extLst>
              </p:cNvPr>
              <p:cNvSpPr txBox="1"/>
              <p:nvPr/>
            </p:nvSpPr>
            <p:spPr>
              <a:xfrm>
                <a:off x="2592754" y="55767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2" name="文字方塊 132">
                <a:extLst>
                  <a:ext uri="{FF2B5EF4-FFF2-40B4-BE49-F238E27FC236}">
                    <a16:creationId xmlns:a16="http://schemas.microsoft.com/office/drawing/2014/main" id="{DD039D47-0F1F-3BEB-289B-36BA022C0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2754" y="5576739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3" name="群組 74">
            <a:extLst>
              <a:ext uri="{FF2B5EF4-FFF2-40B4-BE49-F238E27FC236}">
                <a16:creationId xmlns:a16="http://schemas.microsoft.com/office/drawing/2014/main" id="{9A15D4FE-8E6B-CE24-AC23-B12A251BF1B9}"/>
              </a:ext>
            </a:extLst>
          </p:cNvPr>
          <p:cNvGrpSpPr/>
          <p:nvPr/>
        </p:nvGrpSpPr>
        <p:grpSpPr>
          <a:xfrm>
            <a:off x="3003286" y="5422266"/>
            <a:ext cx="364383" cy="777549"/>
            <a:chOff x="2896107" y="4671588"/>
            <a:chExt cx="364383" cy="777549"/>
          </a:xfrm>
        </p:grpSpPr>
        <p:sp>
          <p:nvSpPr>
            <p:cNvPr id="384" name="文字方塊 75">
              <a:extLst>
                <a:ext uri="{FF2B5EF4-FFF2-40B4-BE49-F238E27FC236}">
                  <a16:creationId xmlns:a16="http://schemas.microsoft.com/office/drawing/2014/main" id="{2E68D9C4-7DDF-276E-C83B-D2956465F06C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385" name="群組 76">
              <a:extLst>
                <a:ext uri="{FF2B5EF4-FFF2-40B4-BE49-F238E27FC236}">
                  <a16:creationId xmlns:a16="http://schemas.microsoft.com/office/drawing/2014/main" id="{A4907F8B-1419-4EE7-9190-A7C999DA945C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386" name="直線接點 77">
                <a:extLst>
                  <a:ext uri="{FF2B5EF4-FFF2-40B4-BE49-F238E27FC236}">
                    <a16:creationId xmlns:a16="http://schemas.microsoft.com/office/drawing/2014/main" id="{CBF916A2-C65C-C01C-FBD7-49DD3663D71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87" name="文字方塊 78">
                <a:extLst>
                  <a:ext uri="{FF2B5EF4-FFF2-40B4-BE49-F238E27FC236}">
                    <a16:creationId xmlns:a16="http://schemas.microsoft.com/office/drawing/2014/main" id="{15E62A24-ABCB-2D00-CAA0-BD680381B726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88" name="文字方塊 53">
                <a:extLst>
                  <a:ext uri="{FF2B5EF4-FFF2-40B4-BE49-F238E27FC236}">
                    <a16:creationId xmlns:a16="http://schemas.microsoft.com/office/drawing/2014/main" id="{A5F6ABB4-3A12-A627-AF91-B6A8CD1D12E3}"/>
                  </a:ext>
                </a:extLst>
              </p:cNvPr>
              <p:cNvSpPr txBox="1"/>
              <p:nvPr/>
            </p:nvSpPr>
            <p:spPr>
              <a:xfrm>
                <a:off x="3373140" y="56188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8" name="文字方塊 53">
                <a:extLst>
                  <a:ext uri="{FF2B5EF4-FFF2-40B4-BE49-F238E27FC236}">
                    <a16:creationId xmlns:a16="http://schemas.microsoft.com/office/drawing/2014/main" id="{A5F6ABB4-3A12-A627-AF91-B6A8CD1D12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140" y="5618858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9" name="TextBox 388">
                <a:extLst>
                  <a:ext uri="{FF2B5EF4-FFF2-40B4-BE49-F238E27FC236}">
                    <a16:creationId xmlns:a16="http://schemas.microsoft.com/office/drawing/2014/main" id="{EC5835F1-A0E1-70CD-D40D-27CBD8EE29AC}"/>
                  </a:ext>
                </a:extLst>
              </p:cNvPr>
              <p:cNvSpPr txBox="1"/>
              <p:nvPr/>
            </p:nvSpPr>
            <p:spPr>
              <a:xfrm>
                <a:off x="3666183" y="5604233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389" name="TextBox 388">
                <a:extLst>
                  <a:ext uri="{FF2B5EF4-FFF2-40B4-BE49-F238E27FC236}">
                    <a16:creationId xmlns:a16="http://schemas.microsoft.com/office/drawing/2014/main" id="{EC5835F1-A0E1-70CD-D40D-27CBD8EE2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183" y="5604233"/>
                <a:ext cx="357791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0" name="文字方塊 53">
                <a:extLst>
                  <a:ext uri="{FF2B5EF4-FFF2-40B4-BE49-F238E27FC236}">
                    <a16:creationId xmlns:a16="http://schemas.microsoft.com/office/drawing/2014/main" id="{87166DE7-28AB-B1BA-89FD-C3768BA3B439}"/>
                  </a:ext>
                </a:extLst>
              </p:cNvPr>
              <p:cNvSpPr txBox="1"/>
              <p:nvPr/>
            </p:nvSpPr>
            <p:spPr>
              <a:xfrm>
                <a:off x="4006635" y="56188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90" name="文字方塊 53">
                <a:extLst>
                  <a:ext uri="{FF2B5EF4-FFF2-40B4-BE49-F238E27FC236}">
                    <a16:creationId xmlns:a16="http://schemas.microsoft.com/office/drawing/2014/main" id="{87166DE7-28AB-B1BA-89FD-C3768BA3B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635" y="5618858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1" name="群組 241">
            <a:extLst>
              <a:ext uri="{FF2B5EF4-FFF2-40B4-BE49-F238E27FC236}">
                <a16:creationId xmlns:a16="http://schemas.microsoft.com/office/drawing/2014/main" id="{FC5F6C08-4CE9-8722-2AE1-8592EFF7C308}"/>
              </a:ext>
            </a:extLst>
          </p:cNvPr>
          <p:cNvGrpSpPr/>
          <p:nvPr/>
        </p:nvGrpSpPr>
        <p:grpSpPr>
          <a:xfrm>
            <a:off x="4471942" y="5374486"/>
            <a:ext cx="1457527" cy="811872"/>
            <a:chOff x="6198157" y="1755005"/>
            <a:chExt cx="1457527" cy="811872"/>
          </a:xfrm>
        </p:grpSpPr>
        <p:grpSp>
          <p:nvGrpSpPr>
            <p:cNvPr id="392" name="群組 243">
              <a:extLst>
                <a:ext uri="{FF2B5EF4-FFF2-40B4-BE49-F238E27FC236}">
                  <a16:creationId xmlns:a16="http://schemas.microsoft.com/office/drawing/2014/main" id="{55E867EB-9275-51A6-84F4-45D1557F4231}"/>
                </a:ext>
              </a:extLst>
            </p:cNvPr>
            <p:cNvGrpSpPr/>
            <p:nvPr/>
          </p:nvGrpSpPr>
          <p:grpSpPr>
            <a:xfrm>
              <a:off x="6198157" y="1915233"/>
              <a:ext cx="1224803" cy="651644"/>
              <a:chOff x="6198157" y="1915233"/>
              <a:chExt cx="1224803" cy="651644"/>
            </a:xfrm>
          </p:grpSpPr>
          <p:sp>
            <p:nvSpPr>
              <p:cNvPr id="397" name="弧形 258">
                <a:extLst>
                  <a:ext uri="{FF2B5EF4-FFF2-40B4-BE49-F238E27FC236}">
                    <a16:creationId xmlns:a16="http://schemas.microsoft.com/office/drawing/2014/main" id="{13DA10AE-1B66-9B30-FC2D-2925B3950F93}"/>
                  </a:ext>
                </a:extLst>
              </p:cNvPr>
              <p:cNvSpPr/>
              <p:nvPr/>
            </p:nvSpPr>
            <p:spPr>
              <a:xfrm rot="10957079">
                <a:off x="6198157" y="1915233"/>
                <a:ext cx="251507" cy="641558"/>
              </a:xfrm>
              <a:prstGeom prst="arc">
                <a:avLst>
                  <a:gd name="adj1" fmla="val 16200000"/>
                  <a:gd name="adj2" fmla="val 5238380"/>
                </a:avLst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HK" altLang="en-US"/>
              </a:p>
            </p:txBody>
          </p:sp>
          <p:sp>
            <p:nvSpPr>
              <p:cNvPr id="398" name="弧形 259">
                <a:extLst>
                  <a:ext uri="{FF2B5EF4-FFF2-40B4-BE49-F238E27FC236}">
                    <a16:creationId xmlns:a16="http://schemas.microsoft.com/office/drawing/2014/main" id="{A52FEBD7-E590-F5F1-94AD-ECF7C6CD8A82}"/>
                  </a:ext>
                </a:extLst>
              </p:cNvPr>
              <p:cNvSpPr/>
              <p:nvPr/>
            </p:nvSpPr>
            <p:spPr>
              <a:xfrm rot="235127">
                <a:off x="7171453" y="1925319"/>
                <a:ext cx="251507" cy="641558"/>
              </a:xfrm>
              <a:prstGeom prst="arc">
                <a:avLst>
                  <a:gd name="adj1" fmla="val 16200000"/>
                  <a:gd name="adj2" fmla="val 5238380"/>
                </a:avLst>
              </a:prstGeom>
              <a:ln w="254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HK" altLang="en-US"/>
              </a:p>
            </p:txBody>
          </p:sp>
        </p:grpSp>
        <p:sp>
          <p:nvSpPr>
            <p:cNvPr id="393" name="文字方塊 254">
              <a:extLst>
                <a:ext uri="{FF2B5EF4-FFF2-40B4-BE49-F238E27FC236}">
                  <a16:creationId xmlns:a16="http://schemas.microsoft.com/office/drawing/2014/main" id="{2C59677A-4F82-491A-03C0-F3C730DE0E12}"/>
                </a:ext>
              </a:extLst>
            </p:cNvPr>
            <p:cNvSpPr txBox="1"/>
            <p:nvPr/>
          </p:nvSpPr>
          <p:spPr>
            <a:xfrm>
              <a:off x="7366822" y="175500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00CCFF"/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00CCFF"/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399" name="群組 74">
            <a:extLst>
              <a:ext uri="{FF2B5EF4-FFF2-40B4-BE49-F238E27FC236}">
                <a16:creationId xmlns:a16="http://schemas.microsoft.com/office/drawing/2014/main" id="{F05C2054-3334-0EFA-2CFF-F451E05F74CC}"/>
              </a:ext>
            </a:extLst>
          </p:cNvPr>
          <p:cNvGrpSpPr/>
          <p:nvPr/>
        </p:nvGrpSpPr>
        <p:grpSpPr>
          <a:xfrm>
            <a:off x="4772132" y="5510039"/>
            <a:ext cx="704039" cy="756998"/>
            <a:chOff x="2896107" y="4671588"/>
            <a:chExt cx="704039" cy="756998"/>
          </a:xfrm>
        </p:grpSpPr>
        <p:sp>
          <p:nvSpPr>
            <p:cNvPr id="400" name="文字方塊 75">
              <a:extLst>
                <a:ext uri="{FF2B5EF4-FFF2-40B4-BE49-F238E27FC236}">
                  <a16:creationId xmlns:a16="http://schemas.microsoft.com/office/drawing/2014/main" id="{77EBB78A-C87F-49BA-90DA-74DF77BD28A0}"/>
                </a:ext>
              </a:extLst>
            </p:cNvPr>
            <p:cNvSpPr txBox="1"/>
            <p:nvPr/>
          </p:nvSpPr>
          <p:spPr>
            <a:xfrm>
              <a:off x="2896107" y="4671588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925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401" name="群組 76">
              <a:extLst>
                <a:ext uri="{FF2B5EF4-FFF2-40B4-BE49-F238E27FC236}">
                  <a16:creationId xmlns:a16="http://schemas.microsoft.com/office/drawing/2014/main" id="{F034F1FD-2267-1FDF-AF3D-11FA7EC0928E}"/>
                </a:ext>
              </a:extLst>
            </p:cNvPr>
            <p:cNvGrpSpPr/>
            <p:nvPr/>
          </p:nvGrpSpPr>
          <p:grpSpPr>
            <a:xfrm>
              <a:off x="2896107" y="5028476"/>
              <a:ext cx="704039" cy="400110"/>
              <a:chOff x="2896107" y="5028476"/>
              <a:chExt cx="704039" cy="400110"/>
            </a:xfrm>
          </p:grpSpPr>
          <p:cxnSp>
            <p:nvCxnSpPr>
              <p:cNvPr id="402" name="直線接點 77">
                <a:extLst>
                  <a:ext uri="{FF2B5EF4-FFF2-40B4-BE49-F238E27FC236}">
                    <a16:creationId xmlns:a16="http://schemas.microsoft.com/office/drawing/2014/main" id="{D122011E-878D-D534-7708-85263691A10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520"/>
                <a:ext cx="704039" cy="1525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3" name="文字方塊 78">
                    <a:extLst>
                      <a:ext uri="{FF2B5EF4-FFF2-40B4-BE49-F238E27FC236}">
                        <a16:creationId xmlns:a16="http://schemas.microsoft.com/office/drawing/2014/main" id="{3CC8251D-A279-4749-2498-B812DFF3AABE}"/>
                      </a:ext>
                    </a:extLst>
                  </p:cNvPr>
                  <p:cNvSpPr txBox="1"/>
                  <p:nvPr/>
                </p:nvSpPr>
                <p:spPr>
                  <a:xfrm>
                    <a:off x="2980248" y="5028476"/>
                    <a:ext cx="52610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a:t>2</a:t>
                    </a:r>
                    <a14:m>
                      <m:oMath xmlns:m="http://schemas.openxmlformats.org/officeDocument/2006/math">
                        <m:r>
                          <a:rPr lang="zh-HK" alt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𝛑</m:t>
                        </m:r>
                      </m:oMath>
                    </a14:m>
                    <a:endParaRPr lang="en-US" sz="2000"/>
                  </a:p>
                </p:txBody>
              </p:sp>
            </mc:Choice>
            <mc:Fallback>
              <p:sp>
                <p:nvSpPr>
                  <p:cNvPr id="403" name="文字方塊 78">
                    <a:extLst>
                      <a:ext uri="{FF2B5EF4-FFF2-40B4-BE49-F238E27FC236}">
                        <a16:creationId xmlns:a16="http://schemas.microsoft.com/office/drawing/2014/main" id="{3CC8251D-A279-4749-2498-B812DFF3AAB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0248" y="5028476"/>
                    <a:ext cx="526106" cy="400110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04" name="群組 36">
            <a:extLst>
              <a:ext uri="{FF2B5EF4-FFF2-40B4-BE49-F238E27FC236}">
                <a16:creationId xmlns:a16="http://schemas.microsoft.com/office/drawing/2014/main" id="{D2BED470-CDC7-FBE4-9AA4-9CF21C8DDEAB}"/>
              </a:ext>
            </a:extLst>
          </p:cNvPr>
          <p:cNvGrpSpPr/>
          <p:nvPr/>
        </p:nvGrpSpPr>
        <p:grpSpPr>
          <a:xfrm>
            <a:off x="4637686" y="5513693"/>
            <a:ext cx="886208" cy="753344"/>
            <a:chOff x="6839706" y="3573016"/>
            <a:chExt cx="3579292" cy="360040"/>
          </a:xfrm>
        </p:grpSpPr>
        <p:cxnSp>
          <p:nvCxnSpPr>
            <p:cNvPr id="406" name="直線接點 37">
              <a:extLst>
                <a:ext uri="{FF2B5EF4-FFF2-40B4-BE49-F238E27FC236}">
                  <a16:creationId xmlns:a16="http://schemas.microsoft.com/office/drawing/2014/main" id="{CAA0F151-F2D5-9B57-F163-C2F29B402080}"/>
                </a:ext>
              </a:extLst>
            </p:cNvPr>
            <p:cNvCxnSpPr>
              <a:cxnSpLocks/>
            </p:cNvCxnSpPr>
            <p:nvPr/>
          </p:nvCxnSpPr>
          <p:spPr>
            <a:xfrm>
              <a:off x="7274526" y="3574969"/>
              <a:ext cx="3144472" cy="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7" name="直線接點 38">
              <a:extLst>
                <a:ext uri="{FF2B5EF4-FFF2-40B4-BE49-F238E27FC236}">
                  <a16:creationId xmlns:a16="http://schemas.microsoft.com/office/drawing/2014/main" id="{91A4C32B-749C-6DBA-19EA-2FDE4B0AD0D3}"/>
                </a:ext>
              </a:extLst>
            </p:cNvPr>
            <p:cNvCxnSpPr/>
            <p:nvPr/>
          </p:nvCxnSpPr>
          <p:spPr>
            <a:xfrm flipH="1">
              <a:off x="7202310" y="3573016"/>
              <a:ext cx="72216" cy="36004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8" name="直線接點 39">
              <a:extLst>
                <a:ext uri="{FF2B5EF4-FFF2-40B4-BE49-F238E27FC236}">
                  <a16:creationId xmlns:a16="http://schemas.microsoft.com/office/drawing/2014/main" id="{816A56C7-7DEE-C104-2C5C-5F6BD7BF01DF}"/>
                </a:ext>
              </a:extLst>
            </p:cNvPr>
            <p:cNvCxnSpPr>
              <a:cxnSpLocks/>
            </p:cNvCxnSpPr>
            <p:nvPr/>
          </p:nvCxnSpPr>
          <p:spPr>
            <a:xfrm>
              <a:off x="6839706" y="3847774"/>
              <a:ext cx="362603" cy="85282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09" name="群組 245">
            <a:extLst>
              <a:ext uri="{FF2B5EF4-FFF2-40B4-BE49-F238E27FC236}">
                <a16:creationId xmlns:a16="http://schemas.microsoft.com/office/drawing/2014/main" id="{A2556AC4-336D-0D66-90D3-1C922C3A5A7B}"/>
              </a:ext>
            </a:extLst>
          </p:cNvPr>
          <p:cNvGrpSpPr/>
          <p:nvPr/>
        </p:nvGrpSpPr>
        <p:grpSpPr>
          <a:xfrm>
            <a:off x="5761688" y="5583558"/>
            <a:ext cx="725194" cy="486540"/>
            <a:chOff x="2472626" y="4498636"/>
            <a:chExt cx="725194" cy="486540"/>
          </a:xfrm>
        </p:grpSpPr>
        <p:sp>
          <p:nvSpPr>
            <p:cNvPr id="410" name="文字方塊 249">
              <a:extLst>
                <a:ext uri="{FF2B5EF4-FFF2-40B4-BE49-F238E27FC236}">
                  <a16:creationId xmlns:a16="http://schemas.microsoft.com/office/drawing/2014/main" id="{836EEE6A-4F73-3C70-2159-2790F4806CF4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411" name="文字方塊 247">
              <a:extLst>
                <a:ext uri="{FF2B5EF4-FFF2-40B4-BE49-F238E27FC236}">
                  <a16:creationId xmlns:a16="http://schemas.microsoft.com/office/drawing/2014/main" id="{B993D8D1-DFBF-2036-D1A9-E0664588BBD9}"/>
                </a:ext>
              </a:extLst>
            </p:cNvPr>
            <p:cNvSpPr txBox="1"/>
            <p:nvPr/>
          </p:nvSpPr>
          <p:spPr>
            <a:xfrm>
              <a:off x="2908958" y="4498636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2" name="文字方塊 132">
                <a:extLst>
                  <a:ext uri="{FF2B5EF4-FFF2-40B4-BE49-F238E27FC236}">
                    <a16:creationId xmlns:a16="http://schemas.microsoft.com/office/drawing/2014/main" id="{0B335914-D692-2388-1963-722C5545BB78}"/>
                  </a:ext>
                </a:extLst>
              </p:cNvPr>
              <p:cNvSpPr txBox="1"/>
              <p:nvPr/>
            </p:nvSpPr>
            <p:spPr>
              <a:xfrm>
                <a:off x="2618700" y="622880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12" name="文字方塊 132">
                <a:extLst>
                  <a:ext uri="{FF2B5EF4-FFF2-40B4-BE49-F238E27FC236}">
                    <a16:creationId xmlns:a16="http://schemas.microsoft.com/office/drawing/2014/main" id="{0B335914-D692-2388-1963-722C5545B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8700" y="6228807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3" name="TextBox 412">
                <a:extLst>
                  <a:ext uri="{FF2B5EF4-FFF2-40B4-BE49-F238E27FC236}">
                    <a16:creationId xmlns:a16="http://schemas.microsoft.com/office/drawing/2014/main" id="{D412125E-B2AF-0995-3E4A-20B7EB3A4492}"/>
                  </a:ext>
                </a:extLst>
              </p:cNvPr>
              <p:cNvSpPr txBox="1"/>
              <p:nvPr/>
            </p:nvSpPr>
            <p:spPr>
              <a:xfrm>
                <a:off x="2940266" y="6284903"/>
                <a:ext cx="770552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Lucida Handwriting" panose="03010101010101010101" pitchFamily="66" charset="0"/>
                        </a:rPr>
                        <m:t>7480</m:t>
                      </m:r>
                    </m:oMath>
                  </m:oMathPara>
                </a14:m>
                <a:endParaRPr lang="en-US" sz="200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13" name="TextBox 412">
                <a:extLst>
                  <a:ext uri="{FF2B5EF4-FFF2-40B4-BE49-F238E27FC236}">
                    <a16:creationId xmlns:a16="http://schemas.microsoft.com/office/drawing/2014/main" id="{D412125E-B2AF-0995-3E4A-20B7EB3A44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0266" y="6284903"/>
                <a:ext cx="770552" cy="403957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4" name="群組 245">
            <a:extLst>
              <a:ext uri="{FF2B5EF4-FFF2-40B4-BE49-F238E27FC236}">
                <a16:creationId xmlns:a16="http://schemas.microsoft.com/office/drawing/2014/main" id="{147696A2-6C00-2BF7-040E-E0A98D012409}"/>
              </a:ext>
            </a:extLst>
          </p:cNvPr>
          <p:cNvGrpSpPr/>
          <p:nvPr/>
        </p:nvGrpSpPr>
        <p:grpSpPr>
          <a:xfrm>
            <a:off x="3745221" y="6202320"/>
            <a:ext cx="725194" cy="486540"/>
            <a:chOff x="2472626" y="4498636"/>
            <a:chExt cx="725194" cy="486540"/>
          </a:xfrm>
        </p:grpSpPr>
        <p:sp>
          <p:nvSpPr>
            <p:cNvPr id="415" name="文字方塊 249">
              <a:extLst>
                <a:ext uri="{FF2B5EF4-FFF2-40B4-BE49-F238E27FC236}">
                  <a16:creationId xmlns:a16="http://schemas.microsoft.com/office/drawing/2014/main" id="{90E016D8-A039-7E70-1D42-2327E4ED10CA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416" name="文字方塊 247">
              <a:extLst>
                <a:ext uri="{FF2B5EF4-FFF2-40B4-BE49-F238E27FC236}">
                  <a16:creationId xmlns:a16="http://schemas.microsoft.com/office/drawing/2014/main" id="{B1E76F17-7655-13B0-9A0E-78A780D56119}"/>
                </a:ext>
              </a:extLst>
            </p:cNvPr>
            <p:cNvSpPr txBox="1"/>
            <p:nvPr/>
          </p:nvSpPr>
          <p:spPr>
            <a:xfrm>
              <a:off x="2908958" y="4498636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417" name="文字方塊 46">
            <a:extLst>
              <a:ext uri="{FF2B5EF4-FFF2-40B4-BE49-F238E27FC236}">
                <a16:creationId xmlns:a16="http://schemas.microsoft.com/office/drawing/2014/main" id="{0C9ACD3D-13C4-4C81-12ED-91668AD4F0D6}"/>
              </a:ext>
            </a:extLst>
          </p:cNvPr>
          <p:cNvSpPr txBox="1"/>
          <p:nvPr/>
        </p:nvSpPr>
        <p:spPr>
          <a:xfrm>
            <a:off x="4395776" y="6288750"/>
            <a:ext cx="25800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(cor. to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sig. fig.) </a:t>
            </a:r>
          </a:p>
        </p:txBody>
      </p:sp>
    </p:spTree>
    <p:extLst>
      <p:ext uri="{BB962C8B-B14F-4D97-AF65-F5344CB8AC3E}">
        <p14:creationId xmlns:p14="http://schemas.microsoft.com/office/powerpoint/2010/main" val="1635869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24" grpId="0"/>
      <p:bldP spid="25" grpId="0"/>
      <p:bldP spid="27" grpId="0"/>
      <p:bldP spid="28" grpId="0"/>
      <p:bldP spid="29" grpId="0"/>
      <p:bldP spid="36" grpId="0"/>
      <p:bldP spid="37" grpId="0"/>
      <p:bldP spid="49" grpId="0"/>
      <p:bldP spid="50" grpId="0"/>
      <p:bldP spid="54" grpId="0"/>
      <p:bldP spid="55" grpId="0"/>
      <p:bldP spid="57" grpId="0"/>
      <p:bldP spid="58" grpId="0"/>
      <p:bldP spid="60" grpId="0"/>
      <p:bldP spid="61" grpId="0"/>
      <p:bldP spid="62" grpId="0"/>
      <p:bldP spid="388" grpId="0"/>
      <p:bldP spid="389" grpId="0"/>
      <p:bldP spid="390" grpId="0"/>
      <p:bldP spid="412" grpId="0"/>
      <p:bldP spid="413" grpId="0"/>
      <p:bldP spid="4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Picture 417">
            <a:extLst>
              <a:ext uri="{FF2B5EF4-FFF2-40B4-BE49-F238E27FC236}">
                <a16:creationId xmlns:a16="http://schemas.microsoft.com/office/drawing/2014/main" id="{94BB1C7A-54F2-8A40-5DE1-BFDBD3310F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5" t="4085" b="13523"/>
          <a:stretch>
            <a:fillRect/>
          </a:stretch>
        </p:blipFill>
        <p:spPr>
          <a:xfrm>
            <a:off x="244548" y="212652"/>
            <a:ext cx="10536865" cy="1488558"/>
          </a:xfrm>
          <a:prstGeom prst="rect">
            <a:avLst/>
          </a:prstGeom>
        </p:spPr>
      </p:pic>
      <p:sp>
        <p:nvSpPr>
          <p:cNvPr id="6" name="TextBox 15">
            <a:extLst>
              <a:ext uri="{FF2B5EF4-FFF2-40B4-BE49-F238E27FC236}">
                <a16:creationId xmlns:a16="http://schemas.microsoft.com/office/drawing/2014/main" id="{694B20A4-ED1C-FAF1-D1A4-782D2FC35B8D}"/>
              </a:ext>
            </a:extLst>
          </p:cNvPr>
          <p:cNvSpPr txBox="1"/>
          <p:nvPr/>
        </p:nvSpPr>
        <p:spPr>
          <a:xfrm>
            <a:off x="1183196" y="1927494"/>
            <a:ext cx="63005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rPr>
              <a:t>r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be the radius of each small sphere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6A784F-6263-AA29-E594-197BE22630D6}"/>
              </a:ext>
            </a:extLst>
          </p:cNvPr>
          <p:cNvSpPr txBox="1"/>
          <p:nvPr/>
        </p:nvSpPr>
        <p:spPr>
          <a:xfrm>
            <a:off x="585963" y="1927494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7" name="筆跡 3">
                <a:extLst>
                  <a:ext uri="{FF2B5EF4-FFF2-40B4-BE49-F238E27FC236}">
                    <a16:creationId xmlns:a16="http://schemas.microsoft.com/office/drawing/2014/main" id="{42F89CC9-F432-56AB-FC10-04D87861EBB9}"/>
                  </a:ext>
                </a:extLst>
              </p14:cNvPr>
              <p14:cNvContentPartPr/>
              <p14:nvPr/>
            </p14:nvContentPartPr>
            <p14:xfrm>
              <a:off x="3683068" y="402090"/>
              <a:ext cx="1224136" cy="45719"/>
            </p14:xfrm>
          </p:contentPart>
        </mc:Choice>
        <mc:Fallback>
          <p:pic>
            <p:nvPicPr>
              <p:cNvPr id="37" name="筆跡 3">
                <a:extLst>
                  <a:ext uri="{FF2B5EF4-FFF2-40B4-BE49-F238E27FC236}">
                    <a16:creationId xmlns:a16="http://schemas.microsoft.com/office/drawing/2014/main" id="{42F89CC9-F432-56AB-FC10-04D87861EB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29046" y="-13313610"/>
                <a:ext cx="133182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8" name="筆跡 4">
                <a:extLst>
                  <a:ext uri="{FF2B5EF4-FFF2-40B4-BE49-F238E27FC236}">
                    <a16:creationId xmlns:a16="http://schemas.microsoft.com/office/drawing/2014/main" id="{7831A2CF-94C1-D6DF-48D0-B9FBA5CC30C5}"/>
                  </a:ext>
                </a:extLst>
              </p14:cNvPr>
              <p14:cNvContentPartPr/>
              <p14:nvPr/>
            </p14:nvContentPartPr>
            <p14:xfrm>
              <a:off x="7499723" y="402090"/>
              <a:ext cx="2930817" cy="45719"/>
            </p14:xfrm>
          </p:contentPart>
        </mc:Choice>
        <mc:Fallback>
          <p:pic>
            <p:nvPicPr>
              <p:cNvPr id="38" name="筆跡 4">
                <a:extLst>
                  <a:ext uri="{FF2B5EF4-FFF2-40B4-BE49-F238E27FC236}">
                    <a16:creationId xmlns:a16="http://schemas.microsoft.com/office/drawing/2014/main" id="{7831A2CF-94C1-D6DF-48D0-B9FBA5CC30C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45695" y="-13313610"/>
                <a:ext cx="303851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9" name="筆跡 4">
                <a:extLst>
                  <a:ext uri="{FF2B5EF4-FFF2-40B4-BE49-F238E27FC236}">
                    <a16:creationId xmlns:a16="http://schemas.microsoft.com/office/drawing/2014/main" id="{8B4CAD99-8443-AC39-144A-C6349279A8ED}"/>
                  </a:ext>
                </a:extLst>
              </p14:cNvPr>
              <p14:cNvContentPartPr/>
              <p14:nvPr/>
            </p14:nvContentPartPr>
            <p14:xfrm>
              <a:off x="755104" y="814683"/>
              <a:ext cx="754169" cy="45719"/>
            </p14:xfrm>
          </p:contentPart>
        </mc:Choice>
        <mc:Fallback>
          <p:pic>
            <p:nvPicPr>
              <p:cNvPr id="39" name="筆跡 4">
                <a:extLst>
                  <a:ext uri="{FF2B5EF4-FFF2-40B4-BE49-F238E27FC236}">
                    <a16:creationId xmlns:a16="http://schemas.microsoft.com/office/drawing/2014/main" id="{8B4CAD99-8443-AC39-144A-C6349279A8E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1106" y="-12901017"/>
                <a:ext cx="86180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0" name="筆跡 4">
                <a:extLst>
                  <a:ext uri="{FF2B5EF4-FFF2-40B4-BE49-F238E27FC236}">
                    <a16:creationId xmlns:a16="http://schemas.microsoft.com/office/drawing/2014/main" id="{50B70248-20E4-FDAE-BA55-525B22A0F066}"/>
                  </a:ext>
                </a:extLst>
              </p14:cNvPr>
              <p14:cNvContentPartPr/>
              <p14:nvPr/>
            </p14:nvContentPartPr>
            <p14:xfrm>
              <a:off x="1657118" y="1126571"/>
              <a:ext cx="522556" cy="45719"/>
            </p14:xfrm>
          </p:contentPart>
        </mc:Choice>
        <mc:Fallback>
          <p:pic>
            <p:nvPicPr>
              <p:cNvPr id="40" name="筆跡 4">
                <a:extLst>
                  <a:ext uri="{FF2B5EF4-FFF2-40B4-BE49-F238E27FC236}">
                    <a16:creationId xmlns:a16="http://schemas.microsoft.com/office/drawing/2014/main" id="{50B70248-20E4-FDAE-BA55-525B22A0F06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03135" y="-12589129"/>
                <a:ext cx="63016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字方塊 54">
                <a:extLst>
                  <a:ext uri="{FF2B5EF4-FFF2-40B4-BE49-F238E27FC236}">
                    <a16:creationId xmlns:a16="http://schemas.microsoft.com/office/drawing/2014/main" id="{A54C22C0-C094-CEA6-3D0E-5516BE5EE779}"/>
                  </a:ext>
                </a:extLst>
              </p:cNvPr>
              <p:cNvSpPr txBox="1"/>
              <p:nvPr/>
            </p:nvSpPr>
            <p:spPr>
              <a:xfrm>
                <a:off x="1361430" y="2344578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1" name="文字方塊 54">
                <a:extLst>
                  <a:ext uri="{FF2B5EF4-FFF2-40B4-BE49-F238E27FC236}">
                    <a16:creationId xmlns:a16="http://schemas.microsoft.com/office/drawing/2014/main" id="{A54C22C0-C094-CEA6-3D0E-5516BE5EE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430" y="2344578"/>
                <a:ext cx="295688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15">
            <a:extLst>
              <a:ext uri="{FF2B5EF4-FFF2-40B4-BE49-F238E27FC236}">
                <a16:creationId xmlns:a16="http://schemas.microsoft.com/office/drawing/2014/main" id="{F3DE60C8-DEA2-C93C-7DC3-C116E577D777}"/>
              </a:ext>
            </a:extLst>
          </p:cNvPr>
          <p:cNvSpPr txBox="1"/>
          <p:nvPr/>
        </p:nvSpPr>
        <p:spPr>
          <a:xfrm>
            <a:off x="1657118" y="2399683"/>
            <a:ext cx="3954229" cy="404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Volume of the large sphere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20">
                <a:extLst>
                  <a:ext uri="{FF2B5EF4-FFF2-40B4-BE49-F238E27FC236}">
                    <a16:creationId xmlns:a16="http://schemas.microsoft.com/office/drawing/2014/main" id="{A51D9252-2494-CF8D-3B6C-A1651CDF0561}"/>
                  </a:ext>
                </a:extLst>
              </p:cNvPr>
              <p:cNvSpPr txBox="1"/>
              <p:nvPr/>
            </p:nvSpPr>
            <p:spPr>
              <a:xfrm>
                <a:off x="5512980" y="23703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4" name="文字方塊 20">
                <a:extLst>
                  <a:ext uri="{FF2B5EF4-FFF2-40B4-BE49-F238E27FC236}">
                    <a16:creationId xmlns:a16="http://schemas.microsoft.com/office/drawing/2014/main" id="{A51D9252-2494-CF8D-3B6C-A1651CDF0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980" y="2370356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15">
            <a:extLst>
              <a:ext uri="{FF2B5EF4-FFF2-40B4-BE49-F238E27FC236}">
                <a16:creationId xmlns:a16="http://schemas.microsoft.com/office/drawing/2014/main" id="{F1A9D8ED-ECE8-5858-3111-E90FEB631D19}"/>
              </a:ext>
            </a:extLst>
          </p:cNvPr>
          <p:cNvSpPr txBox="1"/>
          <p:nvPr/>
        </p:nvSpPr>
        <p:spPr>
          <a:xfrm>
            <a:off x="5691879" y="2407185"/>
            <a:ext cx="5352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Total volume of the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27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 small spheres</a:t>
            </a:r>
            <a:endParaRPr lang="zh-TW" altLang="en-US" sz="2000" b="1"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字方塊 260">
                <a:extLst>
                  <a:ext uri="{FF2B5EF4-FFF2-40B4-BE49-F238E27FC236}">
                    <a16:creationId xmlns:a16="http://schemas.microsoft.com/office/drawing/2014/main" id="{3E090C3B-B3DE-EEA2-C744-7583D05B377F}"/>
                  </a:ext>
                </a:extLst>
              </p:cNvPr>
              <p:cNvSpPr txBox="1"/>
              <p:nvPr/>
            </p:nvSpPr>
            <p:spPr>
              <a:xfrm>
                <a:off x="1361430" y="3075752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46" name="文字方塊 260">
                <a:extLst>
                  <a:ext uri="{FF2B5EF4-FFF2-40B4-BE49-F238E27FC236}">
                    <a16:creationId xmlns:a16="http://schemas.microsoft.com/office/drawing/2014/main" id="{3E090C3B-B3DE-EEA2-C744-7583D05B3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430" y="3075752"/>
                <a:ext cx="238419" cy="461665"/>
              </a:xfrm>
              <a:prstGeom prst="rect">
                <a:avLst/>
              </a:prstGeom>
              <a:blipFill>
                <a:blip r:embed="rId13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群組 74">
            <a:extLst>
              <a:ext uri="{FF2B5EF4-FFF2-40B4-BE49-F238E27FC236}">
                <a16:creationId xmlns:a16="http://schemas.microsoft.com/office/drawing/2014/main" id="{A1D8C410-4C31-1D22-F8E5-A8343B5AC826}"/>
              </a:ext>
            </a:extLst>
          </p:cNvPr>
          <p:cNvGrpSpPr/>
          <p:nvPr/>
        </p:nvGrpSpPr>
        <p:grpSpPr>
          <a:xfrm>
            <a:off x="1918396" y="2961811"/>
            <a:ext cx="364383" cy="777549"/>
            <a:chOff x="2896107" y="4671588"/>
            <a:chExt cx="364383" cy="777549"/>
          </a:xfrm>
        </p:grpSpPr>
        <p:sp>
          <p:nvSpPr>
            <p:cNvPr id="48" name="文字方塊 75">
              <a:extLst>
                <a:ext uri="{FF2B5EF4-FFF2-40B4-BE49-F238E27FC236}">
                  <a16:creationId xmlns:a16="http://schemas.microsoft.com/office/drawing/2014/main" id="{98724BB8-5BC6-4510-986E-436368A2B5FC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49" name="群組 76">
              <a:extLst>
                <a:ext uri="{FF2B5EF4-FFF2-40B4-BE49-F238E27FC236}">
                  <a16:creationId xmlns:a16="http://schemas.microsoft.com/office/drawing/2014/main" id="{492674D2-6D6F-0641-9DE3-FC13CFBBCA32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50" name="直線接點 77">
                <a:extLst>
                  <a:ext uri="{FF2B5EF4-FFF2-40B4-BE49-F238E27FC236}">
                    <a16:creationId xmlns:a16="http://schemas.microsoft.com/office/drawing/2014/main" id="{E935A744-A04F-8E6E-F5CA-0E73103D989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1" name="文字方塊 78">
                <a:extLst>
                  <a:ext uri="{FF2B5EF4-FFF2-40B4-BE49-F238E27FC236}">
                    <a16:creationId xmlns:a16="http://schemas.microsoft.com/office/drawing/2014/main" id="{E1CBF45D-B006-2893-19F9-A66D3B72295B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字方塊 53">
                <a:extLst>
                  <a:ext uri="{FF2B5EF4-FFF2-40B4-BE49-F238E27FC236}">
                    <a16:creationId xmlns:a16="http://schemas.microsoft.com/office/drawing/2014/main" id="{F6C609DF-51BD-85C2-71EF-500BE2057632}"/>
                  </a:ext>
                </a:extLst>
              </p:cNvPr>
              <p:cNvSpPr txBox="1"/>
              <p:nvPr/>
            </p:nvSpPr>
            <p:spPr>
              <a:xfrm>
                <a:off x="2312231" y="31065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2" name="文字方塊 53">
                <a:extLst>
                  <a:ext uri="{FF2B5EF4-FFF2-40B4-BE49-F238E27FC236}">
                    <a16:creationId xmlns:a16="http://schemas.microsoft.com/office/drawing/2014/main" id="{F6C609DF-51BD-85C2-71EF-500BE205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2231" y="3106529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144B71A-5CCD-CCB5-EB5F-B38F9B96C746}"/>
                  </a:ext>
                </a:extLst>
              </p:cNvPr>
              <p:cNvSpPr txBox="1"/>
              <p:nvPr/>
            </p:nvSpPr>
            <p:spPr>
              <a:xfrm>
                <a:off x="2594733" y="3106529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144B71A-5CCD-CCB5-EB5F-B38F9B96C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733" y="3106529"/>
                <a:ext cx="357791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03790D8E-180E-B0BB-3ECE-59159E8E6E31}"/>
                  </a:ext>
                </a:extLst>
              </p:cNvPr>
              <p:cNvSpPr txBox="1"/>
              <p:nvPr/>
            </p:nvSpPr>
            <p:spPr>
              <a:xfrm>
                <a:off x="2939652" y="31065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03790D8E-180E-B0BB-3ECE-59159E8E6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9652" y="3106529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0AA5B22-B0CE-6703-65C1-26BE3A28A4DD}"/>
                  </a:ext>
                </a:extLst>
              </p:cNvPr>
              <p:cNvSpPr txBox="1"/>
              <p:nvPr/>
            </p:nvSpPr>
            <p:spPr>
              <a:xfrm>
                <a:off x="3235026" y="3136404"/>
                <a:ext cx="573508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Lucida Handwriting" panose="03010101010101010101" pitchFamily="66" charset="0"/>
                        </a:rPr>
                        <m:t>15</m:t>
                      </m:r>
                    </m:oMath>
                  </m:oMathPara>
                </a14:m>
                <a:endParaRPr lang="en-US" sz="200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0AA5B22-B0CE-6703-65C1-26BE3A28A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026" y="3136404"/>
                <a:ext cx="573508" cy="40395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文字方塊 106">
            <a:extLst>
              <a:ext uri="{FF2B5EF4-FFF2-40B4-BE49-F238E27FC236}">
                <a16:creationId xmlns:a16="http://schemas.microsoft.com/office/drawing/2014/main" id="{2B0825FB-81D3-8899-E433-EC3B9ED90FD8}"/>
              </a:ext>
            </a:extLst>
          </p:cNvPr>
          <p:cNvSpPr txBox="1"/>
          <p:nvPr/>
        </p:nvSpPr>
        <p:spPr>
          <a:xfrm>
            <a:off x="3634232" y="3019289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字方塊 83">
                <a:extLst>
                  <a:ext uri="{FF2B5EF4-FFF2-40B4-BE49-F238E27FC236}">
                    <a16:creationId xmlns:a16="http://schemas.microsoft.com/office/drawing/2014/main" id="{DE8FE5BB-F8F1-D1E3-1058-BAA74C3883FE}"/>
                  </a:ext>
                </a:extLst>
              </p:cNvPr>
              <p:cNvSpPr txBox="1"/>
              <p:nvPr/>
            </p:nvSpPr>
            <p:spPr>
              <a:xfrm>
                <a:off x="3878977" y="3130318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7" name="文字方塊 83">
                <a:extLst>
                  <a:ext uri="{FF2B5EF4-FFF2-40B4-BE49-F238E27FC236}">
                    <a16:creationId xmlns:a16="http://schemas.microsoft.com/office/drawing/2014/main" id="{DE8FE5BB-F8F1-D1E3-1058-BAA74C388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977" y="3130318"/>
                <a:ext cx="328449" cy="4070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BFA6248-9109-8D7C-C187-FB706909A74C}"/>
                  </a:ext>
                </a:extLst>
              </p:cNvPr>
              <p:cNvSpPr txBox="1"/>
              <p:nvPr/>
            </p:nvSpPr>
            <p:spPr>
              <a:xfrm>
                <a:off x="4218521" y="3133460"/>
                <a:ext cx="573508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Lucida Handwriting" panose="03010101010101010101" pitchFamily="66" charset="0"/>
                        </a:rPr>
                        <m:t>27</m:t>
                      </m:r>
                    </m:oMath>
                  </m:oMathPara>
                </a14:m>
                <a:endParaRPr lang="en-US" sz="200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BFA6248-9109-8D7C-C187-FB706909A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8521" y="3133460"/>
                <a:ext cx="573508" cy="403957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字方塊 53">
                <a:extLst>
                  <a:ext uri="{FF2B5EF4-FFF2-40B4-BE49-F238E27FC236}">
                    <a16:creationId xmlns:a16="http://schemas.microsoft.com/office/drawing/2014/main" id="{5285C9E0-304E-D09F-8B95-923D3EE3C68B}"/>
                  </a:ext>
                </a:extLst>
              </p:cNvPr>
              <p:cNvSpPr txBox="1"/>
              <p:nvPr/>
            </p:nvSpPr>
            <p:spPr>
              <a:xfrm>
                <a:off x="4687003" y="313730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9" name="文字方塊 53">
                <a:extLst>
                  <a:ext uri="{FF2B5EF4-FFF2-40B4-BE49-F238E27FC236}">
                    <a16:creationId xmlns:a16="http://schemas.microsoft.com/office/drawing/2014/main" id="{5285C9E0-304E-D09F-8B95-923D3EE3C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7003" y="3137307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群組 74">
            <a:extLst>
              <a:ext uri="{FF2B5EF4-FFF2-40B4-BE49-F238E27FC236}">
                <a16:creationId xmlns:a16="http://schemas.microsoft.com/office/drawing/2014/main" id="{7222A448-1F56-FDAE-D611-4F968C38CA44}"/>
              </a:ext>
            </a:extLst>
          </p:cNvPr>
          <p:cNvGrpSpPr/>
          <p:nvPr/>
        </p:nvGrpSpPr>
        <p:grpSpPr>
          <a:xfrm>
            <a:off x="5098948" y="2973146"/>
            <a:ext cx="364383" cy="777549"/>
            <a:chOff x="2896107" y="4671588"/>
            <a:chExt cx="364383" cy="777549"/>
          </a:xfrm>
        </p:grpSpPr>
        <p:sp>
          <p:nvSpPr>
            <p:cNvPr id="61" name="文字方塊 75">
              <a:extLst>
                <a:ext uri="{FF2B5EF4-FFF2-40B4-BE49-F238E27FC236}">
                  <a16:creationId xmlns:a16="http://schemas.microsoft.com/office/drawing/2014/main" id="{A9391C64-4860-2538-B6F3-638200EB14B0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62" name="群組 76">
              <a:extLst>
                <a:ext uri="{FF2B5EF4-FFF2-40B4-BE49-F238E27FC236}">
                  <a16:creationId xmlns:a16="http://schemas.microsoft.com/office/drawing/2014/main" id="{577D215A-BE6E-BAB1-E4A9-4A53B27756AC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63" name="直線接點 77">
                <a:extLst>
                  <a:ext uri="{FF2B5EF4-FFF2-40B4-BE49-F238E27FC236}">
                    <a16:creationId xmlns:a16="http://schemas.microsoft.com/office/drawing/2014/main" id="{0F5CA0C0-BA1B-A183-D366-53ED1287A0B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84" name="文字方塊 78">
                <a:extLst>
                  <a:ext uri="{FF2B5EF4-FFF2-40B4-BE49-F238E27FC236}">
                    <a16:creationId xmlns:a16="http://schemas.microsoft.com/office/drawing/2014/main" id="{DB25753F-9DD7-E282-C85C-661A86A27C83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85" name="文字方塊 53">
                <a:extLst>
                  <a:ext uri="{FF2B5EF4-FFF2-40B4-BE49-F238E27FC236}">
                    <a16:creationId xmlns:a16="http://schemas.microsoft.com/office/drawing/2014/main" id="{AD136392-C49C-F4EC-716E-473352E6D3BF}"/>
                  </a:ext>
                </a:extLst>
              </p:cNvPr>
              <p:cNvSpPr txBox="1"/>
              <p:nvPr/>
            </p:nvSpPr>
            <p:spPr>
              <a:xfrm>
                <a:off x="5468579" y="31445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5" name="文字方塊 53">
                <a:extLst>
                  <a:ext uri="{FF2B5EF4-FFF2-40B4-BE49-F238E27FC236}">
                    <a16:creationId xmlns:a16="http://schemas.microsoft.com/office/drawing/2014/main" id="{AD136392-C49C-F4EC-716E-473352E6D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579" y="3144545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6" name="TextBox 385">
                <a:extLst>
                  <a:ext uri="{FF2B5EF4-FFF2-40B4-BE49-F238E27FC236}">
                    <a16:creationId xmlns:a16="http://schemas.microsoft.com/office/drawing/2014/main" id="{4B7ED55D-35F2-4BE7-EBEF-8A0AEE9D3E6F}"/>
                  </a:ext>
                </a:extLst>
              </p:cNvPr>
              <p:cNvSpPr txBox="1"/>
              <p:nvPr/>
            </p:nvSpPr>
            <p:spPr>
              <a:xfrm>
                <a:off x="5751081" y="3144545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386" name="TextBox 385">
                <a:extLst>
                  <a:ext uri="{FF2B5EF4-FFF2-40B4-BE49-F238E27FC236}">
                    <a16:creationId xmlns:a16="http://schemas.microsoft.com/office/drawing/2014/main" id="{4B7ED55D-35F2-4BE7-EBEF-8A0AEE9D3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1081" y="3144545"/>
                <a:ext cx="357791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7" name="文字方塊 53">
                <a:extLst>
                  <a:ext uri="{FF2B5EF4-FFF2-40B4-BE49-F238E27FC236}">
                    <a16:creationId xmlns:a16="http://schemas.microsoft.com/office/drawing/2014/main" id="{0DCD7C90-912F-6D92-AACB-94D7F8FEECE1}"/>
                  </a:ext>
                </a:extLst>
              </p:cNvPr>
              <p:cNvSpPr txBox="1"/>
              <p:nvPr/>
            </p:nvSpPr>
            <p:spPr>
              <a:xfrm>
                <a:off x="6096000" y="31445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7" name="文字方塊 53">
                <a:extLst>
                  <a:ext uri="{FF2B5EF4-FFF2-40B4-BE49-F238E27FC236}">
                    <a16:creationId xmlns:a16="http://schemas.microsoft.com/office/drawing/2014/main" id="{0DCD7C90-912F-6D92-AACB-94D7F8FEE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144545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8" name="TextBox 387">
                <a:extLst>
                  <a:ext uri="{FF2B5EF4-FFF2-40B4-BE49-F238E27FC236}">
                    <a16:creationId xmlns:a16="http://schemas.microsoft.com/office/drawing/2014/main" id="{3F1AA576-2A04-7F1F-3AF5-83860D82F48A}"/>
                  </a:ext>
                </a:extLst>
              </p:cNvPr>
              <p:cNvSpPr txBox="1"/>
              <p:nvPr/>
            </p:nvSpPr>
            <p:spPr>
              <a:xfrm>
                <a:off x="6395954" y="3144545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8" name="TextBox 387">
                <a:extLst>
                  <a:ext uri="{FF2B5EF4-FFF2-40B4-BE49-F238E27FC236}">
                    <a16:creationId xmlns:a16="http://schemas.microsoft.com/office/drawing/2014/main" id="{3F1AA576-2A04-7F1F-3AF5-83860D82F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954" y="3144545"/>
                <a:ext cx="357791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9" name="文字方塊 106">
            <a:extLst>
              <a:ext uri="{FF2B5EF4-FFF2-40B4-BE49-F238E27FC236}">
                <a16:creationId xmlns:a16="http://schemas.microsoft.com/office/drawing/2014/main" id="{515D2D70-C232-2D98-17E3-0E23DCAA79BC}"/>
              </a:ext>
            </a:extLst>
          </p:cNvPr>
          <p:cNvSpPr txBox="1"/>
          <p:nvPr/>
        </p:nvSpPr>
        <p:spPr>
          <a:xfrm>
            <a:off x="6588449" y="3067601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0" name="TextBox 389">
                <a:extLst>
                  <a:ext uri="{FF2B5EF4-FFF2-40B4-BE49-F238E27FC236}">
                    <a16:creationId xmlns:a16="http://schemas.microsoft.com/office/drawing/2014/main" id="{66F2EF76-8F14-153D-89DB-153118F188CC}"/>
                  </a:ext>
                </a:extLst>
              </p:cNvPr>
              <p:cNvSpPr txBox="1"/>
              <p:nvPr/>
            </p:nvSpPr>
            <p:spPr>
              <a:xfrm>
                <a:off x="3455336" y="3725390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90" name="TextBox 389">
                <a:extLst>
                  <a:ext uri="{FF2B5EF4-FFF2-40B4-BE49-F238E27FC236}">
                    <a16:creationId xmlns:a16="http://schemas.microsoft.com/office/drawing/2014/main" id="{66F2EF76-8F14-153D-89DB-153118F188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5336" y="3725390"/>
                <a:ext cx="357791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1" name="文字方塊 106">
            <a:extLst>
              <a:ext uri="{FF2B5EF4-FFF2-40B4-BE49-F238E27FC236}">
                <a16:creationId xmlns:a16="http://schemas.microsoft.com/office/drawing/2014/main" id="{1C5FFB17-DC92-A5AD-5C44-CE9DA3EF37E9}"/>
              </a:ext>
            </a:extLst>
          </p:cNvPr>
          <p:cNvSpPr txBox="1"/>
          <p:nvPr/>
        </p:nvSpPr>
        <p:spPr>
          <a:xfrm>
            <a:off x="3647831" y="3648446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2" name="文字方塊 83">
                <a:extLst>
                  <a:ext uri="{FF2B5EF4-FFF2-40B4-BE49-F238E27FC236}">
                    <a16:creationId xmlns:a16="http://schemas.microsoft.com/office/drawing/2014/main" id="{7ECAE224-80D6-FA3B-FD62-F9D763B0DE11}"/>
                  </a:ext>
                </a:extLst>
              </p:cNvPr>
              <p:cNvSpPr txBox="1"/>
              <p:nvPr/>
            </p:nvSpPr>
            <p:spPr>
              <a:xfrm>
                <a:off x="3878977" y="3730925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92" name="文字方塊 83">
                <a:extLst>
                  <a:ext uri="{FF2B5EF4-FFF2-40B4-BE49-F238E27FC236}">
                    <a16:creationId xmlns:a16="http://schemas.microsoft.com/office/drawing/2014/main" id="{7ECAE224-80D6-FA3B-FD62-F9D763B0D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977" y="3730925"/>
                <a:ext cx="328449" cy="40709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3" name="TextBox 392">
                <a:extLst>
                  <a:ext uri="{FF2B5EF4-FFF2-40B4-BE49-F238E27FC236}">
                    <a16:creationId xmlns:a16="http://schemas.microsoft.com/office/drawing/2014/main" id="{70FDF3CE-E4DB-FD4E-F2E9-B0D66A26A4DD}"/>
                  </a:ext>
                </a:extLst>
              </p:cNvPr>
              <p:cNvSpPr txBox="1"/>
              <p:nvPr/>
            </p:nvSpPr>
            <p:spPr>
              <a:xfrm>
                <a:off x="4175963" y="3750695"/>
                <a:ext cx="573508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125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93" name="TextBox 392">
                <a:extLst>
                  <a:ext uri="{FF2B5EF4-FFF2-40B4-BE49-F238E27FC236}">
                    <a16:creationId xmlns:a16="http://schemas.microsoft.com/office/drawing/2014/main" id="{70FDF3CE-E4DB-FD4E-F2E9-B0D66A26A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5963" y="3750695"/>
                <a:ext cx="573508" cy="40395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4" name="TextBox 393">
                <a:extLst>
                  <a:ext uri="{FF2B5EF4-FFF2-40B4-BE49-F238E27FC236}">
                    <a16:creationId xmlns:a16="http://schemas.microsoft.com/office/drawing/2014/main" id="{4B69A3E7-AEE7-78E2-4FF6-D573B89C568E}"/>
                  </a:ext>
                </a:extLst>
              </p:cNvPr>
              <p:cNvSpPr txBox="1"/>
              <p:nvPr/>
            </p:nvSpPr>
            <p:spPr>
              <a:xfrm>
                <a:off x="3466431" y="4230246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94" name="TextBox 393">
                <a:extLst>
                  <a:ext uri="{FF2B5EF4-FFF2-40B4-BE49-F238E27FC236}">
                    <a16:creationId xmlns:a16="http://schemas.microsoft.com/office/drawing/2014/main" id="{4B69A3E7-AEE7-78E2-4FF6-D573B89C5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431" y="4230246"/>
                <a:ext cx="357791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5" name="文字方塊 83">
                <a:extLst>
                  <a:ext uri="{FF2B5EF4-FFF2-40B4-BE49-F238E27FC236}">
                    <a16:creationId xmlns:a16="http://schemas.microsoft.com/office/drawing/2014/main" id="{A0F33485-87B2-114D-0750-5AF3806B3F3D}"/>
                  </a:ext>
                </a:extLst>
              </p:cNvPr>
              <p:cNvSpPr txBox="1"/>
              <p:nvPr/>
            </p:nvSpPr>
            <p:spPr>
              <a:xfrm>
                <a:off x="3890072" y="4235781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95" name="文字方塊 83">
                <a:extLst>
                  <a:ext uri="{FF2B5EF4-FFF2-40B4-BE49-F238E27FC236}">
                    <a16:creationId xmlns:a16="http://schemas.microsoft.com/office/drawing/2014/main" id="{A0F33485-87B2-114D-0750-5AF3806B3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072" y="4235781"/>
                <a:ext cx="328449" cy="4070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8B3FB65B-0D56-BD89-F199-EF995B01DCFF}"/>
                  </a:ext>
                </a:extLst>
              </p:cNvPr>
              <p:cNvSpPr txBox="1"/>
              <p:nvPr/>
            </p:nvSpPr>
            <p:spPr>
              <a:xfrm>
                <a:off x="4187058" y="4255551"/>
                <a:ext cx="406207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Handwriting" panose="03010101010101010101" pitchFamily="66" charset="0"/>
                        </a:rPr>
                        <m:t>5</m:t>
                      </m:r>
                    </m:oMath>
                  </m:oMathPara>
                </a14:m>
                <a:endParaRPr lang="en-US" sz="200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8B3FB65B-0D56-BD89-F199-EF995B01D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7058" y="4255551"/>
                <a:ext cx="406207" cy="403957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7" name="文字方塊 260">
                <a:extLst>
                  <a:ext uri="{FF2B5EF4-FFF2-40B4-BE49-F238E27FC236}">
                    <a16:creationId xmlns:a16="http://schemas.microsoft.com/office/drawing/2014/main" id="{16F463D2-0927-5C83-7715-C554A0A43171}"/>
                  </a:ext>
                </a:extLst>
              </p:cNvPr>
              <p:cNvSpPr txBox="1"/>
              <p:nvPr/>
            </p:nvSpPr>
            <p:spPr>
              <a:xfrm>
                <a:off x="1390063" y="4642880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97" name="文字方塊 260">
                <a:extLst>
                  <a:ext uri="{FF2B5EF4-FFF2-40B4-BE49-F238E27FC236}">
                    <a16:creationId xmlns:a16="http://schemas.microsoft.com/office/drawing/2014/main" id="{16F463D2-0927-5C83-7715-C554A0A43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0063" y="4642880"/>
                <a:ext cx="238419" cy="461665"/>
              </a:xfrm>
              <a:prstGeom prst="rect">
                <a:avLst/>
              </a:prstGeom>
              <a:blipFill>
                <a:blip r:embed="rId31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8" name="TextBox 15">
                <a:extLst>
                  <a:ext uri="{FF2B5EF4-FFF2-40B4-BE49-F238E27FC236}">
                    <a16:creationId xmlns:a16="http://schemas.microsoft.com/office/drawing/2014/main" id="{3A3408DE-1EF1-2509-A037-6A24955E310F}"/>
                  </a:ext>
                </a:extLst>
              </p:cNvPr>
              <p:cNvSpPr txBox="1"/>
              <p:nvPr/>
            </p:nvSpPr>
            <p:spPr>
              <a:xfrm>
                <a:off x="1713953" y="4674976"/>
                <a:ext cx="55826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The radius of each small sphere is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Lucida Handwriting" panose="03010101010101010101" pitchFamily="66" charset="0"/>
                      </a:rPr>
                      <m:t>5 </m:t>
                    </m:r>
                    <m:r>
                      <m:rPr>
                        <m:nor/>
                      </m:rPr>
                      <a:rPr lang="en-US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cm</m:t>
                    </m:r>
                  </m:oMath>
                </a14:m>
                <a:endParaRPr lang="en-US" sz="200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398" name="TextBox 15">
                <a:extLst>
                  <a:ext uri="{FF2B5EF4-FFF2-40B4-BE49-F238E27FC236}">
                    <a16:creationId xmlns:a16="http://schemas.microsoft.com/office/drawing/2014/main" id="{3A3408DE-1EF1-2509-A037-6A24955E3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3953" y="4674976"/>
                <a:ext cx="5582644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99" name="筆跡 11">
                <a:extLst>
                  <a:ext uri="{FF2B5EF4-FFF2-40B4-BE49-F238E27FC236}">
                    <a16:creationId xmlns:a16="http://schemas.microsoft.com/office/drawing/2014/main" id="{92F77E02-70CB-E1B8-E66C-B144E6A3FE57}"/>
                  </a:ext>
                </a:extLst>
              </p14:cNvPr>
              <p14:cNvContentPartPr/>
              <p14:nvPr/>
            </p14:nvContentPartPr>
            <p14:xfrm>
              <a:off x="1628481" y="1548202"/>
              <a:ext cx="1135983" cy="45719"/>
            </p14:xfrm>
          </p:contentPart>
        </mc:Choice>
        <mc:Fallback>
          <p:pic>
            <p:nvPicPr>
              <p:cNvPr id="399" name="筆跡 11">
                <a:extLst>
                  <a:ext uri="{FF2B5EF4-FFF2-40B4-BE49-F238E27FC236}">
                    <a16:creationId xmlns:a16="http://schemas.microsoft.com/office/drawing/2014/main" id="{92F77E02-70CB-E1B8-E66C-B144E6A3FE5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574455" y="-12167498"/>
                <a:ext cx="1243674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400" name="TextBox 399">
            <a:extLst>
              <a:ext uri="{FF2B5EF4-FFF2-40B4-BE49-F238E27FC236}">
                <a16:creationId xmlns:a16="http://schemas.microsoft.com/office/drawing/2014/main" id="{FDC09B19-3C17-BF6A-80A5-FBA72B95A760}"/>
              </a:ext>
            </a:extLst>
          </p:cNvPr>
          <p:cNvSpPr txBox="1"/>
          <p:nvPr/>
        </p:nvSpPr>
        <p:spPr>
          <a:xfrm>
            <a:off x="605127" y="5104545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/>
          </a:p>
        </p:txBody>
      </p:sp>
      <p:sp>
        <p:nvSpPr>
          <p:cNvPr id="401" name="TextBox 15">
            <a:extLst>
              <a:ext uri="{FF2B5EF4-FFF2-40B4-BE49-F238E27FC236}">
                <a16:creationId xmlns:a16="http://schemas.microsoft.com/office/drawing/2014/main" id="{4970CB8D-4FB3-3248-1B21-D9AAF40A940F}"/>
              </a:ext>
            </a:extLst>
          </p:cNvPr>
          <p:cNvSpPr txBox="1"/>
          <p:nvPr/>
        </p:nvSpPr>
        <p:spPr>
          <a:xfrm>
            <a:off x="1065550" y="5106306"/>
            <a:ext cx="4912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Surface area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of each small sphere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2" name="文字方塊 83">
                <a:extLst>
                  <a:ext uri="{FF2B5EF4-FFF2-40B4-BE49-F238E27FC236}">
                    <a16:creationId xmlns:a16="http://schemas.microsoft.com/office/drawing/2014/main" id="{B700567F-288E-8C7E-07C4-9759C3112353}"/>
                  </a:ext>
                </a:extLst>
              </p:cNvPr>
              <p:cNvSpPr txBox="1"/>
              <p:nvPr/>
            </p:nvSpPr>
            <p:spPr>
              <a:xfrm>
                <a:off x="1300032" y="5584945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2" name="文字方塊 83">
                <a:extLst>
                  <a:ext uri="{FF2B5EF4-FFF2-40B4-BE49-F238E27FC236}">
                    <a16:creationId xmlns:a16="http://schemas.microsoft.com/office/drawing/2014/main" id="{B700567F-288E-8C7E-07C4-9759C3112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032" y="5584945"/>
                <a:ext cx="328449" cy="407099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69466DF-C96D-B5AA-3E32-C8ACF737B0ED}"/>
                  </a:ext>
                </a:extLst>
              </p:cNvPr>
              <p:cNvSpPr txBox="1"/>
              <p:nvPr/>
            </p:nvSpPr>
            <p:spPr>
              <a:xfrm>
                <a:off x="1599849" y="5621956"/>
                <a:ext cx="406207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4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69466DF-C96D-B5AA-3E32-C8ACF737B0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9849" y="5621956"/>
                <a:ext cx="406207" cy="403957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5" name="文字方塊 53">
                <a:extLst>
                  <a:ext uri="{FF2B5EF4-FFF2-40B4-BE49-F238E27FC236}">
                    <a16:creationId xmlns:a16="http://schemas.microsoft.com/office/drawing/2014/main" id="{EAB52F23-2CB3-2B7B-C7FA-D4A129397764}"/>
                  </a:ext>
                </a:extLst>
              </p:cNvPr>
              <p:cNvSpPr txBox="1"/>
              <p:nvPr/>
            </p:nvSpPr>
            <p:spPr>
              <a:xfrm>
                <a:off x="1924989" y="562884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5" name="文字方塊 53">
                <a:extLst>
                  <a:ext uri="{FF2B5EF4-FFF2-40B4-BE49-F238E27FC236}">
                    <a16:creationId xmlns:a16="http://schemas.microsoft.com/office/drawing/2014/main" id="{EAB52F23-2CB3-2B7B-C7FA-D4A129397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989" y="5628840"/>
                <a:ext cx="29568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6" name="TextBox 405">
                <a:extLst>
                  <a:ext uri="{FF2B5EF4-FFF2-40B4-BE49-F238E27FC236}">
                    <a16:creationId xmlns:a16="http://schemas.microsoft.com/office/drawing/2014/main" id="{748A8A7F-ACDB-43CD-6A5F-158D975A5DED}"/>
                  </a:ext>
                </a:extLst>
              </p:cNvPr>
              <p:cNvSpPr txBox="1"/>
              <p:nvPr/>
            </p:nvSpPr>
            <p:spPr>
              <a:xfrm>
                <a:off x="2236942" y="5628840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406" name="TextBox 405">
                <a:extLst>
                  <a:ext uri="{FF2B5EF4-FFF2-40B4-BE49-F238E27FC236}">
                    <a16:creationId xmlns:a16="http://schemas.microsoft.com/office/drawing/2014/main" id="{748A8A7F-ACDB-43CD-6A5F-158D975A5D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6942" y="5628840"/>
                <a:ext cx="357791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7" name="文字方塊 53">
                <a:extLst>
                  <a:ext uri="{FF2B5EF4-FFF2-40B4-BE49-F238E27FC236}">
                    <a16:creationId xmlns:a16="http://schemas.microsoft.com/office/drawing/2014/main" id="{EC800CCB-0646-224E-FC53-9B29665B115C}"/>
                  </a:ext>
                </a:extLst>
              </p:cNvPr>
              <p:cNvSpPr txBox="1"/>
              <p:nvPr/>
            </p:nvSpPr>
            <p:spPr>
              <a:xfrm>
                <a:off x="2545817" y="562884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7" name="文字方塊 53">
                <a:extLst>
                  <a:ext uri="{FF2B5EF4-FFF2-40B4-BE49-F238E27FC236}">
                    <a16:creationId xmlns:a16="http://schemas.microsoft.com/office/drawing/2014/main" id="{EC800CCB-0646-224E-FC53-9B29665B1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5817" y="5628840"/>
                <a:ext cx="295688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8" name="TextBox 407">
                <a:extLst>
                  <a:ext uri="{FF2B5EF4-FFF2-40B4-BE49-F238E27FC236}">
                    <a16:creationId xmlns:a16="http://schemas.microsoft.com/office/drawing/2014/main" id="{52E33DC5-4C4C-947E-EA77-0D9A5B83A7E7}"/>
                  </a:ext>
                </a:extLst>
              </p:cNvPr>
              <p:cNvSpPr txBox="1"/>
              <p:nvPr/>
            </p:nvSpPr>
            <p:spPr>
              <a:xfrm>
                <a:off x="2781009" y="5627375"/>
                <a:ext cx="406207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Lucida Handwriting" panose="03010101010101010101" pitchFamily="66" charset="0"/>
                        </a:rPr>
                        <m:t>5</m:t>
                      </m:r>
                    </m:oMath>
                  </m:oMathPara>
                </a14:m>
                <a:endParaRPr lang="en-US" sz="2000">
                  <a:solidFill>
                    <a:srgbClr val="92D050"/>
                  </a:solidFill>
                </a:endParaRPr>
              </a:p>
            </p:txBody>
          </p:sp>
        </mc:Choice>
        <mc:Fallback>
          <p:sp>
            <p:nvSpPr>
              <p:cNvPr id="408" name="TextBox 407">
                <a:extLst>
                  <a:ext uri="{FF2B5EF4-FFF2-40B4-BE49-F238E27FC236}">
                    <a16:creationId xmlns:a16="http://schemas.microsoft.com/office/drawing/2014/main" id="{52E33DC5-4C4C-947E-EA77-0D9A5B83A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009" y="5627375"/>
                <a:ext cx="406207" cy="403957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" name="文字方塊 106">
            <a:extLst>
              <a:ext uri="{FF2B5EF4-FFF2-40B4-BE49-F238E27FC236}">
                <a16:creationId xmlns:a16="http://schemas.microsoft.com/office/drawing/2014/main" id="{2DD5AD59-4B1C-4B7D-02FD-EC92F9339558}"/>
              </a:ext>
            </a:extLst>
          </p:cNvPr>
          <p:cNvSpPr txBox="1"/>
          <p:nvPr/>
        </p:nvSpPr>
        <p:spPr>
          <a:xfrm>
            <a:off x="3027781" y="5529703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410" name="群組 245">
            <a:extLst>
              <a:ext uri="{FF2B5EF4-FFF2-40B4-BE49-F238E27FC236}">
                <a16:creationId xmlns:a16="http://schemas.microsoft.com/office/drawing/2014/main" id="{B775F328-9015-8ED5-3B31-8AEDDF7DAE46}"/>
              </a:ext>
            </a:extLst>
          </p:cNvPr>
          <p:cNvGrpSpPr/>
          <p:nvPr/>
        </p:nvGrpSpPr>
        <p:grpSpPr>
          <a:xfrm>
            <a:off x="3164878" y="5553417"/>
            <a:ext cx="725194" cy="486540"/>
            <a:chOff x="2472626" y="4498636"/>
            <a:chExt cx="725194" cy="486540"/>
          </a:xfrm>
        </p:grpSpPr>
        <p:sp>
          <p:nvSpPr>
            <p:cNvPr id="411" name="文字方塊 249">
              <a:extLst>
                <a:ext uri="{FF2B5EF4-FFF2-40B4-BE49-F238E27FC236}">
                  <a16:creationId xmlns:a16="http://schemas.microsoft.com/office/drawing/2014/main" id="{F05B26E3-F92D-8584-F6BC-3A940498D1C8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412" name="文字方塊 247">
              <a:extLst>
                <a:ext uri="{FF2B5EF4-FFF2-40B4-BE49-F238E27FC236}">
                  <a16:creationId xmlns:a16="http://schemas.microsoft.com/office/drawing/2014/main" id="{0B72F14C-E7F8-018D-874B-5F020DE3FE49}"/>
                </a:ext>
              </a:extLst>
            </p:cNvPr>
            <p:cNvSpPr txBox="1"/>
            <p:nvPr/>
          </p:nvSpPr>
          <p:spPr>
            <a:xfrm>
              <a:off x="2908958" y="4498636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14" name="文字方塊 132">
                <a:extLst>
                  <a:ext uri="{FF2B5EF4-FFF2-40B4-BE49-F238E27FC236}">
                    <a16:creationId xmlns:a16="http://schemas.microsoft.com/office/drawing/2014/main" id="{918E669E-9F21-ACBD-4266-A82485A1C9E6}"/>
                  </a:ext>
                </a:extLst>
              </p:cNvPr>
              <p:cNvSpPr txBox="1"/>
              <p:nvPr/>
            </p:nvSpPr>
            <p:spPr>
              <a:xfrm>
                <a:off x="1304161" y="62237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14" name="文字方塊 132">
                <a:extLst>
                  <a:ext uri="{FF2B5EF4-FFF2-40B4-BE49-F238E27FC236}">
                    <a16:creationId xmlns:a16="http://schemas.microsoft.com/office/drawing/2014/main" id="{918E669E-9F21-ACBD-4266-A82485A1C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4161" y="6223739"/>
                <a:ext cx="295688" cy="40011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5" name="文字方塊 10">
                <a:extLst>
                  <a:ext uri="{FF2B5EF4-FFF2-40B4-BE49-F238E27FC236}">
                    <a16:creationId xmlns:a16="http://schemas.microsoft.com/office/drawing/2014/main" id="{F6E41DBB-3186-7BC2-2D81-DF018BB628B2}"/>
                  </a:ext>
                </a:extLst>
              </p:cNvPr>
              <p:cNvSpPr txBox="1"/>
              <p:nvPr/>
            </p:nvSpPr>
            <p:spPr>
              <a:xfrm>
                <a:off x="1628726" y="6223739"/>
                <a:ext cx="13069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100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15" name="文字方塊 10">
                <a:extLst>
                  <a:ext uri="{FF2B5EF4-FFF2-40B4-BE49-F238E27FC236}">
                    <a16:creationId xmlns:a16="http://schemas.microsoft.com/office/drawing/2014/main" id="{F6E41DBB-3186-7BC2-2D81-DF018BB62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726" y="6223739"/>
                <a:ext cx="1306944" cy="40011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6" name="群組 245">
            <a:extLst>
              <a:ext uri="{FF2B5EF4-FFF2-40B4-BE49-F238E27FC236}">
                <a16:creationId xmlns:a16="http://schemas.microsoft.com/office/drawing/2014/main" id="{552AF32A-51D2-B3C0-57FB-407FECE0186F}"/>
              </a:ext>
            </a:extLst>
          </p:cNvPr>
          <p:cNvGrpSpPr/>
          <p:nvPr/>
        </p:nvGrpSpPr>
        <p:grpSpPr>
          <a:xfrm>
            <a:off x="2365380" y="6151374"/>
            <a:ext cx="798167" cy="477054"/>
            <a:chOff x="2472626" y="4508122"/>
            <a:chExt cx="798167" cy="477054"/>
          </a:xfrm>
        </p:grpSpPr>
        <p:sp>
          <p:nvSpPr>
            <p:cNvPr id="417" name="文字方塊 249">
              <a:extLst>
                <a:ext uri="{FF2B5EF4-FFF2-40B4-BE49-F238E27FC236}">
                  <a16:creationId xmlns:a16="http://schemas.microsoft.com/office/drawing/2014/main" id="{46AAB92F-DADA-7DD7-870A-F72D31CC9227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419" name="文字方塊 247">
              <a:extLst>
                <a:ext uri="{FF2B5EF4-FFF2-40B4-BE49-F238E27FC236}">
                  <a16:creationId xmlns:a16="http://schemas.microsoft.com/office/drawing/2014/main" id="{62ADFC2F-B993-7FA1-4E4E-791403A210A7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678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6" grpId="0"/>
      <p:bldP spid="41" grpId="0"/>
      <p:bldP spid="43" grpId="0"/>
      <p:bldP spid="44" grpId="0"/>
      <p:bldP spid="45" grpId="0"/>
      <p:bldP spid="46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385" grpId="0"/>
      <p:bldP spid="386" grpId="0"/>
      <p:bldP spid="387" grpId="0"/>
      <p:bldP spid="388" grpId="0"/>
      <p:bldP spid="389" grpId="0"/>
      <p:bldP spid="390" grpId="0"/>
      <p:bldP spid="391" grpId="0"/>
      <p:bldP spid="392" grpId="0"/>
      <p:bldP spid="393" grpId="0"/>
      <p:bldP spid="394" grpId="0"/>
      <p:bldP spid="395" grpId="0"/>
      <p:bldP spid="396" grpId="0"/>
      <p:bldP spid="397" grpId="0"/>
      <p:bldP spid="398" grpId="0"/>
      <p:bldP spid="400" grpId="0"/>
      <p:bldP spid="401" grpId="0"/>
      <p:bldP spid="402" grpId="0"/>
      <p:bldP spid="404" grpId="0"/>
      <p:bldP spid="405" grpId="0"/>
      <p:bldP spid="406" grpId="0"/>
      <p:bldP spid="407" grpId="0"/>
      <p:bldP spid="408" grpId="0"/>
      <p:bldP spid="409" grpId="0"/>
      <p:bldP spid="414" grpId="0"/>
      <p:bldP spid="4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Picture 419">
            <a:extLst>
              <a:ext uri="{FF2B5EF4-FFF2-40B4-BE49-F238E27FC236}">
                <a16:creationId xmlns:a16="http://schemas.microsoft.com/office/drawing/2014/main" id="{ACF08237-3171-F443-0CF5-477BB1BDB4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1" t="4995" b="69993"/>
          <a:stretch>
            <a:fillRect/>
          </a:stretch>
        </p:blipFill>
        <p:spPr>
          <a:xfrm>
            <a:off x="204329" y="218998"/>
            <a:ext cx="11119345" cy="7060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2F8E3C-9522-BB88-53BD-93609F454A9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rcRect l="73524" t="41935"/>
          <a:stretch>
            <a:fillRect/>
          </a:stretch>
        </p:blipFill>
        <p:spPr>
          <a:xfrm>
            <a:off x="8343014" y="1270097"/>
            <a:ext cx="2980660" cy="163905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4B8C64F-01FE-577C-84F2-6154D8694120}"/>
              </a:ext>
            </a:extLst>
          </p:cNvPr>
          <p:cNvGrpSpPr/>
          <p:nvPr/>
        </p:nvGrpSpPr>
        <p:grpSpPr>
          <a:xfrm>
            <a:off x="9285699" y="1479902"/>
            <a:ext cx="1670202" cy="1240043"/>
            <a:chOff x="9286967" y="1492738"/>
            <a:chExt cx="1670202" cy="1240043"/>
          </a:xfrm>
          <a:solidFill>
            <a:srgbClr val="FFFF00">
              <a:alpha val="20000"/>
            </a:srgbClr>
          </a:solidFill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7DDAC7D-FF01-BFDB-9A1D-0F5CCA4EBAB8}"/>
                </a:ext>
              </a:extLst>
            </p:cNvPr>
            <p:cNvSpPr/>
            <p:nvPr/>
          </p:nvSpPr>
          <p:spPr>
            <a:xfrm>
              <a:off x="9308122" y="1492738"/>
              <a:ext cx="1649047" cy="765908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C373FBA-3929-C2E9-3085-888A42C1246D}"/>
                </a:ext>
              </a:extLst>
            </p:cNvPr>
            <p:cNvSpPr/>
            <p:nvPr/>
          </p:nvSpPr>
          <p:spPr>
            <a:xfrm>
              <a:off x="9286967" y="1852614"/>
              <a:ext cx="1669457" cy="880167"/>
            </a:xfrm>
            <a:custGeom>
              <a:avLst/>
              <a:gdLst>
                <a:gd name="connsiteX0" fmla="*/ 0 w 1673918"/>
                <a:gd name="connsiteY0" fmla="*/ 0 h 893550"/>
                <a:gd name="connsiteX1" fmla="*/ 0 w 1673918"/>
                <a:gd name="connsiteY1" fmla="*/ 59570 h 893550"/>
                <a:gd name="connsiteX2" fmla="*/ 5957 w 1673918"/>
                <a:gd name="connsiteY2" fmla="*/ 154882 h 893550"/>
                <a:gd name="connsiteX3" fmla="*/ 11914 w 1673918"/>
                <a:gd name="connsiteY3" fmla="*/ 208495 h 893550"/>
                <a:gd name="connsiteX4" fmla="*/ 20850 w 1673918"/>
                <a:gd name="connsiteY4" fmla="*/ 259129 h 893550"/>
                <a:gd name="connsiteX5" fmla="*/ 56592 w 1673918"/>
                <a:gd name="connsiteY5" fmla="*/ 354441 h 893550"/>
                <a:gd name="connsiteX6" fmla="*/ 86377 w 1673918"/>
                <a:gd name="connsiteY6" fmla="*/ 419968 h 893550"/>
                <a:gd name="connsiteX7" fmla="*/ 113183 w 1673918"/>
                <a:gd name="connsiteY7" fmla="*/ 461667 h 893550"/>
                <a:gd name="connsiteX8" fmla="*/ 160839 w 1673918"/>
                <a:gd name="connsiteY8" fmla="*/ 548044 h 893550"/>
                <a:gd name="connsiteX9" fmla="*/ 205517 w 1673918"/>
                <a:gd name="connsiteY9" fmla="*/ 607614 h 893550"/>
                <a:gd name="connsiteX10" fmla="*/ 288915 w 1673918"/>
                <a:gd name="connsiteY10" fmla="*/ 676119 h 893550"/>
                <a:gd name="connsiteX11" fmla="*/ 354442 w 1673918"/>
                <a:gd name="connsiteY11" fmla="*/ 729732 h 893550"/>
                <a:gd name="connsiteX12" fmla="*/ 431883 w 1673918"/>
                <a:gd name="connsiteY12" fmla="*/ 780367 h 893550"/>
                <a:gd name="connsiteX13" fmla="*/ 488474 w 1673918"/>
                <a:gd name="connsiteY13" fmla="*/ 807173 h 893550"/>
                <a:gd name="connsiteX14" fmla="*/ 580808 w 1673918"/>
                <a:gd name="connsiteY14" fmla="*/ 845894 h 893550"/>
                <a:gd name="connsiteX15" fmla="*/ 691012 w 1673918"/>
                <a:gd name="connsiteY15" fmla="*/ 875679 h 893550"/>
                <a:gd name="connsiteX16" fmla="*/ 801217 w 1673918"/>
                <a:gd name="connsiteY16" fmla="*/ 884614 h 893550"/>
                <a:gd name="connsiteX17" fmla="*/ 872701 w 1673918"/>
                <a:gd name="connsiteY17" fmla="*/ 893550 h 893550"/>
                <a:gd name="connsiteX18" fmla="*/ 988863 w 1673918"/>
                <a:gd name="connsiteY18" fmla="*/ 872700 h 893550"/>
                <a:gd name="connsiteX19" fmla="*/ 1084175 w 1673918"/>
                <a:gd name="connsiteY19" fmla="*/ 839937 h 893550"/>
                <a:gd name="connsiteX20" fmla="*/ 1233100 w 1673918"/>
                <a:gd name="connsiteY20" fmla="*/ 792281 h 893550"/>
                <a:gd name="connsiteX21" fmla="*/ 1352240 w 1673918"/>
                <a:gd name="connsiteY21" fmla="*/ 717818 h 893550"/>
                <a:gd name="connsiteX22" fmla="*/ 1417767 w 1673918"/>
                <a:gd name="connsiteY22" fmla="*/ 643356 h 893550"/>
                <a:gd name="connsiteX23" fmla="*/ 1501165 w 1673918"/>
                <a:gd name="connsiteY23" fmla="*/ 565915 h 893550"/>
                <a:gd name="connsiteX24" fmla="*/ 1551799 w 1673918"/>
                <a:gd name="connsiteY24" fmla="*/ 476560 h 893550"/>
                <a:gd name="connsiteX25" fmla="*/ 1632219 w 1673918"/>
                <a:gd name="connsiteY25" fmla="*/ 327635 h 893550"/>
                <a:gd name="connsiteX26" fmla="*/ 1644133 w 1673918"/>
                <a:gd name="connsiteY26" fmla="*/ 217430 h 893550"/>
                <a:gd name="connsiteX27" fmla="*/ 1673918 w 1673918"/>
                <a:gd name="connsiteY27" fmla="*/ 71484 h 893550"/>
                <a:gd name="connsiteX28" fmla="*/ 1620305 w 1673918"/>
                <a:gd name="connsiteY28" fmla="*/ 175731 h 893550"/>
                <a:gd name="connsiteX29" fmla="*/ 1575627 w 1673918"/>
                <a:gd name="connsiteY29" fmla="*/ 217430 h 893550"/>
                <a:gd name="connsiteX30" fmla="*/ 1474358 w 1673918"/>
                <a:gd name="connsiteY30" fmla="*/ 285936 h 893550"/>
                <a:gd name="connsiteX31" fmla="*/ 1268842 w 1673918"/>
                <a:gd name="connsiteY31" fmla="*/ 354441 h 893550"/>
                <a:gd name="connsiteX32" fmla="*/ 1108003 w 1673918"/>
                <a:gd name="connsiteY32" fmla="*/ 399119 h 893550"/>
                <a:gd name="connsiteX33" fmla="*/ 801217 w 1673918"/>
                <a:gd name="connsiteY33" fmla="*/ 416990 h 893550"/>
                <a:gd name="connsiteX34" fmla="*/ 601657 w 1673918"/>
                <a:gd name="connsiteY34" fmla="*/ 408054 h 893550"/>
                <a:gd name="connsiteX35" fmla="*/ 497410 w 1673918"/>
                <a:gd name="connsiteY35" fmla="*/ 378269 h 893550"/>
                <a:gd name="connsiteX36" fmla="*/ 265087 w 1673918"/>
                <a:gd name="connsiteY36" fmla="*/ 312742 h 893550"/>
                <a:gd name="connsiteX37" fmla="*/ 116162 w 1673918"/>
                <a:gd name="connsiteY37" fmla="*/ 208495 h 893550"/>
                <a:gd name="connsiteX38" fmla="*/ 41699 w 1673918"/>
                <a:gd name="connsiteY38" fmla="*/ 98290 h 893550"/>
                <a:gd name="connsiteX39" fmla="*/ 0 w 1673918"/>
                <a:gd name="connsiteY39" fmla="*/ 0 h 893550"/>
                <a:gd name="connsiteX0" fmla="*/ 0 w 1673918"/>
                <a:gd name="connsiteY0" fmla="*/ 0 h 893550"/>
                <a:gd name="connsiteX1" fmla="*/ 0 w 1673918"/>
                <a:gd name="connsiteY1" fmla="*/ 59570 h 893550"/>
                <a:gd name="connsiteX2" fmla="*/ 5957 w 1673918"/>
                <a:gd name="connsiteY2" fmla="*/ 154882 h 893550"/>
                <a:gd name="connsiteX3" fmla="*/ 11914 w 1673918"/>
                <a:gd name="connsiteY3" fmla="*/ 208495 h 893550"/>
                <a:gd name="connsiteX4" fmla="*/ 20850 w 1673918"/>
                <a:gd name="connsiteY4" fmla="*/ 259129 h 893550"/>
                <a:gd name="connsiteX5" fmla="*/ 56592 w 1673918"/>
                <a:gd name="connsiteY5" fmla="*/ 354441 h 893550"/>
                <a:gd name="connsiteX6" fmla="*/ 86377 w 1673918"/>
                <a:gd name="connsiteY6" fmla="*/ 419968 h 893550"/>
                <a:gd name="connsiteX7" fmla="*/ 113183 w 1673918"/>
                <a:gd name="connsiteY7" fmla="*/ 461667 h 893550"/>
                <a:gd name="connsiteX8" fmla="*/ 160839 w 1673918"/>
                <a:gd name="connsiteY8" fmla="*/ 548044 h 893550"/>
                <a:gd name="connsiteX9" fmla="*/ 205517 w 1673918"/>
                <a:gd name="connsiteY9" fmla="*/ 607614 h 893550"/>
                <a:gd name="connsiteX10" fmla="*/ 288915 w 1673918"/>
                <a:gd name="connsiteY10" fmla="*/ 676119 h 893550"/>
                <a:gd name="connsiteX11" fmla="*/ 354442 w 1673918"/>
                <a:gd name="connsiteY11" fmla="*/ 729732 h 893550"/>
                <a:gd name="connsiteX12" fmla="*/ 431883 w 1673918"/>
                <a:gd name="connsiteY12" fmla="*/ 780367 h 893550"/>
                <a:gd name="connsiteX13" fmla="*/ 488474 w 1673918"/>
                <a:gd name="connsiteY13" fmla="*/ 807173 h 893550"/>
                <a:gd name="connsiteX14" fmla="*/ 580808 w 1673918"/>
                <a:gd name="connsiteY14" fmla="*/ 845894 h 893550"/>
                <a:gd name="connsiteX15" fmla="*/ 691012 w 1673918"/>
                <a:gd name="connsiteY15" fmla="*/ 875679 h 893550"/>
                <a:gd name="connsiteX16" fmla="*/ 796757 w 1673918"/>
                <a:gd name="connsiteY16" fmla="*/ 893535 h 893550"/>
                <a:gd name="connsiteX17" fmla="*/ 872701 w 1673918"/>
                <a:gd name="connsiteY17" fmla="*/ 893550 h 893550"/>
                <a:gd name="connsiteX18" fmla="*/ 988863 w 1673918"/>
                <a:gd name="connsiteY18" fmla="*/ 872700 h 893550"/>
                <a:gd name="connsiteX19" fmla="*/ 1084175 w 1673918"/>
                <a:gd name="connsiteY19" fmla="*/ 839937 h 893550"/>
                <a:gd name="connsiteX20" fmla="*/ 1233100 w 1673918"/>
                <a:gd name="connsiteY20" fmla="*/ 792281 h 893550"/>
                <a:gd name="connsiteX21" fmla="*/ 1352240 w 1673918"/>
                <a:gd name="connsiteY21" fmla="*/ 717818 h 893550"/>
                <a:gd name="connsiteX22" fmla="*/ 1417767 w 1673918"/>
                <a:gd name="connsiteY22" fmla="*/ 643356 h 893550"/>
                <a:gd name="connsiteX23" fmla="*/ 1501165 w 1673918"/>
                <a:gd name="connsiteY23" fmla="*/ 565915 h 893550"/>
                <a:gd name="connsiteX24" fmla="*/ 1551799 w 1673918"/>
                <a:gd name="connsiteY24" fmla="*/ 476560 h 893550"/>
                <a:gd name="connsiteX25" fmla="*/ 1632219 w 1673918"/>
                <a:gd name="connsiteY25" fmla="*/ 327635 h 893550"/>
                <a:gd name="connsiteX26" fmla="*/ 1644133 w 1673918"/>
                <a:gd name="connsiteY26" fmla="*/ 217430 h 893550"/>
                <a:gd name="connsiteX27" fmla="*/ 1673918 w 1673918"/>
                <a:gd name="connsiteY27" fmla="*/ 71484 h 893550"/>
                <a:gd name="connsiteX28" fmla="*/ 1620305 w 1673918"/>
                <a:gd name="connsiteY28" fmla="*/ 175731 h 893550"/>
                <a:gd name="connsiteX29" fmla="*/ 1575627 w 1673918"/>
                <a:gd name="connsiteY29" fmla="*/ 217430 h 893550"/>
                <a:gd name="connsiteX30" fmla="*/ 1474358 w 1673918"/>
                <a:gd name="connsiteY30" fmla="*/ 285936 h 893550"/>
                <a:gd name="connsiteX31" fmla="*/ 1268842 w 1673918"/>
                <a:gd name="connsiteY31" fmla="*/ 354441 h 893550"/>
                <a:gd name="connsiteX32" fmla="*/ 1108003 w 1673918"/>
                <a:gd name="connsiteY32" fmla="*/ 399119 h 893550"/>
                <a:gd name="connsiteX33" fmla="*/ 801217 w 1673918"/>
                <a:gd name="connsiteY33" fmla="*/ 416990 h 893550"/>
                <a:gd name="connsiteX34" fmla="*/ 601657 w 1673918"/>
                <a:gd name="connsiteY34" fmla="*/ 408054 h 893550"/>
                <a:gd name="connsiteX35" fmla="*/ 497410 w 1673918"/>
                <a:gd name="connsiteY35" fmla="*/ 378269 h 893550"/>
                <a:gd name="connsiteX36" fmla="*/ 265087 w 1673918"/>
                <a:gd name="connsiteY36" fmla="*/ 312742 h 893550"/>
                <a:gd name="connsiteX37" fmla="*/ 116162 w 1673918"/>
                <a:gd name="connsiteY37" fmla="*/ 208495 h 893550"/>
                <a:gd name="connsiteX38" fmla="*/ 41699 w 1673918"/>
                <a:gd name="connsiteY38" fmla="*/ 98290 h 893550"/>
                <a:gd name="connsiteX39" fmla="*/ 0 w 1673918"/>
                <a:gd name="connsiteY39" fmla="*/ 0 h 893550"/>
                <a:gd name="connsiteX0" fmla="*/ 0 w 1673918"/>
                <a:gd name="connsiteY0" fmla="*/ 0 h 893550"/>
                <a:gd name="connsiteX1" fmla="*/ 0 w 1673918"/>
                <a:gd name="connsiteY1" fmla="*/ 59570 h 893550"/>
                <a:gd name="connsiteX2" fmla="*/ 5957 w 1673918"/>
                <a:gd name="connsiteY2" fmla="*/ 154882 h 893550"/>
                <a:gd name="connsiteX3" fmla="*/ 11914 w 1673918"/>
                <a:gd name="connsiteY3" fmla="*/ 208495 h 893550"/>
                <a:gd name="connsiteX4" fmla="*/ 20850 w 1673918"/>
                <a:gd name="connsiteY4" fmla="*/ 259129 h 893550"/>
                <a:gd name="connsiteX5" fmla="*/ 56592 w 1673918"/>
                <a:gd name="connsiteY5" fmla="*/ 354441 h 893550"/>
                <a:gd name="connsiteX6" fmla="*/ 86377 w 1673918"/>
                <a:gd name="connsiteY6" fmla="*/ 419968 h 893550"/>
                <a:gd name="connsiteX7" fmla="*/ 113183 w 1673918"/>
                <a:gd name="connsiteY7" fmla="*/ 461667 h 893550"/>
                <a:gd name="connsiteX8" fmla="*/ 160839 w 1673918"/>
                <a:gd name="connsiteY8" fmla="*/ 548044 h 893550"/>
                <a:gd name="connsiteX9" fmla="*/ 205517 w 1673918"/>
                <a:gd name="connsiteY9" fmla="*/ 607614 h 893550"/>
                <a:gd name="connsiteX10" fmla="*/ 288915 w 1673918"/>
                <a:gd name="connsiteY10" fmla="*/ 676119 h 893550"/>
                <a:gd name="connsiteX11" fmla="*/ 354442 w 1673918"/>
                <a:gd name="connsiteY11" fmla="*/ 729732 h 893550"/>
                <a:gd name="connsiteX12" fmla="*/ 431883 w 1673918"/>
                <a:gd name="connsiteY12" fmla="*/ 780367 h 893550"/>
                <a:gd name="connsiteX13" fmla="*/ 488474 w 1673918"/>
                <a:gd name="connsiteY13" fmla="*/ 807173 h 893550"/>
                <a:gd name="connsiteX14" fmla="*/ 580808 w 1673918"/>
                <a:gd name="connsiteY14" fmla="*/ 845894 h 893550"/>
                <a:gd name="connsiteX15" fmla="*/ 691012 w 1673918"/>
                <a:gd name="connsiteY15" fmla="*/ 875679 h 893550"/>
                <a:gd name="connsiteX16" fmla="*/ 796757 w 1673918"/>
                <a:gd name="connsiteY16" fmla="*/ 893535 h 893550"/>
                <a:gd name="connsiteX17" fmla="*/ 872701 w 1673918"/>
                <a:gd name="connsiteY17" fmla="*/ 893550 h 893550"/>
                <a:gd name="connsiteX18" fmla="*/ 988863 w 1673918"/>
                <a:gd name="connsiteY18" fmla="*/ 872700 h 893550"/>
                <a:gd name="connsiteX19" fmla="*/ 1090865 w 1673918"/>
                <a:gd name="connsiteY19" fmla="*/ 844397 h 893550"/>
                <a:gd name="connsiteX20" fmla="*/ 1233100 w 1673918"/>
                <a:gd name="connsiteY20" fmla="*/ 792281 h 893550"/>
                <a:gd name="connsiteX21" fmla="*/ 1352240 w 1673918"/>
                <a:gd name="connsiteY21" fmla="*/ 717818 h 893550"/>
                <a:gd name="connsiteX22" fmla="*/ 1417767 w 1673918"/>
                <a:gd name="connsiteY22" fmla="*/ 643356 h 893550"/>
                <a:gd name="connsiteX23" fmla="*/ 1501165 w 1673918"/>
                <a:gd name="connsiteY23" fmla="*/ 565915 h 893550"/>
                <a:gd name="connsiteX24" fmla="*/ 1551799 w 1673918"/>
                <a:gd name="connsiteY24" fmla="*/ 476560 h 893550"/>
                <a:gd name="connsiteX25" fmla="*/ 1632219 w 1673918"/>
                <a:gd name="connsiteY25" fmla="*/ 327635 h 893550"/>
                <a:gd name="connsiteX26" fmla="*/ 1644133 w 1673918"/>
                <a:gd name="connsiteY26" fmla="*/ 217430 h 893550"/>
                <a:gd name="connsiteX27" fmla="*/ 1673918 w 1673918"/>
                <a:gd name="connsiteY27" fmla="*/ 71484 h 893550"/>
                <a:gd name="connsiteX28" fmla="*/ 1620305 w 1673918"/>
                <a:gd name="connsiteY28" fmla="*/ 175731 h 893550"/>
                <a:gd name="connsiteX29" fmla="*/ 1575627 w 1673918"/>
                <a:gd name="connsiteY29" fmla="*/ 217430 h 893550"/>
                <a:gd name="connsiteX30" fmla="*/ 1474358 w 1673918"/>
                <a:gd name="connsiteY30" fmla="*/ 285936 h 893550"/>
                <a:gd name="connsiteX31" fmla="*/ 1268842 w 1673918"/>
                <a:gd name="connsiteY31" fmla="*/ 354441 h 893550"/>
                <a:gd name="connsiteX32" fmla="*/ 1108003 w 1673918"/>
                <a:gd name="connsiteY32" fmla="*/ 399119 h 893550"/>
                <a:gd name="connsiteX33" fmla="*/ 801217 w 1673918"/>
                <a:gd name="connsiteY33" fmla="*/ 416990 h 893550"/>
                <a:gd name="connsiteX34" fmla="*/ 601657 w 1673918"/>
                <a:gd name="connsiteY34" fmla="*/ 408054 h 893550"/>
                <a:gd name="connsiteX35" fmla="*/ 497410 w 1673918"/>
                <a:gd name="connsiteY35" fmla="*/ 378269 h 893550"/>
                <a:gd name="connsiteX36" fmla="*/ 265087 w 1673918"/>
                <a:gd name="connsiteY36" fmla="*/ 312742 h 893550"/>
                <a:gd name="connsiteX37" fmla="*/ 116162 w 1673918"/>
                <a:gd name="connsiteY37" fmla="*/ 208495 h 893550"/>
                <a:gd name="connsiteX38" fmla="*/ 41699 w 1673918"/>
                <a:gd name="connsiteY38" fmla="*/ 98290 h 893550"/>
                <a:gd name="connsiteX39" fmla="*/ 0 w 1673918"/>
                <a:gd name="connsiteY39" fmla="*/ 0 h 893550"/>
                <a:gd name="connsiteX0" fmla="*/ 0 w 1673918"/>
                <a:gd name="connsiteY0" fmla="*/ 0 h 893550"/>
                <a:gd name="connsiteX1" fmla="*/ 0 w 1673918"/>
                <a:gd name="connsiteY1" fmla="*/ 59570 h 893550"/>
                <a:gd name="connsiteX2" fmla="*/ 5957 w 1673918"/>
                <a:gd name="connsiteY2" fmla="*/ 154882 h 893550"/>
                <a:gd name="connsiteX3" fmla="*/ 11914 w 1673918"/>
                <a:gd name="connsiteY3" fmla="*/ 208495 h 893550"/>
                <a:gd name="connsiteX4" fmla="*/ 20850 w 1673918"/>
                <a:gd name="connsiteY4" fmla="*/ 259129 h 893550"/>
                <a:gd name="connsiteX5" fmla="*/ 56592 w 1673918"/>
                <a:gd name="connsiteY5" fmla="*/ 354441 h 893550"/>
                <a:gd name="connsiteX6" fmla="*/ 86377 w 1673918"/>
                <a:gd name="connsiteY6" fmla="*/ 419968 h 893550"/>
                <a:gd name="connsiteX7" fmla="*/ 113183 w 1673918"/>
                <a:gd name="connsiteY7" fmla="*/ 461667 h 893550"/>
                <a:gd name="connsiteX8" fmla="*/ 160839 w 1673918"/>
                <a:gd name="connsiteY8" fmla="*/ 548044 h 893550"/>
                <a:gd name="connsiteX9" fmla="*/ 205517 w 1673918"/>
                <a:gd name="connsiteY9" fmla="*/ 607614 h 893550"/>
                <a:gd name="connsiteX10" fmla="*/ 288915 w 1673918"/>
                <a:gd name="connsiteY10" fmla="*/ 676119 h 893550"/>
                <a:gd name="connsiteX11" fmla="*/ 354442 w 1673918"/>
                <a:gd name="connsiteY11" fmla="*/ 729732 h 893550"/>
                <a:gd name="connsiteX12" fmla="*/ 431883 w 1673918"/>
                <a:gd name="connsiteY12" fmla="*/ 780367 h 893550"/>
                <a:gd name="connsiteX13" fmla="*/ 488474 w 1673918"/>
                <a:gd name="connsiteY13" fmla="*/ 807173 h 893550"/>
                <a:gd name="connsiteX14" fmla="*/ 580808 w 1673918"/>
                <a:gd name="connsiteY14" fmla="*/ 845894 h 893550"/>
                <a:gd name="connsiteX15" fmla="*/ 691012 w 1673918"/>
                <a:gd name="connsiteY15" fmla="*/ 875679 h 893550"/>
                <a:gd name="connsiteX16" fmla="*/ 796757 w 1673918"/>
                <a:gd name="connsiteY16" fmla="*/ 893535 h 893550"/>
                <a:gd name="connsiteX17" fmla="*/ 872701 w 1673918"/>
                <a:gd name="connsiteY17" fmla="*/ 893550 h 893550"/>
                <a:gd name="connsiteX18" fmla="*/ 988863 w 1673918"/>
                <a:gd name="connsiteY18" fmla="*/ 872700 h 893550"/>
                <a:gd name="connsiteX19" fmla="*/ 1090865 w 1673918"/>
                <a:gd name="connsiteY19" fmla="*/ 844397 h 893550"/>
                <a:gd name="connsiteX20" fmla="*/ 1233100 w 1673918"/>
                <a:gd name="connsiteY20" fmla="*/ 792281 h 893550"/>
                <a:gd name="connsiteX21" fmla="*/ 1352240 w 1673918"/>
                <a:gd name="connsiteY21" fmla="*/ 717818 h 893550"/>
                <a:gd name="connsiteX22" fmla="*/ 1419997 w 1673918"/>
                <a:gd name="connsiteY22" fmla="*/ 650047 h 893550"/>
                <a:gd name="connsiteX23" fmla="*/ 1501165 w 1673918"/>
                <a:gd name="connsiteY23" fmla="*/ 565915 h 893550"/>
                <a:gd name="connsiteX24" fmla="*/ 1551799 w 1673918"/>
                <a:gd name="connsiteY24" fmla="*/ 476560 h 893550"/>
                <a:gd name="connsiteX25" fmla="*/ 1632219 w 1673918"/>
                <a:gd name="connsiteY25" fmla="*/ 327635 h 893550"/>
                <a:gd name="connsiteX26" fmla="*/ 1644133 w 1673918"/>
                <a:gd name="connsiteY26" fmla="*/ 217430 h 893550"/>
                <a:gd name="connsiteX27" fmla="*/ 1673918 w 1673918"/>
                <a:gd name="connsiteY27" fmla="*/ 71484 h 893550"/>
                <a:gd name="connsiteX28" fmla="*/ 1620305 w 1673918"/>
                <a:gd name="connsiteY28" fmla="*/ 175731 h 893550"/>
                <a:gd name="connsiteX29" fmla="*/ 1575627 w 1673918"/>
                <a:gd name="connsiteY29" fmla="*/ 217430 h 893550"/>
                <a:gd name="connsiteX30" fmla="*/ 1474358 w 1673918"/>
                <a:gd name="connsiteY30" fmla="*/ 285936 h 893550"/>
                <a:gd name="connsiteX31" fmla="*/ 1268842 w 1673918"/>
                <a:gd name="connsiteY31" fmla="*/ 354441 h 893550"/>
                <a:gd name="connsiteX32" fmla="*/ 1108003 w 1673918"/>
                <a:gd name="connsiteY32" fmla="*/ 399119 h 893550"/>
                <a:gd name="connsiteX33" fmla="*/ 801217 w 1673918"/>
                <a:gd name="connsiteY33" fmla="*/ 416990 h 893550"/>
                <a:gd name="connsiteX34" fmla="*/ 601657 w 1673918"/>
                <a:gd name="connsiteY34" fmla="*/ 408054 h 893550"/>
                <a:gd name="connsiteX35" fmla="*/ 497410 w 1673918"/>
                <a:gd name="connsiteY35" fmla="*/ 378269 h 893550"/>
                <a:gd name="connsiteX36" fmla="*/ 265087 w 1673918"/>
                <a:gd name="connsiteY36" fmla="*/ 312742 h 893550"/>
                <a:gd name="connsiteX37" fmla="*/ 116162 w 1673918"/>
                <a:gd name="connsiteY37" fmla="*/ 208495 h 893550"/>
                <a:gd name="connsiteX38" fmla="*/ 41699 w 1673918"/>
                <a:gd name="connsiteY38" fmla="*/ 98290 h 893550"/>
                <a:gd name="connsiteX39" fmla="*/ 0 w 1673918"/>
                <a:gd name="connsiteY39" fmla="*/ 0 h 893550"/>
                <a:gd name="connsiteX0" fmla="*/ 0 w 1673918"/>
                <a:gd name="connsiteY0" fmla="*/ 0 h 893550"/>
                <a:gd name="connsiteX1" fmla="*/ 0 w 1673918"/>
                <a:gd name="connsiteY1" fmla="*/ 59570 h 893550"/>
                <a:gd name="connsiteX2" fmla="*/ 5957 w 1673918"/>
                <a:gd name="connsiteY2" fmla="*/ 154882 h 893550"/>
                <a:gd name="connsiteX3" fmla="*/ 11914 w 1673918"/>
                <a:gd name="connsiteY3" fmla="*/ 208495 h 893550"/>
                <a:gd name="connsiteX4" fmla="*/ 20850 w 1673918"/>
                <a:gd name="connsiteY4" fmla="*/ 259129 h 893550"/>
                <a:gd name="connsiteX5" fmla="*/ 56592 w 1673918"/>
                <a:gd name="connsiteY5" fmla="*/ 354441 h 893550"/>
                <a:gd name="connsiteX6" fmla="*/ 86377 w 1673918"/>
                <a:gd name="connsiteY6" fmla="*/ 419968 h 893550"/>
                <a:gd name="connsiteX7" fmla="*/ 113183 w 1673918"/>
                <a:gd name="connsiteY7" fmla="*/ 461667 h 893550"/>
                <a:gd name="connsiteX8" fmla="*/ 160839 w 1673918"/>
                <a:gd name="connsiteY8" fmla="*/ 548044 h 893550"/>
                <a:gd name="connsiteX9" fmla="*/ 205517 w 1673918"/>
                <a:gd name="connsiteY9" fmla="*/ 607614 h 893550"/>
                <a:gd name="connsiteX10" fmla="*/ 288915 w 1673918"/>
                <a:gd name="connsiteY10" fmla="*/ 676119 h 893550"/>
                <a:gd name="connsiteX11" fmla="*/ 354442 w 1673918"/>
                <a:gd name="connsiteY11" fmla="*/ 729732 h 893550"/>
                <a:gd name="connsiteX12" fmla="*/ 431883 w 1673918"/>
                <a:gd name="connsiteY12" fmla="*/ 780367 h 893550"/>
                <a:gd name="connsiteX13" fmla="*/ 488474 w 1673918"/>
                <a:gd name="connsiteY13" fmla="*/ 807173 h 893550"/>
                <a:gd name="connsiteX14" fmla="*/ 580808 w 1673918"/>
                <a:gd name="connsiteY14" fmla="*/ 845894 h 893550"/>
                <a:gd name="connsiteX15" fmla="*/ 691012 w 1673918"/>
                <a:gd name="connsiteY15" fmla="*/ 875679 h 893550"/>
                <a:gd name="connsiteX16" fmla="*/ 796757 w 1673918"/>
                <a:gd name="connsiteY16" fmla="*/ 893535 h 893550"/>
                <a:gd name="connsiteX17" fmla="*/ 872701 w 1673918"/>
                <a:gd name="connsiteY17" fmla="*/ 893550 h 893550"/>
                <a:gd name="connsiteX18" fmla="*/ 988863 w 1673918"/>
                <a:gd name="connsiteY18" fmla="*/ 872700 h 893550"/>
                <a:gd name="connsiteX19" fmla="*/ 1090865 w 1673918"/>
                <a:gd name="connsiteY19" fmla="*/ 844397 h 893550"/>
                <a:gd name="connsiteX20" fmla="*/ 1233100 w 1673918"/>
                <a:gd name="connsiteY20" fmla="*/ 792281 h 893550"/>
                <a:gd name="connsiteX21" fmla="*/ 1352240 w 1673918"/>
                <a:gd name="connsiteY21" fmla="*/ 717818 h 893550"/>
                <a:gd name="connsiteX22" fmla="*/ 1419997 w 1673918"/>
                <a:gd name="connsiteY22" fmla="*/ 650047 h 893550"/>
                <a:gd name="connsiteX23" fmla="*/ 1501165 w 1673918"/>
                <a:gd name="connsiteY23" fmla="*/ 565915 h 893550"/>
                <a:gd name="connsiteX24" fmla="*/ 1551799 w 1673918"/>
                <a:gd name="connsiteY24" fmla="*/ 476560 h 893550"/>
                <a:gd name="connsiteX25" fmla="*/ 1632219 w 1673918"/>
                <a:gd name="connsiteY25" fmla="*/ 327635 h 893550"/>
                <a:gd name="connsiteX26" fmla="*/ 1653054 w 1673918"/>
                <a:gd name="connsiteY26" fmla="*/ 217430 h 893550"/>
                <a:gd name="connsiteX27" fmla="*/ 1673918 w 1673918"/>
                <a:gd name="connsiteY27" fmla="*/ 71484 h 893550"/>
                <a:gd name="connsiteX28" fmla="*/ 1620305 w 1673918"/>
                <a:gd name="connsiteY28" fmla="*/ 175731 h 893550"/>
                <a:gd name="connsiteX29" fmla="*/ 1575627 w 1673918"/>
                <a:gd name="connsiteY29" fmla="*/ 217430 h 893550"/>
                <a:gd name="connsiteX30" fmla="*/ 1474358 w 1673918"/>
                <a:gd name="connsiteY30" fmla="*/ 285936 h 893550"/>
                <a:gd name="connsiteX31" fmla="*/ 1268842 w 1673918"/>
                <a:gd name="connsiteY31" fmla="*/ 354441 h 893550"/>
                <a:gd name="connsiteX32" fmla="*/ 1108003 w 1673918"/>
                <a:gd name="connsiteY32" fmla="*/ 399119 h 893550"/>
                <a:gd name="connsiteX33" fmla="*/ 801217 w 1673918"/>
                <a:gd name="connsiteY33" fmla="*/ 416990 h 893550"/>
                <a:gd name="connsiteX34" fmla="*/ 601657 w 1673918"/>
                <a:gd name="connsiteY34" fmla="*/ 408054 h 893550"/>
                <a:gd name="connsiteX35" fmla="*/ 497410 w 1673918"/>
                <a:gd name="connsiteY35" fmla="*/ 378269 h 893550"/>
                <a:gd name="connsiteX36" fmla="*/ 265087 w 1673918"/>
                <a:gd name="connsiteY36" fmla="*/ 312742 h 893550"/>
                <a:gd name="connsiteX37" fmla="*/ 116162 w 1673918"/>
                <a:gd name="connsiteY37" fmla="*/ 208495 h 893550"/>
                <a:gd name="connsiteX38" fmla="*/ 41699 w 1673918"/>
                <a:gd name="connsiteY38" fmla="*/ 98290 h 893550"/>
                <a:gd name="connsiteX39" fmla="*/ 0 w 1673918"/>
                <a:gd name="connsiteY39" fmla="*/ 0 h 893550"/>
                <a:gd name="connsiteX0" fmla="*/ 0 w 1673918"/>
                <a:gd name="connsiteY0" fmla="*/ 0 h 893550"/>
                <a:gd name="connsiteX1" fmla="*/ 0 w 1673918"/>
                <a:gd name="connsiteY1" fmla="*/ 59570 h 893550"/>
                <a:gd name="connsiteX2" fmla="*/ 5957 w 1673918"/>
                <a:gd name="connsiteY2" fmla="*/ 154882 h 893550"/>
                <a:gd name="connsiteX3" fmla="*/ 11914 w 1673918"/>
                <a:gd name="connsiteY3" fmla="*/ 208495 h 893550"/>
                <a:gd name="connsiteX4" fmla="*/ 20850 w 1673918"/>
                <a:gd name="connsiteY4" fmla="*/ 259129 h 893550"/>
                <a:gd name="connsiteX5" fmla="*/ 56592 w 1673918"/>
                <a:gd name="connsiteY5" fmla="*/ 354441 h 893550"/>
                <a:gd name="connsiteX6" fmla="*/ 86377 w 1673918"/>
                <a:gd name="connsiteY6" fmla="*/ 419968 h 893550"/>
                <a:gd name="connsiteX7" fmla="*/ 113183 w 1673918"/>
                <a:gd name="connsiteY7" fmla="*/ 461667 h 893550"/>
                <a:gd name="connsiteX8" fmla="*/ 160839 w 1673918"/>
                <a:gd name="connsiteY8" fmla="*/ 548044 h 893550"/>
                <a:gd name="connsiteX9" fmla="*/ 205517 w 1673918"/>
                <a:gd name="connsiteY9" fmla="*/ 607614 h 893550"/>
                <a:gd name="connsiteX10" fmla="*/ 288915 w 1673918"/>
                <a:gd name="connsiteY10" fmla="*/ 676119 h 893550"/>
                <a:gd name="connsiteX11" fmla="*/ 354442 w 1673918"/>
                <a:gd name="connsiteY11" fmla="*/ 729732 h 893550"/>
                <a:gd name="connsiteX12" fmla="*/ 431883 w 1673918"/>
                <a:gd name="connsiteY12" fmla="*/ 780367 h 893550"/>
                <a:gd name="connsiteX13" fmla="*/ 488474 w 1673918"/>
                <a:gd name="connsiteY13" fmla="*/ 807173 h 893550"/>
                <a:gd name="connsiteX14" fmla="*/ 580808 w 1673918"/>
                <a:gd name="connsiteY14" fmla="*/ 845894 h 893550"/>
                <a:gd name="connsiteX15" fmla="*/ 691012 w 1673918"/>
                <a:gd name="connsiteY15" fmla="*/ 875679 h 893550"/>
                <a:gd name="connsiteX16" fmla="*/ 796757 w 1673918"/>
                <a:gd name="connsiteY16" fmla="*/ 893535 h 893550"/>
                <a:gd name="connsiteX17" fmla="*/ 872701 w 1673918"/>
                <a:gd name="connsiteY17" fmla="*/ 893550 h 893550"/>
                <a:gd name="connsiteX18" fmla="*/ 988863 w 1673918"/>
                <a:gd name="connsiteY18" fmla="*/ 872700 h 893550"/>
                <a:gd name="connsiteX19" fmla="*/ 1090865 w 1673918"/>
                <a:gd name="connsiteY19" fmla="*/ 844397 h 893550"/>
                <a:gd name="connsiteX20" fmla="*/ 1233100 w 1673918"/>
                <a:gd name="connsiteY20" fmla="*/ 792281 h 893550"/>
                <a:gd name="connsiteX21" fmla="*/ 1352240 w 1673918"/>
                <a:gd name="connsiteY21" fmla="*/ 717818 h 893550"/>
                <a:gd name="connsiteX22" fmla="*/ 1419997 w 1673918"/>
                <a:gd name="connsiteY22" fmla="*/ 650047 h 893550"/>
                <a:gd name="connsiteX23" fmla="*/ 1501165 w 1673918"/>
                <a:gd name="connsiteY23" fmla="*/ 565915 h 893550"/>
                <a:gd name="connsiteX24" fmla="*/ 1558490 w 1673918"/>
                <a:gd name="connsiteY24" fmla="*/ 483251 h 893550"/>
                <a:gd name="connsiteX25" fmla="*/ 1632219 w 1673918"/>
                <a:gd name="connsiteY25" fmla="*/ 327635 h 893550"/>
                <a:gd name="connsiteX26" fmla="*/ 1653054 w 1673918"/>
                <a:gd name="connsiteY26" fmla="*/ 217430 h 893550"/>
                <a:gd name="connsiteX27" fmla="*/ 1673918 w 1673918"/>
                <a:gd name="connsiteY27" fmla="*/ 71484 h 893550"/>
                <a:gd name="connsiteX28" fmla="*/ 1620305 w 1673918"/>
                <a:gd name="connsiteY28" fmla="*/ 175731 h 893550"/>
                <a:gd name="connsiteX29" fmla="*/ 1575627 w 1673918"/>
                <a:gd name="connsiteY29" fmla="*/ 217430 h 893550"/>
                <a:gd name="connsiteX30" fmla="*/ 1474358 w 1673918"/>
                <a:gd name="connsiteY30" fmla="*/ 285936 h 893550"/>
                <a:gd name="connsiteX31" fmla="*/ 1268842 w 1673918"/>
                <a:gd name="connsiteY31" fmla="*/ 354441 h 893550"/>
                <a:gd name="connsiteX32" fmla="*/ 1108003 w 1673918"/>
                <a:gd name="connsiteY32" fmla="*/ 399119 h 893550"/>
                <a:gd name="connsiteX33" fmla="*/ 801217 w 1673918"/>
                <a:gd name="connsiteY33" fmla="*/ 416990 h 893550"/>
                <a:gd name="connsiteX34" fmla="*/ 601657 w 1673918"/>
                <a:gd name="connsiteY34" fmla="*/ 408054 h 893550"/>
                <a:gd name="connsiteX35" fmla="*/ 497410 w 1673918"/>
                <a:gd name="connsiteY35" fmla="*/ 378269 h 893550"/>
                <a:gd name="connsiteX36" fmla="*/ 265087 w 1673918"/>
                <a:gd name="connsiteY36" fmla="*/ 312742 h 893550"/>
                <a:gd name="connsiteX37" fmla="*/ 116162 w 1673918"/>
                <a:gd name="connsiteY37" fmla="*/ 208495 h 893550"/>
                <a:gd name="connsiteX38" fmla="*/ 41699 w 1673918"/>
                <a:gd name="connsiteY38" fmla="*/ 98290 h 893550"/>
                <a:gd name="connsiteX39" fmla="*/ 0 w 1673918"/>
                <a:gd name="connsiteY39" fmla="*/ 0 h 893550"/>
                <a:gd name="connsiteX0" fmla="*/ 0 w 1673918"/>
                <a:gd name="connsiteY0" fmla="*/ 0 h 893550"/>
                <a:gd name="connsiteX1" fmla="*/ 0 w 1673918"/>
                <a:gd name="connsiteY1" fmla="*/ 59570 h 893550"/>
                <a:gd name="connsiteX2" fmla="*/ 5957 w 1673918"/>
                <a:gd name="connsiteY2" fmla="*/ 154882 h 893550"/>
                <a:gd name="connsiteX3" fmla="*/ 11914 w 1673918"/>
                <a:gd name="connsiteY3" fmla="*/ 208495 h 893550"/>
                <a:gd name="connsiteX4" fmla="*/ 20850 w 1673918"/>
                <a:gd name="connsiteY4" fmla="*/ 259129 h 893550"/>
                <a:gd name="connsiteX5" fmla="*/ 56592 w 1673918"/>
                <a:gd name="connsiteY5" fmla="*/ 354441 h 893550"/>
                <a:gd name="connsiteX6" fmla="*/ 86377 w 1673918"/>
                <a:gd name="connsiteY6" fmla="*/ 419968 h 893550"/>
                <a:gd name="connsiteX7" fmla="*/ 113183 w 1673918"/>
                <a:gd name="connsiteY7" fmla="*/ 461667 h 893550"/>
                <a:gd name="connsiteX8" fmla="*/ 160839 w 1673918"/>
                <a:gd name="connsiteY8" fmla="*/ 548044 h 893550"/>
                <a:gd name="connsiteX9" fmla="*/ 205517 w 1673918"/>
                <a:gd name="connsiteY9" fmla="*/ 607614 h 893550"/>
                <a:gd name="connsiteX10" fmla="*/ 288915 w 1673918"/>
                <a:gd name="connsiteY10" fmla="*/ 676119 h 893550"/>
                <a:gd name="connsiteX11" fmla="*/ 354442 w 1673918"/>
                <a:gd name="connsiteY11" fmla="*/ 729732 h 893550"/>
                <a:gd name="connsiteX12" fmla="*/ 431883 w 1673918"/>
                <a:gd name="connsiteY12" fmla="*/ 780367 h 893550"/>
                <a:gd name="connsiteX13" fmla="*/ 488474 w 1673918"/>
                <a:gd name="connsiteY13" fmla="*/ 807173 h 893550"/>
                <a:gd name="connsiteX14" fmla="*/ 580808 w 1673918"/>
                <a:gd name="connsiteY14" fmla="*/ 845894 h 893550"/>
                <a:gd name="connsiteX15" fmla="*/ 691012 w 1673918"/>
                <a:gd name="connsiteY15" fmla="*/ 875679 h 893550"/>
                <a:gd name="connsiteX16" fmla="*/ 796757 w 1673918"/>
                <a:gd name="connsiteY16" fmla="*/ 891304 h 893550"/>
                <a:gd name="connsiteX17" fmla="*/ 872701 w 1673918"/>
                <a:gd name="connsiteY17" fmla="*/ 893550 h 893550"/>
                <a:gd name="connsiteX18" fmla="*/ 988863 w 1673918"/>
                <a:gd name="connsiteY18" fmla="*/ 872700 h 893550"/>
                <a:gd name="connsiteX19" fmla="*/ 1090865 w 1673918"/>
                <a:gd name="connsiteY19" fmla="*/ 844397 h 893550"/>
                <a:gd name="connsiteX20" fmla="*/ 1233100 w 1673918"/>
                <a:gd name="connsiteY20" fmla="*/ 792281 h 893550"/>
                <a:gd name="connsiteX21" fmla="*/ 1352240 w 1673918"/>
                <a:gd name="connsiteY21" fmla="*/ 717818 h 893550"/>
                <a:gd name="connsiteX22" fmla="*/ 1419997 w 1673918"/>
                <a:gd name="connsiteY22" fmla="*/ 650047 h 893550"/>
                <a:gd name="connsiteX23" fmla="*/ 1501165 w 1673918"/>
                <a:gd name="connsiteY23" fmla="*/ 565915 h 893550"/>
                <a:gd name="connsiteX24" fmla="*/ 1558490 w 1673918"/>
                <a:gd name="connsiteY24" fmla="*/ 483251 h 893550"/>
                <a:gd name="connsiteX25" fmla="*/ 1632219 w 1673918"/>
                <a:gd name="connsiteY25" fmla="*/ 327635 h 893550"/>
                <a:gd name="connsiteX26" fmla="*/ 1653054 w 1673918"/>
                <a:gd name="connsiteY26" fmla="*/ 217430 h 893550"/>
                <a:gd name="connsiteX27" fmla="*/ 1673918 w 1673918"/>
                <a:gd name="connsiteY27" fmla="*/ 71484 h 893550"/>
                <a:gd name="connsiteX28" fmla="*/ 1620305 w 1673918"/>
                <a:gd name="connsiteY28" fmla="*/ 175731 h 893550"/>
                <a:gd name="connsiteX29" fmla="*/ 1575627 w 1673918"/>
                <a:gd name="connsiteY29" fmla="*/ 217430 h 893550"/>
                <a:gd name="connsiteX30" fmla="*/ 1474358 w 1673918"/>
                <a:gd name="connsiteY30" fmla="*/ 285936 h 893550"/>
                <a:gd name="connsiteX31" fmla="*/ 1268842 w 1673918"/>
                <a:gd name="connsiteY31" fmla="*/ 354441 h 893550"/>
                <a:gd name="connsiteX32" fmla="*/ 1108003 w 1673918"/>
                <a:gd name="connsiteY32" fmla="*/ 399119 h 893550"/>
                <a:gd name="connsiteX33" fmla="*/ 801217 w 1673918"/>
                <a:gd name="connsiteY33" fmla="*/ 416990 h 893550"/>
                <a:gd name="connsiteX34" fmla="*/ 601657 w 1673918"/>
                <a:gd name="connsiteY34" fmla="*/ 408054 h 893550"/>
                <a:gd name="connsiteX35" fmla="*/ 497410 w 1673918"/>
                <a:gd name="connsiteY35" fmla="*/ 378269 h 893550"/>
                <a:gd name="connsiteX36" fmla="*/ 265087 w 1673918"/>
                <a:gd name="connsiteY36" fmla="*/ 312742 h 893550"/>
                <a:gd name="connsiteX37" fmla="*/ 116162 w 1673918"/>
                <a:gd name="connsiteY37" fmla="*/ 208495 h 893550"/>
                <a:gd name="connsiteX38" fmla="*/ 41699 w 1673918"/>
                <a:gd name="connsiteY38" fmla="*/ 98290 h 893550"/>
                <a:gd name="connsiteX39" fmla="*/ 0 w 1673918"/>
                <a:gd name="connsiteY39" fmla="*/ 0 h 893550"/>
                <a:gd name="connsiteX0" fmla="*/ 0 w 1673918"/>
                <a:gd name="connsiteY0" fmla="*/ 0 h 891304"/>
                <a:gd name="connsiteX1" fmla="*/ 0 w 1673918"/>
                <a:gd name="connsiteY1" fmla="*/ 59570 h 891304"/>
                <a:gd name="connsiteX2" fmla="*/ 5957 w 1673918"/>
                <a:gd name="connsiteY2" fmla="*/ 154882 h 891304"/>
                <a:gd name="connsiteX3" fmla="*/ 11914 w 1673918"/>
                <a:gd name="connsiteY3" fmla="*/ 208495 h 891304"/>
                <a:gd name="connsiteX4" fmla="*/ 20850 w 1673918"/>
                <a:gd name="connsiteY4" fmla="*/ 259129 h 891304"/>
                <a:gd name="connsiteX5" fmla="*/ 56592 w 1673918"/>
                <a:gd name="connsiteY5" fmla="*/ 354441 h 891304"/>
                <a:gd name="connsiteX6" fmla="*/ 86377 w 1673918"/>
                <a:gd name="connsiteY6" fmla="*/ 419968 h 891304"/>
                <a:gd name="connsiteX7" fmla="*/ 113183 w 1673918"/>
                <a:gd name="connsiteY7" fmla="*/ 461667 h 891304"/>
                <a:gd name="connsiteX8" fmla="*/ 160839 w 1673918"/>
                <a:gd name="connsiteY8" fmla="*/ 548044 h 891304"/>
                <a:gd name="connsiteX9" fmla="*/ 205517 w 1673918"/>
                <a:gd name="connsiteY9" fmla="*/ 607614 h 891304"/>
                <a:gd name="connsiteX10" fmla="*/ 288915 w 1673918"/>
                <a:gd name="connsiteY10" fmla="*/ 676119 h 891304"/>
                <a:gd name="connsiteX11" fmla="*/ 354442 w 1673918"/>
                <a:gd name="connsiteY11" fmla="*/ 729732 h 891304"/>
                <a:gd name="connsiteX12" fmla="*/ 431883 w 1673918"/>
                <a:gd name="connsiteY12" fmla="*/ 780367 h 891304"/>
                <a:gd name="connsiteX13" fmla="*/ 488474 w 1673918"/>
                <a:gd name="connsiteY13" fmla="*/ 807173 h 891304"/>
                <a:gd name="connsiteX14" fmla="*/ 580808 w 1673918"/>
                <a:gd name="connsiteY14" fmla="*/ 845894 h 891304"/>
                <a:gd name="connsiteX15" fmla="*/ 691012 w 1673918"/>
                <a:gd name="connsiteY15" fmla="*/ 875679 h 891304"/>
                <a:gd name="connsiteX16" fmla="*/ 796757 w 1673918"/>
                <a:gd name="connsiteY16" fmla="*/ 891304 h 891304"/>
                <a:gd name="connsiteX17" fmla="*/ 877161 w 1673918"/>
                <a:gd name="connsiteY17" fmla="*/ 886859 h 891304"/>
                <a:gd name="connsiteX18" fmla="*/ 988863 w 1673918"/>
                <a:gd name="connsiteY18" fmla="*/ 872700 h 891304"/>
                <a:gd name="connsiteX19" fmla="*/ 1090865 w 1673918"/>
                <a:gd name="connsiteY19" fmla="*/ 844397 h 891304"/>
                <a:gd name="connsiteX20" fmla="*/ 1233100 w 1673918"/>
                <a:gd name="connsiteY20" fmla="*/ 792281 h 891304"/>
                <a:gd name="connsiteX21" fmla="*/ 1352240 w 1673918"/>
                <a:gd name="connsiteY21" fmla="*/ 717818 h 891304"/>
                <a:gd name="connsiteX22" fmla="*/ 1419997 w 1673918"/>
                <a:gd name="connsiteY22" fmla="*/ 650047 h 891304"/>
                <a:gd name="connsiteX23" fmla="*/ 1501165 w 1673918"/>
                <a:gd name="connsiteY23" fmla="*/ 565915 h 891304"/>
                <a:gd name="connsiteX24" fmla="*/ 1558490 w 1673918"/>
                <a:gd name="connsiteY24" fmla="*/ 483251 h 891304"/>
                <a:gd name="connsiteX25" fmla="*/ 1632219 w 1673918"/>
                <a:gd name="connsiteY25" fmla="*/ 327635 h 891304"/>
                <a:gd name="connsiteX26" fmla="*/ 1653054 w 1673918"/>
                <a:gd name="connsiteY26" fmla="*/ 217430 h 891304"/>
                <a:gd name="connsiteX27" fmla="*/ 1673918 w 1673918"/>
                <a:gd name="connsiteY27" fmla="*/ 71484 h 891304"/>
                <a:gd name="connsiteX28" fmla="*/ 1620305 w 1673918"/>
                <a:gd name="connsiteY28" fmla="*/ 175731 h 891304"/>
                <a:gd name="connsiteX29" fmla="*/ 1575627 w 1673918"/>
                <a:gd name="connsiteY29" fmla="*/ 217430 h 891304"/>
                <a:gd name="connsiteX30" fmla="*/ 1474358 w 1673918"/>
                <a:gd name="connsiteY30" fmla="*/ 285936 h 891304"/>
                <a:gd name="connsiteX31" fmla="*/ 1268842 w 1673918"/>
                <a:gd name="connsiteY31" fmla="*/ 354441 h 891304"/>
                <a:gd name="connsiteX32" fmla="*/ 1108003 w 1673918"/>
                <a:gd name="connsiteY32" fmla="*/ 399119 h 891304"/>
                <a:gd name="connsiteX33" fmla="*/ 801217 w 1673918"/>
                <a:gd name="connsiteY33" fmla="*/ 416990 h 891304"/>
                <a:gd name="connsiteX34" fmla="*/ 601657 w 1673918"/>
                <a:gd name="connsiteY34" fmla="*/ 408054 h 891304"/>
                <a:gd name="connsiteX35" fmla="*/ 497410 w 1673918"/>
                <a:gd name="connsiteY35" fmla="*/ 378269 h 891304"/>
                <a:gd name="connsiteX36" fmla="*/ 265087 w 1673918"/>
                <a:gd name="connsiteY36" fmla="*/ 312742 h 891304"/>
                <a:gd name="connsiteX37" fmla="*/ 116162 w 1673918"/>
                <a:gd name="connsiteY37" fmla="*/ 208495 h 891304"/>
                <a:gd name="connsiteX38" fmla="*/ 41699 w 1673918"/>
                <a:gd name="connsiteY38" fmla="*/ 98290 h 891304"/>
                <a:gd name="connsiteX39" fmla="*/ 0 w 1673918"/>
                <a:gd name="connsiteY39" fmla="*/ 0 h 891304"/>
                <a:gd name="connsiteX0" fmla="*/ 0 w 1673918"/>
                <a:gd name="connsiteY0" fmla="*/ 0 h 895780"/>
                <a:gd name="connsiteX1" fmla="*/ 0 w 1673918"/>
                <a:gd name="connsiteY1" fmla="*/ 59570 h 895780"/>
                <a:gd name="connsiteX2" fmla="*/ 5957 w 1673918"/>
                <a:gd name="connsiteY2" fmla="*/ 154882 h 895780"/>
                <a:gd name="connsiteX3" fmla="*/ 11914 w 1673918"/>
                <a:gd name="connsiteY3" fmla="*/ 208495 h 895780"/>
                <a:gd name="connsiteX4" fmla="*/ 20850 w 1673918"/>
                <a:gd name="connsiteY4" fmla="*/ 259129 h 895780"/>
                <a:gd name="connsiteX5" fmla="*/ 56592 w 1673918"/>
                <a:gd name="connsiteY5" fmla="*/ 354441 h 895780"/>
                <a:gd name="connsiteX6" fmla="*/ 86377 w 1673918"/>
                <a:gd name="connsiteY6" fmla="*/ 419968 h 895780"/>
                <a:gd name="connsiteX7" fmla="*/ 113183 w 1673918"/>
                <a:gd name="connsiteY7" fmla="*/ 461667 h 895780"/>
                <a:gd name="connsiteX8" fmla="*/ 160839 w 1673918"/>
                <a:gd name="connsiteY8" fmla="*/ 548044 h 895780"/>
                <a:gd name="connsiteX9" fmla="*/ 205517 w 1673918"/>
                <a:gd name="connsiteY9" fmla="*/ 607614 h 895780"/>
                <a:gd name="connsiteX10" fmla="*/ 288915 w 1673918"/>
                <a:gd name="connsiteY10" fmla="*/ 676119 h 895780"/>
                <a:gd name="connsiteX11" fmla="*/ 354442 w 1673918"/>
                <a:gd name="connsiteY11" fmla="*/ 729732 h 895780"/>
                <a:gd name="connsiteX12" fmla="*/ 431883 w 1673918"/>
                <a:gd name="connsiteY12" fmla="*/ 780367 h 895780"/>
                <a:gd name="connsiteX13" fmla="*/ 488474 w 1673918"/>
                <a:gd name="connsiteY13" fmla="*/ 807173 h 895780"/>
                <a:gd name="connsiteX14" fmla="*/ 580808 w 1673918"/>
                <a:gd name="connsiteY14" fmla="*/ 845894 h 895780"/>
                <a:gd name="connsiteX15" fmla="*/ 691012 w 1673918"/>
                <a:gd name="connsiteY15" fmla="*/ 875679 h 895780"/>
                <a:gd name="connsiteX16" fmla="*/ 796757 w 1673918"/>
                <a:gd name="connsiteY16" fmla="*/ 891304 h 895780"/>
                <a:gd name="connsiteX17" fmla="*/ 883852 w 1673918"/>
                <a:gd name="connsiteY17" fmla="*/ 895780 h 895780"/>
                <a:gd name="connsiteX18" fmla="*/ 988863 w 1673918"/>
                <a:gd name="connsiteY18" fmla="*/ 872700 h 895780"/>
                <a:gd name="connsiteX19" fmla="*/ 1090865 w 1673918"/>
                <a:gd name="connsiteY19" fmla="*/ 844397 h 895780"/>
                <a:gd name="connsiteX20" fmla="*/ 1233100 w 1673918"/>
                <a:gd name="connsiteY20" fmla="*/ 792281 h 895780"/>
                <a:gd name="connsiteX21" fmla="*/ 1352240 w 1673918"/>
                <a:gd name="connsiteY21" fmla="*/ 717818 h 895780"/>
                <a:gd name="connsiteX22" fmla="*/ 1419997 w 1673918"/>
                <a:gd name="connsiteY22" fmla="*/ 650047 h 895780"/>
                <a:gd name="connsiteX23" fmla="*/ 1501165 w 1673918"/>
                <a:gd name="connsiteY23" fmla="*/ 565915 h 895780"/>
                <a:gd name="connsiteX24" fmla="*/ 1558490 w 1673918"/>
                <a:gd name="connsiteY24" fmla="*/ 483251 h 895780"/>
                <a:gd name="connsiteX25" fmla="*/ 1632219 w 1673918"/>
                <a:gd name="connsiteY25" fmla="*/ 327635 h 895780"/>
                <a:gd name="connsiteX26" fmla="*/ 1653054 w 1673918"/>
                <a:gd name="connsiteY26" fmla="*/ 217430 h 895780"/>
                <a:gd name="connsiteX27" fmla="*/ 1673918 w 1673918"/>
                <a:gd name="connsiteY27" fmla="*/ 71484 h 895780"/>
                <a:gd name="connsiteX28" fmla="*/ 1620305 w 1673918"/>
                <a:gd name="connsiteY28" fmla="*/ 175731 h 895780"/>
                <a:gd name="connsiteX29" fmla="*/ 1575627 w 1673918"/>
                <a:gd name="connsiteY29" fmla="*/ 217430 h 895780"/>
                <a:gd name="connsiteX30" fmla="*/ 1474358 w 1673918"/>
                <a:gd name="connsiteY30" fmla="*/ 285936 h 895780"/>
                <a:gd name="connsiteX31" fmla="*/ 1268842 w 1673918"/>
                <a:gd name="connsiteY31" fmla="*/ 354441 h 895780"/>
                <a:gd name="connsiteX32" fmla="*/ 1108003 w 1673918"/>
                <a:gd name="connsiteY32" fmla="*/ 399119 h 895780"/>
                <a:gd name="connsiteX33" fmla="*/ 801217 w 1673918"/>
                <a:gd name="connsiteY33" fmla="*/ 416990 h 895780"/>
                <a:gd name="connsiteX34" fmla="*/ 601657 w 1673918"/>
                <a:gd name="connsiteY34" fmla="*/ 408054 h 895780"/>
                <a:gd name="connsiteX35" fmla="*/ 497410 w 1673918"/>
                <a:gd name="connsiteY35" fmla="*/ 378269 h 895780"/>
                <a:gd name="connsiteX36" fmla="*/ 265087 w 1673918"/>
                <a:gd name="connsiteY36" fmla="*/ 312742 h 895780"/>
                <a:gd name="connsiteX37" fmla="*/ 116162 w 1673918"/>
                <a:gd name="connsiteY37" fmla="*/ 208495 h 895780"/>
                <a:gd name="connsiteX38" fmla="*/ 41699 w 1673918"/>
                <a:gd name="connsiteY38" fmla="*/ 98290 h 895780"/>
                <a:gd name="connsiteX39" fmla="*/ 0 w 1673918"/>
                <a:gd name="connsiteY39" fmla="*/ 0 h 895780"/>
                <a:gd name="connsiteX0" fmla="*/ 0 w 1673918"/>
                <a:gd name="connsiteY0" fmla="*/ 0 h 895780"/>
                <a:gd name="connsiteX1" fmla="*/ 0 w 1673918"/>
                <a:gd name="connsiteY1" fmla="*/ 59570 h 895780"/>
                <a:gd name="connsiteX2" fmla="*/ 5957 w 1673918"/>
                <a:gd name="connsiteY2" fmla="*/ 154882 h 895780"/>
                <a:gd name="connsiteX3" fmla="*/ 11914 w 1673918"/>
                <a:gd name="connsiteY3" fmla="*/ 208495 h 895780"/>
                <a:gd name="connsiteX4" fmla="*/ 20850 w 1673918"/>
                <a:gd name="connsiteY4" fmla="*/ 259129 h 895780"/>
                <a:gd name="connsiteX5" fmla="*/ 56592 w 1673918"/>
                <a:gd name="connsiteY5" fmla="*/ 354441 h 895780"/>
                <a:gd name="connsiteX6" fmla="*/ 86377 w 1673918"/>
                <a:gd name="connsiteY6" fmla="*/ 419968 h 895780"/>
                <a:gd name="connsiteX7" fmla="*/ 113183 w 1673918"/>
                <a:gd name="connsiteY7" fmla="*/ 461667 h 895780"/>
                <a:gd name="connsiteX8" fmla="*/ 160839 w 1673918"/>
                <a:gd name="connsiteY8" fmla="*/ 548044 h 895780"/>
                <a:gd name="connsiteX9" fmla="*/ 205517 w 1673918"/>
                <a:gd name="connsiteY9" fmla="*/ 607614 h 895780"/>
                <a:gd name="connsiteX10" fmla="*/ 288915 w 1673918"/>
                <a:gd name="connsiteY10" fmla="*/ 676119 h 895780"/>
                <a:gd name="connsiteX11" fmla="*/ 354442 w 1673918"/>
                <a:gd name="connsiteY11" fmla="*/ 729732 h 895780"/>
                <a:gd name="connsiteX12" fmla="*/ 431883 w 1673918"/>
                <a:gd name="connsiteY12" fmla="*/ 780367 h 895780"/>
                <a:gd name="connsiteX13" fmla="*/ 488474 w 1673918"/>
                <a:gd name="connsiteY13" fmla="*/ 807173 h 895780"/>
                <a:gd name="connsiteX14" fmla="*/ 580808 w 1673918"/>
                <a:gd name="connsiteY14" fmla="*/ 845894 h 895780"/>
                <a:gd name="connsiteX15" fmla="*/ 691012 w 1673918"/>
                <a:gd name="connsiteY15" fmla="*/ 875679 h 895780"/>
                <a:gd name="connsiteX16" fmla="*/ 796757 w 1673918"/>
                <a:gd name="connsiteY16" fmla="*/ 891304 h 895780"/>
                <a:gd name="connsiteX17" fmla="*/ 883852 w 1673918"/>
                <a:gd name="connsiteY17" fmla="*/ 895780 h 895780"/>
                <a:gd name="connsiteX18" fmla="*/ 988863 w 1673918"/>
                <a:gd name="connsiteY18" fmla="*/ 872700 h 895780"/>
                <a:gd name="connsiteX19" fmla="*/ 1090865 w 1673918"/>
                <a:gd name="connsiteY19" fmla="*/ 844397 h 895780"/>
                <a:gd name="connsiteX20" fmla="*/ 1233100 w 1673918"/>
                <a:gd name="connsiteY20" fmla="*/ 792281 h 895780"/>
                <a:gd name="connsiteX21" fmla="*/ 1352240 w 1673918"/>
                <a:gd name="connsiteY21" fmla="*/ 717818 h 895780"/>
                <a:gd name="connsiteX22" fmla="*/ 1419997 w 1673918"/>
                <a:gd name="connsiteY22" fmla="*/ 650047 h 895780"/>
                <a:gd name="connsiteX23" fmla="*/ 1501165 w 1673918"/>
                <a:gd name="connsiteY23" fmla="*/ 565915 h 895780"/>
                <a:gd name="connsiteX24" fmla="*/ 1558490 w 1673918"/>
                <a:gd name="connsiteY24" fmla="*/ 483251 h 895780"/>
                <a:gd name="connsiteX25" fmla="*/ 1632219 w 1673918"/>
                <a:gd name="connsiteY25" fmla="*/ 327635 h 895780"/>
                <a:gd name="connsiteX26" fmla="*/ 1653054 w 1673918"/>
                <a:gd name="connsiteY26" fmla="*/ 217430 h 895780"/>
                <a:gd name="connsiteX27" fmla="*/ 1673918 w 1673918"/>
                <a:gd name="connsiteY27" fmla="*/ 71484 h 895780"/>
                <a:gd name="connsiteX28" fmla="*/ 1620305 w 1673918"/>
                <a:gd name="connsiteY28" fmla="*/ 175731 h 895780"/>
                <a:gd name="connsiteX29" fmla="*/ 1575627 w 1673918"/>
                <a:gd name="connsiteY29" fmla="*/ 217430 h 895780"/>
                <a:gd name="connsiteX30" fmla="*/ 1474358 w 1673918"/>
                <a:gd name="connsiteY30" fmla="*/ 285936 h 895780"/>
                <a:gd name="connsiteX31" fmla="*/ 1268842 w 1673918"/>
                <a:gd name="connsiteY31" fmla="*/ 354441 h 895780"/>
                <a:gd name="connsiteX32" fmla="*/ 1108003 w 1673918"/>
                <a:gd name="connsiteY32" fmla="*/ 399119 h 895780"/>
                <a:gd name="connsiteX33" fmla="*/ 801217 w 1673918"/>
                <a:gd name="connsiteY33" fmla="*/ 416990 h 895780"/>
                <a:gd name="connsiteX34" fmla="*/ 601657 w 1673918"/>
                <a:gd name="connsiteY34" fmla="*/ 408054 h 895780"/>
                <a:gd name="connsiteX35" fmla="*/ 497410 w 1673918"/>
                <a:gd name="connsiteY35" fmla="*/ 378269 h 895780"/>
                <a:gd name="connsiteX36" fmla="*/ 265087 w 1673918"/>
                <a:gd name="connsiteY36" fmla="*/ 312742 h 895780"/>
                <a:gd name="connsiteX37" fmla="*/ 116162 w 1673918"/>
                <a:gd name="connsiteY37" fmla="*/ 208495 h 895780"/>
                <a:gd name="connsiteX38" fmla="*/ 41699 w 1673918"/>
                <a:gd name="connsiteY38" fmla="*/ 98290 h 895780"/>
                <a:gd name="connsiteX39" fmla="*/ 0 w 1673918"/>
                <a:gd name="connsiteY39" fmla="*/ 0 h 895780"/>
                <a:gd name="connsiteX0" fmla="*/ 0 w 1673918"/>
                <a:gd name="connsiteY0" fmla="*/ 0 h 906931"/>
                <a:gd name="connsiteX1" fmla="*/ 0 w 1673918"/>
                <a:gd name="connsiteY1" fmla="*/ 59570 h 906931"/>
                <a:gd name="connsiteX2" fmla="*/ 5957 w 1673918"/>
                <a:gd name="connsiteY2" fmla="*/ 154882 h 906931"/>
                <a:gd name="connsiteX3" fmla="*/ 11914 w 1673918"/>
                <a:gd name="connsiteY3" fmla="*/ 208495 h 906931"/>
                <a:gd name="connsiteX4" fmla="*/ 20850 w 1673918"/>
                <a:gd name="connsiteY4" fmla="*/ 259129 h 906931"/>
                <a:gd name="connsiteX5" fmla="*/ 56592 w 1673918"/>
                <a:gd name="connsiteY5" fmla="*/ 354441 h 906931"/>
                <a:gd name="connsiteX6" fmla="*/ 86377 w 1673918"/>
                <a:gd name="connsiteY6" fmla="*/ 419968 h 906931"/>
                <a:gd name="connsiteX7" fmla="*/ 113183 w 1673918"/>
                <a:gd name="connsiteY7" fmla="*/ 461667 h 906931"/>
                <a:gd name="connsiteX8" fmla="*/ 160839 w 1673918"/>
                <a:gd name="connsiteY8" fmla="*/ 548044 h 906931"/>
                <a:gd name="connsiteX9" fmla="*/ 205517 w 1673918"/>
                <a:gd name="connsiteY9" fmla="*/ 607614 h 906931"/>
                <a:gd name="connsiteX10" fmla="*/ 288915 w 1673918"/>
                <a:gd name="connsiteY10" fmla="*/ 676119 h 906931"/>
                <a:gd name="connsiteX11" fmla="*/ 354442 w 1673918"/>
                <a:gd name="connsiteY11" fmla="*/ 729732 h 906931"/>
                <a:gd name="connsiteX12" fmla="*/ 431883 w 1673918"/>
                <a:gd name="connsiteY12" fmla="*/ 780367 h 906931"/>
                <a:gd name="connsiteX13" fmla="*/ 488474 w 1673918"/>
                <a:gd name="connsiteY13" fmla="*/ 807173 h 906931"/>
                <a:gd name="connsiteX14" fmla="*/ 580808 w 1673918"/>
                <a:gd name="connsiteY14" fmla="*/ 845894 h 906931"/>
                <a:gd name="connsiteX15" fmla="*/ 691012 w 1673918"/>
                <a:gd name="connsiteY15" fmla="*/ 875679 h 906931"/>
                <a:gd name="connsiteX16" fmla="*/ 796757 w 1673918"/>
                <a:gd name="connsiteY16" fmla="*/ 891304 h 906931"/>
                <a:gd name="connsiteX17" fmla="*/ 886083 w 1673918"/>
                <a:gd name="connsiteY17" fmla="*/ 906931 h 906931"/>
                <a:gd name="connsiteX18" fmla="*/ 988863 w 1673918"/>
                <a:gd name="connsiteY18" fmla="*/ 872700 h 906931"/>
                <a:gd name="connsiteX19" fmla="*/ 1090865 w 1673918"/>
                <a:gd name="connsiteY19" fmla="*/ 844397 h 906931"/>
                <a:gd name="connsiteX20" fmla="*/ 1233100 w 1673918"/>
                <a:gd name="connsiteY20" fmla="*/ 792281 h 906931"/>
                <a:gd name="connsiteX21" fmla="*/ 1352240 w 1673918"/>
                <a:gd name="connsiteY21" fmla="*/ 717818 h 906931"/>
                <a:gd name="connsiteX22" fmla="*/ 1419997 w 1673918"/>
                <a:gd name="connsiteY22" fmla="*/ 650047 h 906931"/>
                <a:gd name="connsiteX23" fmla="*/ 1501165 w 1673918"/>
                <a:gd name="connsiteY23" fmla="*/ 565915 h 906931"/>
                <a:gd name="connsiteX24" fmla="*/ 1558490 w 1673918"/>
                <a:gd name="connsiteY24" fmla="*/ 483251 h 906931"/>
                <a:gd name="connsiteX25" fmla="*/ 1632219 w 1673918"/>
                <a:gd name="connsiteY25" fmla="*/ 327635 h 906931"/>
                <a:gd name="connsiteX26" fmla="*/ 1653054 w 1673918"/>
                <a:gd name="connsiteY26" fmla="*/ 217430 h 906931"/>
                <a:gd name="connsiteX27" fmla="*/ 1673918 w 1673918"/>
                <a:gd name="connsiteY27" fmla="*/ 71484 h 906931"/>
                <a:gd name="connsiteX28" fmla="*/ 1620305 w 1673918"/>
                <a:gd name="connsiteY28" fmla="*/ 175731 h 906931"/>
                <a:gd name="connsiteX29" fmla="*/ 1575627 w 1673918"/>
                <a:gd name="connsiteY29" fmla="*/ 217430 h 906931"/>
                <a:gd name="connsiteX30" fmla="*/ 1474358 w 1673918"/>
                <a:gd name="connsiteY30" fmla="*/ 285936 h 906931"/>
                <a:gd name="connsiteX31" fmla="*/ 1268842 w 1673918"/>
                <a:gd name="connsiteY31" fmla="*/ 354441 h 906931"/>
                <a:gd name="connsiteX32" fmla="*/ 1108003 w 1673918"/>
                <a:gd name="connsiteY32" fmla="*/ 399119 h 906931"/>
                <a:gd name="connsiteX33" fmla="*/ 801217 w 1673918"/>
                <a:gd name="connsiteY33" fmla="*/ 416990 h 906931"/>
                <a:gd name="connsiteX34" fmla="*/ 601657 w 1673918"/>
                <a:gd name="connsiteY34" fmla="*/ 408054 h 906931"/>
                <a:gd name="connsiteX35" fmla="*/ 497410 w 1673918"/>
                <a:gd name="connsiteY35" fmla="*/ 378269 h 906931"/>
                <a:gd name="connsiteX36" fmla="*/ 265087 w 1673918"/>
                <a:gd name="connsiteY36" fmla="*/ 312742 h 906931"/>
                <a:gd name="connsiteX37" fmla="*/ 116162 w 1673918"/>
                <a:gd name="connsiteY37" fmla="*/ 208495 h 906931"/>
                <a:gd name="connsiteX38" fmla="*/ 41699 w 1673918"/>
                <a:gd name="connsiteY38" fmla="*/ 98290 h 906931"/>
                <a:gd name="connsiteX39" fmla="*/ 0 w 1673918"/>
                <a:gd name="connsiteY39" fmla="*/ 0 h 906931"/>
                <a:gd name="connsiteX0" fmla="*/ 0 w 1673918"/>
                <a:gd name="connsiteY0" fmla="*/ 0 h 906931"/>
                <a:gd name="connsiteX1" fmla="*/ 0 w 1673918"/>
                <a:gd name="connsiteY1" fmla="*/ 59570 h 906931"/>
                <a:gd name="connsiteX2" fmla="*/ 5957 w 1673918"/>
                <a:gd name="connsiteY2" fmla="*/ 154882 h 906931"/>
                <a:gd name="connsiteX3" fmla="*/ 11914 w 1673918"/>
                <a:gd name="connsiteY3" fmla="*/ 208495 h 906931"/>
                <a:gd name="connsiteX4" fmla="*/ 20850 w 1673918"/>
                <a:gd name="connsiteY4" fmla="*/ 259129 h 906931"/>
                <a:gd name="connsiteX5" fmla="*/ 56592 w 1673918"/>
                <a:gd name="connsiteY5" fmla="*/ 354441 h 906931"/>
                <a:gd name="connsiteX6" fmla="*/ 86377 w 1673918"/>
                <a:gd name="connsiteY6" fmla="*/ 419968 h 906931"/>
                <a:gd name="connsiteX7" fmla="*/ 113183 w 1673918"/>
                <a:gd name="connsiteY7" fmla="*/ 461667 h 906931"/>
                <a:gd name="connsiteX8" fmla="*/ 160839 w 1673918"/>
                <a:gd name="connsiteY8" fmla="*/ 548044 h 906931"/>
                <a:gd name="connsiteX9" fmla="*/ 205517 w 1673918"/>
                <a:gd name="connsiteY9" fmla="*/ 607614 h 906931"/>
                <a:gd name="connsiteX10" fmla="*/ 288915 w 1673918"/>
                <a:gd name="connsiteY10" fmla="*/ 676119 h 906931"/>
                <a:gd name="connsiteX11" fmla="*/ 354442 w 1673918"/>
                <a:gd name="connsiteY11" fmla="*/ 729732 h 906931"/>
                <a:gd name="connsiteX12" fmla="*/ 431883 w 1673918"/>
                <a:gd name="connsiteY12" fmla="*/ 780367 h 906931"/>
                <a:gd name="connsiteX13" fmla="*/ 488474 w 1673918"/>
                <a:gd name="connsiteY13" fmla="*/ 807173 h 906931"/>
                <a:gd name="connsiteX14" fmla="*/ 580808 w 1673918"/>
                <a:gd name="connsiteY14" fmla="*/ 845894 h 906931"/>
                <a:gd name="connsiteX15" fmla="*/ 691012 w 1673918"/>
                <a:gd name="connsiteY15" fmla="*/ 875679 h 906931"/>
                <a:gd name="connsiteX16" fmla="*/ 796757 w 1673918"/>
                <a:gd name="connsiteY16" fmla="*/ 891304 h 906931"/>
                <a:gd name="connsiteX17" fmla="*/ 886083 w 1673918"/>
                <a:gd name="connsiteY17" fmla="*/ 906931 h 906931"/>
                <a:gd name="connsiteX18" fmla="*/ 988863 w 1673918"/>
                <a:gd name="connsiteY18" fmla="*/ 872700 h 906931"/>
                <a:gd name="connsiteX19" fmla="*/ 1090865 w 1673918"/>
                <a:gd name="connsiteY19" fmla="*/ 844397 h 906931"/>
                <a:gd name="connsiteX20" fmla="*/ 1233100 w 1673918"/>
                <a:gd name="connsiteY20" fmla="*/ 792281 h 906931"/>
                <a:gd name="connsiteX21" fmla="*/ 1352240 w 1673918"/>
                <a:gd name="connsiteY21" fmla="*/ 717818 h 906931"/>
                <a:gd name="connsiteX22" fmla="*/ 1419997 w 1673918"/>
                <a:gd name="connsiteY22" fmla="*/ 650047 h 906931"/>
                <a:gd name="connsiteX23" fmla="*/ 1501165 w 1673918"/>
                <a:gd name="connsiteY23" fmla="*/ 565915 h 906931"/>
                <a:gd name="connsiteX24" fmla="*/ 1558490 w 1673918"/>
                <a:gd name="connsiteY24" fmla="*/ 483251 h 906931"/>
                <a:gd name="connsiteX25" fmla="*/ 1632219 w 1673918"/>
                <a:gd name="connsiteY25" fmla="*/ 327635 h 906931"/>
                <a:gd name="connsiteX26" fmla="*/ 1653054 w 1673918"/>
                <a:gd name="connsiteY26" fmla="*/ 217430 h 906931"/>
                <a:gd name="connsiteX27" fmla="*/ 1673918 w 1673918"/>
                <a:gd name="connsiteY27" fmla="*/ 71484 h 906931"/>
                <a:gd name="connsiteX28" fmla="*/ 1620305 w 1673918"/>
                <a:gd name="connsiteY28" fmla="*/ 175731 h 906931"/>
                <a:gd name="connsiteX29" fmla="*/ 1575627 w 1673918"/>
                <a:gd name="connsiteY29" fmla="*/ 217430 h 906931"/>
                <a:gd name="connsiteX30" fmla="*/ 1474358 w 1673918"/>
                <a:gd name="connsiteY30" fmla="*/ 285936 h 906931"/>
                <a:gd name="connsiteX31" fmla="*/ 1268842 w 1673918"/>
                <a:gd name="connsiteY31" fmla="*/ 354441 h 906931"/>
                <a:gd name="connsiteX32" fmla="*/ 1108003 w 1673918"/>
                <a:gd name="connsiteY32" fmla="*/ 399119 h 906931"/>
                <a:gd name="connsiteX33" fmla="*/ 801217 w 1673918"/>
                <a:gd name="connsiteY33" fmla="*/ 416990 h 906931"/>
                <a:gd name="connsiteX34" fmla="*/ 601657 w 1673918"/>
                <a:gd name="connsiteY34" fmla="*/ 408054 h 906931"/>
                <a:gd name="connsiteX35" fmla="*/ 497410 w 1673918"/>
                <a:gd name="connsiteY35" fmla="*/ 378269 h 906931"/>
                <a:gd name="connsiteX36" fmla="*/ 265087 w 1673918"/>
                <a:gd name="connsiteY36" fmla="*/ 312742 h 906931"/>
                <a:gd name="connsiteX37" fmla="*/ 116162 w 1673918"/>
                <a:gd name="connsiteY37" fmla="*/ 208495 h 906931"/>
                <a:gd name="connsiteX38" fmla="*/ 41699 w 1673918"/>
                <a:gd name="connsiteY38" fmla="*/ 98290 h 906931"/>
                <a:gd name="connsiteX39" fmla="*/ 0 w 1673918"/>
                <a:gd name="connsiteY39" fmla="*/ 0 h 906931"/>
                <a:gd name="connsiteX0" fmla="*/ 0 w 1673918"/>
                <a:gd name="connsiteY0" fmla="*/ 0 h 891304"/>
                <a:gd name="connsiteX1" fmla="*/ 0 w 1673918"/>
                <a:gd name="connsiteY1" fmla="*/ 59570 h 891304"/>
                <a:gd name="connsiteX2" fmla="*/ 5957 w 1673918"/>
                <a:gd name="connsiteY2" fmla="*/ 154882 h 891304"/>
                <a:gd name="connsiteX3" fmla="*/ 11914 w 1673918"/>
                <a:gd name="connsiteY3" fmla="*/ 208495 h 891304"/>
                <a:gd name="connsiteX4" fmla="*/ 20850 w 1673918"/>
                <a:gd name="connsiteY4" fmla="*/ 259129 h 891304"/>
                <a:gd name="connsiteX5" fmla="*/ 56592 w 1673918"/>
                <a:gd name="connsiteY5" fmla="*/ 354441 h 891304"/>
                <a:gd name="connsiteX6" fmla="*/ 86377 w 1673918"/>
                <a:gd name="connsiteY6" fmla="*/ 419968 h 891304"/>
                <a:gd name="connsiteX7" fmla="*/ 113183 w 1673918"/>
                <a:gd name="connsiteY7" fmla="*/ 461667 h 891304"/>
                <a:gd name="connsiteX8" fmla="*/ 160839 w 1673918"/>
                <a:gd name="connsiteY8" fmla="*/ 548044 h 891304"/>
                <a:gd name="connsiteX9" fmla="*/ 205517 w 1673918"/>
                <a:gd name="connsiteY9" fmla="*/ 607614 h 891304"/>
                <a:gd name="connsiteX10" fmla="*/ 288915 w 1673918"/>
                <a:gd name="connsiteY10" fmla="*/ 676119 h 891304"/>
                <a:gd name="connsiteX11" fmla="*/ 354442 w 1673918"/>
                <a:gd name="connsiteY11" fmla="*/ 729732 h 891304"/>
                <a:gd name="connsiteX12" fmla="*/ 431883 w 1673918"/>
                <a:gd name="connsiteY12" fmla="*/ 780367 h 891304"/>
                <a:gd name="connsiteX13" fmla="*/ 488474 w 1673918"/>
                <a:gd name="connsiteY13" fmla="*/ 807173 h 891304"/>
                <a:gd name="connsiteX14" fmla="*/ 580808 w 1673918"/>
                <a:gd name="connsiteY14" fmla="*/ 845894 h 891304"/>
                <a:gd name="connsiteX15" fmla="*/ 691012 w 1673918"/>
                <a:gd name="connsiteY15" fmla="*/ 875679 h 891304"/>
                <a:gd name="connsiteX16" fmla="*/ 796757 w 1673918"/>
                <a:gd name="connsiteY16" fmla="*/ 891304 h 891304"/>
                <a:gd name="connsiteX17" fmla="*/ 886083 w 1673918"/>
                <a:gd name="connsiteY17" fmla="*/ 882398 h 891304"/>
                <a:gd name="connsiteX18" fmla="*/ 988863 w 1673918"/>
                <a:gd name="connsiteY18" fmla="*/ 872700 h 891304"/>
                <a:gd name="connsiteX19" fmla="*/ 1090865 w 1673918"/>
                <a:gd name="connsiteY19" fmla="*/ 844397 h 891304"/>
                <a:gd name="connsiteX20" fmla="*/ 1233100 w 1673918"/>
                <a:gd name="connsiteY20" fmla="*/ 792281 h 891304"/>
                <a:gd name="connsiteX21" fmla="*/ 1352240 w 1673918"/>
                <a:gd name="connsiteY21" fmla="*/ 717818 h 891304"/>
                <a:gd name="connsiteX22" fmla="*/ 1419997 w 1673918"/>
                <a:gd name="connsiteY22" fmla="*/ 650047 h 891304"/>
                <a:gd name="connsiteX23" fmla="*/ 1501165 w 1673918"/>
                <a:gd name="connsiteY23" fmla="*/ 565915 h 891304"/>
                <a:gd name="connsiteX24" fmla="*/ 1558490 w 1673918"/>
                <a:gd name="connsiteY24" fmla="*/ 483251 h 891304"/>
                <a:gd name="connsiteX25" fmla="*/ 1632219 w 1673918"/>
                <a:gd name="connsiteY25" fmla="*/ 327635 h 891304"/>
                <a:gd name="connsiteX26" fmla="*/ 1653054 w 1673918"/>
                <a:gd name="connsiteY26" fmla="*/ 217430 h 891304"/>
                <a:gd name="connsiteX27" fmla="*/ 1673918 w 1673918"/>
                <a:gd name="connsiteY27" fmla="*/ 71484 h 891304"/>
                <a:gd name="connsiteX28" fmla="*/ 1620305 w 1673918"/>
                <a:gd name="connsiteY28" fmla="*/ 175731 h 891304"/>
                <a:gd name="connsiteX29" fmla="*/ 1575627 w 1673918"/>
                <a:gd name="connsiteY29" fmla="*/ 217430 h 891304"/>
                <a:gd name="connsiteX30" fmla="*/ 1474358 w 1673918"/>
                <a:gd name="connsiteY30" fmla="*/ 285936 h 891304"/>
                <a:gd name="connsiteX31" fmla="*/ 1268842 w 1673918"/>
                <a:gd name="connsiteY31" fmla="*/ 354441 h 891304"/>
                <a:gd name="connsiteX32" fmla="*/ 1108003 w 1673918"/>
                <a:gd name="connsiteY32" fmla="*/ 399119 h 891304"/>
                <a:gd name="connsiteX33" fmla="*/ 801217 w 1673918"/>
                <a:gd name="connsiteY33" fmla="*/ 416990 h 891304"/>
                <a:gd name="connsiteX34" fmla="*/ 601657 w 1673918"/>
                <a:gd name="connsiteY34" fmla="*/ 408054 h 891304"/>
                <a:gd name="connsiteX35" fmla="*/ 497410 w 1673918"/>
                <a:gd name="connsiteY35" fmla="*/ 378269 h 891304"/>
                <a:gd name="connsiteX36" fmla="*/ 265087 w 1673918"/>
                <a:gd name="connsiteY36" fmla="*/ 312742 h 891304"/>
                <a:gd name="connsiteX37" fmla="*/ 116162 w 1673918"/>
                <a:gd name="connsiteY37" fmla="*/ 208495 h 891304"/>
                <a:gd name="connsiteX38" fmla="*/ 41699 w 1673918"/>
                <a:gd name="connsiteY38" fmla="*/ 98290 h 891304"/>
                <a:gd name="connsiteX39" fmla="*/ 0 w 1673918"/>
                <a:gd name="connsiteY39" fmla="*/ 0 h 891304"/>
                <a:gd name="connsiteX0" fmla="*/ 0 w 1673918"/>
                <a:gd name="connsiteY0" fmla="*/ 0 h 891304"/>
                <a:gd name="connsiteX1" fmla="*/ 0 w 1673918"/>
                <a:gd name="connsiteY1" fmla="*/ 59570 h 891304"/>
                <a:gd name="connsiteX2" fmla="*/ 5957 w 1673918"/>
                <a:gd name="connsiteY2" fmla="*/ 154882 h 891304"/>
                <a:gd name="connsiteX3" fmla="*/ 11914 w 1673918"/>
                <a:gd name="connsiteY3" fmla="*/ 208495 h 891304"/>
                <a:gd name="connsiteX4" fmla="*/ 20850 w 1673918"/>
                <a:gd name="connsiteY4" fmla="*/ 259129 h 891304"/>
                <a:gd name="connsiteX5" fmla="*/ 56592 w 1673918"/>
                <a:gd name="connsiteY5" fmla="*/ 354441 h 891304"/>
                <a:gd name="connsiteX6" fmla="*/ 86377 w 1673918"/>
                <a:gd name="connsiteY6" fmla="*/ 419968 h 891304"/>
                <a:gd name="connsiteX7" fmla="*/ 113183 w 1673918"/>
                <a:gd name="connsiteY7" fmla="*/ 461667 h 891304"/>
                <a:gd name="connsiteX8" fmla="*/ 160839 w 1673918"/>
                <a:gd name="connsiteY8" fmla="*/ 548044 h 891304"/>
                <a:gd name="connsiteX9" fmla="*/ 205517 w 1673918"/>
                <a:gd name="connsiteY9" fmla="*/ 607614 h 891304"/>
                <a:gd name="connsiteX10" fmla="*/ 288915 w 1673918"/>
                <a:gd name="connsiteY10" fmla="*/ 676119 h 891304"/>
                <a:gd name="connsiteX11" fmla="*/ 354442 w 1673918"/>
                <a:gd name="connsiteY11" fmla="*/ 729732 h 891304"/>
                <a:gd name="connsiteX12" fmla="*/ 431883 w 1673918"/>
                <a:gd name="connsiteY12" fmla="*/ 780367 h 891304"/>
                <a:gd name="connsiteX13" fmla="*/ 488474 w 1673918"/>
                <a:gd name="connsiteY13" fmla="*/ 807173 h 891304"/>
                <a:gd name="connsiteX14" fmla="*/ 580808 w 1673918"/>
                <a:gd name="connsiteY14" fmla="*/ 845894 h 891304"/>
                <a:gd name="connsiteX15" fmla="*/ 691012 w 1673918"/>
                <a:gd name="connsiteY15" fmla="*/ 875679 h 891304"/>
                <a:gd name="connsiteX16" fmla="*/ 796757 w 1673918"/>
                <a:gd name="connsiteY16" fmla="*/ 891304 h 891304"/>
                <a:gd name="connsiteX17" fmla="*/ 886083 w 1673918"/>
                <a:gd name="connsiteY17" fmla="*/ 889088 h 891304"/>
                <a:gd name="connsiteX18" fmla="*/ 988863 w 1673918"/>
                <a:gd name="connsiteY18" fmla="*/ 872700 h 891304"/>
                <a:gd name="connsiteX19" fmla="*/ 1090865 w 1673918"/>
                <a:gd name="connsiteY19" fmla="*/ 844397 h 891304"/>
                <a:gd name="connsiteX20" fmla="*/ 1233100 w 1673918"/>
                <a:gd name="connsiteY20" fmla="*/ 792281 h 891304"/>
                <a:gd name="connsiteX21" fmla="*/ 1352240 w 1673918"/>
                <a:gd name="connsiteY21" fmla="*/ 717818 h 891304"/>
                <a:gd name="connsiteX22" fmla="*/ 1419997 w 1673918"/>
                <a:gd name="connsiteY22" fmla="*/ 650047 h 891304"/>
                <a:gd name="connsiteX23" fmla="*/ 1501165 w 1673918"/>
                <a:gd name="connsiteY23" fmla="*/ 565915 h 891304"/>
                <a:gd name="connsiteX24" fmla="*/ 1558490 w 1673918"/>
                <a:gd name="connsiteY24" fmla="*/ 483251 h 891304"/>
                <a:gd name="connsiteX25" fmla="*/ 1632219 w 1673918"/>
                <a:gd name="connsiteY25" fmla="*/ 327635 h 891304"/>
                <a:gd name="connsiteX26" fmla="*/ 1653054 w 1673918"/>
                <a:gd name="connsiteY26" fmla="*/ 217430 h 891304"/>
                <a:gd name="connsiteX27" fmla="*/ 1673918 w 1673918"/>
                <a:gd name="connsiteY27" fmla="*/ 71484 h 891304"/>
                <a:gd name="connsiteX28" fmla="*/ 1620305 w 1673918"/>
                <a:gd name="connsiteY28" fmla="*/ 175731 h 891304"/>
                <a:gd name="connsiteX29" fmla="*/ 1575627 w 1673918"/>
                <a:gd name="connsiteY29" fmla="*/ 217430 h 891304"/>
                <a:gd name="connsiteX30" fmla="*/ 1474358 w 1673918"/>
                <a:gd name="connsiteY30" fmla="*/ 285936 h 891304"/>
                <a:gd name="connsiteX31" fmla="*/ 1268842 w 1673918"/>
                <a:gd name="connsiteY31" fmla="*/ 354441 h 891304"/>
                <a:gd name="connsiteX32" fmla="*/ 1108003 w 1673918"/>
                <a:gd name="connsiteY32" fmla="*/ 399119 h 891304"/>
                <a:gd name="connsiteX33" fmla="*/ 801217 w 1673918"/>
                <a:gd name="connsiteY33" fmla="*/ 416990 h 891304"/>
                <a:gd name="connsiteX34" fmla="*/ 601657 w 1673918"/>
                <a:gd name="connsiteY34" fmla="*/ 408054 h 891304"/>
                <a:gd name="connsiteX35" fmla="*/ 497410 w 1673918"/>
                <a:gd name="connsiteY35" fmla="*/ 378269 h 891304"/>
                <a:gd name="connsiteX36" fmla="*/ 265087 w 1673918"/>
                <a:gd name="connsiteY36" fmla="*/ 312742 h 891304"/>
                <a:gd name="connsiteX37" fmla="*/ 116162 w 1673918"/>
                <a:gd name="connsiteY37" fmla="*/ 208495 h 891304"/>
                <a:gd name="connsiteX38" fmla="*/ 41699 w 1673918"/>
                <a:gd name="connsiteY38" fmla="*/ 98290 h 891304"/>
                <a:gd name="connsiteX39" fmla="*/ 0 w 1673918"/>
                <a:gd name="connsiteY39" fmla="*/ 0 h 891304"/>
                <a:gd name="connsiteX0" fmla="*/ 0 w 1673918"/>
                <a:gd name="connsiteY0" fmla="*/ 0 h 889088"/>
                <a:gd name="connsiteX1" fmla="*/ 0 w 1673918"/>
                <a:gd name="connsiteY1" fmla="*/ 59570 h 889088"/>
                <a:gd name="connsiteX2" fmla="*/ 5957 w 1673918"/>
                <a:gd name="connsiteY2" fmla="*/ 154882 h 889088"/>
                <a:gd name="connsiteX3" fmla="*/ 11914 w 1673918"/>
                <a:gd name="connsiteY3" fmla="*/ 208495 h 889088"/>
                <a:gd name="connsiteX4" fmla="*/ 20850 w 1673918"/>
                <a:gd name="connsiteY4" fmla="*/ 259129 h 889088"/>
                <a:gd name="connsiteX5" fmla="*/ 56592 w 1673918"/>
                <a:gd name="connsiteY5" fmla="*/ 354441 h 889088"/>
                <a:gd name="connsiteX6" fmla="*/ 86377 w 1673918"/>
                <a:gd name="connsiteY6" fmla="*/ 419968 h 889088"/>
                <a:gd name="connsiteX7" fmla="*/ 113183 w 1673918"/>
                <a:gd name="connsiteY7" fmla="*/ 461667 h 889088"/>
                <a:gd name="connsiteX8" fmla="*/ 160839 w 1673918"/>
                <a:gd name="connsiteY8" fmla="*/ 548044 h 889088"/>
                <a:gd name="connsiteX9" fmla="*/ 205517 w 1673918"/>
                <a:gd name="connsiteY9" fmla="*/ 607614 h 889088"/>
                <a:gd name="connsiteX10" fmla="*/ 288915 w 1673918"/>
                <a:gd name="connsiteY10" fmla="*/ 676119 h 889088"/>
                <a:gd name="connsiteX11" fmla="*/ 354442 w 1673918"/>
                <a:gd name="connsiteY11" fmla="*/ 729732 h 889088"/>
                <a:gd name="connsiteX12" fmla="*/ 431883 w 1673918"/>
                <a:gd name="connsiteY12" fmla="*/ 780367 h 889088"/>
                <a:gd name="connsiteX13" fmla="*/ 488474 w 1673918"/>
                <a:gd name="connsiteY13" fmla="*/ 807173 h 889088"/>
                <a:gd name="connsiteX14" fmla="*/ 580808 w 1673918"/>
                <a:gd name="connsiteY14" fmla="*/ 845894 h 889088"/>
                <a:gd name="connsiteX15" fmla="*/ 691012 w 1673918"/>
                <a:gd name="connsiteY15" fmla="*/ 875679 h 889088"/>
                <a:gd name="connsiteX16" fmla="*/ 803448 w 1673918"/>
                <a:gd name="connsiteY16" fmla="*/ 886844 h 889088"/>
                <a:gd name="connsiteX17" fmla="*/ 886083 w 1673918"/>
                <a:gd name="connsiteY17" fmla="*/ 889088 h 889088"/>
                <a:gd name="connsiteX18" fmla="*/ 988863 w 1673918"/>
                <a:gd name="connsiteY18" fmla="*/ 872700 h 889088"/>
                <a:gd name="connsiteX19" fmla="*/ 1090865 w 1673918"/>
                <a:gd name="connsiteY19" fmla="*/ 844397 h 889088"/>
                <a:gd name="connsiteX20" fmla="*/ 1233100 w 1673918"/>
                <a:gd name="connsiteY20" fmla="*/ 792281 h 889088"/>
                <a:gd name="connsiteX21" fmla="*/ 1352240 w 1673918"/>
                <a:gd name="connsiteY21" fmla="*/ 717818 h 889088"/>
                <a:gd name="connsiteX22" fmla="*/ 1419997 w 1673918"/>
                <a:gd name="connsiteY22" fmla="*/ 650047 h 889088"/>
                <a:gd name="connsiteX23" fmla="*/ 1501165 w 1673918"/>
                <a:gd name="connsiteY23" fmla="*/ 565915 h 889088"/>
                <a:gd name="connsiteX24" fmla="*/ 1558490 w 1673918"/>
                <a:gd name="connsiteY24" fmla="*/ 483251 h 889088"/>
                <a:gd name="connsiteX25" fmla="*/ 1632219 w 1673918"/>
                <a:gd name="connsiteY25" fmla="*/ 327635 h 889088"/>
                <a:gd name="connsiteX26" fmla="*/ 1653054 w 1673918"/>
                <a:gd name="connsiteY26" fmla="*/ 217430 h 889088"/>
                <a:gd name="connsiteX27" fmla="*/ 1673918 w 1673918"/>
                <a:gd name="connsiteY27" fmla="*/ 71484 h 889088"/>
                <a:gd name="connsiteX28" fmla="*/ 1620305 w 1673918"/>
                <a:gd name="connsiteY28" fmla="*/ 175731 h 889088"/>
                <a:gd name="connsiteX29" fmla="*/ 1575627 w 1673918"/>
                <a:gd name="connsiteY29" fmla="*/ 217430 h 889088"/>
                <a:gd name="connsiteX30" fmla="*/ 1474358 w 1673918"/>
                <a:gd name="connsiteY30" fmla="*/ 285936 h 889088"/>
                <a:gd name="connsiteX31" fmla="*/ 1268842 w 1673918"/>
                <a:gd name="connsiteY31" fmla="*/ 354441 h 889088"/>
                <a:gd name="connsiteX32" fmla="*/ 1108003 w 1673918"/>
                <a:gd name="connsiteY32" fmla="*/ 399119 h 889088"/>
                <a:gd name="connsiteX33" fmla="*/ 801217 w 1673918"/>
                <a:gd name="connsiteY33" fmla="*/ 416990 h 889088"/>
                <a:gd name="connsiteX34" fmla="*/ 601657 w 1673918"/>
                <a:gd name="connsiteY34" fmla="*/ 408054 h 889088"/>
                <a:gd name="connsiteX35" fmla="*/ 497410 w 1673918"/>
                <a:gd name="connsiteY35" fmla="*/ 378269 h 889088"/>
                <a:gd name="connsiteX36" fmla="*/ 265087 w 1673918"/>
                <a:gd name="connsiteY36" fmla="*/ 312742 h 889088"/>
                <a:gd name="connsiteX37" fmla="*/ 116162 w 1673918"/>
                <a:gd name="connsiteY37" fmla="*/ 208495 h 889088"/>
                <a:gd name="connsiteX38" fmla="*/ 41699 w 1673918"/>
                <a:gd name="connsiteY38" fmla="*/ 98290 h 889088"/>
                <a:gd name="connsiteX39" fmla="*/ 0 w 1673918"/>
                <a:gd name="connsiteY39" fmla="*/ 0 h 889088"/>
                <a:gd name="connsiteX0" fmla="*/ 0 w 1669457"/>
                <a:gd name="connsiteY0" fmla="*/ 0 h 889088"/>
                <a:gd name="connsiteX1" fmla="*/ 0 w 1669457"/>
                <a:gd name="connsiteY1" fmla="*/ 59570 h 889088"/>
                <a:gd name="connsiteX2" fmla="*/ 5957 w 1669457"/>
                <a:gd name="connsiteY2" fmla="*/ 154882 h 889088"/>
                <a:gd name="connsiteX3" fmla="*/ 11914 w 1669457"/>
                <a:gd name="connsiteY3" fmla="*/ 208495 h 889088"/>
                <a:gd name="connsiteX4" fmla="*/ 20850 w 1669457"/>
                <a:gd name="connsiteY4" fmla="*/ 259129 h 889088"/>
                <a:gd name="connsiteX5" fmla="*/ 56592 w 1669457"/>
                <a:gd name="connsiteY5" fmla="*/ 354441 h 889088"/>
                <a:gd name="connsiteX6" fmla="*/ 86377 w 1669457"/>
                <a:gd name="connsiteY6" fmla="*/ 419968 h 889088"/>
                <a:gd name="connsiteX7" fmla="*/ 113183 w 1669457"/>
                <a:gd name="connsiteY7" fmla="*/ 461667 h 889088"/>
                <a:gd name="connsiteX8" fmla="*/ 160839 w 1669457"/>
                <a:gd name="connsiteY8" fmla="*/ 548044 h 889088"/>
                <a:gd name="connsiteX9" fmla="*/ 205517 w 1669457"/>
                <a:gd name="connsiteY9" fmla="*/ 607614 h 889088"/>
                <a:gd name="connsiteX10" fmla="*/ 288915 w 1669457"/>
                <a:gd name="connsiteY10" fmla="*/ 676119 h 889088"/>
                <a:gd name="connsiteX11" fmla="*/ 354442 w 1669457"/>
                <a:gd name="connsiteY11" fmla="*/ 729732 h 889088"/>
                <a:gd name="connsiteX12" fmla="*/ 431883 w 1669457"/>
                <a:gd name="connsiteY12" fmla="*/ 780367 h 889088"/>
                <a:gd name="connsiteX13" fmla="*/ 488474 w 1669457"/>
                <a:gd name="connsiteY13" fmla="*/ 807173 h 889088"/>
                <a:gd name="connsiteX14" fmla="*/ 580808 w 1669457"/>
                <a:gd name="connsiteY14" fmla="*/ 845894 h 889088"/>
                <a:gd name="connsiteX15" fmla="*/ 691012 w 1669457"/>
                <a:gd name="connsiteY15" fmla="*/ 875679 h 889088"/>
                <a:gd name="connsiteX16" fmla="*/ 803448 w 1669457"/>
                <a:gd name="connsiteY16" fmla="*/ 886844 h 889088"/>
                <a:gd name="connsiteX17" fmla="*/ 886083 w 1669457"/>
                <a:gd name="connsiteY17" fmla="*/ 889088 h 889088"/>
                <a:gd name="connsiteX18" fmla="*/ 988863 w 1669457"/>
                <a:gd name="connsiteY18" fmla="*/ 872700 h 889088"/>
                <a:gd name="connsiteX19" fmla="*/ 1090865 w 1669457"/>
                <a:gd name="connsiteY19" fmla="*/ 844397 h 889088"/>
                <a:gd name="connsiteX20" fmla="*/ 1233100 w 1669457"/>
                <a:gd name="connsiteY20" fmla="*/ 792281 h 889088"/>
                <a:gd name="connsiteX21" fmla="*/ 1352240 w 1669457"/>
                <a:gd name="connsiteY21" fmla="*/ 717818 h 889088"/>
                <a:gd name="connsiteX22" fmla="*/ 1419997 w 1669457"/>
                <a:gd name="connsiteY22" fmla="*/ 650047 h 889088"/>
                <a:gd name="connsiteX23" fmla="*/ 1501165 w 1669457"/>
                <a:gd name="connsiteY23" fmla="*/ 565915 h 889088"/>
                <a:gd name="connsiteX24" fmla="*/ 1558490 w 1669457"/>
                <a:gd name="connsiteY24" fmla="*/ 483251 h 889088"/>
                <a:gd name="connsiteX25" fmla="*/ 1632219 w 1669457"/>
                <a:gd name="connsiteY25" fmla="*/ 327635 h 889088"/>
                <a:gd name="connsiteX26" fmla="*/ 1653054 w 1669457"/>
                <a:gd name="connsiteY26" fmla="*/ 217430 h 889088"/>
                <a:gd name="connsiteX27" fmla="*/ 1669457 w 1669457"/>
                <a:gd name="connsiteY27" fmla="*/ 73714 h 889088"/>
                <a:gd name="connsiteX28" fmla="*/ 1620305 w 1669457"/>
                <a:gd name="connsiteY28" fmla="*/ 175731 h 889088"/>
                <a:gd name="connsiteX29" fmla="*/ 1575627 w 1669457"/>
                <a:gd name="connsiteY29" fmla="*/ 217430 h 889088"/>
                <a:gd name="connsiteX30" fmla="*/ 1474358 w 1669457"/>
                <a:gd name="connsiteY30" fmla="*/ 285936 h 889088"/>
                <a:gd name="connsiteX31" fmla="*/ 1268842 w 1669457"/>
                <a:gd name="connsiteY31" fmla="*/ 354441 h 889088"/>
                <a:gd name="connsiteX32" fmla="*/ 1108003 w 1669457"/>
                <a:gd name="connsiteY32" fmla="*/ 399119 h 889088"/>
                <a:gd name="connsiteX33" fmla="*/ 801217 w 1669457"/>
                <a:gd name="connsiteY33" fmla="*/ 416990 h 889088"/>
                <a:gd name="connsiteX34" fmla="*/ 601657 w 1669457"/>
                <a:gd name="connsiteY34" fmla="*/ 408054 h 889088"/>
                <a:gd name="connsiteX35" fmla="*/ 497410 w 1669457"/>
                <a:gd name="connsiteY35" fmla="*/ 378269 h 889088"/>
                <a:gd name="connsiteX36" fmla="*/ 265087 w 1669457"/>
                <a:gd name="connsiteY36" fmla="*/ 312742 h 889088"/>
                <a:gd name="connsiteX37" fmla="*/ 116162 w 1669457"/>
                <a:gd name="connsiteY37" fmla="*/ 208495 h 889088"/>
                <a:gd name="connsiteX38" fmla="*/ 41699 w 1669457"/>
                <a:gd name="connsiteY38" fmla="*/ 98290 h 889088"/>
                <a:gd name="connsiteX39" fmla="*/ 0 w 1669457"/>
                <a:gd name="connsiteY39" fmla="*/ 0 h 889088"/>
                <a:gd name="connsiteX0" fmla="*/ 0 w 1662766"/>
                <a:gd name="connsiteY0" fmla="*/ 0 h 889088"/>
                <a:gd name="connsiteX1" fmla="*/ 0 w 1662766"/>
                <a:gd name="connsiteY1" fmla="*/ 59570 h 889088"/>
                <a:gd name="connsiteX2" fmla="*/ 5957 w 1662766"/>
                <a:gd name="connsiteY2" fmla="*/ 154882 h 889088"/>
                <a:gd name="connsiteX3" fmla="*/ 11914 w 1662766"/>
                <a:gd name="connsiteY3" fmla="*/ 208495 h 889088"/>
                <a:gd name="connsiteX4" fmla="*/ 20850 w 1662766"/>
                <a:gd name="connsiteY4" fmla="*/ 259129 h 889088"/>
                <a:gd name="connsiteX5" fmla="*/ 56592 w 1662766"/>
                <a:gd name="connsiteY5" fmla="*/ 354441 h 889088"/>
                <a:gd name="connsiteX6" fmla="*/ 86377 w 1662766"/>
                <a:gd name="connsiteY6" fmla="*/ 419968 h 889088"/>
                <a:gd name="connsiteX7" fmla="*/ 113183 w 1662766"/>
                <a:gd name="connsiteY7" fmla="*/ 461667 h 889088"/>
                <a:gd name="connsiteX8" fmla="*/ 160839 w 1662766"/>
                <a:gd name="connsiteY8" fmla="*/ 548044 h 889088"/>
                <a:gd name="connsiteX9" fmla="*/ 205517 w 1662766"/>
                <a:gd name="connsiteY9" fmla="*/ 607614 h 889088"/>
                <a:gd name="connsiteX10" fmla="*/ 288915 w 1662766"/>
                <a:gd name="connsiteY10" fmla="*/ 676119 h 889088"/>
                <a:gd name="connsiteX11" fmla="*/ 354442 w 1662766"/>
                <a:gd name="connsiteY11" fmla="*/ 729732 h 889088"/>
                <a:gd name="connsiteX12" fmla="*/ 431883 w 1662766"/>
                <a:gd name="connsiteY12" fmla="*/ 780367 h 889088"/>
                <a:gd name="connsiteX13" fmla="*/ 488474 w 1662766"/>
                <a:gd name="connsiteY13" fmla="*/ 807173 h 889088"/>
                <a:gd name="connsiteX14" fmla="*/ 580808 w 1662766"/>
                <a:gd name="connsiteY14" fmla="*/ 845894 h 889088"/>
                <a:gd name="connsiteX15" fmla="*/ 691012 w 1662766"/>
                <a:gd name="connsiteY15" fmla="*/ 875679 h 889088"/>
                <a:gd name="connsiteX16" fmla="*/ 803448 w 1662766"/>
                <a:gd name="connsiteY16" fmla="*/ 886844 h 889088"/>
                <a:gd name="connsiteX17" fmla="*/ 886083 w 1662766"/>
                <a:gd name="connsiteY17" fmla="*/ 889088 h 889088"/>
                <a:gd name="connsiteX18" fmla="*/ 988863 w 1662766"/>
                <a:gd name="connsiteY18" fmla="*/ 872700 h 889088"/>
                <a:gd name="connsiteX19" fmla="*/ 1090865 w 1662766"/>
                <a:gd name="connsiteY19" fmla="*/ 844397 h 889088"/>
                <a:gd name="connsiteX20" fmla="*/ 1233100 w 1662766"/>
                <a:gd name="connsiteY20" fmla="*/ 792281 h 889088"/>
                <a:gd name="connsiteX21" fmla="*/ 1352240 w 1662766"/>
                <a:gd name="connsiteY21" fmla="*/ 717818 h 889088"/>
                <a:gd name="connsiteX22" fmla="*/ 1419997 w 1662766"/>
                <a:gd name="connsiteY22" fmla="*/ 650047 h 889088"/>
                <a:gd name="connsiteX23" fmla="*/ 1501165 w 1662766"/>
                <a:gd name="connsiteY23" fmla="*/ 565915 h 889088"/>
                <a:gd name="connsiteX24" fmla="*/ 1558490 w 1662766"/>
                <a:gd name="connsiteY24" fmla="*/ 483251 h 889088"/>
                <a:gd name="connsiteX25" fmla="*/ 1632219 w 1662766"/>
                <a:gd name="connsiteY25" fmla="*/ 327635 h 889088"/>
                <a:gd name="connsiteX26" fmla="*/ 1653054 w 1662766"/>
                <a:gd name="connsiteY26" fmla="*/ 217430 h 889088"/>
                <a:gd name="connsiteX27" fmla="*/ 1662766 w 1662766"/>
                <a:gd name="connsiteY27" fmla="*/ 73714 h 889088"/>
                <a:gd name="connsiteX28" fmla="*/ 1620305 w 1662766"/>
                <a:gd name="connsiteY28" fmla="*/ 175731 h 889088"/>
                <a:gd name="connsiteX29" fmla="*/ 1575627 w 1662766"/>
                <a:gd name="connsiteY29" fmla="*/ 217430 h 889088"/>
                <a:gd name="connsiteX30" fmla="*/ 1474358 w 1662766"/>
                <a:gd name="connsiteY30" fmla="*/ 285936 h 889088"/>
                <a:gd name="connsiteX31" fmla="*/ 1268842 w 1662766"/>
                <a:gd name="connsiteY31" fmla="*/ 354441 h 889088"/>
                <a:gd name="connsiteX32" fmla="*/ 1108003 w 1662766"/>
                <a:gd name="connsiteY32" fmla="*/ 399119 h 889088"/>
                <a:gd name="connsiteX33" fmla="*/ 801217 w 1662766"/>
                <a:gd name="connsiteY33" fmla="*/ 416990 h 889088"/>
                <a:gd name="connsiteX34" fmla="*/ 601657 w 1662766"/>
                <a:gd name="connsiteY34" fmla="*/ 408054 h 889088"/>
                <a:gd name="connsiteX35" fmla="*/ 497410 w 1662766"/>
                <a:gd name="connsiteY35" fmla="*/ 378269 h 889088"/>
                <a:gd name="connsiteX36" fmla="*/ 265087 w 1662766"/>
                <a:gd name="connsiteY36" fmla="*/ 312742 h 889088"/>
                <a:gd name="connsiteX37" fmla="*/ 116162 w 1662766"/>
                <a:gd name="connsiteY37" fmla="*/ 208495 h 889088"/>
                <a:gd name="connsiteX38" fmla="*/ 41699 w 1662766"/>
                <a:gd name="connsiteY38" fmla="*/ 98290 h 889088"/>
                <a:gd name="connsiteX39" fmla="*/ 0 w 1662766"/>
                <a:gd name="connsiteY39" fmla="*/ 0 h 889088"/>
                <a:gd name="connsiteX0" fmla="*/ 15612 w 1662766"/>
                <a:gd name="connsiteY0" fmla="*/ 0 h 880167"/>
                <a:gd name="connsiteX1" fmla="*/ 0 w 1662766"/>
                <a:gd name="connsiteY1" fmla="*/ 50649 h 880167"/>
                <a:gd name="connsiteX2" fmla="*/ 5957 w 1662766"/>
                <a:gd name="connsiteY2" fmla="*/ 145961 h 880167"/>
                <a:gd name="connsiteX3" fmla="*/ 11914 w 1662766"/>
                <a:gd name="connsiteY3" fmla="*/ 199574 h 880167"/>
                <a:gd name="connsiteX4" fmla="*/ 20850 w 1662766"/>
                <a:gd name="connsiteY4" fmla="*/ 250208 h 880167"/>
                <a:gd name="connsiteX5" fmla="*/ 56592 w 1662766"/>
                <a:gd name="connsiteY5" fmla="*/ 345520 h 880167"/>
                <a:gd name="connsiteX6" fmla="*/ 86377 w 1662766"/>
                <a:gd name="connsiteY6" fmla="*/ 411047 h 880167"/>
                <a:gd name="connsiteX7" fmla="*/ 113183 w 1662766"/>
                <a:gd name="connsiteY7" fmla="*/ 452746 h 880167"/>
                <a:gd name="connsiteX8" fmla="*/ 160839 w 1662766"/>
                <a:gd name="connsiteY8" fmla="*/ 539123 h 880167"/>
                <a:gd name="connsiteX9" fmla="*/ 205517 w 1662766"/>
                <a:gd name="connsiteY9" fmla="*/ 598693 h 880167"/>
                <a:gd name="connsiteX10" fmla="*/ 288915 w 1662766"/>
                <a:gd name="connsiteY10" fmla="*/ 667198 h 880167"/>
                <a:gd name="connsiteX11" fmla="*/ 354442 w 1662766"/>
                <a:gd name="connsiteY11" fmla="*/ 720811 h 880167"/>
                <a:gd name="connsiteX12" fmla="*/ 431883 w 1662766"/>
                <a:gd name="connsiteY12" fmla="*/ 771446 h 880167"/>
                <a:gd name="connsiteX13" fmla="*/ 488474 w 1662766"/>
                <a:gd name="connsiteY13" fmla="*/ 798252 h 880167"/>
                <a:gd name="connsiteX14" fmla="*/ 580808 w 1662766"/>
                <a:gd name="connsiteY14" fmla="*/ 836973 h 880167"/>
                <a:gd name="connsiteX15" fmla="*/ 691012 w 1662766"/>
                <a:gd name="connsiteY15" fmla="*/ 866758 h 880167"/>
                <a:gd name="connsiteX16" fmla="*/ 803448 w 1662766"/>
                <a:gd name="connsiteY16" fmla="*/ 877923 h 880167"/>
                <a:gd name="connsiteX17" fmla="*/ 886083 w 1662766"/>
                <a:gd name="connsiteY17" fmla="*/ 880167 h 880167"/>
                <a:gd name="connsiteX18" fmla="*/ 988863 w 1662766"/>
                <a:gd name="connsiteY18" fmla="*/ 863779 h 880167"/>
                <a:gd name="connsiteX19" fmla="*/ 1090865 w 1662766"/>
                <a:gd name="connsiteY19" fmla="*/ 835476 h 880167"/>
                <a:gd name="connsiteX20" fmla="*/ 1233100 w 1662766"/>
                <a:gd name="connsiteY20" fmla="*/ 783360 h 880167"/>
                <a:gd name="connsiteX21" fmla="*/ 1352240 w 1662766"/>
                <a:gd name="connsiteY21" fmla="*/ 708897 h 880167"/>
                <a:gd name="connsiteX22" fmla="*/ 1419997 w 1662766"/>
                <a:gd name="connsiteY22" fmla="*/ 641126 h 880167"/>
                <a:gd name="connsiteX23" fmla="*/ 1501165 w 1662766"/>
                <a:gd name="connsiteY23" fmla="*/ 556994 h 880167"/>
                <a:gd name="connsiteX24" fmla="*/ 1558490 w 1662766"/>
                <a:gd name="connsiteY24" fmla="*/ 474330 h 880167"/>
                <a:gd name="connsiteX25" fmla="*/ 1632219 w 1662766"/>
                <a:gd name="connsiteY25" fmla="*/ 318714 h 880167"/>
                <a:gd name="connsiteX26" fmla="*/ 1653054 w 1662766"/>
                <a:gd name="connsiteY26" fmla="*/ 208509 h 880167"/>
                <a:gd name="connsiteX27" fmla="*/ 1662766 w 1662766"/>
                <a:gd name="connsiteY27" fmla="*/ 64793 h 880167"/>
                <a:gd name="connsiteX28" fmla="*/ 1620305 w 1662766"/>
                <a:gd name="connsiteY28" fmla="*/ 166810 h 880167"/>
                <a:gd name="connsiteX29" fmla="*/ 1575627 w 1662766"/>
                <a:gd name="connsiteY29" fmla="*/ 208509 h 880167"/>
                <a:gd name="connsiteX30" fmla="*/ 1474358 w 1662766"/>
                <a:gd name="connsiteY30" fmla="*/ 277015 h 880167"/>
                <a:gd name="connsiteX31" fmla="*/ 1268842 w 1662766"/>
                <a:gd name="connsiteY31" fmla="*/ 345520 h 880167"/>
                <a:gd name="connsiteX32" fmla="*/ 1108003 w 1662766"/>
                <a:gd name="connsiteY32" fmla="*/ 390198 h 880167"/>
                <a:gd name="connsiteX33" fmla="*/ 801217 w 1662766"/>
                <a:gd name="connsiteY33" fmla="*/ 408069 h 880167"/>
                <a:gd name="connsiteX34" fmla="*/ 601657 w 1662766"/>
                <a:gd name="connsiteY34" fmla="*/ 399133 h 880167"/>
                <a:gd name="connsiteX35" fmla="*/ 497410 w 1662766"/>
                <a:gd name="connsiteY35" fmla="*/ 369348 h 880167"/>
                <a:gd name="connsiteX36" fmla="*/ 265087 w 1662766"/>
                <a:gd name="connsiteY36" fmla="*/ 303821 h 880167"/>
                <a:gd name="connsiteX37" fmla="*/ 116162 w 1662766"/>
                <a:gd name="connsiteY37" fmla="*/ 199574 h 880167"/>
                <a:gd name="connsiteX38" fmla="*/ 41699 w 1662766"/>
                <a:gd name="connsiteY38" fmla="*/ 89369 h 880167"/>
                <a:gd name="connsiteX39" fmla="*/ 15612 w 1662766"/>
                <a:gd name="connsiteY39" fmla="*/ 0 h 880167"/>
                <a:gd name="connsiteX0" fmla="*/ 15612 w 1669457"/>
                <a:gd name="connsiteY0" fmla="*/ 0 h 880167"/>
                <a:gd name="connsiteX1" fmla="*/ 0 w 1669457"/>
                <a:gd name="connsiteY1" fmla="*/ 50649 h 880167"/>
                <a:gd name="connsiteX2" fmla="*/ 5957 w 1669457"/>
                <a:gd name="connsiteY2" fmla="*/ 145961 h 880167"/>
                <a:gd name="connsiteX3" fmla="*/ 11914 w 1669457"/>
                <a:gd name="connsiteY3" fmla="*/ 199574 h 880167"/>
                <a:gd name="connsiteX4" fmla="*/ 20850 w 1669457"/>
                <a:gd name="connsiteY4" fmla="*/ 250208 h 880167"/>
                <a:gd name="connsiteX5" fmla="*/ 56592 w 1669457"/>
                <a:gd name="connsiteY5" fmla="*/ 345520 h 880167"/>
                <a:gd name="connsiteX6" fmla="*/ 86377 w 1669457"/>
                <a:gd name="connsiteY6" fmla="*/ 411047 h 880167"/>
                <a:gd name="connsiteX7" fmla="*/ 113183 w 1669457"/>
                <a:gd name="connsiteY7" fmla="*/ 452746 h 880167"/>
                <a:gd name="connsiteX8" fmla="*/ 160839 w 1669457"/>
                <a:gd name="connsiteY8" fmla="*/ 539123 h 880167"/>
                <a:gd name="connsiteX9" fmla="*/ 205517 w 1669457"/>
                <a:gd name="connsiteY9" fmla="*/ 598693 h 880167"/>
                <a:gd name="connsiteX10" fmla="*/ 288915 w 1669457"/>
                <a:gd name="connsiteY10" fmla="*/ 667198 h 880167"/>
                <a:gd name="connsiteX11" fmla="*/ 354442 w 1669457"/>
                <a:gd name="connsiteY11" fmla="*/ 720811 h 880167"/>
                <a:gd name="connsiteX12" fmla="*/ 431883 w 1669457"/>
                <a:gd name="connsiteY12" fmla="*/ 771446 h 880167"/>
                <a:gd name="connsiteX13" fmla="*/ 488474 w 1669457"/>
                <a:gd name="connsiteY13" fmla="*/ 798252 h 880167"/>
                <a:gd name="connsiteX14" fmla="*/ 580808 w 1669457"/>
                <a:gd name="connsiteY14" fmla="*/ 836973 h 880167"/>
                <a:gd name="connsiteX15" fmla="*/ 691012 w 1669457"/>
                <a:gd name="connsiteY15" fmla="*/ 866758 h 880167"/>
                <a:gd name="connsiteX16" fmla="*/ 803448 w 1669457"/>
                <a:gd name="connsiteY16" fmla="*/ 877923 h 880167"/>
                <a:gd name="connsiteX17" fmla="*/ 886083 w 1669457"/>
                <a:gd name="connsiteY17" fmla="*/ 880167 h 880167"/>
                <a:gd name="connsiteX18" fmla="*/ 988863 w 1669457"/>
                <a:gd name="connsiteY18" fmla="*/ 863779 h 880167"/>
                <a:gd name="connsiteX19" fmla="*/ 1090865 w 1669457"/>
                <a:gd name="connsiteY19" fmla="*/ 835476 h 880167"/>
                <a:gd name="connsiteX20" fmla="*/ 1233100 w 1669457"/>
                <a:gd name="connsiteY20" fmla="*/ 783360 h 880167"/>
                <a:gd name="connsiteX21" fmla="*/ 1352240 w 1669457"/>
                <a:gd name="connsiteY21" fmla="*/ 708897 h 880167"/>
                <a:gd name="connsiteX22" fmla="*/ 1419997 w 1669457"/>
                <a:gd name="connsiteY22" fmla="*/ 641126 h 880167"/>
                <a:gd name="connsiteX23" fmla="*/ 1501165 w 1669457"/>
                <a:gd name="connsiteY23" fmla="*/ 556994 h 880167"/>
                <a:gd name="connsiteX24" fmla="*/ 1558490 w 1669457"/>
                <a:gd name="connsiteY24" fmla="*/ 474330 h 880167"/>
                <a:gd name="connsiteX25" fmla="*/ 1632219 w 1669457"/>
                <a:gd name="connsiteY25" fmla="*/ 318714 h 880167"/>
                <a:gd name="connsiteX26" fmla="*/ 1653054 w 1669457"/>
                <a:gd name="connsiteY26" fmla="*/ 208509 h 880167"/>
                <a:gd name="connsiteX27" fmla="*/ 1669457 w 1669457"/>
                <a:gd name="connsiteY27" fmla="*/ 75944 h 880167"/>
                <a:gd name="connsiteX28" fmla="*/ 1620305 w 1669457"/>
                <a:gd name="connsiteY28" fmla="*/ 166810 h 880167"/>
                <a:gd name="connsiteX29" fmla="*/ 1575627 w 1669457"/>
                <a:gd name="connsiteY29" fmla="*/ 208509 h 880167"/>
                <a:gd name="connsiteX30" fmla="*/ 1474358 w 1669457"/>
                <a:gd name="connsiteY30" fmla="*/ 277015 h 880167"/>
                <a:gd name="connsiteX31" fmla="*/ 1268842 w 1669457"/>
                <a:gd name="connsiteY31" fmla="*/ 345520 h 880167"/>
                <a:gd name="connsiteX32" fmla="*/ 1108003 w 1669457"/>
                <a:gd name="connsiteY32" fmla="*/ 390198 h 880167"/>
                <a:gd name="connsiteX33" fmla="*/ 801217 w 1669457"/>
                <a:gd name="connsiteY33" fmla="*/ 408069 h 880167"/>
                <a:gd name="connsiteX34" fmla="*/ 601657 w 1669457"/>
                <a:gd name="connsiteY34" fmla="*/ 399133 h 880167"/>
                <a:gd name="connsiteX35" fmla="*/ 497410 w 1669457"/>
                <a:gd name="connsiteY35" fmla="*/ 369348 h 880167"/>
                <a:gd name="connsiteX36" fmla="*/ 265087 w 1669457"/>
                <a:gd name="connsiteY36" fmla="*/ 303821 h 880167"/>
                <a:gd name="connsiteX37" fmla="*/ 116162 w 1669457"/>
                <a:gd name="connsiteY37" fmla="*/ 199574 h 880167"/>
                <a:gd name="connsiteX38" fmla="*/ 41699 w 1669457"/>
                <a:gd name="connsiteY38" fmla="*/ 89369 h 880167"/>
                <a:gd name="connsiteX39" fmla="*/ 15612 w 1669457"/>
                <a:gd name="connsiteY39" fmla="*/ 0 h 88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669457" h="880167">
                  <a:moveTo>
                    <a:pt x="15612" y="0"/>
                  </a:moveTo>
                  <a:lnTo>
                    <a:pt x="0" y="50649"/>
                  </a:lnTo>
                  <a:lnTo>
                    <a:pt x="5957" y="145961"/>
                  </a:lnTo>
                  <a:lnTo>
                    <a:pt x="11914" y="199574"/>
                  </a:lnTo>
                  <a:lnTo>
                    <a:pt x="20850" y="250208"/>
                  </a:lnTo>
                  <a:lnTo>
                    <a:pt x="56592" y="345520"/>
                  </a:lnTo>
                  <a:lnTo>
                    <a:pt x="86377" y="411047"/>
                  </a:lnTo>
                  <a:lnTo>
                    <a:pt x="113183" y="452746"/>
                  </a:lnTo>
                  <a:lnTo>
                    <a:pt x="160839" y="539123"/>
                  </a:lnTo>
                  <a:lnTo>
                    <a:pt x="205517" y="598693"/>
                  </a:lnTo>
                  <a:lnTo>
                    <a:pt x="288915" y="667198"/>
                  </a:lnTo>
                  <a:lnTo>
                    <a:pt x="354442" y="720811"/>
                  </a:lnTo>
                  <a:lnTo>
                    <a:pt x="431883" y="771446"/>
                  </a:lnTo>
                  <a:lnTo>
                    <a:pt x="488474" y="798252"/>
                  </a:lnTo>
                  <a:lnTo>
                    <a:pt x="580808" y="836973"/>
                  </a:lnTo>
                  <a:lnTo>
                    <a:pt x="691012" y="866758"/>
                  </a:lnTo>
                  <a:lnTo>
                    <a:pt x="803448" y="877923"/>
                  </a:lnTo>
                  <a:lnTo>
                    <a:pt x="886083" y="880167"/>
                  </a:lnTo>
                  <a:cubicBezTo>
                    <a:pt x="945620" y="876935"/>
                    <a:pt x="953859" y="871472"/>
                    <a:pt x="988863" y="863779"/>
                  </a:cubicBezTo>
                  <a:lnTo>
                    <a:pt x="1090865" y="835476"/>
                  </a:lnTo>
                  <a:lnTo>
                    <a:pt x="1233100" y="783360"/>
                  </a:lnTo>
                  <a:lnTo>
                    <a:pt x="1352240" y="708897"/>
                  </a:lnTo>
                  <a:lnTo>
                    <a:pt x="1419997" y="641126"/>
                  </a:lnTo>
                  <a:lnTo>
                    <a:pt x="1501165" y="556994"/>
                  </a:lnTo>
                  <a:lnTo>
                    <a:pt x="1558490" y="474330"/>
                  </a:lnTo>
                  <a:lnTo>
                    <a:pt x="1632219" y="318714"/>
                  </a:lnTo>
                  <a:lnTo>
                    <a:pt x="1653054" y="208509"/>
                  </a:lnTo>
                  <a:lnTo>
                    <a:pt x="1669457" y="75944"/>
                  </a:lnTo>
                  <a:lnTo>
                    <a:pt x="1620305" y="166810"/>
                  </a:lnTo>
                  <a:lnTo>
                    <a:pt x="1575627" y="208509"/>
                  </a:lnTo>
                  <a:lnTo>
                    <a:pt x="1474358" y="277015"/>
                  </a:lnTo>
                  <a:lnTo>
                    <a:pt x="1268842" y="345520"/>
                  </a:lnTo>
                  <a:lnTo>
                    <a:pt x="1108003" y="390198"/>
                  </a:lnTo>
                  <a:lnTo>
                    <a:pt x="801217" y="408069"/>
                  </a:lnTo>
                  <a:lnTo>
                    <a:pt x="601657" y="399133"/>
                  </a:lnTo>
                  <a:lnTo>
                    <a:pt x="497410" y="369348"/>
                  </a:lnTo>
                  <a:lnTo>
                    <a:pt x="265087" y="303821"/>
                  </a:lnTo>
                  <a:lnTo>
                    <a:pt x="116162" y="199574"/>
                  </a:lnTo>
                  <a:lnTo>
                    <a:pt x="41699" y="89369"/>
                  </a:lnTo>
                  <a:lnTo>
                    <a:pt x="15612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F4F576A-4050-A526-54B0-CB4A0635EC08}"/>
              </a:ext>
            </a:extLst>
          </p:cNvPr>
          <p:cNvGrpSpPr/>
          <p:nvPr/>
        </p:nvGrpSpPr>
        <p:grpSpPr>
          <a:xfrm>
            <a:off x="9226170" y="1435200"/>
            <a:ext cx="1797196" cy="1343818"/>
            <a:chOff x="9226170" y="1435200"/>
            <a:chExt cx="1797196" cy="1343818"/>
          </a:xfrm>
        </p:grpSpPr>
        <p:sp>
          <p:nvSpPr>
            <p:cNvPr id="10" name="Circle: Hollow 9">
              <a:extLst>
                <a:ext uri="{FF2B5EF4-FFF2-40B4-BE49-F238E27FC236}">
                  <a16:creationId xmlns:a16="http://schemas.microsoft.com/office/drawing/2014/main" id="{D4EDA51B-AFC1-C109-71F2-3A549DA00C99}"/>
                </a:ext>
              </a:extLst>
            </p:cNvPr>
            <p:cNvSpPr/>
            <p:nvPr/>
          </p:nvSpPr>
          <p:spPr>
            <a:xfrm>
              <a:off x="9232800" y="1435200"/>
              <a:ext cx="1776000" cy="897600"/>
            </a:xfrm>
            <a:prstGeom prst="donut">
              <a:avLst>
                <a:gd name="adj" fmla="val 7893"/>
              </a:avLst>
            </a:prstGeom>
            <a:solidFill>
              <a:srgbClr val="00B0F0">
                <a:alpha val="3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78AAEDE-F4B2-F100-3EE7-E9D7F669605E}"/>
                </a:ext>
              </a:extLst>
            </p:cNvPr>
            <p:cNvSpPr/>
            <p:nvPr/>
          </p:nvSpPr>
          <p:spPr>
            <a:xfrm>
              <a:off x="9226170" y="1879366"/>
              <a:ext cx="1797196" cy="899652"/>
            </a:xfrm>
            <a:custGeom>
              <a:avLst/>
              <a:gdLst>
                <a:gd name="connsiteX0" fmla="*/ 0 w 1797196"/>
                <a:gd name="connsiteY0" fmla="*/ 0 h 899652"/>
                <a:gd name="connsiteX1" fmla="*/ 16855 w 1797196"/>
                <a:gd name="connsiteY1" fmla="*/ 109559 h 899652"/>
                <a:gd name="connsiteX2" fmla="*/ 50565 w 1797196"/>
                <a:gd name="connsiteY2" fmla="*/ 153805 h 899652"/>
                <a:gd name="connsiteX3" fmla="*/ 88490 w 1797196"/>
                <a:gd name="connsiteY3" fmla="*/ 200157 h 899652"/>
                <a:gd name="connsiteX4" fmla="*/ 139056 w 1797196"/>
                <a:gd name="connsiteY4" fmla="*/ 252829 h 899652"/>
                <a:gd name="connsiteX5" fmla="*/ 193836 w 1797196"/>
                <a:gd name="connsiteY5" fmla="*/ 288647 h 899652"/>
                <a:gd name="connsiteX6" fmla="*/ 246508 w 1797196"/>
                <a:gd name="connsiteY6" fmla="*/ 318144 h 899652"/>
                <a:gd name="connsiteX7" fmla="*/ 347640 w 1797196"/>
                <a:gd name="connsiteY7" fmla="*/ 356068 h 899652"/>
                <a:gd name="connsiteX8" fmla="*/ 509872 w 1797196"/>
                <a:gd name="connsiteY8" fmla="*/ 408741 h 899652"/>
                <a:gd name="connsiteX9" fmla="*/ 659463 w 1797196"/>
                <a:gd name="connsiteY9" fmla="*/ 436131 h 899652"/>
                <a:gd name="connsiteX10" fmla="*/ 853299 w 1797196"/>
                <a:gd name="connsiteY10" fmla="*/ 457200 h 899652"/>
                <a:gd name="connsiteX11" fmla="*/ 979714 w 1797196"/>
                <a:gd name="connsiteY11" fmla="*/ 452986 h 899652"/>
                <a:gd name="connsiteX12" fmla="*/ 1156695 w 1797196"/>
                <a:gd name="connsiteY12" fmla="*/ 442452 h 899652"/>
                <a:gd name="connsiteX13" fmla="*/ 1264147 w 1797196"/>
                <a:gd name="connsiteY13" fmla="*/ 423489 h 899652"/>
                <a:gd name="connsiteX14" fmla="*/ 1306285 w 1797196"/>
                <a:gd name="connsiteY14" fmla="*/ 406634 h 899652"/>
                <a:gd name="connsiteX15" fmla="*/ 1424272 w 1797196"/>
                <a:gd name="connsiteY15" fmla="*/ 372923 h 899652"/>
                <a:gd name="connsiteX16" fmla="*/ 1529618 w 1797196"/>
                <a:gd name="connsiteY16" fmla="*/ 330785 h 899652"/>
                <a:gd name="connsiteX17" fmla="*/ 1628643 w 1797196"/>
                <a:gd name="connsiteY17" fmla="*/ 271792 h 899652"/>
                <a:gd name="connsiteX18" fmla="*/ 1689743 w 1797196"/>
                <a:gd name="connsiteY18" fmla="*/ 219119 h 899652"/>
                <a:gd name="connsiteX19" fmla="*/ 1761378 w 1797196"/>
                <a:gd name="connsiteY19" fmla="*/ 132735 h 899652"/>
                <a:gd name="connsiteX20" fmla="*/ 1797196 w 1797196"/>
                <a:gd name="connsiteY20" fmla="*/ 77956 h 899652"/>
                <a:gd name="connsiteX21" fmla="*/ 1792982 w 1797196"/>
                <a:gd name="connsiteY21" fmla="*/ 139056 h 899652"/>
                <a:gd name="connsiteX22" fmla="*/ 1763485 w 1797196"/>
                <a:gd name="connsiteY22" fmla="*/ 271792 h 899652"/>
                <a:gd name="connsiteX23" fmla="*/ 1736095 w 1797196"/>
                <a:gd name="connsiteY23" fmla="*/ 366603 h 899652"/>
                <a:gd name="connsiteX24" fmla="*/ 1681316 w 1797196"/>
                <a:gd name="connsiteY24" fmla="*/ 465628 h 899652"/>
                <a:gd name="connsiteX25" fmla="*/ 1611788 w 1797196"/>
                <a:gd name="connsiteY25" fmla="*/ 554118 h 899652"/>
                <a:gd name="connsiteX26" fmla="*/ 1575970 w 1797196"/>
                <a:gd name="connsiteY26" fmla="*/ 604684 h 899652"/>
                <a:gd name="connsiteX27" fmla="*/ 1502228 w 1797196"/>
                <a:gd name="connsiteY27" fmla="*/ 674212 h 899652"/>
                <a:gd name="connsiteX28" fmla="*/ 1445342 w 1797196"/>
                <a:gd name="connsiteY28" fmla="*/ 724778 h 899652"/>
                <a:gd name="connsiteX29" fmla="*/ 1365279 w 1797196"/>
                <a:gd name="connsiteY29" fmla="*/ 775344 h 899652"/>
                <a:gd name="connsiteX30" fmla="*/ 1274682 w 1797196"/>
                <a:gd name="connsiteY30" fmla="*/ 823803 h 899652"/>
                <a:gd name="connsiteX31" fmla="*/ 1207260 w 1797196"/>
                <a:gd name="connsiteY31" fmla="*/ 849086 h 899652"/>
                <a:gd name="connsiteX32" fmla="*/ 1125091 w 1797196"/>
                <a:gd name="connsiteY32" fmla="*/ 868048 h 899652"/>
                <a:gd name="connsiteX33" fmla="*/ 1026066 w 1797196"/>
                <a:gd name="connsiteY33" fmla="*/ 891224 h 899652"/>
                <a:gd name="connsiteX34" fmla="*/ 937576 w 1797196"/>
                <a:gd name="connsiteY34" fmla="*/ 899652 h 899652"/>
                <a:gd name="connsiteX35" fmla="*/ 868048 w 1797196"/>
                <a:gd name="connsiteY35" fmla="*/ 895438 h 899652"/>
                <a:gd name="connsiteX36" fmla="*/ 766916 w 1797196"/>
                <a:gd name="connsiteY36" fmla="*/ 893331 h 899652"/>
                <a:gd name="connsiteX37" fmla="*/ 653142 w 1797196"/>
                <a:gd name="connsiteY37" fmla="*/ 865941 h 899652"/>
                <a:gd name="connsiteX38" fmla="*/ 556224 w 1797196"/>
                <a:gd name="connsiteY38" fmla="*/ 830123 h 899652"/>
                <a:gd name="connsiteX39" fmla="*/ 484589 w 1797196"/>
                <a:gd name="connsiteY39" fmla="*/ 798520 h 899652"/>
                <a:gd name="connsiteX40" fmla="*/ 402420 w 1797196"/>
                <a:gd name="connsiteY40" fmla="*/ 745847 h 899652"/>
                <a:gd name="connsiteX41" fmla="*/ 343426 w 1797196"/>
                <a:gd name="connsiteY41" fmla="*/ 701602 h 899652"/>
                <a:gd name="connsiteX42" fmla="*/ 294967 w 1797196"/>
                <a:gd name="connsiteY42" fmla="*/ 665784 h 899652"/>
                <a:gd name="connsiteX43" fmla="*/ 261257 w 1797196"/>
                <a:gd name="connsiteY43" fmla="*/ 629967 h 899652"/>
                <a:gd name="connsiteX44" fmla="*/ 227546 w 1797196"/>
                <a:gd name="connsiteY44" fmla="*/ 592042 h 899652"/>
                <a:gd name="connsiteX45" fmla="*/ 189622 w 1797196"/>
                <a:gd name="connsiteY45" fmla="*/ 547797 h 899652"/>
                <a:gd name="connsiteX46" fmla="*/ 147483 w 1797196"/>
                <a:gd name="connsiteY46" fmla="*/ 490910 h 899652"/>
                <a:gd name="connsiteX47" fmla="*/ 122201 w 1797196"/>
                <a:gd name="connsiteY47" fmla="*/ 442452 h 899652"/>
                <a:gd name="connsiteX48" fmla="*/ 92704 w 1797196"/>
                <a:gd name="connsiteY48" fmla="*/ 387672 h 899652"/>
                <a:gd name="connsiteX49" fmla="*/ 61100 w 1797196"/>
                <a:gd name="connsiteY49" fmla="*/ 322358 h 899652"/>
                <a:gd name="connsiteX50" fmla="*/ 40031 w 1797196"/>
                <a:gd name="connsiteY50" fmla="*/ 238081 h 899652"/>
                <a:gd name="connsiteX51" fmla="*/ 23176 w 1797196"/>
                <a:gd name="connsiteY51" fmla="*/ 145377 h 899652"/>
                <a:gd name="connsiteX52" fmla="*/ 0 w 1797196"/>
                <a:gd name="connsiteY52" fmla="*/ 0 h 8996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797196" h="899652">
                  <a:moveTo>
                    <a:pt x="0" y="0"/>
                  </a:moveTo>
                  <a:lnTo>
                    <a:pt x="16855" y="109559"/>
                  </a:lnTo>
                  <a:lnTo>
                    <a:pt x="50565" y="153805"/>
                  </a:lnTo>
                  <a:lnTo>
                    <a:pt x="88490" y="200157"/>
                  </a:lnTo>
                  <a:lnTo>
                    <a:pt x="139056" y="252829"/>
                  </a:lnTo>
                  <a:lnTo>
                    <a:pt x="193836" y="288647"/>
                  </a:lnTo>
                  <a:lnTo>
                    <a:pt x="246508" y="318144"/>
                  </a:lnTo>
                  <a:lnTo>
                    <a:pt x="347640" y="356068"/>
                  </a:lnTo>
                  <a:lnTo>
                    <a:pt x="509872" y="408741"/>
                  </a:lnTo>
                  <a:lnTo>
                    <a:pt x="659463" y="436131"/>
                  </a:lnTo>
                  <a:lnTo>
                    <a:pt x="853299" y="457200"/>
                  </a:lnTo>
                  <a:lnTo>
                    <a:pt x="979714" y="452986"/>
                  </a:lnTo>
                  <a:lnTo>
                    <a:pt x="1156695" y="442452"/>
                  </a:lnTo>
                  <a:lnTo>
                    <a:pt x="1264147" y="423489"/>
                  </a:lnTo>
                  <a:lnTo>
                    <a:pt x="1306285" y="406634"/>
                  </a:lnTo>
                  <a:lnTo>
                    <a:pt x="1424272" y="372923"/>
                  </a:lnTo>
                  <a:lnTo>
                    <a:pt x="1529618" y="330785"/>
                  </a:lnTo>
                  <a:lnTo>
                    <a:pt x="1628643" y="271792"/>
                  </a:lnTo>
                  <a:lnTo>
                    <a:pt x="1689743" y="219119"/>
                  </a:lnTo>
                  <a:lnTo>
                    <a:pt x="1761378" y="132735"/>
                  </a:lnTo>
                  <a:lnTo>
                    <a:pt x="1797196" y="77956"/>
                  </a:lnTo>
                  <a:lnTo>
                    <a:pt x="1792982" y="139056"/>
                  </a:lnTo>
                  <a:lnTo>
                    <a:pt x="1763485" y="271792"/>
                  </a:lnTo>
                  <a:lnTo>
                    <a:pt x="1736095" y="366603"/>
                  </a:lnTo>
                  <a:lnTo>
                    <a:pt x="1681316" y="465628"/>
                  </a:lnTo>
                  <a:lnTo>
                    <a:pt x="1611788" y="554118"/>
                  </a:lnTo>
                  <a:lnTo>
                    <a:pt x="1575970" y="604684"/>
                  </a:lnTo>
                  <a:lnTo>
                    <a:pt x="1502228" y="674212"/>
                  </a:lnTo>
                  <a:lnTo>
                    <a:pt x="1445342" y="724778"/>
                  </a:lnTo>
                  <a:lnTo>
                    <a:pt x="1365279" y="775344"/>
                  </a:lnTo>
                  <a:lnTo>
                    <a:pt x="1274682" y="823803"/>
                  </a:lnTo>
                  <a:lnTo>
                    <a:pt x="1207260" y="849086"/>
                  </a:lnTo>
                  <a:lnTo>
                    <a:pt x="1125091" y="868048"/>
                  </a:lnTo>
                  <a:lnTo>
                    <a:pt x="1026066" y="891224"/>
                  </a:lnTo>
                  <a:lnTo>
                    <a:pt x="937576" y="899652"/>
                  </a:lnTo>
                  <a:lnTo>
                    <a:pt x="868048" y="895438"/>
                  </a:lnTo>
                  <a:lnTo>
                    <a:pt x="766916" y="893331"/>
                  </a:lnTo>
                  <a:lnTo>
                    <a:pt x="653142" y="865941"/>
                  </a:lnTo>
                  <a:lnTo>
                    <a:pt x="556224" y="830123"/>
                  </a:lnTo>
                  <a:lnTo>
                    <a:pt x="484589" y="798520"/>
                  </a:lnTo>
                  <a:lnTo>
                    <a:pt x="402420" y="745847"/>
                  </a:lnTo>
                  <a:lnTo>
                    <a:pt x="343426" y="701602"/>
                  </a:lnTo>
                  <a:lnTo>
                    <a:pt x="294967" y="665784"/>
                  </a:lnTo>
                  <a:lnTo>
                    <a:pt x="261257" y="629967"/>
                  </a:lnTo>
                  <a:lnTo>
                    <a:pt x="227546" y="592042"/>
                  </a:lnTo>
                  <a:lnTo>
                    <a:pt x="189622" y="547797"/>
                  </a:lnTo>
                  <a:lnTo>
                    <a:pt x="147483" y="490910"/>
                  </a:lnTo>
                  <a:lnTo>
                    <a:pt x="122201" y="442452"/>
                  </a:lnTo>
                  <a:lnTo>
                    <a:pt x="92704" y="387672"/>
                  </a:lnTo>
                  <a:lnTo>
                    <a:pt x="61100" y="322358"/>
                  </a:lnTo>
                  <a:lnTo>
                    <a:pt x="40031" y="238081"/>
                  </a:lnTo>
                  <a:lnTo>
                    <a:pt x="23176" y="1453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>
                <a:alpha val="3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F01F6F6-D916-7898-586A-20D7C413D5F1}"/>
              </a:ext>
            </a:extLst>
          </p:cNvPr>
          <p:cNvGrpSpPr/>
          <p:nvPr/>
        </p:nvGrpSpPr>
        <p:grpSpPr>
          <a:xfrm>
            <a:off x="7561145" y="3092077"/>
            <a:ext cx="1777177" cy="1354502"/>
            <a:chOff x="9231623" y="1435200"/>
            <a:chExt cx="1777177" cy="1354502"/>
          </a:xfrm>
        </p:grpSpPr>
        <p:sp>
          <p:nvSpPr>
            <p:cNvPr id="15" name="Circle: Hollow 14">
              <a:extLst>
                <a:ext uri="{FF2B5EF4-FFF2-40B4-BE49-F238E27FC236}">
                  <a16:creationId xmlns:a16="http://schemas.microsoft.com/office/drawing/2014/main" id="{8DE013B8-E526-4B85-5B6A-A44C9E3DAC8D}"/>
                </a:ext>
              </a:extLst>
            </p:cNvPr>
            <p:cNvSpPr/>
            <p:nvPr/>
          </p:nvSpPr>
          <p:spPr>
            <a:xfrm>
              <a:off x="9232800" y="1435200"/>
              <a:ext cx="1776000" cy="897600"/>
            </a:xfrm>
            <a:prstGeom prst="donut">
              <a:avLst>
                <a:gd name="adj" fmla="val 7893"/>
              </a:avLst>
            </a:prstGeom>
            <a:solidFill>
              <a:srgbClr val="00B0F0">
                <a:alpha val="3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07C1899-35CB-11B2-78AB-AC9746870972}"/>
                </a:ext>
              </a:extLst>
            </p:cNvPr>
            <p:cNvSpPr/>
            <p:nvPr/>
          </p:nvSpPr>
          <p:spPr>
            <a:xfrm>
              <a:off x="9231623" y="1898779"/>
              <a:ext cx="1773510" cy="890923"/>
            </a:xfrm>
            <a:custGeom>
              <a:avLst/>
              <a:gdLst>
                <a:gd name="connsiteX0" fmla="*/ 0 w 1797196"/>
                <a:gd name="connsiteY0" fmla="*/ 0 h 899652"/>
                <a:gd name="connsiteX1" fmla="*/ 16855 w 1797196"/>
                <a:gd name="connsiteY1" fmla="*/ 109559 h 899652"/>
                <a:gd name="connsiteX2" fmla="*/ 50565 w 1797196"/>
                <a:gd name="connsiteY2" fmla="*/ 153805 h 899652"/>
                <a:gd name="connsiteX3" fmla="*/ 88490 w 1797196"/>
                <a:gd name="connsiteY3" fmla="*/ 200157 h 899652"/>
                <a:gd name="connsiteX4" fmla="*/ 139056 w 1797196"/>
                <a:gd name="connsiteY4" fmla="*/ 252829 h 899652"/>
                <a:gd name="connsiteX5" fmla="*/ 193836 w 1797196"/>
                <a:gd name="connsiteY5" fmla="*/ 288647 h 899652"/>
                <a:gd name="connsiteX6" fmla="*/ 246508 w 1797196"/>
                <a:gd name="connsiteY6" fmla="*/ 318144 h 899652"/>
                <a:gd name="connsiteX7" fmla="*/ 347640 w 1797196"/>
                <a:gd name="connsiteY7" fmla="*/ 356068 h 899652"/>
                <a:gd name="connsiteX8" fmla="*/ 509872 w 1797196"/>
                <a:gd name="connsiteY8" fmla="*/ 408741 h 899652"/>
                <a:gd name="connsiteX9" fmla="*/ 659463 w 1797196"/>
                <a:gd name="connsiteY9" fmla="*/ 436131 h 899652"/>
                <a:gd name="connsiteX10" fmla="*/ 853299 w 1797196"/>
                <a:gd name="connsiteY10" fmla="*/ 457200 h 899652"/>
                <a:gd name="connsiteX11" fmla="*/ 979714 w 1797196"/>
                <a:gd name="connsiteY11" fmla="*/ 452986 h 899652"/>
                <a:gd name="connsiteX12" fmla="*/ 1156695 w 1797196"/>
                <a:gd name="connsiteY12" fmla="*/ 442452 h 899652"/>
                <a:gd name="connsiteX13" fmla="*/ 1264147 w 1797196"/>
                <a:gd name="connsiteY13" fmla="*/ 423489 h 899652"/>
                <a:gd name="connsiteX14" fmla="*/ 1306285 w 1797196"/>
                <a:gd name="connsiteY14" fmla="*/ 406634 h 899652"/>
                <a:gd name="connsiteX15" fmla="*/ 1424272 w 1797196"/>
                <a:gd name="connsiteY15" fmla="*/ 372923 h 899652"/>
                <a:gd name="connsiteX16" fmla="*/ 1529618 w 1797196"/>
                <a:gd name="connsiteY16" fmla="*/ 330785 h 899652"/>
                <a:gd name="connsiteX17" fmla="*/ 1628643 w 1797196"/>
                <a:gd name="connsiteY17" fmla="*/ 271792 h 899652"/>
                <a:gd name="connsiteX18" fmla="*/ 1689743 w 1797196"/>
                <a:gd name="connsiteY18" fmla="*/ 219119 h 899652"/>
                <a:gd name="connsiteX19" fmla="*/ 1761378 w 1797196"/>
                <a:gd name="connsiteY19" fmla="*/ 132735 h 899652"/>
                <a:gd name="connsiteX20" fmla="*/ 1797196 w 1797196"/>
                <a:gd name="connsiteY20" fmla="*/ 77956 h 899652"/>
                <a:gd name="connsiteX21" fmla="*/ 1792982 w 1797196"/>
                <a:gd name="connsiteY21" fmla="*/ 139056 h 899652"/>
                <a:gd name="connsiteX22" fmla="*/ 1763485 w 1797196"/>
                <a:gd name="connsiteY22" fmla="*/ 271792 h 899652"/>
                <a:gd name="connsiteX23" fmla="*/ 1736095 w 1797196"/>
                <a:gd name="connsiteY23" fmla="*/ 366603 h 899652"/>
                <a:gd name="connsiteX24" fmla="*/ 1681316 w 1797196"/>
                <a:gd name="connsiteY24" fmla="*/ 465628 h 899652"/>
                <a:gd name="connsiteX25" fmla="*/ 1611788 w 1797196"/>
                <a:gd name="connsiteY25" fmla="*/ 554118 h 899652"/>
                <a:gd name="connsiteX26" fmla="*/ 1575970 w 1797196"/>
                <a:gd name="connsiteY26" fmla="*/ 604684 h 899652"/>
                <a:gd name="connsiteX27" fmla="*/ 1502228 w 1797196"/>
                <a:gd name="connsiteY27" fmla="*/ 674212 h 899652"/>
                <a:gd name="connsiteX28" fmla="*/ 1445342 w 1797196"/>
                <a:gd name="connsiteY28" fmla="*/ 724778 h 899652"/>
                <a:gd name="connsiteX29" fmla="*/ 1365279 w 1797196"/>
                <a:gd name="connsiteY29" fmla="*/ 775344 h 899652"/>
                <a:gd name="connsiteX30" fmla="*/ 1274682 w 1797196"/>
                <a:gd name="connsiteY30" fmla="*/ 823803 h 899652"/>
                <a:gd name="connsiteX31" fmla="*/ 1207260 w 1797196"/>
                <a:gd name="connsiteY31" fmla="*/ 849086 h 899652"/>
                <a:gd name="connsiteX32" fmla="*/ 1125091 w 1797196"/>
                <a:gd name="connsiteY32" fmla="*/ 868048 h 899652"/>
                <a:gd name="connsiteX33" fmla="*/ 1026066 w 1797196"/>
                <a:gd name="connsiteY33" fmla="*/ 891224 h 899652"/>
                <a:gd name="connsiteX34" fmla="*/ 937576 w 1797196"/>
                <a:gd name="connsiteY34" fmla="*/ 899652 h 899652"/>
                <a:gd name="connsiteX35" fmla="*/ 868048 w 1797196"/>
                <a:gd name="connsiteY35" fmla="*/ 895438 h 899652"/>
                <a:gd name="connsiteX36" fmla="*/ 766916 w 1797196"/>
                <a:gd name="connsiteY36" fmla="*/ 893331 h 899652"/>
                <a:gd name="connsiteX37" fmla="*/ 653142 w 1797196"/>
                <a:gd name="connsiteY37" fmla="*/ 865941 h 899652"/>
                <a:gd name="connsiteX38" fmla="*/ 556224 w 1797196"/>
                <a:gd name="connsiteY38" fmla="*/ 830123 h 899652"/>
                <a:gd name="connsiteX39" fmla="*/ 484589 w 1797196"/>
                <a:gd name="connsiteY39" fmla="*/ 798520 h 899652"/>
                <a:gd name="connsiteX40" fmla="*/ 402420 w 1797196"/>
                <a:gd name="connsiteY40" fmla="*/ 745847 h 899652"/>
                <a:gd name="connsiteX41" fmla="*/ 343426 w 1797196"/>
                <a:gd name="connsiteY41" fmla="*/ 701602 h 899652"/>
                <a:gd name="connsiteX42" fmla="*/ 294967 w 1797196"/>
                <a:gd name="connsiteY42" fmla="*/ 665784 h 899652"/>
                <a:gd name="connsiteX43" fmla="*/ 261257 w 1797196"/>
                <a:gd name="connsiteY43" fmla="*/ 629967 h 899652"/>
                <a:gd name="connsiteX44" fmla="*/ 227546 w 1797196"/>
                <a:gd name="connsiteY44" fmla="*/ 592042 h 899652"/>
                <a:gd name="connsiteX45" fmla="*/ 189622 w 1797196"/>
                <a:gd name="connsiteY45" fmla="*/ 547797 h 899652"/>
                <a:gd name="connsiteX46" fmla="*/ 147483 w 1797196"/>
                <a:gd name="connsiteY46" fmla="*/ 490910 h 899652"/>
                <a:gd name="connsiteX47" fmla="*/ 122201 w 1797196"/>
                <a:gd name="connsiteY47" fmla="*/ 442452 h 899652"/>
                <a:gd name="connsiteX48" fmla="*/ 92704 w 1797196"/>
                <a:gd name="connsiteY48" fmla="*/ 387672 h 899652"/>
                <a:gd name="connsiteX49" fmla="*/ 61100 w 1797196"/>
                <a:gd name="connsiteY49" fmla="*/ 322358 h 899652"/>
                <a:gd name="connsiteX50" fmla="*/ 40031 w 1797196"/>
                <a:gd name="connsiteY50" fmla="*/ 238081 h 899652"/>
                <a:gd name="connsiteX51" fmla="*/ 23176 w 1797196"/>
                <a:gd name="connsiteY51" fmla="*/ 145377 h 899652"/>
                <a:gd name="connsiteX52" fmla="*/ 0 w 1797196"/>
                <a:gd name="connsiteY52" fmla="*/ 0 h 899652"/>
                <a:gd name="connsiteX0" fmla="*/ 0 w 1792982"/>
                <a:gd name="connsiteY0" fmla="*/ 0 h 899652"/>
                <a:gd name="connsiteX1" fmla="*/ 16855 w 1792982"/>
                <a:gd name="connsiteY1" fmla="*/ 109559 h 899652"/>
                <a:gd name="connsiteX2" fmla="*/ 50565 w 1792982"/>
                <a:gd name="connsiteY2" fmla="*/ 153805 h 899652"/>
                <a:gd name="connsiteX3" fmla="*/ 88490 w 1792982"/>
                <a:gd name="connsiteY3" fmla="*/ 200157 h 899652"/>
                <a:gd name="connsiteX4" fmla="*/ 139056 w 1792982"/>
                <a:gd name="connsiteY4" fmla="*/ 252829 h 899652"/>
                <a:gd name="connsiteX5" fmla="*/ 193836 w 1792982"/>
                <a:gd name="connsiteY5" fmla="*/ 288647 h 899652"/>
                <a:gd name="connsiteX6" fmla="*/ 246508 w 1792982"/>
                <a:gd name="connsiteY6" fmla="*/ 318144 h 899652"/>
                <a:gd name="connsiteX7" fmla="*/ 347640 w 1792982"/>
                <a:gd name="connsiteY7" fmla="*/ 356068 h 899652"/>
                <a:gd name="connsiteX8" fmla="*/ 509872 w 1792982"/>
                <a:gd name="connsiteY8" fmla="*/ 408741 h 899652"/>
                <a:gd name="connsiteX9" fmla="*/ 659463 w 1792982"/>
                <a:gd name="connsiteY9" fmla="*/ 436131 h 899652"/>
                <a:gd name="connsiteX10" fmla="*/ 853299 w 1792982"/>
                <a:gd name="connsiteY10" fmla="*/ 457200 h 899652"/>
                <a:gd name="connsiteX11" fmla="*/ 979714 w 1792982"/>
                <a:gd name="connsiteY11" fmla="*/ 452986 h 899652"/>
                <a:gd name="connsiteX12" fmla="*/ 1156695 w 1792982"/>
                <a:gd name="connsiteY12" fmla="*/ 442452 h 899652"/>
                <a:gd name="connsiteX13" fmla="*/ 1264147 w 1792982"/>
                <a:gd name="connsiteY13" fmla="*/ 423489 h 899652"/>
                <a:gd name="connsiteX14" fmla="*/ 1306285 w 1792982"/>
                <a:gd name="connsiteY14" fmla="*/ 406634 h 899652"/>
                <a:gd name="connsiteX15" fmla="*/ 1424272 w 1792982"/>
                <a:gd name="connsiteY15" fmla="*/ 372923 h 899652"/>
                <a:gd name="connsiteX16" fmla="*/ 1529618 w 1792982"/>
                <a:gd name="connsiteY16" fmla="*/ 330785 h 899652"/>
                <a:gd name="connsiteX17" fmla="*/ 1628643 w 1792982"/>
                <a:gd name="connsiteY17" fmla="*/ 271792 h 899652"/>
                <a:gd name="connsiteX18" fmla="*/ 1689743 w 1792982"/>
                <a:gd name="connsiteY18" fmla="*/ 219119 h 899652"/>
                <a:gd name="connsiteX19" fmla="*/ 1761378 w 1792982"/>
                <a:gd name="connsiteY19" fmla="*/ 132735 h 899652"/>
                <a:gd name="connsiteX20" fmla="*/ 1789314 w 1792982"/>
                <a:gd name="connsiteY20" fmla="*/ 50366 h 899652"/>
                <a:gd name="connsiteX21" fmla="*/ 1792982 w 1792982"/>
                <a:gd name="connsiteY21" fmla="*/ 139056 h 899652"/>
                <a:gd name="connsiteX22" fmla="*/ 1763485 w 1792982"/>
                <a:gd name="connsiteY22" fmla="*/ 271792 h 899652"/>
                <a:gd name="connsiteX23" fmla="*/ 1736095 w 1792982"/>
                <a:gd name="connsiteY23" fmla="*/ 366603 h 899652"/>
                <a:gd name="connsiteX24" fmla="*/ 1681316 w 1792982"/>
                <a:gd name="connsiteY24" fmla="*/ 465628 h 899652"/>
                <a:gd name="connsiteX25" fmla="*/ 1611788 w 1792982"/>
                <a:gd name="connsiteY25" fmla="*/ 554118 h 899652"/>
                <a:gd name="connsiteX26" fmla="*/ 1575970 w 1792982"/>
                <a:gd name="connsiteY26" fmla="*/ 604684 h 899652"/>
                <a:gd name="connsiteX27" fmla="*/ 1502228 w 1792982"/>
                <a:gd name="connsiteY27" fmla="*/ 674212 h 899652"/>
                <a:gd name="connsiteX28" fmla="*/ 1445342 w 1792982"/>
                <a:gd name="connsiteY28" fmla="*/ 724778 h 899652"/>
                <a:gd name="connsiteX29" fmla="*/ 1365279 w 1792982"/>
                <a:gd name="connsiteY29" fmla="*/ 775344 h 899652"/>
                <a:gd name="connsiteX30" fmla="*/ 1274682 w 1792982"/>
                <a:gd name="connsiteY30" fmla="*/ 823803 h 899652"/>
                <a:gd name="connsiteX31" fmla="*/ 1207260 w 1792982"/>
                <a:gd name="connsiteY31" fmla="*/ 849086 h 899652"/>
                <a:gd name="connsiteX32" fmla="*/ 1125091 w 1792982"/>
                <a:gd name="connsiteY32" fmla="*/ 868048 h 899652"/>
                <a:gd name="connsiteX33" fmla="*/ 1026066 w 1792982"/>
                <a:gd name="connsiteY33" fmla="*/ 891224 h 899652"/>
                <a:gd name="connsiteX34" fmla="*/ 937576 w 1792982"/>
                <a:gd name="connsiteY34" fmla="*/ 899652 h 899652"/>
                <a:gd name="connsiteX35" fmla="*/ 868048 w 1792982"/>
                <a:gd name="connsiteY35" fmla="*/ 895438 h 899652"/>
                <a:gd name="connsiteX36" fmla="*/ 766916 w 1792982"/>
                <a:gd name="connsiteY36" fmla="*/ 893331 h 899652"/>
                <a:gd name="connsiteX37" fmla="*/ 653142 w 1792982"/>
                <a:gd name="connsiteY37" fmla="*/ 865941 h 899652"/>
                <a:gd name="connsiteX38" fmla="*/ 556224 w 1792982"/>
                <a:gd name="connsiteY38" fmla="*/ 830123 h 899652"/>
                <a:gd name="connsiteX39" fmla="*/ 484589 w 1792982"/>
                <a:gd name="connsiteY39" fmla="*/ 798520 h 899652"/>
                <a:gd name="connsiteX40" fmla="*/ 402420 w 1792982"/>
                <a:gd name="connsiteY40" fmla="*/ 745847 h 899652"/>
                <a:gd name="connsiteX41" fmla="*/ 343426 w 1792982"/>
                <a:gd name="connsiteY41" fmla="*/ 701602 h 899652"/>
                <a:gd name="connsiteX42" fmla="*/ 294967 w 1792982"/>
                <a:gd name="connsiteY42" fmla="*/ 665784 h 899652"/>
                <a:gd name="connsiteX43" fmla="*/ 261257 w 1792982"/>
                <a:gd name="connsiteY43" fmla="*/ 629967 h 899652"/>
                <a:gd name="connsiteX44" fmla="*/ 227546 w 1792982"/>
                <a:gd name="connsiteY44" fmla="*/ 592042 h 899652"/>
                <a:gd name="connsiteX45" fmla="*/ 189622 w 1792982"/>
                <a:gd name="connsiteY45" fmla="*/ 547797 h 899652"/>
                <a:gd name="connsiteX46" fmla="*/ 147483 w 1792982"/>
                <a:gd name="connsiteY46" fmla="*/ 490910 h 899652"/>
                <a:gd name="connsiteX47" fmla="*/ 122201 w 1792982"/>
                <a:gd name="connsiteY47" fmla="*/ 442452 h 899652"/>
                <a:gd name="connsiteX48" fmla="*/ 92704 w 1792982"/>
                <a:gd name="connsiteY48" fmla="*/ 387672 h 899652"/>
                <a:gd name="connsiteX49" fmla="*/ 61100 w 1792982"/>
                <a:gd name="connsiteY49" fmla="*/ 322358 h 899652"/>
                <a:gd name="connsiteX50" fmla="*/ 40031 w 1792982"/>
                <a:gd name="connsiteY50" fmla="*/ 238081 h 899652"/>
                <a:gd name="connsiteX51" fmla="*/ 23176 w 1792982"/>
                <a:gd name="connsiteY51" fmla="*/ 145377 h 899652"/>
                <a:gd name="connsiteX52" fmla="*/ 0 w 1792982"/>
                <a:gd name="connsiteY52" fmla="*/ 0 h 899652"/>
                <a:gd name="connsiteX0" fmla="*/ 0 w 1789314"/>
                <a:gd name="connsiteY0" fmla="*/ 0 h 899652"/>
                <a:gd name="connsiteX1" fmla="*/ 16855 w 1789314"/>
                <a:gd name="connsiteY1" fmla="*/ 109559 h 899652"/>
                <a:gd name="connsiteX2" fmla="*/ 50565 w 1789314"/>
                <a:gd name="connsiteY2" fmla="*/ 153805 h 899652"/>
                <a:gd name="connsiteX3" fmla="*/ 88490 w 1789314"/>
                <a:gd name="connsiteY3" fmla="*/ 200157 h 899652"/>
                <a:gd name="connsiteX4" fmla="*/ 139056 w 1789314"/>
                <a:gd name="connsiteY4" fmla="*/ 252829 h 899652"/>
                <a:gd name="connsiteX5" fmla="*/ 193836 w 1789314"/>
                <a:gd name="connsiteY5" fmla="*/ 288647 h 899652"/>
                <a:gd name="connsiteX6" fmla="*/ 246508 w 1789314"/>
                <a:gd name="connsiteY6" fmla="*/ 318144 h 899652"/>
                <a:gd name="connsiteX7" fmla="*/ 347640 w 1789314"/>
                <a:gd name="connsiteY7" fmla="*/ 356068 h 899652"/>
                <a:gd name="connsiteX8" fmla="*/ 509872 w 1789314"/>
                <a:gd name="connsiteY8" fmla="*/ 408741 h 899652"/>
                <a:gd name="connsiteX9" fmla="*/ 659463 w 1789314"/>
                <a:gd name="connsiteY9" fmla="*/ 436131 h 899652"/>
                <a:gd name="connsiteX10" fmla="*/ 853299 w 1789314"/>
                <a:gd name="connsiteY10" fmla="*/ 457200 h 899652"/>
                <a:gd name="connsiteX11" fmla="*/ 979714 w 1789314"/>
                <a:gd name="connsiteY11" fmla="*/ 452986 h 899652"/>
                <a:gd name="connsiteX12" fmla="*/ 1156695 w 1789314"/>
                <a:gd name="connsiteY12" fmla="*/ 442452 h 899652"/>
                <a:gd name="connsiteX13" fmla="*/ 1264147 w 1789314"/>
                <a:gd name="connsiteY13" fmla="*/ 423489 h 899652"/>
                <a:gd name="connsiteX14" fmla="*/ 1306285 w 1789314"/>
                <a:gd name="connsiteY14" fmla="*/ 406634 h 899652"/>
                <a:gd name="connsiteX15" fmla="*/ 1424272 w 1789314"/>
                <a:gd name="connsiteY15" fmla="*/ 372923 h 899652"/>
                <a:gd name="connsiteX16" fmla="*/ 1529618 w 1789314"/>
                <a:gd name="connsiteY16" fmla="*/ 330785 h 899652"/>
                <a:gd name="connsiteX17" fmla="*/ 1628643 w 1789314"/>
                <a:gd name="connsiteY17" fmla="*/ 271792 h 899652"/>
                <a:gd name="connsiteX18" fmla="*/ 1689743 w 1789314"/>
                <a:gd name="connsiteY18" fmla="*/ 219119 h 899652"/>
                <a:gd name="connsiteX19" fmla="*/ 1761378 w 1789314"/>
                <a:gd name="connsiteY19" fmla="*/ 132735 h 899652"/>
                <a:gd name="connsiteX20" fmla="*/ 1789314 w 1789314"/>
                <a:gd name="connsiteY20" fmla="*/ 50366 h 899652"/>
                <a:gd name="connsiteX21" fmla="*/ 1781693 w 1789314"/>
                <a:gd name="connsiteY21" fmla="*/ 139056 h 899652"/>
                <a:gd name="connsiteX22" fmla="*/ 1763485 w 1789314"/>
                <a:gd name="connsiteY22" fmla="*/ 271792 h 899652"/>
                <a:gd name="connsiteX23" fmla="*/ 1736095 w 1789314"/>
                <a:gd name="connsiteY23" fmla="*/ 366603 h 899652"/>
                <a:gd name="connsiteX24" fmla="*/ 1681316 w 1789314"/>
                <a:gd name="connsiteY24" fmla="*/ 465628 h 899652"/>
                <a:gd name="connsiteX25" fmla="*/ 1611788 w 1789314"/>
                <a:gd name="connsiteY25" fmla="*/ 554118 h 899652"/>
                <a:gd name="connsiteX26" fmla="*/ 1575970 w 1789314"/>
                <a:gd name="connsiteY26" fmla="*/ 604684 h 899652"/>
                <a:gd name="connsiteX27" fmla="*/ 1502228 w 1789314"/>
                <a:gd name="connsiteY27" fmla="*/ 674212 h 899652"/>
                <a:gd name="connsiteX28" fmla="*/ 1445342 w 1789314"/>
                <a:gd name="connsiteY28" fmla="*/ 724778 h 899652"/>
                <a:gd name="connsiteX29" fmla="*/ 1365279 w 1789314"/>
                <a:gd name="connsiteY29" fmla="*/ 775344 h 899652"/>
                <a:gd name="connsiteX30" fmla="*/ 1274682 w 1789314"/>
                <a:gd name="connsiteY30" fmla="*/ 823803 h 899652"/>
                <a:gd name="connsiteX31" fmla="*/ 1207260 w 1789314"/>
                <a:gd name="connsiteY31" fmla="*/ 849086 h 899652"/>
                <a:gd name="connsiteX32" fmla="*/ 1125091 w 1789314"/>
                <a:gd name="connsiteY32" fmla="*/ 868048 h 899652"/>
                <a:gd name="connsiteX33" fmla="*/ 1026066 w 1789314"/>
                <a:gd name="connsiteY33" fmla="*/ 891224 h 899652"/>
                <a:gd name="connsiteX34" fmla="*/ 937576 w 1789314"/>
                <a:gd name="connsiteY34" fmla="*/ 899652 h 899652"/>
                <a:gd name="connsiteX35" fmla="*/ 868048 w 1789314"/>
                <a:gd name="connsiteY35" fmla="*/ 895438 h 899652"/>
                <a:gd name="connsiteX36" fmla="*/ 766916 w 1789314"/>
                <a:gd name="connsiteY36" fmla="*/ 893331 h 899652"/>
                <a:gd name="connsiteX37" fmla="*/ 653142 w 1789314"/>
                <a:gd name="connsiteY37" fmla="*/ 865941 h 899652"/>
                <a:gd name="connsiteX38" fmla="*/ 556224 w 1789314"/>
                <a:gd name="connsiteY38" fmla="*/ 830123 h 899652"/>
                <a:gd name="connsiteX39" fmla="*/ 484589 w 1789314"/>
                <a:gd name="connsiteY39" fmla="*/ 798520 h 899652"/>
                <a:gd name="connsiteX40" fmla="*/ 402420 w 1789314"/>
                <a:gd name="connsiteY40" fmla="*/ 745847 h 899652"/>
                <a:gd name="connsiteX41" fmla="*/ 343426 w 1789314"/>
                <a:gd name="connsiteY41" fmla="*/ 701602 h 899652"/>
                <a:gd name="connsiteX42" fmla="*/ 294967 w 1789314"/>
                <a:gd name="connsiteY42" fmla="*/ 665784 h 899652"/>
                <a:gd name="connsiteX43" fmla="*/ 261257 w 1789314"/>
                <a:gd name="connsiteY43" fmla="*/ 629967 h 899652"/>
                <a:gd name="connsiteX44" fmla="*/ 227546 w 1789314"/>
                <a:gd name="connsiteY44" fmla="*/ 592042 h 899652"/>
                <a:gd name="connsiteX45" fmla="*/ 189622 w 1789314"/>
                <a:gd name="connsiteY45" fmla="*/ 547797 h 899652"/>
                <a:gd name="connsiteX46" fmla="*/ 147483 w 1789314"/>
                <a:gd name="connsiteY46" fmla="*/ 490910 h 899652"/>
                <a:gd name="connsiteX47" fmla="*/ 122201 w 1789314"/>
                <a:gd name="connsiteY47" fmla="*/ 442452 h 899652"/>
                <a:gd name="connsiteX48" fmla="*/ 92704 w 1789314"/>
                <a:gd name="connsiteY48" fmla="*/ 387672 h 899652"/>
                <a:gd name="connsiteX49" fmla="*/ 61100 w 1789314"/>
                <a:gd name="connsiteY49" fmla="*/ 322358 h 899652"/>
                <a:gd name="connsiteX50" fmla="*/ 40031 w 1789314"/>
                <a:gd name="connsiteY50" fmla="*/ 238081 h 899652"/>
                <a:gd name="connsiteX51" fmla="*/ 23176 w 1789314"/>
                <a:gd name="connsiteY51" fmla="*/ 145377 h 899652"/>
                <a:gd name="connsiteX52" fmla="*/ 0 w 1789314"/>
                <a:gd name="connsiteY52" fmla="*/ 0 h 899652"/>
                <a:gd name="connsiteX0" fmla="*/ 0 w 1775767"/>
                <a:gd name="connsiteY0" fmla="*/ 0 h 892879"/>
                <a:gd name="connsiteX1" fmla="*/ 3308 w 1775767"/>
                <a:gd name="connsiteY1" fmla="*/ 102786 h 892879"/>
                <a:gd name="connsiteX2" fmla="*/ 37018 w 1775767"/>
                <a:gd name="connsiteY2" fmla="*/ 147032 h 892879"/>
                <a:gd name="connsiteX3" fmla="*/ 74943 w 1775767"/>
                <a:gd name="connsiteY3" fmla="*/ 193384 h 892879"/>
                <a:gd name="connsiteX4" fmla="*/ 125509 w 1775767"/>
                <a:gd name="connsiteY4" fmla="*/ 246056 h 892879"/>
                <a:gd name="connsiteX5" fmla="*/ 180289 w 1775767"/>
                <a:gd name="connsiteY5" fmla="*/ 281874 h 892879"/>
                <a:gd name="connsiteX6" fmla="*/ 232961 w 1775767"/>
                <a:gd name="connsiteY6" fmla="*/ 311371 h 892879"/>
                <a:gd name="connsiteX7" fmla="*/ 334093 w 1775767"/>
                <a:gd name="connsiteY7" fmla="*/ 349295 h 892879"/>
                <a:gd name="connsiteX8" fmla="*/ 496325 w 1775767"/>
                <a:gd name="connsiteY8" fmla="*/ 401968 h 892879"/>
                <a:gd name="connsiteX9" fmla="*/ 645916 w 1775767"/>
                <a:gd name="connsiteY9" fmla="*/ 429358 h 892879"/>
                <a:gd name="connsiteX10" fmla="*/ 839752 w 1775767"/>
                <a:gd name="connsiteY10" fmla="*/ 450427 h 892879"/>
                <a:gd name="connsiteX11" fmla="*/ 966167 w 1775767"/>
                <a:gd name="connsiteY11" fmla="*/ 446213 h 892879"/>
                <a:gd name="connsiteX12" fmla="*/ 1143148 w 1775767"/>
                <a:gd name="connsiteY12" fmla="*/ 435679 h 892879"/>
                <a:gd name="connsiteX13" fmla="*/ 1250600 w 1775767"/>
                <a:gd name="connsiteY13" fmla="*/ 416716 h 892879"/>
                <a:gd name="connsiteX14" fmla="*/ 1292738 w 1775767"/>
                <a:gd name="connsiteY14" fmla="*/ 399861 h 892879"/>
                <a:gd name="connsiteX15" fmla="*/ 1410725 w 1775767"/>
                <a:gd name="connsiteY15" fmla="*/ 366150 h 892879"/>
                <a:gd name="connsiteX16" fmla="*/ 1516071 w 1775767"/>
                <a:gd name="connsiteY16" fmla="*/ 324012 h 892879"/>
                <a:gd name="connsiteX17" fmla="*/ 1615096 w 1775767"/>
                <a:gd name="connsiteY17" fmla="*/ 265019 h 892879"/>
                <a:gd name="connsiteX18" fmla="*/ 1676196 w 1775767"/>
                <a:gd name="connsiteY18" fmla="*/ 212346 h 892879"/>
                <a:gd name="connsiteX19" fmla="*/ 1747831 w 1775767"/>
                <a:gd name="connsiteY19" fmla="*/ 125962 h 892879"/>
                <a:gd name="connsiteX20" fmla="*/ 1775767 w 1775767"/>
                <a:gd name="connsiteY20" fmla="*/ 43593 h 892879"/>
                <a:gd name="connsiteX21" fmla="*/ 1768146 w 1775767"/>
                <a:gd name="connsiteY21" fmla="*/ 132283 h 892879"/>
                <a:gd name="connsiteX22" fmla="*/ 1749938 w 1775767"/>
                <a:gd name="connsiteY22" fmla="*/ 265019 h 892879"/>
                <a:gd name="connsiteX23" fmla="*/ 1722548 w 1775767"/>
                <a:gd name="connsiteY23" fmla="*/ 359830 h 892879"/>
                <a:gd name="connsiteX24" fmla="*/ 1667769 w 1775767"/>
                <a:gd name="connsiteY24" fmla="*/ 458855 h 892879"/>
                <a:gd name="connsiteX25" fmla="*/ 1598241 w 1775767"/>
                <a:gd name="connsiteY25" fmla="*/ 547345 h 892879"/>
                <a:gd name="connsiteX26" fmla="*/ 1562423 w 1775767"/>
                <a:gd name="connsiteY26" fmla="*/ 597911 h 892879"/>
                <a:gd name="connsiteX27" fmla="*/ 1488681 w 1775767"/>
                <a:gd name="connsiteY27" fmla="*/ 667439 h 892879"/>
                <a:gd name="connsiteX28" fmla="*/ 1431795 w 1775767"/>
                <a:gd name="connsiteY28" fmla="*/ 718005 h 892879"/>
                <a:gd name="connsiteX29" fmla="*/ 1351732 w 1775767"/>
                <a:gd name="connsiteY29" fmla="*/ 768571 h 892879"/>
                <a:gd name="connsiteX30" fmla="*/ 1261135 w 1775767"/>
                <a:gd name="connsiteY30" fmla="*/ 817030 h 892879"/>
                <a:gd name="connsiteX31" fmla="*/ 1193713 w 1775767"/>
                <a:gd name="connsiteY31" fmla="*/ 842313 h 892879"/>
                <a:gd name="connsiteX32" fmla="*/ 1111544 w 1775767"/>
                <a:gd name="connsiteY32" fmla="*/ 861275 h 892879"/>
                <a:gd name="connsiteX33" fmla="*/ 1012519 w 1775767"/>
                <a:gd name="connsiteY33" fmla="*/ 884451 h 892879"/>
                <a:gd name="connsiteX34" fmla="*/ 924029 w 1775767"/>
                <a:gd name="connsiteY34" fmla="*/ 892879 h 892879"/>
                <a:gd name="connsiteX35" fmla="*/ 854501 w 1775767"/>
                <a:gd name="connsiteY35" fmla="*/ 888665 h 892879"/>
                <a:gd name="connsiteX36" fmla="*/ 753369 w 1775767"/>
                <a:gd name="connsiteY36" fmla="*/ 886558 h 892879"/>
                <a:gd name="connsiteX37" fmla="*/ 639595 w 1775767"/>
                <a:gd name="connsiteY37" fmla="*/ 859168 h 892879"/>
                <a:gd name="connsiteX38" fmla="*/ 542677 w 1775767"/>
                <a:gd name="connsiteY38" fmla="*/ 823350 h 892879"/>
                <a:gd name="connsiteX39" fmla="*/ 471042 w 1775767"/>
                <a:gd name="connsiteY39" fmla="*/ 791747 h 892879"/>
                <a:gd name="connsiteX40" fmla="*/ 388873 w 1775767"/>
                <a:gd name="connsiteY40" fmla="*/ 739074 h 892879"/>
                <a:gd name="connsiteX41" fmla="*/ 329879 w 1775767"/>
                <a:gd name="connsiteY41" fmla="*/ 694829 h 892879"/>
                <a:gd name="connsiteX42" fmla="*/ 281420 w 1775767"/>
                <a:gd name="connsiteY42" fmla="*/ 659011 h 892879"/>
                <a:gd name="connsiteX43" fmla="*/ 247710 w 1775767"/>
                <a:gd name="connsiteY43" fmla="*/ 623194 h 892879"/>
                <a:gd name="connsiteX44" fmla="*/ 213999 w 1775767"/>
                <a:gd name="connsiteY44" fmla="*/ 585269 h 892879"/>
                <a:gd name="connsiteX45" fmla="*/ 176075 w 1775767"/>
                <a:gd name="connsiteY45" fmla="*/ 541024 h 892879"/>
                <a:gd name="connsiteX46" fmla="*/ 133936 w 1775767"/>
                <a:gd name="connsiteY46" fmla="*/ 484137 h 892879"/>
                <a:gd name="connsiteX47" fmla="*/ 108654 w 1775767"/>
                <a:gd name="connsiteY47" fmla="*/ 435679 h 892879"/>
                <a:gd name="connsiteX48" fmla="*/ 79157 w 1775767"/>
                <a:gd name="connsiteY48" fmla="*/ 380899 h 892879"/>
                <a:gd name="connsiteX49" fmla="*/ 47553 w 1775767"/>
                <a:gd name="connsiteY49" fmla="*/ 315585 h 892879"/>
                <a:gd name="connsiteX50" fmla="*/ 26484 w 1775767"/>
                <a:gd name="connsiteY50" fmla="*/ 231308 h 892879"/>
                <a:gd name="connsiteX51" fmla="*/ 9629 w 1775767"/>
                <a:gd name="connsiteY51" fmla="*/ 138604 h 892879"/>
                <a:gd name="connsiteX52" fmla="*/ 0 w 1775767"/>
                <a:gd name="connsiteY52" fmla="*/ 0 h 892879"/>
                <a:gd name="connsiteX0" fmla="*/ 0 w 1775767"/>
                <a:gd name="connsiteY0" fmla="*/ 0 h 899954"/>
                <a:gd name="connsiteX1" fmla="*/ 3308 w 1775767"/>
                <a:gd name="connsiteY1" fmla="*/ 102786 h 899954"/>
                <a:gd name="connsiteX2" fmla="*/ 37018 w 1775767"/>
                <a:gd name="connsiteY2" fmla="*/ 147032 h 899954"/>
                <a:gd name="connsiteX3" fmla="*/ 74943 w 1775767"/>
                <a:gd name="connsiteY3" fmla="*/ 193384 h 899954"/>
                <a:gd name="connsiteX4" fmla="*/ 125509 w 1775767"/>
                <a:gd name="connsiteY4" fmla="*/ 246056 h 899954"/>
                <a:gd name="connsiteX5" fmla="*/ 180289 w 1775767"/>
                <a:gd name="connsiteY5" fmla="*/ 281874 h 899954"/>
                <a:gd name="connsiteX6" fmla="*/ 232961 w 1775767"/>
                <a:gd name="connsiteY6" fmla="*/ 311371 h 899954"/>
                <a:gd name="connsiteX7" fmla="*/ 334093 w 1775767"/>
                <a:gd name="connsiteY7" fmla="*/ 349295 h 899954"/>
                <a:gd name="connsiteX8" fmla="*/ 496325 w 1775767"/>
                <a:gd name="connsiteY8" fmla="*/ 401968 h 899954"/>
                <a:gd name="connsiteX9" fmla="*/ 645916 w 1775767"/>
                <a:gd name="connsiteY9" fmla="*/ 429358 h 899954"/>
                <a:gd name="connsiteX10" fmla="*/ 839752 w 1775767"/>
                <a:gd name="connsiteY10" fmla="*/ 450427 h 899954"/>
                <a:gd name="connsiteX11" fmla="*/ 966167 w 1775767"/>
                <a:gd name="connsiteY11" fmla="*/ 446213 h 899954"/>
                <a:gd name="connsiteX12" fmla="*/ 1143148 w 1775767"/>
                <a:gd name="connsiteY12" fmla="*/ 435679 h 899954"/>
                <a:gd name="connsiteX13" fmla="*/ 1250600 w 1775767"/>
                <a:gd name="connsiteY13" fmla="*/ 416716 h 899954"/>
                <a:gd name="connsiteX14" fmla="*/ 1292738 w 1775767"/>
                <a:gd name="connsiteY14" fmla="*/ 399861 h 899954"/>
                <a:gd name="connsiteX15" fmla="*/ 1410725 w 1775767"/>
                <a:gd name="connsiteY15" fmla="*/ 366150 h 899954"/>
                <a:gd name="connsiteX16" fmla="*/ 1516071 w 1775767"/>
                <a:gd name="connsiteY16" fmla="*/ 324012 h 899954"/>
                <a:gd name="connsiteX17" fmla="*/ 1615096 w 1775767"/>
                <a:gd name="connsiteY17" fmla="*/ 265019 h 899954"/>
                <a:gd name="connsiteX18" fmla="*/ 1676196 w 1775767"/>
                <a:gd name="connsiteY18" fmla="*/ 212346 h 899954"/>
                <a:gd name="connsiteX19" fmla="*/ 1747831 w 1775767"/>
                <a:gd name="connsiteY19" fmla="*/ 125962 h 899954"/>
                <a:gd name="connsiteX20" fmla="*/ 1775767 w 1775767"/>
                <a:gd name="connsiteY20" fmla="*/ 43593 h 899954"/>
                <a:gd name="connsiteX21" fmla="*/ 1768146 w 1775767"/>
                <a:gd name="connsiteY21" fmla="*/ 132283 h 899954"/>
                <a:gd name="connsiteX22" fmla="*/ 1749938 w 1775767"/>
                <a:gd name="connsiteY22" fmla="*/ 265019 h 899954"/>
                <a:gd name="connsiteX23" fmla="*/ 1722548 w 1775767"/>
                <a:gd name="connsiteY23" fmla="*/ 359830 h 899954"/>
                <a:gd name="connsiteX24" fmla="*/ 1667769 w 1775767"/>
                <a:gd name="connsiteY24" fmla="*/ 458855 h 899954"/>
                <a:gd name="connsiteX25" fmla="*/ 1598241 w 1775767"/>
                <a:gd name="connsiteY25" fmla="*/ 547345 h 899954"/>
                <a:gd name="connsiteX26" fmla="*/ 1562423 w 1775767"/>
                <a:gd name="connsiteY26" fmla="*/ 597911 h 899954"/>
                <a:gd name="connsiteX27" fmla="*/ 1488681 w 1775767"/>
                <a:gd name="connsiteY27" fmla="*/ 667439 h 899954"/>
                <a:gd name="connsiteX28" fmla="*/ 1431795 w 1775767"/>
                <a:gd name="connsiteY28" fmla="*/ 718005 h 899954"/>
                <a:gd name="connsiteX29" fmla="*/ 1351732 w 1775767"/>
                <a:gd name="connsiteY29" fmla="*/ 768571 h 899954"/>
                <a:gd name="connsiteX30" fmla="*/ 1261135 w 1775767"/>
                <a:gd name="connsiteY30" fmla="*/ 817030 h 899954"/>
                <a:gd name="connsiteX31" fmla="*/ 1193713 w 1775767"/>
                <a:gd name="connsiteY31" fmla="*/ 842313 h 899954"/>
                <a:gd name="connsiteX32" fmla="*/ 1111544 w 1775767"/>
                <a:gd name="connsiteY32" fmla="*/ 861275 h 899954"/>
                <a:gd name="connsiteX33" fmla="*/ 1012519 w 1775767"/>
                <a:gd name="connsiteY33" fmla="*/ 884451 h 899954"/>
                <a:gd name="connsiteX34" fmla="*/ 924029 w 1775767"/>
                <a:gd name="connsiteY34" fmla="*/ 892879 h 899954"/>
                <a:gd name="connsiteX35" fmla="*/ 852244 w 1775767"/>
                <a:gd name="connsiteY35" fmla="*/ 899954 h 899954"/>
                <a:gd name="connsiteX36" fmla="*/ 753369 w 1775767"/>
                <a:gd name="connsiteY36" fmla="*/ 886558 h 899954"/>
                <a:gd name="connsiteX37" fmla="*/ 639595 w 1775767"/>
                <a:gd name="connsiteY37" fmla="*/ 859168 h 899954"/>
                <a:gd name="connsiteX38" fmla="*/ 542677 w 1775767"/>
                <a:gd name="connsiteY38" fmla="*/ 823350 h 899954"/>
                <a:gd name="connsiteX39" fmla="*/ 471042 w 1775767"/>
                <a:gd name="connsiteY39" fmla="*/ 791747 h 899954"/>
                <a:gd name="connsiteX40" fmla="*/ 388873 w 1775767"/>
                <a:gd name="connsiteY40" fmla="*/ 739074 h 899954"/>
                <a:gd name="connsiteX41" fmla="*/ 329879 w 1775767"/>
                <a:gd name="connsiteY41" fmla="*/ 694829 h 899954"/>
                <a:gd name="connsiteX42" fmla="*/ 281420 w 1775767"/>
                <a:gd name="connsiteY42" fmla="*/ 659011 h 899954"/>
                <a:gd name="connsiteX43" fmla="*/ 247710 w 1775767"/>
                <a:gd name="connsiteY43" fmla="*/ 623194 h 899954"/>
                <a:gd name="connsiteX44" fmla="*/ 213999 w 1775767"/>
                <a:gd name="connsiteY44" fmla="*/ 585269 h 899954"/>
                <a:gd name="connsiteX45" fmla="*/ 176075 w 1775767"/>
                <a:gd name="connsiteY45" fmla="*/ 541024 h 899954"/>
                <a:gd name="connsiteX46" fmla="*/ 133936 w 1775767"/>
                <a:gd name="connsiteY46" fmla="*/ 484137 h 899954"/>
                <a:gd name="connsiteX47" fmla="*/ 108654 w 1775767"/>
                <a:gd name="connsiteY47" fmla="*/ 435679 h 899954"/>
                <a:gd name="connsiteX48" fmla="*/ 79157 w 1775767"/>
                <a:gd name="connsiteY48" fmla="*/ 380899 h 899954"/>
                <a:gd name="connsiteX49" fmla="*/ 47553 w 1775767"/>
                <a:gd name="connsiteY49" fmla="*/ 315585 h 899954"/>
                <a:gd name="connsiteX50" fmla="*/ 26484 w 1775767"/>
                <a:gd name="connsiteY50" fmla="*/ 231308 h 899954"/>
                <a:gd name="connsiteX51" fmla="*/ 9629 w 1775767"/>
                <a:gd name="connsiteY51" fmla="*/ 138604 h 899954"/>
                <a:gd name="connsiteX52" fmla="*/ 0 w 1775767"/>
                <a:gd name="connsiteY52" fmla="*/ 0 h 899954"/>
                <a:gd name="connsiteX0" fmla="*/ 0 w 1775767"/>
                <a:gd name="connsiteY0" fmla="*/ 0 h 899954"/>
                <a:gd name="connsiteX1" fmla="*/ 3308 w 1775767"/>
                <a:gd name="connsiteY1" fmla="*/ 102786 h 899954"/>
                <a:gd name="connsiteX2" fmla="*/ 37018 w 1775767"/>
                <a:gd name="connsiteY2" fmla="*/ 147032 h 899954"/>
                <a:gd name="connsiteX3" fmla="*/ 74943 w 1775767"/>
                <a:gd name="connsiteY3" fmla="*/ 193384 h 899954"/>
                <a:gd name="connsiteX4" fmla="*/ 125509 w 1775767"/>
                <a:gd name="connsiteY4" fmla="*/ 246056 h 899954"/>
                <a:gd name="connsiteX5" fmla="*/ 180289 w 1775767"/>
                <a:gd name="connsiteY5" fmla="*/ 281874 h 899954"/>
                <a:gd name="connsiteX6" fmla="*/ 232961 w 1775767"/>
                <a:gd name="connsiteY6" fmla="*/ 311371 h 899954"/>
                <a:gd name="connsiteX7" fmla="*/ 334093 w 1775767"/>
                <a:gd name="connsiteY7" fmla="*/ 349295 h 899954"/>
                <a:gd name="connsiteX8" fmla="*/ 496325 w 1775767"/>
                <a:gd name="connsiteY8" fmla="*/ 401968 h 899954"/>
                <a:gd name="connsiteX9" fmla="*/ 645916 w 1775767"/>
                <a:gd name="connsiteY9" fmla="*/ 429358 h 899954"/>
                <a:gd name="connsiteX10" fmla="*/ 839752 w 1775767"/>
                <a:gd name="connsiteY10" fmla="*/ 450427 h 899954"/>
                <a:gd name="connsiteX11" fmla="*/ 966167 w 1775767"/>
                <a:gd name="connsiteY11" fmla="*/ 446213 h 899954"/>
                <a:gd name="connsiteX12" fmla="*/ 1143148 w 1775767"/>
                <a:gd name="connsiteY12" fmla="*/ 435679 h 899954"/>
                <a:gd name="connsiteX13" fmla="*/ 1250600 w 1775767"/>
                <a:gd name="connsiteY13" fmla="*/ 416716 h 899954"/>
                <a:gd name="connsiteX14" fmla="*/ 1292738 w 1775767"/>
                <a:gd name="connsiteY14" fmla="*/ 399861 h 899954"/>
                <a:gd name="connsiteX15" fmla="*/ 1410725 w 1775767"/>
                <a:gd name="connsiteY15" fmla="*/ 366150 h 899954"/>
                <a:gd name="connsiteX16" fmla="*/ 1516071 w 1775767"/>
                <a:gd name="connsiteY16" fmla="*/ 324012 h 899954"/>
                <a:gd name="connsiteX17" fmla="*/ 1615096 w 1775767"/>
                <a:gd name="connsiteY17" fmla="*/ 265019 h 899954"/>
                <a:gd name="connsiteX18" fmla="*/ 1676196 w 1775767"/>
                <a:gd name="connsiteY18" fmla="*/ 212346 h 899954"/>
                <a:gd name="connsiteX19" fmla="*/ 1747831 w 1775767"/>
                <a:gd name="connsiteY19" fmla="*/ 125962 h 899954"/>
                <a:gd name="connsiteX20" fmla="*/ 1775767 w 1775767"/>
                <a:gd name="connsiteY20" fmla="*/ 43593 h 899954"/>
                <a:gd name="connsiteX21" fmla="*/ 1768146 w 1775767"/>
                <a:gd name="connsiteY21" fmla="*/ 132283 h 899954"/>
                <a:gd name="connsiteX22" fmla="*/ 1749938 w 1775767"/>
                <a:gd name="connsiteY22" fmla="*/ 265019 h 899954"/>
                <a:gd name="connsiteX23" fmla="*/ 1722548 w 1775767"/>
                <a:gd name="connsiteY23" fmla="*/ 359830 h 899954"/>
                <a:gd name="connsiteX24" fmla="*/ 1667769 w 1775767"/>
                <a:gd name="connsiteY24" fmla="*/ 458855 h 899954"/>
                <a:gd name="connsiteX25" fmla="*/ 1598241 w 1775767"/>
                <a:gd name="connsiteY25" fmla="*/ 547345 h 899954"/>
                <a:gd name="connsiteX26" fmla="*/ 1562423 w 1775767"/>
                <a:gd name="connsiteY26" fmla="*/ 597911 h 899954"/>
                <a:gd name="connsiteX27" fmla="*/ 1488681 w 1775767"/>
                <a:gd name="connsiteY27" fmla="*/ 667439 h 899954"/>
                <a:gd name="connsiteX28" fmla="*/ 1431795 w 1775767"/>
                <a:gd name="connsiteY28" fmla="*/ 718005 h 899954"/>
                <a:gd name="connsiteX29" fmla="*/ 1351732 w 1775767"/>
                <a:gd name="connsiteY29" fmla="*/ 768571 h 899954"/>
                <a:gd name="connsiteX30" fmla="*/ 1261135 w 1775767"/>
                <a:gd name="connsiteY30" fmla="*/ 817030 h 899954"/>
                <a:gd name="connsiteX31" fmla="*/ 1193713 w 1775767"/>
                <a:gd name="connsiteY31" fmla="*/ 842313 h 899954"/>
                <a:gd name="connsiteX32" fmla="*/ 1111544 w 1775767"/>
                <a:gd name="connsiteY32" fmla="*/ 861275 h 899954"/>
                <a:gd name="connsiteX33" fmla="*/ 1012519 w 1775767"/>
                <a:gd name="connsiteY33" fmla="*/ 884451 h 899954"/>
                <a:gd name="connsiteX34" fmla="*/ 928544 w 1775767"/>
                <a:gd name="connsiteY34" fmla="*/ 897395 h 899954"/>
                <a:gd name="connsiteX35" fmla="*/ 852244 w 1775767"/>
                <a:gd name="connsiteY35" fmla="*/ 899954 h 899954"/>
                <a:gd name="connsiteX36" fmla="*/ 753369 w 1775767"/>
                <a:gd name="connsiteY36" fmla="*/ 886558 h 899954"/>
                <a:gd name="connsiteX37" fmla="*/ 639595 w 1775767"/>
                <a:gd name="connsiteY37" fmla="*/ 859168 h 899954"/>
                <a:gd name="connsiteX38" fmla="*/ 542677 w 1775767"/>
                <a:gd name="connsiteY38" fmla="*/ 823350 h 899954"/>
                <a:gd name="connsiteX39" fmla="*/ 471042 w 1775767"/>
                <a:gd name="connsiteY39" fmla="*/ 791747 h 899954"/>
                <a:gd name="connsiteX40" fmla="*/ 388873 w 1775767"/>
                <a:gd name="connsiteY40" fmla="*/ 739074 h 899954"/>
                <a:gd name="connsiteX41" fmla="*/ 329879 w 1775767"/>
                <a:gd name="connsiteY41" fmla="*/ 694829 h 899954"/>
                <a:gd name="connsiteX42" fmla="*/ 281420 w 1775767"/>
                <a:gd name="connsiteY42" fmla="*/ 659011 h 899954"/>
                <a:gd name="connsiteX43" fmla="*/ 247710 w 1775767"/>
                <a:gd name="connsiteY43" fmla="*/ 623194 h 899954"/>
                <a:gd name="connsiteX44" fmla="*/ 213999 w 1775767"/>
                <a:gd name="connsiteY44" fmla="*/ 585269 h 899954"/>
                <a:gd name="connsiteX45" fmla="*/ 176075 w 1775767"/>
                <a:gd name="connsiteY45" fmla="*/ 541024 h 899954"/>
                <a:gd name="connsiteX46" fmla="*/ 133936 w 1775767"/>
                <a:gd name="connsiteY46" fmla="*/ 484137 h 899954"/>
                <a:gd name="connsiteX47" fmla="*/ 108654 w 1775767"/>
                <a:gd name="connsiteY47" fmla="*/ 435679 h 899954"/>
                <a:gd name="connsiteX48" fmla="*/ 79157 w 1775767"/>
                <a:gd name="connsiteY48" fmla="*/ 380899 h 899954"/>
                <a:gd name="connsiteX49" fmla="*/ 47553 w 1775767"/>
                <a:gd name="connsiteY49" fmla="*/ 315585 h 899954"/>
                <a:gd name="connsiteX50" fmla="*/ 26484 w 1775767"/>
                <a:gd name="connsiteY50" fmla="*/ 231308 h 899954"/>
                <a:gd name="connsiteX51" fmla="*/ 9629 w 1775767"/>
                <a:gd name="connsiteY51" fmla="*/ 138604 h 899954"/>
                <a:gd name="connsiteX52" fmla="*/ 0 w 1775767"/>
                <a:gd name="connsiteY52" fmla="*/ 0 h 899954"/>
                <a:gd name="connsiteX0" fmla="*/ 0 w 1775767"/>
                <a:gd name="connsiteY0" fmla="*/ 0 h 899954"/>
                <a:gd name="connsiteX1" fmla="*/ 3308 w 1775767"/>
                <a:gd name="connsiteY1" fmla="*/ 102786 h 899954"/>
                <a:gd name="connsiteX2" fmla="*/ 37018 w 1775767"/>
                <a:gd name="connsiteY2" fmla="*/ 147032 h 899954"/>
                <a:gd name="connsiteX3" fmla="*/ 74943 w 1775767"/>
                <a:gd name="connsiteY3" fmla="*/ 193384 h 899954"/>
                <a:gd name="connsiteX4" fmla="*/ 125509 w 1775767"/>
                <a:gd name="connsiteY4" fmla="*/ 246056 h 899954"/>
                <a:gd name="connsiteX5" fmla="*/ 180289 w 1775767"/>
                <a:gd name="connsiteY5" fmla="*/ 281874 h 899954"/>
                <a:gd name="connsiteX6" fmla="*/ 232961 w 1775767"/>
                <a:gd name="connsiteY6" fmla="*/ 311371 h 899954"/>
                <a:gd name="connsiteX7" fmla="*/ 334093 w 1775767"/>
                <a:gd name="connsiteY7" fmla="*/ 349295 h 899954"/>
                <a:gd name="connsiteX8" fmla="*/ 496325 w 1775767"/>
                <a:gd name="connsiteY8" fmla="*/ 401968 h 899954"/>
                <a:gd name="connsiteX9" fmla="*/ 645916 w 1775767"/>
                <a:gd name="connsiteY9" fmla="*/ 429358 h 899954"/>
                <a:gd name="connsiteX10" fmla="*/ 839752 w 1775767"/>
                <a:gd name="connsiteY10" fmla="*/ 450427 h 899954"/>
                <a:gd name="connsiteX11" fmla="*/ 966167 w 1775767"/>
                <a:gd name="connsiteY11" fmla="*/ 446213 h 899954"/>
                <a:gd name="connsiteX12" fmla="*/ 1143148 w 1775767"/>
                <a:gd name="connsiteY12" fmla="*/ 435679 h 899954"/>
                <a:gd name="connsiteX13" fmla="*/ 1250600 w 1775767"/>
                <a:gd name="connsiteY13" fmla="*/ 416716 h 899954"/>
                <a:gd name="connsiteX14" fmla="*/ 1292738 w 1775767"/>
                <a:gd name="connsiteY14" fmla="*/ 399861 h 899954"/>
                <a:gd name="connsiteX15" fmla="*/ 1410725 w 1775767"/>
                <a:gd name="connsiteY15" fmla="*/ 366150 h 899954"/>
                <a:gd name="connsiteX16" fmla="*/ 1516071 w 1775767"/>
                <a:gd name="connsiteY16" fmla="*/ 324012 h 899954"/>
                <a:gd name="connsiteX17" fmla="*/ 1615096 w 1775767"/>
                <a:gd name="connsiteY17" fmla="*/ 265019 h 899954"/>
                <a:gd name="connsiteX18" fmla="*/ 1676196 w 1775767"/>
                <a:gd name="connsiteY18" fmla="*/ 212346 h 899954"/>
                <a:gd name="connsiteX19" fmla="*/ 1747831 w 1775767"/>
                <a:gd name="connsiteY19" fmla="*/ 125962 h 899954"/>
                <a:gd name="connsiteX20" fmla="*/ 1775767 w 1775767"/>
                <a:gd name="connsiteY20" fmla="*/ 43593 h 899954"/>
                <a:gd name="connsiteX21" fmla="*/ 1768146 w 1775767"/>
                <a:gd name="connsiteY21" fmla="*/ 132283 h 899954"/>
                <a:gd name="connsiteX22" fmla="*/ 1761227 w 1775767"/>
                <a:gd name="connsiteY22" fmla="*/ 240183 h 899954"/>
                <a:gd name="connsiteX23" fmla="*/ 1722548 w 1775767"/>
                <a:gd name="connsiteY23" fmla="*/ 359830 h 899954"/>
                <a:gd name="connsiteX24" fmla="*/ 1667769 w 1775767"/>
                <a:gd name="connsiteY24" fmla="*/ 458855 h 899954"/>
                <a:gd name="connsiteX25" fmla="*/ 1598241 w 1775767"/>
                <a:gd name="connsiteY25" fmla="*/ 547345 h 899954"/>
                <a:gd name="connsiteX26" fmla="*/ 1562423 w 1775767"/>
                <a:gd name="connsiteY26" fmla="*/ 597911 h 899954"/>
                <a:gd name="connsiteX27" fmla="*/ 1488681 w 1775767"/>
                <a:gd name="connsiteY27" fmla="*/ 667439 h 899954"/>
                <a:gd name="connsiteX28" fmla="*/ 1431795 w 1775767"/>
                <a:gd name="connsiteY28" fmla="*/ 718005 h 899954"/>
                <a:gd name="connsiteX29" fmla="*/ 1351732 w 1775767"/>
                <a:gd name="connsiteY29" fmla="*/ 768571 h 899954"/>
                <a:gd name="connsiteX30" fmla="*/ 1261135 w 1775767"/>
                <a:gd name="connsiteY30" fmla="*/ 817030 h 899954"/>
                <a:gd name="connsiteX31" fmla="*/ 1193713 w 1775767"/>
                <a:gd name="connsiteY31" fmla="*/ 842313 h 899954"/>
                <a:gd name="connsiteX32" fmla="*/ 1111544 w 1775767"/>
                <a:gd name="connsiteY32" fmla="*/ 861275 h 899954"/>
                <a:gd name="connsiteX33" fmla="*/ 1012519 w 1775767"/>
                <a:gd name="connsiteY33" fmla="*/ 884451 h 899954"/>
                <a:gd name="connsiteX34" fmla="*/ 928544 w 1775767"/>
                <a:gd name="connsiteY34" fmla="*/ 897395 h 899954"/>
                <a:gd name="connsiteX35" fmla="*/ 852244 w 1775767"/>
                <a:gd name="connsiteY35" fmla="*/ 899954 h 899954"/>
                <a:gd name="connsiteX36" fmla="*/ 753369 w 1775767"/>
                <a:gd name="connsiteY36" fmla="*/ 886558 h 899954"/>
                <a:gd name="connsiteX37" fmla="*/ 639595 w 1775767"/>
                <a:gd name="connsiteY37" fmla="*/ 859168 h 899954"/>
                <a:gd name="connsiteX38" fmla="*/ 542677 w 1775767"/>
                <a:gd name="connsiteY38" fmla="*/ 823350 h 899954"/>
                <a:gd name="connsiteX39" fmla="*/ 471042 w 1775767"/>
                <a:gd name="connsiteY39" fmla="*/ 791747 h 899954"/>
                <a:gd name="connsiteX40" fmla="*/ 388873 w 1775767"/>
                <a:gd name="connsiteY40" fmla="*/ 739074 h 899954"/>
                <a:gd name="connsiteX41" fmla="*/ 329879 w 1775767"/>
                <a:gd name="connsiteY41" fmla="*/ 694829 h 899954"/>
                <a:gd name="connsiteX42" fmla="*/ 281420 w 1775767"/>
                <a:gd name="connsiteY42" fmla="*/ 659011 h 899954"/>
                <a:gd name="connsiteX43" fmla="*/ 247710 w 1775767"/>
                <a:gd name="connsiteY43" fmla="*/ 623194 h 899954"/>
                <a:gd name="connsiteX44" fmla="*/ 213999 w 1775767"/>
                <a:gd name="connsiteY44" fmla="*/ 585269 h 899954"/>
                <a:gd name="connsiteX45" fmla="*/ 176075 w 1775767"/>
                <a:gd name="connsiteY45" fmla="*/ 541024 h 899954"/>
                <a:gd name="connsiteX46" fmla="*/ 133936 w 1775767"/>
                <a:gd name="connsiteY46" fmla="*/ 484137 h 899954"/>
                <a:gd name="connsiteX47" fmla="*/ 108654 w 1775767"/>
                <a:gd name="connsiteY47" fmla="*/ 435679 h 899954"/>
                <a:gd name="connsiteX48" fmla="*/ 79157 w 1775767"/>
                <a:gd name="connsiteY48" fmla="*/ 380899 h 899954"/>
                <a:gd name="connsiteX49" fmla="*/ 47553 w 1775767"/>
                <a:gd name="connsiteY49" fmla="*/ 315585 h 899954"/>
                <a:gd name="connsiteX50" fmla="*/ 26484 w 1775767"/>
                <a:gd name="connsiteY50" fmla="*/ 231308 h 899954"/>
                <a:gd name="connsiteX51" fmla="*/ 9629 w 1775767"/>
                <a:gd name="connsiteY51" fmla="*/ 138604 h 899954"/>
                <a:gd name="connsiteX52" fmla="*/ 0 w 1775767"/>
                <a:gd name="connsiteY52" fmla="*/ 0 h 899954"/>
                <a:gd name="connsiteX0" fmla="*/ 0 w 1775767"/>
                <a:gd name="connsiteY0" fmla="*/ 0 h 899954"/>
                <a:gd name="connsiteX1" fmla="*/ 16854 w 1775767"/>
                <a:gd name="connsiteY1" fmla="*/ 100528 h 899954"/>
                <a:gd name="connsiteX2" fmla="*/ 37018 w 1775767"/>
                <a:gd name="connsiteY2" fmla="*/ 147032 h 899954"/>
                <a:gd name="connsiteX3" fmla="*/ 74943 w 1775767"/>
                <a:gd name="connsiteY3" fmla="*/ 193384 h 899954"/>
                <a:gd name="connsiteX4" fmla="*/ 125509 w 1775767"/>
                <a:gd name="connsiteY4" fmla="*/ 246056 h 899954"/>
                <a:gd name="connsiteX5" fmla="*/ 180289 w 1775767"/>
                <a:gd name="connsiteY5" fmla="*/ 281874 h 899954"/>
                <a:gd name="connsiteX6" fmla="*/ 232961 w 1775767"/>
                <a:gd name="connsiteY6" fmla="*/ 311371 h 899954"/>
                <a:gd name="connsiteX7" fmla="*/ 334093 w 1775767"/>
                <a:gd name="connsiteY7" fmla="*/ 349295 h 899954"/>
                <a:gd name="connsiteX8" fmla="*/ 496325 w 1775767"/>
                <a:gd name="connsiteY8" fmla="*/ 401968 h 899954"/>
                <a:gd name="connsiteX9" fmla="*/ 645916 w 1775767"/>
                <a:gd name="connsiteY9" fmla="*/ 429358 h 899954"/>
                <a:gd name="connsiteX10" fmla="*/ 839752 w 1775767"/>
                <a:gd name="connsiteY10" fmla="*/ 450427 h 899954"/>
                <a:gd name="connsiteX11" fmla="*/ 966167 w 1775767"/>
                <a:gd name="connsiteY11" fmla="*/ 446213 h 899954"/>
                <a:gd name="connsiteX12" fmla="*/ 1143148 w 1775767"/>
                <a:gd name="connsiteY12" fmla="*/ 435679 h 899954"/>
                <a:gd name="connsiteX13" fmla="*/ 1250600 w 1775767"/>
                <a:gd name="connsiteY13" fmla="*/ 416716 h 899954"/>
                <a:gd name="connsiteX14" fmla="*/ 1292738 w 1775767"/>
                <a:gd name="connsiteY14" fmla="*/ 399861 h 899954"/>
                <a:gd name="connsiteX15" fmla="*/ 1410725 w 1775767"/>
                <a:gd name="connsiteY15" fmla="*/ 366150 h 899954"/>
                <a:gd name="connsiteX16" fmla="*/ 1516071 w 1775767"/>
                <a:gd name="connsiteY16" fmla="*/ 324012 h 899954"/>
                <a:gd name="connsiteX17" fmla="*/ 1615096 w 1775767"/>
                <a:gd name="connsiteY17" fmla="*/ 265019 h 899954"/>
                <a:gd name="connsiteX18" fmla="*/ 1676196 w 1775767"/>
                <a:gd name="connsiteY18" fmla="*/ 212346 h 899954"/>
                <a:gd name="connsiteX19" fmla="*/ 1747831 w 1775767"/>
                <a:gd name="connsiteY19" fmla="*/ 125962 h 899954"/>
                <a:gd name="connsiteX20" fmla="*/ 1775767 w 1775767"/>
                <a:gd name="connsiteY20" fmla="*/ 43593 h 899954"/>
                <a:gd name="connsiteX21" fmla="*/ 1768146 w 1775767"/>
                <a:gd name="connsiteY21" fmla="*/ 132283 h 899954"/>
                <a:gd name="connsiteX22" fmla="*/ 1761227 w 1775767"/>
                <a:gd name="connsiteY22" fmla="*/ 240183 h 899954"/>
                <a:gd name="connsiteX23" fmla="*/ 1722548 w 1775767"/>
                <a:gd name="connsiteY23" fmla="*/ 359830 h 899954"/>
                <a:gd name="connsiteX24" fmla="*/ 1667769 w 1775767"/>
                <a:gd name="connsiteY24" fmla="*/ 458855 h 899954"/>
                <a:gd name="connsiteX25" fmla="*/ 1598241 w 1775767"/>
                <a:gd name="connsiteY25" fmla="*/ 547345 h 899954"/>
                <a:gd name="connsiteX26" fmla="*/ 1562423 w 1775767"/>
                <a:gd name="connsiteY26" fmla="*/ 597911 h 899954"/>
                <a:gd name="connsiteX27" fmla="*/ 1488681 w 1775767"/>
                <a:gd name="connsiteY27" fmla="*/ 667439 h 899954"/>
                <a:gd name="connsiteX28" fmla="*/ 1431795 w 1775767"/>
                <a:gd name="connsiteY28" fmla="*/ 718005 h 899954"/>
                <a:gd name="connsiteX29" fmla="*/ 1351732 w 1775767"/>
                <a:gd name="connsiteY29" fmla="*/ 768571 h 899954"/>
                <a:gd name="connsiteX30" fmla="*/ 1261135 w 1775767"/>
                <a:gd name="connsiteY30" fmla="*/ 817030 h 899954"/>
                <a:gd name="connsiteX31" fmla="*/ 1193713 w 1775767"/>
                <a:gd name="connsiteY31" fmla="*/ 842313 h 899954"/>
                <a:gd name="connsiteX32" fmla="*/ 1111544 w 1775767"/>
                <a:gd name="connsiteY32" fmla="*/ 861275 h 899954"/>
                <a:gd name="connsiteX33" fmla="*/ 1012519 w 1775767"/>
                <a:gd name="connsiteY33" fmla="*/ 884451 h 899954"/>
                <a:gd name="connsiteX34" fmla="*/ 928544 w 1775767"/>
                <a:gd name="connsiteY34" fmla="*/ 897395 h 899954"/>
                <a:gd name="connsiteX35" fmla="*/ 852244 w 1775767"/>
                <a:gd name="connsiteY35" fmla="*/ 899954 h 899954"/>
                <a:gd name="connsiteX36" fmla="*/ 753369 w 1775767"/>
                <a:gd name="connsiteY36" fmla="*/ 886558 h 899954"/>
                <a:gd name="connsiteX37" fmla="*/ 639595 w 1775767"/>
                <a:gd name="connsiteY37" fmla="*/ 859168 h 899954"/>
                <a:gd name="connsiteX38" fmla="*/ 542677 w 1775767"/>
                <a:gd name="connsiteY38" fmla="*/ 823350 h 899954"/>
                <a:gd name="connsiteX39" fmla="*/ 471042 w 1775767"/>
                <a:gd name="connsiteY39" fmla="*/ 791747 h 899954"/>
                <a:gd name="connsiteX40" fmla="*/ 388873 w 1775767"/>
                <a:gd name="connsiteY40" fmla="*/ 739074 h 899954"/>
                <a:gd name="connsiteX41" fmla="*/ 329879 w 1775767"/>
                <a:gd name="connsiteY41" fmla="*/ 694829 h 899954"/>
                <a:gd name="connsiteX42" fmla="*/ 281420 w 1775767"/>
                <a:gd name="connsiteY42" fmla="*/ 659011 h 899954"/>
                <a:gd name="connsiteX43" fmla="*/ 247710 w 1775767"/>
                <a:gd name="connsiteY43" fmla="*/ 623194 h 899954"/>
                <a:gd name="connsiteX44" fmla="*/ 213999 w 1775767"/>
                <a:gd name="connsiteY44" fmla="*/ 585269 h 899954"/>
                <a:gd name="connsiteX45" fmla="*/ 176075 w 1775767"/>
                <a:gd name="connsiteY45" fmla="*/ 541024 h 899954"/>
                <a:gd name="connsiteX46" fmla="*/ 133936 w 1775767"/>
                <a:gd name="connsiteY46" fmla="*/ 484137 h 899954"/>
                <a:gd name="connsiteX47" fmla="*/ 108654 w 1775767"/>
                <a:gd name="connsiteY47" fmla="*/ 435679 h 899954"/>
                <a:gd name="connsiteX48" fmla="*/ 79157 w 1775767"/>
                <a:gd name="connsiteY48" fmla="*/ 380899 h 899954"/>
                <a:gd name="connsiteX49" fmla="*/ 47553 w 1775767"/>
                <a:gd name="connsiteY49" fmla="*/ 315585 h 899954"/>
                <a:gd name="connsiteX50" fmla="*/ 26484 w 1775767"/>
                <a:gd name="connsiteY50" fmla="*/ 231308 h 899954"/>
                <a:gd name="connsiteX51" fmla="*/ 9629 w 1775767"/>
                <a:gd name="connsiteY51" fmla="*/ 138604 h 899954"/>
                <a:gd name="connsiteX52" fmla="*/ 0 w 1775767"/>
                <a:gd name="connsiteY52" fmla="*/ 0 h 899954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41396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48342 w 1773509"/>
                <a:gd name="connsiteY13" fmla="*/ 407685 h 890923"/>
                <a:gd name="connsiteX14" fmla="*/ 1290480 w 1773509"/>
                <a:gd name="connsiteY14" fmla="*/ 390830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8969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282 h 890923"/>
                <a:gd name="connsiteX32" fmla="*/ 1109286 w 1773509"/>
                <a:gd name="connsiteY32" fmla="*/ 852244 h 890923"/>
                <a:gd name="connsiteX33" fmla="*/ 1010261 w 1773509"/>
                <a:gd name="connsiteY33" fmla="*/ 875420 h 890923"/>
                <a:gd name="connsiteX34" fmla="*/ 926286 w 1773509"/>
                <a:gd name="connsiteY34" fmla="*/ 888364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48342 w 1773509"/>
                <a:gd name="connsiteY13" fmla="*/ 407685 h 890923"/>
                <a:gd name="connsiteX14" fmla="*/ 1290480 w 1773509"/>
                <a:gd name="connsiteY14" fmla="*/ 390830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8969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282 h 890923"/>
                <a:gd name="connsiteX32" fmla="*/ 1109286 w 1773509"/>
                <a:gd name="connsiteY32" fmla="*/ 852244 h 890923"/>
                <a:gd name="connsiteX33" fmla="*/ 1010261 w 1773509"/>
                <a:gd name="connsiteY33" fmla="*/ 875420 h 890923"/>
                <a:gd name="connsiteX34" fmla="*/ 926286 w 1773509"/>
                <a:gd name="connsiteY34" fmla="*/ 888364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48342 w 1773509"/>
                <a:gd name="connsiteY13" fmla="*/ 407685 h 890923"/>
                <a:gd name="connsiteX14" fmla="*/ 1290480 w 1773509"/>
                <a:gd name="connsiteY14" fmla="*/ 390830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8969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282 h 890923"/>
                <a:gd name="connsiteX32" fmla="*/ 1109286 w 1773509"/>
                <a:gd name="connsiteY32" fmla="*/ 852244 h 890923"/>
                <a:gd name="connsiteX33" fmla="*/ 1010261 w 1773509"/>
                <a:gd name="connsiteY33" fmla="*/ 875420 h 890923"/>
                <a:gd name="connsiteX34" fmla="*/ 926286 w 1773509"/>
                <a:gd name="connsiteY34" fmla="*/ 888364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48342 w 1773509"/>
                <a:gd name="connsiteY13" fmla="*/ 407685 h 890923"/>
                <a:gd name="connsiteX14" fmla="*/ 1290480 w 1773509"/>
                <a:gd name="connsiteY14" fmla="*/ 390830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8969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282 h 890923"/>
                <a:gd name="connsiteX32" fmla="*/ 1109286 w 1773509"/>
                <a:gd name="connsiteY32" fmla="*/ 852244 h 890923"/>
                <a:gd name="connsiteX33" fmla="*/ 1010261 w 1773509"/>
                <a:gd name="connsiteY33" fmla="*/ 875420 h 890923"/>
                <a:gd name="connsiteX34" fmla="*/ 926286 w 1773509"/>
                <a:gd name="connsiteY34" fmla="*/ 888364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48342 w 1773509"/>
                <a:gd name="connsiteY13" fmla="*/ 407685 h 890923"/>
                <a:gd name="connsiteX14" fmla="*/ 1297254 w 1773509"/>
                <a:gd name="connsiteY14" fmla="*/ 397604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8969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282 h 890923"/>
                <a:gd name="connsiteX32" fmla="*/ 1109286 w 1773509"/>
                <a:gd name="connsiteY32" fmla="*/ 852244 h 890923"/>
                <a:gd name="connsiteX33" fmla="*/ 1010261 w 1773509"/>
                <a:gd name="connsiteY33" fmla="*/ 875420 h 890923"/>
                <a:gd name="connsiteX34" fmla="*/ 926286 w 1773509"/>
                <a:gd name="connsiteY34" fmla="*/ 888364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48342 w 1773509"/>
                <a:gd name="connsiteY13" fmla="*/ 407685 h 890923"/>
                <a:gd name="connsiteX14" fmla="*/ 1301769 w 1773509"/>
                <a:gd name="connsiteY14" fmla="*/ 397604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8969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282 h 890923"/>
                <a:gd name="connsiteX32" fmla="*/ 1109286 w 1773509"/>
                <a:gd name="connsiteY32" fmla="*/ 852244 h 890923"/>
                <a:gd name="connsiteX33" fmla="*/ 1010261 w 1773509"/>
                <a:gd name="connsiteY33" fmla="*/ 875420 h 890923"/>
                <a:gd name="connsiteX34" fmla="*/ 926286 w 1773509"/>
                <a:gd name="connsiteY34" fmla="*/ 888364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48342 w 1773509"/>
                <a:gd name="connsiteY13" fmla="*/ 407685 h 890923"/>
                <a:gd name="connsiteX14" fmla="*/ 1301769 w 1773509"/>
                <a:gd name="connsiteY14" fmla="*/ 397604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8969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282 h 890923"/>
                <a:gd name="connsiteX32" fmla="*/ 1109286 w 1773509"/>
                <a:gd name="connsiteY32" fmla="*/ 852244 h 890923"/>
                <a:gd name="connsiteX33" fmla="*/ 1010261 w 1773509"/>
                <a:gd name="connsiteY33" fmla="*/ 875420 h 890923"/>
                <a:gd name="connsiteX34" fmla="*/ 926286 w 1773509"/>
                <a:gd name="connsiteY34" fmla="*/ 888364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48342 w 1773509"/>
                <a:gd name="connsiteY13" fmla="*/ 407685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8969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282 h 890923"/>
                <a:gd name="connsiteX32" fmla="*/ 1109286 w 1773509"/>
                <a:gd name="connsiteY32" fmla="*/ 852244 h 890923"/>
                <a:gd name="connsiteX33" fmla="*/ 1010261 w 1773509"/>
                <a:gd name="connsiteY33" fmla="*/ 875420 h 890923"/>
                <a:gd name="connsiteX34" fmla="*/ 926286 w 1773509"/>
                <a:gd name="connsiteY34" fmla="*/ 888364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8969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282 h 890923"/>
                <a:gd name="connsiteX32" fmla="*/ 1109286 w 1773509"/>
                <a:gd name="connsiteY32" fmla="*/ 852244 h 890923"/>
                <a:gd name="connsiteX33" fmla="*/ 1010261 w 1773509"/>
                <a:gd name="connsiteY33" fmla="*/ 875420 h 890923"/>
                <a:gd name="connsiteX34" fmla="*/ 926286 w 1773509"/>
                <a:gd name="connsiteY34" fmla="*/ 888364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8969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282 h 890923"/>
                <a:gd name="connsiteX32" fmla="*/ 1109286 w 1773509"/>
                <a:gd name="connsiteY32" fmla="*/ 852244 h 890923"/>
                <a:gd name="connsiteX33" fmla="*/ 1010261 w 1773509"/>
                <a:gd name="connsiteY33" fmla="*/ 875420 h 890923"/>
                <a:gd name="connsiteX34" fmla="*/ 926286 w 1773509"/>
                <a:gd name="connsiteY34" fmla="*/ 888364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282 h 890923"/>
                <a:gd name="connsiteX32" fmla="*/ 1109286 w 1773509"/>
                <a:gd name="connsiteY32" fmla="*/ 852244 h 890923"/>
                <a:gd name="connsiteX33" fmla="*/ 1010261 w 1773509"/>
                <a:gd name="connsiteY33" fmla="*/ 875420 h 890923"/>
                <a:gd name="connsiteX34" fmla="*/ 926286 w 1773509"/>
                <a:gd name="connsiteY34" fmla="*/ 888364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4528"/>
                <a:gd name="connsiteX1" fmla="*/ 14596 w 1773509"/>
                <a:gd name="connsiteY1" fmla="*/ 91497 h 894528"/>
                <a:gd name="connsiteX2" fmla="*/ 34760 w 1773509"/>
                <a:gd name="connsiteY2" fmla="*/ 138001 h 894528"/>
                <a:gd name="connsiteX3" fmla="*/ 72685 w 1773509"/>
                <a:gd name="connsiteY3" fmla="*/ 184353 h 894528"/>
                <a:gd name="connsiteX4" fmla="*/ 123251 w 1773509"/>
                <a:gd name="connsiteY4" fmla="*/ 237025 h 894528"/>
                <a:gd name="connsiteX5" fmla="*/ 178031 w 1773509"/>
                <a:gd name="connsiteY5" fmla="*/ 272843 h 894528"/>
                <a:gd name="connsiteX6" fmla="*/ 230703 w 1773509"/>
                <a:gd name="connsiteY6" fmla="*/ 302340 h 894528"/>
                <a:gd name="connsiteX7" fmla="*/ 331835 w 1773509"/>
                <a:gd name="connsiteY7" fmla="*/ 340264 h 894528"/>
                <a:gd name="connsiteX8" fmla="*/ 494067 w 1773509"/>
                <a:gd name="connsiteY8" fmla="*/ 392937 h 894528"/>
                <a:gd name="connsiteX9" fmla="*/ 643658 w 1773509"/>
                <a:gd name="connsiteY9" fmla="*/ 420327 h 894528"/>
                <a:gd name="connsiteX10" fmla="*/ 837494 w 1773509"/>
                <a:gd name="connsiteY10" fmla="*/ 434623 h 894528"/>
                <a:gd name="connsiteX11" fmla="*/ 963909 w 1773509"/>
                <a:gd name="connsiteY11" fmla="*/ 437182 h 894528"/>
                <a:gd name="connsiteX12" fmla="*/ 1140890 w 1773509"/>
                <a:gd name="connsiteY12" fmla="*/ 426648 h 894528"/>
                <a:gd name="connsiteX13" fmla="*/ 1257373 w 1773509"/>
                <a:gd name="connsiteY13" fmla="*/ 405427 h 894528"/>
                <a:gd name="connsiteX14" fmla="*/ 1299511 w 1773509"/>
                <a:gd name="connsiteY14" fmla="*/ 395346 h 894528"/>
                <a:gd name="connsiteX15" fmla="*/ 1408467 w 1773509"/>
                <a:gd name="connsiteY15" fmla="*/ 357119 h 894528"/>
                <a:gd name="connsiteX16" fmla="*/ 1513813 w 1773509"/>
                <a:gd name="connsiteY16" fmla="*/ 314981 h 894528"/>
                <a:gd name="connsiteX17" fmla="*/ 1612838 w 1773509"/>
                <a:gd name="connsiteY17" fmla="*/ 255988 h 894528"/>
                <a:gd name="connsiteX18" fmla="*/ 1673938 w 1773509"/>
                <a:gd name="connsiteY18" fmla="*/ 203315 h 894528"/>
                <a:gd name="connsiteX19" fmla="*/ 1745573 w 1773509"/>
                <a:gd name="connsiteY19" fmla="*/ 116931 h 894528"/>
                <a:gd name="connsiteX20" fmla="*/ 1773509 w 1773509"/>
                <a:gd name="connsiteY20" fmla="*/ 34562 h 894528"/>
                <a:gd name="connsiteX21" fmla="*/ 1765888 w 1773509"/>
                <a:gd name="connsiteY21" fmla="*/ 123252 h 894528"/>
                <a:gd name="connsiteX22" fmla="*/ 1752804 w 1773509"/>
                <a:gd name="connsiteY22" fmla="*/ 231152 h 894528"/>
                <a:gd name="connsiteX23" fmla="*/ 1720290 w 1773509"/>
                <a:gd name="connsiteY23" fmla="*/ 350799 h 894528"/>
                <a:gd name="connsiteX24" fmla="*/ 1665511 w 1773509"/>
                <a:gd name="connsiteY24" fmla="*/ 449824 h 894528"/>
                <a:gd name="connsiteX25" fmla="*/ 1595983 w 1773509"/>
                <a:gd name="connsiteY25" fmla="*/ 538314 h 894528"/>
                <a:gd name="connsiteX26" fmla="*/ 1560165 w 1773509"/>
                <a:gd name="connsiteY26" fmla="*/ 588880 h 894528"/>
                <a:gd name="connsiteX27" fmla="*/ 1486423 w 1773509"/>
                <a:gd name="connsiteY27" fmla="*/ 658408 h 894528"/>
                <a:gd name="connsiteX28" fmla="*/ 1429537 w 1773509"/>
                <a:gd name="connsiteY28" fmla="*/ 708974 h 894528"/>
                <a:gd name="connsiteX29" fmla="*/ 1349474 w 1773509"/>
                <a:gd name="connsiteY29" fmla="*/ 759540 h 894528"/>
                <a:gd name="connsiteX30" fmla="*/ 1258877 w 1773509"/>
                <a:gd name="connsiteY30" fmla="*/ 807999 h 894528"/>
                <a:gd name="connsiteX31" fmla="*/ 1191455 w 1773509"/>
                <a:gd name="connsiteY31" fmla="*/ 833282 h 894528"/>
                <a:gd name="connsiteX32" fmla="*/ 1109286 w 1773509"/>
                <a:gd name="connsiteY32" fmla="*/ 852244 h 894528"/>
                <a:gd name="connsiteX33" fmla="*/ 1010261 w 1773509"/>
                <a:gd name="connsiteY33" fmla="*/ 875420 h 894528"/>
                <a:gd name="connsiteX34" fmla="*/ 928341 w 1773509"/>
                <a:gd name="connsiteY34" fmla="*/ 894528 h 894528"/>
                <a:gd name="connsiteX35" fmla="*/ 849986 w 1773509"/>
                <a:gd name="connsiteY35" fmla="*/ 890923 h 894528"/>
                <a:gd name="connsiteX36" fmla="*/ 751111 w 1773509"/>
                <a:gd name="connsiteY36" fmla="*/ 877527 h 894528"/>
                <a:gd name="connsiteX37" fmla="*/ 637337 w 1773509"/>
                <a:gd name="connsiteY37" fmla="*/ 850137 h 894528"/>
                <a:gd name="connsiteX38" fmla="*/ 540419 w 1773509"/>
                <a:gd name="connsiteY38" fmla="*/ 814319 h 894528"/>
                <a:gd name="connsiteX39" fmla="*/ 468784 w 1773509"/>
                <a:gd name="connsiteY39" fmla="*/ 782716 h 894528"/>
                <a:gd name="connsiteX40" fmla="*/ 386615 w 1773509"/>
                <a:gd name="connsiteY40" fmla="*/ 730043 h 894528"/>
                <a:gd name="connsiteX41" fmla="*/ 327621 w 1773509"/>
                <a:gd name="connsiteY41" fmla="*/ 685798 h 894528"/>
                <a:gd name="connsiteX42" fmla="*/ 279162 w 1773509"/>
                <a:gd name="connsiteY42" fmla="*/ 649980 h 894528"/>
                <a:gd name="connsiteX43" fmla="*/ 245452 w 1773509"/>
                <a:gd name="connsiteY43" fmla="*/ 614163 h 894528"/>
                <a:gd name="connsiteX44" fmla="*/ 211741 w 1773509"/>
                <a:gd name="connsiteY44" fmla="*/ 576238 h 894528"/>
                <a:gd name="connsiteX45" fmla="*/ 173817 w 1773509"/>
                <a:gd name="connsiteY45" fmla="*/ 531993 h 894528"/>
                <a:gd name="connsiteX46" fmla="*/ 131678 w 1773509"/>
                <a:gd name="connsiteY46" fmla="*/ 475106 h 894528"/>
                <a:gd name="connsiteX47" fmla="*/ 106396 w 1773509"/>
                <a:gd name="connsiteY47" fmla="*/ 426648 h 894528"/>
                <a:gd name="connsiteX48" fmla="*/ 76899 w 1773509"/>
                <a:gd name="connsiteY48" fmla="*/ 371868 h 894528"/>
                <a:gd name="connsiteX49" fmla="*/ 45295 w 1773509"/>
                <a:gd name="connsiteY49" fmla="*/ 306554 h 894528"/>
                <a:gd name="connsiteX50" fmla="*/ 24226 w 1773509"/>
                <a:gd name="connsiteY50" fmla="*/ 222277 h 894528"/>
                <a:gd name="connsiteX51" fmla="*/ 7371 w 1773509"/>
                <a:gd name="connsiteY51" fmla="*/ 129573 h 894528"/>
                <a:gd name="connsiteX52" fmla="*/ 0 w 1773509"/>
                <a:gd name="connsiteY52" fmla="*/ 0 h 894528"/>
                <a:gd name="connsiteX0" fmla="*/ 0 w 1773509"/>
                <a:gd name="connsiteY0" fmla="*/ 0 h 894528"/>
                <a:gd name="connsiteX1" fmla="*/ 14596 w 1773509"/>
                <a:gd name="connsiteY1" fmla="*/ 91497 h 894528"/>
                <a:gd name="connsiteX2" fmla="*/ 34760 w 1773509"/>
                <a:gd name="connsiteY2" fmla="*/ 138001 h 894528"/>
                <a:gd name="connsiteX3" fmla="*/ 72685 w 1773509"/>
                <a:gd name="connsiteY3" fmla="*/ 184353 h 894528"/>
                <a:gd name="connsiteX4" fmla="*/ 123251 w 1773509"/>
                <a:gd name="connsiteY4" fmla="*/ 237025 h 894528"/>
                <a:gd name="connsiteX5" fmla="*/ 178031 w 1773509"/>
                <a:gd name="connsiteY5" fmla="*/ 272843 h 894528"/>
                <a:gd name="connsiteX6" fmla="*/ 230703 w 1773509"/>
                <a:gd name="connsiteY6" fmla="*/ 302340 h 894528"/>
                <a:gd name="connsiteX7" fmla="*/ 331835 w 1773509"/>
                <a:gd name="connsiteY7" fmla="*/ 340264 h 894528"/>
                <a:gd name="connsiteX8" fmla="*/ 494067 w 1773509"/>
                <a:gd name="connsiteY8" fmla="*/ 392937 h 894528"/>
                <a:gd name="connsiteX9" fmla="*/ 643658 w 1773509"/>
                <a:gd name="connsiteY9" fmla="*/ 420327 h 894528"/>
                <a:gd name="connsiteX10" fmla="*/ 837494 w 1773509"/>
                <a:gd name="connsiteY10" fmla="*/ 434623 h 894528"/>
                <a:gd name="connsiteX11" fmla="*/ 963909 w 1773509"/>
                <a:gd name="connsiteY11" fmla="*/ 437182 h 894528"/>
                <a:gd name="connsiteX12" fmla="*/ 1140890 w 1773509"/>
                <a:gd name="connsiteY12" fmla="*/ 426648 h 894528"/>
                <a:gd name="connsiteX13" fmla="*/ 1257373 w 1773509"/>
                <a:gd name="connsiteY13" fmla="*/ 405427 h 894528"/>
                <a:gd name="connsiteX14" fmla="*/ 1299511 w 1773509"/>
                <a:gd name="connsiteY14" fmla="*/ 395346 h 894528"/>
                <a:gd name="connsiteX15" fmla="*/ 1408467 w 1773509"/>
                <a:gd name="connsiteY15" fmla="*/ 357119 h 894528"/>
                <a:gd name="connsiteX16" fmla="*/ 1513813 w 1773509"/>
                <a:gd name="connsiteY16" fmla="*/ 314981 h 894528"/>
                <a:gd name="connsiteX17" fmla="*/ 1612838 w 1773509"/>
                <a:gd name="connsiteY17" fmla="*/ 255988 h 894528"/>
                <a:gd name="connsiteX18" fmla="*/ 1673938 w 1773509"/>
                <a:gd name="connsiteY18" fmla="*/ 203315 h 894528"/>
                <a:gd name="connsiteX19" fmla="*/ 1745573 w 1773509"/>
                <a:gd name="connsiteY19" fmla="*/ 116931 h 894528"/>
                <a:gd name="connsiteX20" fmla="*/ 1773509 w 1773509"/>
                <a:gd name="connsiteY20" fmla="*/ 34562 h 894528"/>
                <a:gd name="connsiteX21" fmla="*/ 1765888 w 1773509"/>
                <a:gd name="connsiteY21" fmla="*/ 123252 h 894528"/>
                <a:gd name="connsiteX22" fmla="*/ 1752804 w 1773509"/>
                <a:gd name="connsiteY22" fmla="*/ 231152 h 894528"/>
                <a:gd name="connsiteX23" fmla="*/ 1720290 w 1773509"/>
                <a:gd name="connsiteY23" fmla="*/ 350799 h 894528"/>
                <a:gd name="connsiteX24" fmla="*/ 1665511 w 1773509"/>
                <a:gd name="connsiteY24" fmla="*/ 449824 h 894528"/>
                <a:gd name="connsiteX25" fmla="*/ 1595983 w 1773509"/>
                <a:gd name="connsiteY25" fmla="*/ 538314 h 894528"/>
                <a:gd name="connsiteX26" fmla="*/ 1560165 w 1773509"/>
                <a:gd name="connsiteY26" fmla="*/ 588880 h 894528"/>
                <a:gd name="connsiteX27" fmla="*/ 1486423 w 1773509"/>
                <a:gd name="connsiteY27" fmla="*/ 658408 h 894528"/>
                <a:gd name="connsiteX28" fmla="*/ 1429537 w 1773509"/>
                <a:gd name="connsiteY28" fmla="*/ 708974 h 894528"/>
                <a:gd name="connsiteX29" fmla="*/ 1349474 w 1773509"/>
                <a:gd name="connsiteY29" fmla="*/ 759540 h 894528"/>
                <a:gd name="connsiteX30" fmla="*/ 1258877 w 1773509"/>
                <a:gd name="connsiteY30" fmla="*/ 807999 h 894528"/>
                <a:gd name="connsiteX31" fmla="*/ 1191455 w 1773509"/>
                <a:gd name="connsiteY31" fmla="*/ 833282 h 894528"/>
                <a:gd name="connsiteX32" fmla="*/ 1109286 w 1773509"/>
                <a:gd name="connsiteY32" fmla="*/ 852244 h 894528"/>
                <a:gd name="connsiteX33" fmla="*/ 1010261 w 1773509"/>
                <a:gd name="connsiteY33" fmla="*/ 875420 h 894528"/>
                <a:gd name="connsiteX34" fmla="*/ 928341 w 1773509"/>
                <a:gd name="connsiteY34" fmla="*/ 894528 h 894528"/>
                <a:gd name="connsiteX35" fmla="*/ 849986 w 1773509"/>
                <a:gd name="connsiteY35" fmla="*/ 890923 h 894528"/>
                <a:gd name="connsiteX36" fmla="*/ 751111 w 1773509"/>
                <a:gd name="connsiteY36" fmla="*/ 877527 h 894528"/>
                <a:gd name="connsiteX37" fmla="*/ 637337 w 1773509"/>
                <a:gd name="connsiteY37" fmla="*/ 850137 h 894528"/>
                <a:gd name="connsiteX38" fmla="*/ 540419 w 1773509"/>
                <a:gd name="connsiteY38" fmla="*/ 814319 h 894528"/>
                <a:gd name="connsiteX39" fmla="*/ 468784 w 1773509"/>
                <a:gd name="connsiteY39" fmla="*/ 782716 h 894528"/>
                <a:gd name="connsiteX40" fmla="*/ 386615 w 1773509"/>
                <a:gd name="connsiteY40" fmla="*/ 730043 h 894528"/>
                <a:gd name="connsiteX41" fmla="*/ 327621 w 1773509"/>
                <a:gd name="connsiteY41" fmla="*/ 685798 h 894528"/>
                <a:gd name="connsiteX42" fmla="*/ 279162 w 1773509"/>
                <a:gd name="connsiteY42" fmla="*/ 649980 h 894528"/>
                <a:gd name="connsiteX43" fmla="*/ 245452 w 1773509"/>
                <a:gd name="connsiteY43" fmla="*/ 614163 h 894528"/>
                <a:gd name="connsiteX44" fmla="*/ 211741 w 1773509"/>
                <a:gd name="connsiteY44" fmla="*/ 576238 h 894528"/>
                <a:gd name="connsiteX45" fmla="*/ 173817 w 1773509"/>
                <a:gd name="connsiteY45" fmla="*/ 531993 h 894528"/>
                <a:gd name="connsiteX46" fmla="*/ 131678 w 1773509"/>
                <a:gd name="connsiteY46" fmla="*/ 475106 h 894528"/>
                <a:gd name="connsiteX47" fmla="*/ 106396 w 1773509"/>
                <a:gd name="connsiteY47" fmla="*/ 426648 h 894528"/>
                <a:gd name="connsiteX48" fmla="*/ 76899 w 1773509"/>
                <a:gd name="connsiteY48" fmla="*/ 371868 h 894528"/>
                <a:gd name="connsiteX49" fmla="*/ 45295 w 1773509"/>
                <a:gd name="connsiteY49" fmla="*/ 306554 h 894528"/>
                <a:gd name="connsiteX50" fmla="*/ 24226 w 1773509"/>
                <a:gd name="connsiteY50" fmla="*/ 222277 h 894528"/>
                <a:gd name="connsiteX51" fmla="*/ 7371 w 1773509"/>
                <a:gd name="connsiteY51" fmla="*/ 129573 h 894528"/>
                <a:gd name="connsiteX52" fmla="*/ 0 w 1773509"/>
                <a:gd name="connsiteY52" fmla="*/ 0 h 894528"/>
                <a:gd name="connsiteX0" fmla="*/ 0 w 1773509"/>
                <a:gd name="connsiteY0" fmla="*/ 0 h 894528"/>
                <a:gd name="connsiteX1" fmla="*/ 14596 w 1773509"/>
                <a:gd name="connsiteY1" fmla="*/ 91497 h 894528"/>
                <a:gd name="connsiteX2" fmla="*/ 34760 w 1773509"/>
                <a:gd name="connsiteY2" fmla="*/ 138001 h 894528"/>
                <a:gd name="connsiteX3" fmla="*/ 72685 w 1773509"/>
                <a:gd name="connsiteY3" fmla="*/ 184353 h 894528"/>
                <a:gd name="connsiteX4" fmla="*/ 123251 w 1773509"/>
                <a:gd name="connsiteY4" fmla="*/ 237025 h 894528"/>
                <a:gd name="connsiteX5" fmla="*/ 178031 w 1773509"/>
                <a:gd name="connsiteY5" fmla="*/ 272843 h 894528"/>
                <a:gd name="connsiteX6" fmla="*/ 230703 w 1773509"/>
                <a:gd name="connsiteY6" fmla="*/ 302340 h 894528"/>
                <a:gd name="connsiteX7" fmla="*/ 331835 w 1773509"/>
                <a:gd name="connsiteY7" fmla="*/ 340264 h 894528"/>
                <a:gd name="connsiteX8" fmla="*/ 494067 w 1773509"/>
                <a:gd name="connsiteY8" fmla="*/ 392937 h 894528"/>
                <a:gd name="connsiteX9" fmla="*/ 643658 w 1773509"/>
                <a:gd name="connsiteY9" fmla="*/ 420327 h 894528"/>
                <a:gd name="connsiteX10" fmla="*/ 837494 w 1773509"/>
                <a:gd name="connsiteY10" fmla="*/ 434623 h 894528"/>
                <a:gd name="connsiteX11" fmla="*/ 963909 w 1773509"/>
                <a:gd name="connsiteY11" fmla="*/ 437182 h 894528"/>
                <a:gd name="connsiteX12" fmla="*/ 1140890 w 1773509"/>
                <a:gd name="connsiteY12" fmla="*/ 426648 h 894528"/>
                <a:gd name="connsiteX13" fmla="*/ 1257373 w 1773509"/>
                <a:gd name="connsiteY13" fmla="*/ 405427 h 894528"/>
                <a:gd name="connsiteX14" fmla="*/ 1299511 w 1773509"/>
                <a:gd name="connsiteY14" fmla="*/ 395346 h 894528"/>
                <a:gd name="connsiteX15" fmla="*/ 1408467 w 1773509"/>
                <a:gd name="connsiteY15" fmla="*/ 357119 h 894528"/>
                <a:gd name="connsiteX16" fmla="*/ 1513813 w 1773509"/>
                <a:gd name="connsiteY16" fmla="*/ 314981 h 894528"/>
                <a:gd name="connsiteX17" fmla="*/ 1612838 w 1773509"/>
                <a:gd name="connsiteY17" fmla="*/ 255988 h 894528"/>
                <a:gd name="connsiteX18" fmla="*/ 1673938 w 1773509"/>
                <a:gd name="connsiteY18" fmla="*/ 203315 h 894528"/>
                <a:gd name="connsiteX19" fmla="*/ 1745573 w 1773509"/>
                <a:gd name="connsiteY19" fmla="*/ 116931 h 894528"/>
                <a:gd name="connsiteX20" fmla="*/ 1773509 w 1773509"/>
                <a:gd name="connsiteY20" fmla="*/ 34562 h 894528"/>
                <a:gd name="connsiteX21" fmla="*/ 1765888 w 1773509"/>
                <a:gd name="connsiteY21" fmla="*/ 123252 h 894528"/>
                <a:gd name="connsiteX22" fmla="*/ 1752804 w 1773509"/>
                <a:gd name="connsiteY22" fmla="*/ 231152 h 894528"/>
                <a:gd name="connsiteX23" fmla="*/ 1720290 w 1773509"/>
                <a:gd name="connsiteY23" fmla="*/ 350799 h 894528"/>
                <a:gd name="connsiteX24" fmla="*/ 1665511 w 1773509"/>
                <a:gd name="connsiteY24" fmla="*/ 449824 h 894528"/>
                <a:gd name="connsiteX25" fmla="*/ 1595983 w 1773509"/>
                <a:gd name="connsiteY25" fmla="*/ 538314 h 894528"/>
                <a:gd name="connsiteX26" fmla="*/ 1560165 w 1773509"/>
                <a:gd name="connsiteY26" fmla="*/ 588880 h 894528"/>
                <a:gd name="connsiteX27" fmla="*/ 1486423 w 1773509"/>
                <a:gd name="connsiteY27" fmla="*/ 658408 h 894528"/>
                <a:gd name="connsiteX28" fmla="*/ 1429537 w 1773509"/>
                <a:gd name="connsiteY28" fmla="*/ 708974 h 894528"/>
                <a:gd name="connsiteX29" fmla="*/ 1349474 w 1773509"/>
                <a:gd name="connsiteY29" fmla="*/ 759540 h 894528"/>
                <a:gd name="connsiteX30" fmla="*/ 1258877 w 1773509"/>
                <a:gd name="connsiteY30" fmla="*/ 807999 h 894528"/>
                <a:gd name="connsiteX31" fmla="*/ 1191455 w 1773509"/>
                <a:gd name="connsiteY31" fmla="*/ 833282 h 894528"/>
                <a:gd name="connsiteX32" fmla="*/ 1109286 w 1773509"/>
                <a:gd name="connsiteY32" fmla="*/ 852244 h 894528"/>
                <a:gd name="connsiteX33" fmla="*/ 1016425 w 1773509"/>
                <a:gd name="connsiteY33" fmla="*/ 881584 h 894528"/>
                <a:gd name="connsiteX34" fmla="*/ 928341 w 1773509"/>
                <a:gd name="connsiteY34" fmla="*/ 894528 h 894528"/>
                <a:gd name="connsiteX35" fmla="*/ 849986 w 1773509"/>
                <a:gd name="connsiteY35" fmla="*/ 890923 h 894528"/>
                <a:gd name="connsiteX36" fmla="*/ 751111 w 1773509"/>
                <a:gd name="connsiteY36" fmla="*/ 877527 h 894528"/>
                <a:gd name="connsiteX37" fmla="*/ 637337 w 1773509"/>
                <a:gd name="connsiteY37" fmla="*/ 850137 h 894528"/>
                <a:gd name="connsiteX38" fmla="*/ 540419 w 1773509"/>
                <a:gd name="connsiteY38" fmla="*/ 814319 h 894528"/>
                <a:gd name="connsiteX39" fmla="*/ 468784 w 1773509"/>
                <a:gd name="connsiteY39" fmla="*/ 782716 h 894528"/>
                <a:gd name="connsiteX40" fmla="*/ 386615 w 1773509"/>
                <a:gd name="connsiteY40" fmla="*/ 730043 h 894528"/>
                <a:gd name="connsiteX41" fmla="*/ 327621 w 1773509"/>
                <a:gd name="connsiteY41" fmla="*/ 685798 h 894528"/>
                <a:gd name="connsiteX42" fmla="*/ 279162 w 1773509"/>
                <a:gd name="connsiteY42" fmla="*/ 649980 h 894528"/>
                <a:gd name="connsiteX43" fmla="*/ 245452 w 1773509"/>
                <a:gd name="connsiteY43" fmla="*/ 614163 h 894528"/>
                <a:gd name="connsiteX44" fmla="*/ 211741 w 1773509"/>
                <a:gd name="connsiteY44" fmla="*/ 576238 h 894528"/>
                <a:gd name="connsiteX45" fmla="*/ 173817 w 1773509"/>
                <a:gd name="connsiteY45" fmla="*/ 531993 h 894528"/>
                <a:gd name="connsiteX46" fmla="*/ 131678 w 1773509"/>
                <a:gd name="connsiteY46" fmla="*/ 475106 h 894528"/>
                <a:gd name="connsiteX47" fmla="*/ 106396 w 1773509"/>
                <a:gd name="connsiteY47" fmla="*/ 426648 h 894528"/>
                <a:gd name="connsiteX48" fmla="*/ 76899 w 1773509"/>
                <a:gd name="connsiteY48" fmla="*/ 371868 h 894528"/>
                <a:gd name="connsiteX49" fmla="*/ 45295 w 1773509"/>
                <a:gd name="connsiteY49" fmla="*/ 306554 h 894528"/>
                <a:gd name="connsiteX50" fmla="*/ 24226 w 1773509"/>
                <a:gd name="connsiteY50" fmla="*/ 222277 h 894528"/>
                <a:gd name="connsiteX51" fmla="*/ 7371 w 1773509"/>
                <a:gd name="connsiteY51" fmla="*/ 129573 h 894528"/>
                <a:gd name="connsiteX52" fmla="*/ 0 w 1773509"/>
                <a:gd name="connsiteY52" fmla="*/ 0 h 894528"/>
                <a:gd name="connsiteX0" fmla="*/ 0 w 1773509"/>
                <a:gd name="connsiteY0" fmla="*/ 0 h 894528"/>
                <a:gd name="connsiteX1" fmla="*/ 14596 w 1773509"/>
                <a:gd name="connsiteY1" fmla="*/ 91497 h 894528"/>
                <a:gd name="connsiteX2" fmla="*/ 34760 w 1773509"/>
                <a:gd name="connsiteY2" fmla="*/ 138001 h 894528"/>
                <a:gd name="connsiteX3" fmla="*/ 72685 w 1773509"/>
                <a:gd name="connsiteY3" fmla="*/ 184353 h 894528"/>
                <a:gd name="connsiteX4" fmla="*/ 123251 w 1773509"/>
                <a:gd name="connsiteY4" fmla="*/ 237025 h 894528"/>
                <a:gd name="connsiteX5" fmla="*/ 178031 w 1773509"/>
                <a:gd name="connsiteY5" fmla="*/ 272843 h 894528"/>
                <a:gd name="connsiteX6" fmla="*/ 230703 w 1773509"/>
                <a:gd name="connsiteY6" fmla="*/ 302340 h 894528"/>
                <a:gd name="connsiteX7" fmla="*/ 331835 w 1773509"/>
                <a:gd name="connsiteY7" fmla="*/ 340264 h 894528"/>
                <a:gd name="connsiteX8" fmla="*/ 494067 w 1773509"/>
                <a:gd name="connsiteY8" fmla="*/ 392937 h 894528"/>
                <a:gd name="connsiteX9" fmla="*/ 643658 w 1773509"/>
                <a:gd name="connsiteY9" fmla="*/ 420327 h 894528"/>
                <a:gd name="connsiteX10" fmla="*/ 837494 w 1773509"/>
                <a:gd name="connsiteY10" fmla="*/ 434623 h 894528"/>
                <a:gd name="connsiteX11" fmla="*/ 963909 w 1773509"/>
                <a:gd name="connsiteY11" fmla="*/ 437182 h 894528"/>
                <a:gd name="connsiteX12" fmla="*/ 1140890 w 1773509"/>
                <a:gd name="connsiteY12" fmla="*/ 426648 h 894528"/>
                <a:gd name="connsiteX13" fmla="*/ 1257373 w 1773509"/>
                <a:gd name="connsiteY13" fmla="*/ 405427 h 894528"/>
                <a:gd name="connsiteX14" fmla="*/ 1299511 w 1773509"/>
                <a:gd name="connsiteY14" fmla="*/ 395346 h 894528"/>
                <a:gd name="connsiteX15" fmla="*/ 1408467 w 1773509"/>
                <a:gd name="connsiteY15" fmla="*/ 357119 h 894528"/>
                <a:gd name="connsiteX16" fmla="*/ 1513813 w 1773509"/>
                <a:gd name="connsiteY16" fmla="*/ 314981 h 894528"/>
                <a:gd name="connsiteX17" fmla="*/ 1612838 w 1773509"/>
                <a:gd name="connsiteY17" fmla="*/ 255988 h 894528"/>
                <a:gd name="connsiteX18" fmla="*/ 1673938 w 1773509"/>
                <a:gd name="connsiteY18" fmla="*/ 203315 h 894528"/>
                <a:gd name="connsiteX19" fmla="*/ 1745573 w 1773509"/>
                <a:gd name="connsiteY19" fmla="*/ 116931 h 894528"/>
                <a:gd name="connsiteX20" fmla="*/ 1773509 w 1773509"/>
                <a:gd name="connsiteY20" fmla="*/ 34562 h 894528"/>
                <a:gd name="connsiteX21" fmla="*/ 1765888 w 1773509"/>
                <a:gd name="connsiteY21" fmla="*/ 123252 h 894528"/>
                <a:gd name="connsiteX22" fmla="*/ 1752804 w 1773509"/>
                <a:gd name="connsiteY22" fmla="*/ 231152 h 894528"/>
                <a:gd name="connsiteX23" fmla="*/ 1720290 w 1773509"/>
                <a:gd name="connsiteY23" fmla="*/ 350799 h 894528"/>
                <a:gd name="connsiteX24" fmla="*/ 1665511 w 1773509"/>
                <a:gd name="connsiteY24" fmla="*/ 449824 h 894528"/>
                <a:gd name="connsiteX25" fmla="*/ 1595983 w 1773509"/>
                <a:gd name="connsiteY25" fmla="*/ 538314 h 894528"/>
                <a:gd name="connsiteX26" fmla="*/ 1560165 w 1773509"/>
                <a:gd name="connsiteY26" fmla="*/ 588880 h 894528"/>
                <a:gd name="connsiteX27" fmla="*/ 1486423 w 1773509"/>
                <a:gd name="connsiteY27" fmla="*/ 658408 h 894528"/>
                <a:gd name="connsiteX28" fmla="*/ 1429537 w 1773509"/>
                <a:gd name="connsiteY28" fmla="*/ 708974 h 894528"/>
                <a:gd name="connsiteX29" fmla="*/ 1349474 w 1773509"/>
                <a:gd name="connsiteY29" fmla="*/ 759540 h 894528"/>
                <a:gd name="connsiteX30" fmla="*/ 1258877 w 1773509"/>
                <a:gd name="connsiteY30" fmla="*/ 807999 h 894528"/>
                <a:gd name="connsiteX31" fmla="*/ 1191455 w 1773509"/>
                <a:gd name="connsiteY31" fmla="*/ 833282 h 894528"/>
                <a:gd name="connsiteX32" fmla="*/ 1109286 w 1773509"/>
                <a:gd name="connsiteY32" fmla="*/ 852244 h 894528"/>
                <a:gd name="connsiteX33" fmla="*/ 1016425 w 1773509"/>
                <a:gd name="connsiteY33" fmla="*/ 881584 h 894528"/>
                <a:gd name="connsiteX34" fmla="*/ 928341 w 1773509"/>
                <a:gd name="connsiteY34" fmla="*/ 894528 h 894528"/>
                <a:gd name="connsiteX35" fmla="*/ 849986 w 1773509"/>
                <a:gd name="connsiteY35" fmla="*/ 890923 h 894528"/>
                <a:gd name="connsiteX36" fmla="*/ 751111 w 1773509"/>
                <a:gd name="connsiteY36" fmla="*/ 877527 h 894528"/>
                <a:gd name="connsiteX37" fmla="*/ 637337 w 1773509"/>
                <a:gd name="connsiteY37" fmla="*/ 850137 h 894528"/>
                <a:gd name="connsiteX38" fmla="*/ 540419 w 1773509"/>
                <a:gd name="connsiteY38" fmla="*/ 814319 h 894528"/>
                <a:gd name="connsiteX39" fmla="*/ 468784 w 1773509"/>
                <a:gd name="connsiteY39" fmla="*/ 782716 h 894528"/>
                <a:gd name="connsiteX40" fmla="*/ 386615 w 1773509"/>
                <a:gd name="connsiteY40" fmla="*/ 730043 h 894528"/>
                <a:gd name="connsiteX41" fmla="*/ 327621 w 1773509"/>
                <a:gd name="connsiteY41" fmla="*/ 685798 h 894528"/>
                <a:gd name="connsiteX42" fmla="*/ 279162 w 1773509"/>
                <a:gd name="connsiteY42" fmla="*/ 649980 h 894528"/>
                <a:gd name="connsiteX43" fmla="*/ 245452 w 1773509"/>
                <a:gd name="connsiteY43" fmla="*/ 614163 h 894528"/>
                <a:gd name="connsiteX44" fmla="*/ 211741 w 1773509"/>
                <a:gd name="connsiteY44" fmla="*/ 576238 h 894528"/>
                <a:gd name="connsiteX45" fmla="*/ 173817 w 1773509"/>
                <a:gd name="connsiteY45" fmla="*/ 531993 h 894528"/>
                <a:gd name="connsiteX46" fmla="*/ 131678 w 1773509"/>
                <a:gd name="connsiteY46" fmla="*/ 475106 h 894528"/>
                <a:gd name="connsiteX47" fmla="*/ 106396 w 1773509"/>
                <a:gd name="connsiteY47" fmla="*/ 426648 h 894528"/>
                <a:gd name="connsiteX48" fmla="*/ 76899 w 1773509"/>
                <a:gd name="connsiteY48" fmla="*/ 371868 h 894528"/>
                <a:gd name="connsiteX49" fmla="*/ 45295 w 1773509"/>
                <a:gd name="connsiteY49" fmla="*/ 306554 h 894528"/>
                <a:gd name="connsiteX50" fmla="*/ 24226 w 1773509"/>
                <a:gd name="connsiteY50" fmla="*/ 222277 h 894528"/>
                <a:gd name="connsiteX51" fmla="*/ 7371 w 1773509"/>
                <a:gd name="connsiteY51" fmla="*/ 129573 h 894528"/>
                <a:gd name="connsiteX52" fmla="*/ 0 w 1773509"/>
                <a:gd name="connsiteY52" fmla="*/ 0 h 894528"/>
                <a:gd name="connsiteX0" fmla="*/ 0 w 1773509"/>
                <a:gd name="connsiteY0" fmla="*/ 0 h 894528"/>
                <a:gd name="connsiteX1" fmla="*/ 14596 w 1773509"/>
                <a:gd name="connsiteY1" fmla="*/ 91497 h 894528"/>
                <a:gd name="connsiteX2" fmla="*/ 34760 w 1773509"/>
                <a:gd name="connsiteY2" fmla="*/ 138001 h 894528"/>
                <a:gd name="connsiteX3" fmla="*/ 72685 w 1773509"/>
                <a:gd name="connsiteY3" fmla="*/ 184353 h 894528"/>
                <a:gd name="connsiteX4" fmla="*/ 123251 w 1773509"/>
                <a:gd name="connsiteY4" fmla="*/ 237025 h 894528"/>
                <a:gd name="connsiteX5" fmla="*/ 178031 w 1773509"/>
                <a:gd name="connsiteY5" fmla="*/ 272843 h 894528"/>
                <a:gd name="connsiteX6" fmla="*/ 230703 w 1773509"/>
                <a:gd name="connsiteY6" fmla="*/ 302340 h 894528"/>
                <a:gd name="connsiteX7" fmla="*/ 331835 w 1773509"/>
                <a:gd name="connsiteY7" fmla="*/ 340264 h 894528"/>
                <a:gd name="connsiteX8" fmla="*/ 494067 w 1773509"/>
                <a:gd name="connsiteY8" fmla="*/ 392937 h 894528"/>
                <a:gd name="connsiteX9" fmla="*/ 643658 w 1773509"/>
                <a:gd name="connsiteY9" fmla="*/ 420327 h 894528"/>
                <a:gd name="connsiteX10" fmla="*/ 837494 w 1773509"/>
                <a:gd name="connsiteY10" fmla="*/ 434623 h 894528"/>
                <a:gd name="connsiteX11" fmla="*/ 963909 w 1773509"/>
                <a:gd name="connsiteY11" fmla="*/ 437182 h 894528"/>
                <a:gd name="connsiteX12" fmla="*/ 1140890 w 1773509"/>
                <a:gd name="connsiteY12" fmla="*/ 426648 h 894528"/>
                <a:gd name="connsiteX13" fmla="*/ 1257373 w 1773509"/>
                <a:gd name="connsiteY13" fmla="*/ 405427 h 894528"/>
                <a:gd name="connsiteX14" fmla="*/ 1299511 w 1773509"/>
                <a:gd name="connsiteY14" fmla="*/ 395346 h 894528"/>
                <a:gd name="connsiteX15" fmla="*/ 1408467 w 1773509"/>
                <a:gd name="connsiteY15" fmla="*/ 357119 h 894528"/>
                <a:gd name="connsiteX16" fmla="*/ 1513813 w 1773509"/>
                <a:gd name="connsiteY16" fmla="*/ 314981 h 894528"/>
                <a:gd name="connsiteX17" fmla="*/ 1612838 w 1773509"/>
                <a:gd name="connsiteY17" fmla="*/ 255988 h 894528"/>
                <a:gd name="connsiteX18" fmla="*/ 1673938 w 1773509"/>
                <a:gd name="connsiteY18" fmla="*/ 203315 h 894528"/>
                <a:gd name="connsiteX19" fmla="*/ 1745573 w 1773509"/>
                <a:gd name="connsiteY19" fmla="*/ 116931 h 894528"/>
                <a:gd name="connsiteX20" fmla="*/ 1773509 w 1773509"/>
                <a:gd name="connsiteY20" fmla="*/ 34562 h 894528"/>
                <a:gd name="connsiteX21" fmla="*/ 1765888 w 1773509"/>
                <a:gd name="connsiteY21" fmla="*/ 123252 h 894528"/>
                <a:gd name="connsiteX22" fmla="*/ 1752804 w 1773509"/>
                <a:gd name="connsiteY22" fmla="*/ 231152 h 894528"/>
                <a:gd name="connsiteX23" fmla="*/ 1720290 w 1773509"/>
                <a:gd name="connsiteY23" fmla="*/ 350799 h 894528"/>
                <a:gd name="connsiteX24" fmla="*/ 1665511 w 1773509"/>
                <a:gd name="connsiteY24" fmla="*/ 449824 h 894528"/>
                <a:gd name="connsiteX25" fmla="*/ 1595983 w 1773509"/>
                <a:gd name="connsiteY25" fmla="*/ 538314 h 894528"/>
                <a:gd name="connsiteX26" fmla="*/ 1560165 w 1773509"/>
                <a:gd name="connsiteY26" fmla="*/ 588880 h 894528"/>
                <a:gd name="connsiteX27" fmla="*/ 1486423 w 1773509"/>
                <a:gd name="connsiteY27" fmla="*/ 658408 h 894528"/>
                <a:gd name="connsiteX28" fmla="*/ 1429537 w 1773509"/>
                <a:gd name="connsiteY28" fmla="*/ 708974 h 894528"/>
                <a:gd name="connsiteX29" fmla="*/ 1349474 w 1773509"/>
                <a:gd name="connsiteY29" fmla="*/ 759540 h 894528"/>
                <a:gd name="connsiteX30" fmla="*/ 1258877 w 1773509"/>
                <a:gd name="connsiteY30" fmla="*/ 807999 h 894528"/>
                <a:gd name="connsiteX31" fmla="*/ 1191455 w 1773509"/>
                <a:gd name="connsiteY31" fmla="*/ 833282 h 894528"/>
                <a:gd name="connsiteX32" fmla="*/ 1109286 w 1773509"/>
                <a:gd name="connsiteY32" fmla="*/ 852244 h 894528"/>
                <a:gd name="connsiteX33" fmla="*/ 1016425 w 1773509"/>
                <a:gd name="connsiteY33" fmla="*/ 881584 h 894528"/>
                <a:gd name="connsiteX34" fmla="*/ 928341 w 1773509"/>
                <a:gd name="connsiteY34" fmla="*/ 894528 h 894528"/>
                <a:gd name="connsiteX35" fmla="*/ 849986 w 1773509"/>
                <a:gd name="connsiteY35" fmla="*/ 890923 h 894528"/>
                <a:gd name="connsiteX36" fmla="*/ 751111 w 1773509"/>
                <a:gd name="connsiteY36" fmla="*/ 877527 h 894528"/>
                <a:gd name="connsiteX37" fmla="*/ 637337 w 1773509"/>
                <a:gd name="connsiteY37" fmla="*/ 850137 h 894528"/>
                <a:gd name="connsiteX38" fmla="*/ 540419 w 1773509"/>
                <a:gd name="connsiteY38" fmla="*/ 814319 h 894528"/>
                <a:gd name="connsiteX39" fmla="*/ 468784 w 1773509"/>
                <a:gd name="connsiteY39" fmla="*/ 782716 h 894528"/>
                <a:gd name="connsiteX40" fmla="*/ 386615 w 1773509"/>
                <a:gd name="connsiteY40" fmla="*/ 730043 h 894528"/>
                <a:gd name="connsiteX41" fmla="*/ 327621 w 1773509"/>
                <a:gd name="connsiteY41" fmla="*/ 685798 h 894528"/>
                <a:gd name="connsiteX42" fmla="*/ 279162 w 1773509"/>
                <a:gd name="connsiteY42" fmla="*/ 649980 h 894528"/>
                <a:gd name="connsiteX43" fmla="*/ 245452 w 1773509"/>
                <a:gd name="connsiteY43" fmla="*/ 614163 h 894528"/>
                <a:gd name="connsiteX44" fmla="*/ 211741 w 1773509"/>
                <a:gd name="connsiteY44" fmla="*/ 576238 h 894528"/>
                <a:gd name="connsiteX45" fmla="*/ 173817 w 1773509"/>
                <a:gd name="connsiteY45" fmla="*/ 531993 h 894528"/>
                <a:gd name="connsiteX46" fmla="*/ 131678 w 1773509"/>
                <a:gd name="connsiteY46" fmla="*/ 475106 h 894528"/>
                <a:gd name="connsiteX47" fmla="*/ 106396 w 1773509"/>
                <a:gd name="connsiteY47" fmla="*/ 426648 h 894528"/>
                <a:gd name="connsiteX48" fmla="*/ 76899 w 1773509"/>
                <a:gd name="connsiteY48" fmla="*/ 371868 h 894528"/>
                <a:gd name="connsiteX49" fmla="*/ 45295 w 1773509"/>
                <a:gd name="connsiteY49" fmla="*/ 306554 h 894528"/>
                <a:gd name="connsiteX50" fmla="*/ 24226 w 1773509"/>
                <a:gd name="connsiteY50" fmla="*/ 222277 h 894528"/>
                <a:gd name="connsiteX51" fmla="*/ 7371 w 1773509"/>
                <a:gd name="connsiteY51" fmla="*/ 129573 h 894528"/>
                <a:gd name="connsiteX52" fmla="*/ 0 w 1773509"/>
                <a:gd name="connsiteY52" fmla="*/ 0 h 894528"/>
                <a:gd name="connsiteX0" fmla="*/ 0 w 1773509"/>
                <a:gd name="connsiteY0" fmla="*/ 0 h 894528"/>
                <a:gd name="connsiteX1" fmla="*/ 14596 w 1773509"/>
                <a:gd name="connsiteY1" fmla="*/ 91497 h 894528"/>
                <a:gd name="connsiteX2" fmla="*/ 34760 w 1773509"/>
                <a:gd name="connsiteY2" fmla="*/ 138001 h 894528"/>
                <a:gd name="connsiteX3" fmla="*/ 72685 w 1773509"/>
                <a:gd name="connsiteY3" fmla="*/ 184353 h 894528"/>
                <a:gd name="connsiteX4" fmla="*/ 123251 w 1773509"/>
                <a:gd name="connsiteY4" fmla="*/ 237025 h 894528"/>
                <a:gd name="connsiteX5" fmla="*/ 178031 w 1773509"/>
                <a:gd name="connsiteY5" fmla="*/ 272843 h 894528"/>
                <a:gd name="connsiteX6" fmla="*/ 230703 w 1773509"/>
                <a:gd name="connsiteY6" fmla="*/ 302340 h 894528"/>
                <a:gd name="connsiteX7" fmla="*/ 331835 w 1773509"/>
                <a:gd name="connsiteY7" fmla="*/ 340264 h 894528"/>
                <a:gd name="connsiteX8" fmla="*/ 494067 w 1773509"/>
                <a:gd name="connsiteY8" fmla="*/ 392937 h 894528"/>
                <a:gd name="connsiteX9" fmla="*/ 643658 w 1773509"/>
                <a:gd name="connsiteY9" fmla="*/ 420327 h 894528"/>
                <a:gd name="connsiteX10" fmla="*/ 837494 w 1773509"/>
                <a:gd name="connsiteY10" fmla="*/ 434623 h 894528"/>
                <a:gd name="connsiteX11" fmla="*/ 963909 w 1773509"/>
                <a:gd name="connsiteY11" fmla="*/ 437182 h 894528"/>
                <a:gd name="connsiteX12" fmla="*/ 1140890 w 1773509"/>
                <a:gd name="connsiteY12" fmla="*/ 426648 h 894528"/>
                <a:gd name="connsiteX13" fmla="*/ 1257373 w 1773509"/>
                <a:gd name="connsiteY13" fmla="*/ 405427 h 894528"/>
                <a:gd name="connsiteX14" fmla="*/ 1299511 w 1773509"/>
                <a:gd name="connsiteY14" fmla="*/ 395346 h 894528"/>
                <a:gd name="connsiteX15" fmla="*/ 1408467 w 1773509"/>
                <a:gd name="connsiteY15" fmla="*/ 357119 h 894528"/>
                <a:gd name="connsiteX16" fmla="*/ 1513813 w 1773509"/>
                <a:gd name="connsiteY16" fmla="*/ 314981 h 894528"/>
                <a:gd name="connsiteX17" fmla="*/ 1612838 w 1773509"/>
                <a:gd name="connsiteY17" fmla="*/ 255988 h 894528"/>
                <a:gd name="connsiteX18" fmla="*/ 1673938 w 1773509"/>
                <a:gd name="connsiteY18" fmla="*/ 203315 h 894528"/>
                <a:gd name="connsiteX19" fmla="*/ 1745573 w 1773509"/>
                <a:gd name="connsiteY19" fmla="*/ 116931 h 894528"/>
                <a:gd name="connsiteX20" fmla="*/ 1773509 w 1773509"/>
                <a:gd name="connsiteY20" fmla="*/ 34562 h 894528"/>
                <a:gd name="connsiteX21" fmla="*/ 1765888 w 1773509"/>
                <a:gd name="connsiteY21" fmla="*/ 123252 h 894528"/>
                <a:gd name="connsiteX22" fmla="*/ 1752804 w 1773509"/>
                <a:gd name="connsiteY22" fmla="*/ 231152 h 894528"/>
                <a:gd name="connsiteX23" fmla="*/ 1720290 w 1773509"/>
                <a:gd name="connsiteY23" fmla="*/ 350799 h 894528"/>
                <a:gd name="connsiteX24" fmla="*/ 1665511 w 1773509"/>
                <a:gd name="connsiteY24" fmla="*/ 449824 h 894528"/>
                <a:gd name="connsiteX25" fmla="*/ 1595983 w 1773509"/>
                <a:gd name="connsiteY25" fmla="*/ 538314 h 894528"/>
                <a:gd name="connsiteX26" fmla="*/ 1560165 w 1773509"/>
                <a:gd name="connsiteY26" fmla="*/ 588880 h 894528"/>
                <a:gd name="connsiteX27" fmla="*/ 1486423 w 1773509"/>
                <a:gd name="connsiteY27" fmla="*/ 658408 h 894528"/>
                <a:gd name="connsiteX28" fmla="*/ 1429537 w 1773509"/>
                <a:gd name="connsiteY28" fmla="*/ 708974 h 894528"/>
                <a:gd name="connsiteX29" fmla="*/ 1349474 w 1773509"/>
                <a:gd name="connsiteY29" fmla="*/ 759540 h 894528"/>
                <a:gd name="connsiteX30" fmla="*/ 1258877 w 1773509"/>
                <a:gd name="connsiteY30" fmla="*/ 807999 h 894528"/>
                <a:gd name="connsiteX31" fmla="*/ 1191455 w 1773509"/>
                <a:gd name="connsiteY31" fmla="*/ 833282 h 894528"/>
                <a:gd name="connsiteX32" fmla="*/ 1109286 w 1773509"/>
                <a:gd name="connsiteY32" fmla="*/ 852244 h 894528"/>
                <a:gd name="connsiteX33" fmla="*/ 1022590 w 1773509"/>
                <a:gd name="connsiteY33" fmla="*/ 889804 h 894528"/>
                <a:gd name="connsiteX34" fmla="*/ 928341 w 1773509"/>
                <a:gd name="connsiteY34" fmla="*/ 894528 h 894528"/>
                <a:gd name="connsiteX35" fmla="*/ 849986 w 1773509"/>
                <a:gd name="connsiteY35" fmla="*/ 890923 h 894528"/>
                <a:gd name="connsiteX36" fmla="*/ 751111 w 1773509"/>
                <a:gd name="connsiteY36" fmla="*/ 877527 h 894528"/>
                <a:gd name="connsiteX37" fmla="*/ 637337 w 1773509"/>
                <a:gd name="connsiteY37" fmla="*/ 850137 h 894528"/>
                <a:gd name="connsiteX38" fmla="*/ 540419 w 1773509"/>
                <a:gd name="connsiteY38" fmla="*/ 814319 h 894528"/>
                <a:gd name="connsiteX39" fmla="*/ 468784 w 1773509"/>
                <a:gd name="connsiteY39" fmla="*/ 782716 h 894528"/>
                <a:gd name="connsiteX40" fmla="*/ 386615 w 1773509"/>
                <a:gd name="connsiteY40" fmla="*/ 730043 h 894528"/>
                <a:gd name="connsiteX41" fmla="*/ 327621 w 1773509"/>
                <a:gd name="connsiteY41" fmla="*/ 685798 h 894528"/>
                <a:gd name="connsiteX42" fmla="*/ 279162 w 1773509"/>
                <a:gd name="connsiteY42" fmla="*/ 649980 h 894528"/>
                <a:gd name="connsiteX43" fmla="*/ 245452 w 1773509"/>
                <a:gd name="connsiteY43" fmla="*/ 614163 h 894528"/>
                <a:gd name="connsiteX44" fmla="*/ 211741 w 1773509"/>
                <a:gd name="connsiteY44" fmla="*/ 576238 h 894528"/>
                <a:gd name="connsiteX45" fmla="*/ 173817 w 1773509"/>
                <a:gd name="connsiteY45" fmla="*/ 531993 h 894528"/>
                <a:gd name="connsiteX46" fmla="*/ 131678 w 1773509"/>
                <a:gd name="connsiteY46" fmla="*/ 475106 h 894528"/>
                <a:gd name="connsiteX47" fmla="*/ 106396 w 1773509"/>
                <a:gd name="connsiteY47" fmla="*/ 426648 h 894528"/>
                <a:gd name="connsiteX48" fmla="*/ 76899 w 1773509"/>
                <a:gd name="connsiteY48" fmla="*/ 371868 h 894528"/>
                <a:gd name="connsiteX49" fmla="*/ 45295 w 1773509"/>
                <a:gd name="connsiteY49" fmla="*/ 306554 h 894528"/>
                <a:gd name="connsiteX50" fmla="*/ 24226 w 1773509"/>
                <a:gd name="connsiteY50" fmla="*/ 222277 h 894528"/>
                <a:gd name="connsiteX51" fmla="*/ 7371 w 1773509"/>
                <a:gd name="connsiteY51" fmla="*/ 129573 h 894528"/>
                <a:gd name="connsiteX52" fmla="*/ 0 w 1773509"/>
                <a:gd name="connsiteY52" fmla="*/ 0 h 894528"/>
                <a:gd name="connsiteX0" fmla="*/ 0 w 1773509"/>
                <a:gd name="connsiteY0" fmla="*/ 0 h 894528"/>
                <a:gd name="connsiteX1" fmla="*/ 14596 w 1773509"/>
                <a:gd name="connsiteY1" fmla="*/ 91497 h 894528"/>
                <a:gd name="connsiteX2" fmla="*/ 34760 w 1773509"/>
                <a:gd name="connsiteY2" fmla="*/ 138001 h 894528"/>
                <a:gd name="connsiteX3" fmla="*/ 72685 w 1773509"/>
                <a:gd name="connsiteY3" fmla="*/ 184353 h 894528"/>
                <a:gd name="connsiteX4" fmla="*/ 123251 w 1773509"/>
                <a:gd name="connsiteY4" fmla="*/ 237025 h 894528"/>
                <a:gd name="connsiteX5" fmla="*/ 178031 w 1773509"/>
                <a:gd name="connsiteY5" fmla="*/ 272843 h 894528"/>
                <a:gd name="connsiteX6" fmla="*/ 230703 w 1773509"/>
                <a:gd name="connsiteY6" fmla="*/ 302340 h 894528"/>
                <a:gd name="connsiteX7" fmla="*/ 331835 w 1773509"/>
                <a:gd name="connsiteY7" fmla="*/ 340264 h 894528"/>
                <a:gd name="connsiteX8" fmla="*/ 494067 w 1773509"/>
                <a:gd name="connsiteY8" fmla="*/ 392937 h 894528"/>
                <a:gd name="connsiteX9" fmla="*/ 643658 w 1773509"/>
                <a:gd name="connsiteY9" fmla="*/ 420327 h 894528"/>
                <a:gd name="connsiteX10" fmla="*/ 837494 w 1773509"/>
                <a:gd name="connsiteY10" fmla="*/ 434623 h 894528"/>
                <a:gd name="connsiteX11" fmla="*/ 963909 w 1773509"/>
                <a:gd name="connsiteY11" fmla="*/ 437182 h 894528"/>
                <a:gd name="connsiteX12" fmla="*/ 1140890 w 1773509"/>
                <a:gd name="connsiteY12" fmla="*/ 426648 h 894528"/>
                <a:gd name="connsiteX13" fmla="*/ 1257373 w 1773509"/>
                <a:gd name="connsiteY13" fmla="*/ 405427 h 894528"/>
                <a:gd name="connsiteX14" fmla="*/ 1299511 w 1773509"/>
                <a:gd name="connsiteY14" fmla="*/ 395346 h 894528"/>
                <a:gd name="connsiteX15" fmla="*/ 1408467 w 1773509"/>
                <a:gd name="connsiteY15" fmla="*/ 357119 h 894528"/>
                <a:gd name="connsiteX16" fmla="*/ 1513813 w 1773509"/>
                <a:gd name="connsiteY16" fmla="*/ 314981 h 894528"/>
                <a:gd name="connsiteX17" fmla="*/ 1612838 w 1773509"/>
                <a:gd name="connsiteY17" fmla="*/ 255988 h 894528"/>
                <a:gd name="connsiteX18" fmla="*/ 1673938 w 1773509"/>
                <a:gd name="connsiteY18" fmla="*/ 203315 h 894528"/>
                <a:gd name="connsiteX19" fmla="*/ 1745573 w 1773509"/>
                <a:gd name="connsiteY19" fmla="*/ 116931 h 894528"/>
                <a:gd name="connsiteX20" fmla="*/ 1773509 w 1773509"/>
                <a:gd name="connsiteY20" fmla="*/ 34562 h 894528"/>
                <a:gd name="connsiteX21" fmla="*/ 1765888 w 1773509"/>
                <a:gd name="connsiteY21" fmla="*/ 123252 h 894528"/>
                <a:gd name="connsiteX22" fmla="*/ 1752804 w 1773509"/>
                <a:gd name="connsiteY22" fmla="*/ 231152 h 894528"/>
                <a:gd name="connsiteX23" fmla="*/ 1720290 w 1773509"/>
                <a:gd name="connsiteY23" fmla="*/ 350799 h 894528"/>
                <a:gd name="connsiteX24" fmla="*/ 1665511 w 1773509"/>
                <a:gd name="connsiteY24" fmla="*/ 449824 h 894528"/>
                <a:gd name="connsiteX25" fmla="*/ 1595983 w 1773509"/>
                <a:gd name="connsiteY25" fmla="*/ 538314 h 894528"/>
                <a:gd name="connsiteX26" fmla="*/ 1560165 w 1773509"/>
                <a:gd name="connsiteY26" fmla="*/ 588880 h 894528"/>
                <a:gd name="connsiteX27" fmla="*/ 1486423 w 1773509"/>
                <a:gd name="connsiteY27" fmla="*/ 658408 h 894528"/>
                <a:gd name="connsiteX28" fmla="*/ 1429537 w 1773509"/>
                <a:gd name="connsiteY28" fmla="*/ 708974 h 894528"/>
                <a:gd name="connsiteX29" fmla="*/ 1349474 w 1773509"/>
                <a:gd name="connsiteY29" fmla="*/ 759540 h 894528"/>
                <a:gd name="connsiteX30" fmla="*/ 1258877 w 1773509"/>
                <a:gd name="connsiteY30" fmla="*/ 807999 h 894528"/>
                <a:gd name="connsiteX31" fmla="*/ 1191455 w 1773509"/>
                <a:gd name="connsiteY31" fmla="*/ 833282 h 894528"/>
                <a:gd name="connsiteX32" fmla="*/ 1109286 w 1773509"/>
                <a:gd name="connsiteY32" fmla="*/ 852244 h 894528"/>
                <a:gd name="connsiteX33" fmla="*/ 1028754 w 1773509"/>
                <a:gd name="connsiteY33" fmla="*/ 889804 h 894528"/>
                <a:gd name="connsiteX34" fmla="*/ 928341 w 1773509"/>
                <a:gd name="connsiteY34" fmla="*/ 894528 h 894528"/>
                <a:gd name="connsiteX35" fmla="*/ 849986 w 1773509"/>
                <a:gd name="connsiteY35" fmla="*/ 890923 h 894528"/>
                <a:gd name="connsiteX36" fmla="*/ 751111 w 1773509"/>
                <a:gd name="connsiteY36" fmla="*/ 877527 h 894528"/>
                <a:gd name="connsiteX37" fmla="*/ 637337 w 1773509"/>
                <a:gd name="connsiteY37" fmla="*/ 850137 h 894528"/>
                <a:gd name="connsiteX38" fmla="*/ 540419 w 1773509"/>
                <a:gd name="connsiteY38" fmla="*/ 814319 h 894528"/>
                <a:gd name="connsiteX39" fmla="*/ 468784 w 1773509"/>
                <a:gd name="connsiteY39" fmla="*/ 782716 h 894528"/>
                <a:gd name="connsiteX40" fmla="*/ 386615 w 1773509"/>
                <a:gd name="connsiteY40" fmla="*/ 730043 h 894528"/>
                <a:gd name="connsiteX41" fmla="*/ 327621 w 1773509"/>
                <a:gd name="connsiteY41" fmla="*/ 685798 h 894528"/>
                <a:gd name="connsiteX42" fmla="*/ 279162 w 1773509"/>
                <a:gd name="connsiteY42" fmla="*/ 649980 h 894528"/>
                <a:gd name="connsiteX43" fmla="*/ 245452 w 1773509"/>
                <a:gd name="connsiteY43" fmla="*/ 614163 h 894528"/>
                <a:gd name="connsiteX44" fmla="*/ 211741 w 1773509"/>
                <a:gd name="connsiteY44" fmla="*/ 576238 h 894528"/>
                <a:gd name="connsiteX45" fmla="*/ 173817 w 1773509"/>
                <a:gd name="connsiteY45" fmla="*/ 531993 h 894528"/>
                <a:gd name="connsiteX46" fmla="*/ 131678 w 1773509"/>
                <a:gd name="connsiteY46" fmla="*/ 475106 h 894528"/>
                <a:gd name="connsiteX47" fmla="*/ 106396 w 1773509"/>
                <a:gd name="connsiteY47" fmla="*/ 426648 h 894528"/>
                <a:gd name="connsiteX48" fmla="*/ 76899 w 1773509"/>
                <a:gd name="connsiteY48" fmla="*/ 371868 h 894528"/>
                <a:gd name="connsiteX49" fmla="*/ 45295 w 1773509"/>
                <a:gd name="connsiteY49" fmla="*/ 306554 h 894528"/>
                <a:gd name="connsiteX50" fmla="*/ 24226 w 1773509"/>
                <a:gd name="connsiteY50" fmla="*/ 222277 h 894528"/>
                <a:gd name="connsiteX51" fmla="*/ 7371 w 1773509"/>
                <a:gd name="connsiteY51" fmla="*/ 129573 h 894528"/>
                <a:gd name="connsiteX52" fmla="*/ 0 w 1773509"/>
                <a:gd name="connsiteY52" fmla="*/ 0 h 894528"/>
                <a:gd name="connsiteX0" fmla="*/ 0 w 1773509"/>
                <a:gd name="connsiteY0" fmla="*/ 0 h 894528"/>
                <a:gd name="connsiteX1" fmla="*/ 14596 w 1773509"/>
                <a:gd name="connsiteY1" fmla="*/ 91497 h 894528"/>
                <a:gd name="connsiteX2" fmla="*/ 34760 w 1773509"/>
                <a:gd name="connsiteY2" fmla="*/ 138001 h 894528"/>
                <a:gd name="connsiteX3" fmla="*/ 72685 w 1773509"/>
                <a:gd name="connsiteY3" fmla="*/ 184353 h 894528"/>
                <a:gd name="connsiteX4" fmla="*/ 123251 w 1773509"/>
                <a:gd name="connsiteY4" fmla="*/ 237025 h 894528"/>
                <a:gd name="connsiteX5" fmla="*/ 178031 w 1773509"/>
                <a:gd name="connsiteY5" fmla="*/ 272843 h 894528"/>
                <a:gd name="connsiteX6" fmla="*/ 230703 w 1773509"/>
                <a:gd name="connsiteY6" fmla="*/ 302340 h 894528"/>
                <a:gd name="connsiteX7" fmla="*/ 331835 w 1773509"/>
                <a:gd name="connsiteY7" fmla="*/ 340264 h 894528"/>
                <a:gd name="connsiteX8" fmla="*/ 494067 w 1773509"/>
                <a:gd name="connsiteY8" fmla="*/ 392937 h 894528"/>
                <a:gd name="connsiteX9" fmla="*/ 643658 w 1773509"/>
                <a:gd name="connsiteY9" fmla="*/ 420327 h 894528"/>
                <a:gd name="connsiteX10" fmla="*/ 837494 w 1773509"/>
                <a:gd name="connsiteY10" fmla="*/ 434623 h 894528"/>
                <a:gd name="connsiteX11" fmla="*/ 963909 w 1773509"/>
                <a:gd name="connsiteY11" fmla="*/ 437182 h 894528"/>
                <a:gd name="connsiteX12" fmla="*/ 1140890 w 1773509"/>
                <a:gd name="connsiteY12" fmla="*/ 426648 h 894528"/>
                <a:gd name="connsiteX13" fmla="*/ 1257373 w 1773509"/>
                <a:gd name="connsiteY13" fmla="*/ 405427 h 894528"/>
                <a:gd name="connsiteX14" fmla="*/ 1299511 w 1773509"/>
                <a:gd name="connsiteY14" fmla="*/ 395346 h 894528"/>
                <a:gd name="connsiteX15" fmla="*/ 1408467 w 1773509"/>
                <a:gd name="connsiteY15" fmla="*/ 357119 h 894528"/>
                <a:gd name="connsiteX16" fmla="*/ 1513813 w 1773509"/>
                <a:gd name="connsiteY16" fmla="*/ 314981 h 894528"/>
                <a:gd name="connsiteX17" fmla="*/ 1612838 w 1773509"/>
                <a:gd name="connsiteY17" fmla="*/ 255988 h 894528"/>
                <a:gd name="connsiteX18" fmla="*/ 1673938 w 1773509"/>
                <a:gd name="connsiteY18" fmla="*/ 203315 h 894528"/>
                <a:gd name="connsiteX19" fmla="*/ 1745573 w 1773509"/>
                <a:gd name="connsiteY19" fmla="*/ 116931 h 894528"/>
                <a:gd name="connsiteX20" fmla="*/ 1773509 w 1773509"/>
                <a:gd name="connsiteY20" fmla="*/ 34562 h 894528"/>
                <a:gd name="connsiteX21" fmla="*/ 1765888 w 1773509"/>
                <a:gd name="connsiteY21" fmla="*/ 123252 h 894528"/>
                <a:gd name="connsiteX22" fmla="*/ 1752804 w 1773509"/>
                <a:gd name="connsiteY22" fmla="*/ 231152 h 894528"/>
                <a:gd name="connsiteX23" fmla="*/ 1720290 w 1773509"/>
                <a:gd name="connsiteY23" fmla="*/ 350799 h 894528"/>
                <a:gd name="connsiteX24" fmla="*/ 1665511 w 1773509"/>
                <a:gd name="connsiteY24" fmla="*/ 449824 h 894528"/>
                <a:gd name="connsiteX25" fmla="*/ 1595983 w 1773509"/>
                <a:gd name="connsiteY25" fmla="*/ 538314 h 894528"/>
                <a:gd name="connsiteX26" fmla="*/ 1560165 w 1773509"/>
                <a:gd name="connsiteY26" fmla="*/ 588880 h 894528"/>
                <a:gd name="connsiteX27" fmla="*/ 1486423 w 1773509"/>
                <a:gd name="connsiteY27" fmla="*/ 658408 h 894528"/>
                <a:gd name="connsiteX28" fmla="*/ 1429537 w 1773509"/>
                <a:gd name="connsiteY28" fmla="*/ 708974 h 894528"/>
                <a:gd name="connsiteX29" fmla="*/ 1349474 w 1773509"/>
                <a:gd name="connsiteY29" fmla="*/ 759540 h 894528"/>
                <a:gd name="connsiteX30" fmla="*/ 1258877 w 1773509"/>
                <a:gd name="connsiteY30" fmla="*/ 807999 h 894528"/>
                <a:gd name="connsiteX31" fmla="*/ 1191455 w 1773509"/>
                <a:gd name="connsiteY31" fmla="*/ 833282 h 894528"/>
                <a:gd name="connsiteX32" fmla="*/ 1113395 w 1773509"/>
                <a:gd name="connsiteY32" fmla="*/ 870738 h 894528"/>
                <a:gd name="connsiteX33" fmla="*/ 1028754 w 1773509"/>
                <a:gd name="connsiteY33" fmla="*/ 889804 h 894528"/>
                <a:gd name="connsiteX34" fmla="*/ 928341 w 1773509"/>
                <a:gd name="connsiteY34" fmla="*/ 894528 h 894528"/>
                <a:gd name="connsiteX35" fmla="*/ 849986 w 1773509"/>
                <a:gd name="connsiteY35" fmla="*/ 890923 h 894528"/>
                <a:gd name="connsiteX36" fmla="*/ 751111 w 1773509"/>
                <a:gd name="connsiteY36" fmla="*/ 877527 h 894528"/>
                <a:gd name="connsiteX37" fmla="*/ 637337 w 1773509"/>
                <a:gd name="connsiteY37" fmla="*/ 850137 h 894528"/>
                <a:gd name="connsiteX38" fmla="*/ 540419 w 1773509"/>
                <a:gd name="connsiteY38" fmla="*/ 814319 h 894528"/>
                <a:gd name="connsiteX39" fmla="*/ 468784 w 1773509"/>
                <a:gd name="connsiteY39" fmla="*/ 782716 h 894528"/>
                <a:gd name="connsiteX40" fmla="*/ 386615 w 1773509"/>
                <a:gd name="connsiteY40" fmla="*/ 730043 h 894528"/>
                <a:gd name="connsiteX41" fmla="*/ 327621 w 1773509"/>
                <a:gd name="connsiteY41" fmla="*/ 685798 h 894528"/>
                <a:gd name="connsiteX42" fmla="*/ 279162 w 1773509"/>
                <a:gd name="connsiteY42" fmla="*/ 649980 h 894528"/>
                <a:gd name="connsiteX43" fmla="*/ 245452 w 1773509"/>
                <a:gd name="connsiteY43" fmla="*/ 614163 h 894528"/>
                <a:gd name="connsiteX44" fmla="*/ 211741 w 1773509"/>
                <a:gd name="connsiteY44" fmla="*/ 576238 h 894528"/>
                <a:gd name="connsiteX45" fmla="*/ 173817 w 1773509"/>
                <a:gd name="connsiteY45" fmla="*/ 531993 h 894528"/>
                <a:gd name="connsiteX46" fmla="*/ 131678 w 1773509"/>
                <a:gd name="connsiteY46" fmla="*/ 475106 h 894528"/>
                <a:gd name="connsiteX47" fmla="*/ 106396 w 1773509"/>
                <a:gd name="connsiteY47" fmla="*/ 426648 h 894528"/>
                <a:gd name="connsiteX48" fmla="*/ 76899 w 1773509"/>
                <a:gd name="connsiteY48" fmla="*/ 371868 h 894528"/>
                <a:gd name="connsiteX49" fmla="*/ 45295 w 1773509"/>
                <a:gd name="connsiteY49" fmla="*/ 306554 h 894528"/>
                <a:gd name="connsiteX50" fmla="*/ 24226 w 1773509"/>
                <a:gd name="connsiteY50" fmla="*/ 222277 h 894528"/>
                <a:gd name="connsiteX51" fmla="*/ 7371 w 1773509"/>
                <a:gd name="connsiteY51" fmla="*/ 129573 h 894528"/>
                <a:gd name="connsiteX52" fmla="*/ 0 w 1773509"/>
                <a:gd name="connsiteY52" fmla="*/ 0 h 894528"/>
                <a:gd name="connsiteX0" fmla="*/ 0 w 1773509"/>
                <a:gd name="connsiteY0" fmla="*/ 0 h 894528"/>
                <a:gd name="connsiteX1" fmla="*/ 14596 w 1773509"/>
                <a:gd name="connsiteY1" fmla="*/ 91497 h 894528"/>
                <a:gd name="connsiteX2" fmla="*/ 34760 w 1773509"/>
                <a:gd name="connsiteY2" fmla="*/ 138001 h 894528"/>
                <a:gd name="connsiteX3" fmla="*/ 72685 w 1773509"/>
                <a:gd name="connsiteY3" fmla="*/ 184353 h 894528"/>
                <a:gd name="connsiteX4" fmla="*/ 123251 w 1773509"/>
                <a:gd name="connsiteY4" fmla="*/ 237025 h 894528"/>
                <a:gd name="connsiteX5" fmla="*/ 178031 w 1773509"/>
                <a:gd name="connsiteY5" fmla="*/ 272843 h 894528"/>
                <a:gd name="connsiteX6" fmla="*/ 230703 w 1773509"/>
                <a:gd name="connsiteY6" fmla="*/ 302340 h 894528"/>
                <a:gd name="connsiteX7" fmla="*/ 331835 w 1773509"/>
                <a:gd name="connsiteY7" fmla="*/ 340264 h 894528"/>
                <a:gd name="connsiteX8" fmla="*/ 494067 w 1773509"/>
                <a:gd name="connsiteY8" fmla="*/ 392937 h 894528"/>
                <a:gd name="connsiteX9" fmla="*/ 643658 w 1773509"/>
                <a:gd name="connsiteY9" fmla="*/ 420327 h 894528"/>
                <a:gd name="connsiteX10" fmla="*/ 837494 w 1773509"/>
                <a:gd name="connsiteY10" fmla="*/ 434623 h 894528"/>
                <a:gd name="connsiteX11" fmla="*/ 963909 w 1773509"/>
                <a:gd name="connsiteY11" fmla="*/ 437182 h 894528"/>
                <a:gd name="connsiteX12" fmla="*/ 1140890 w 1773509"/>
                <a:gd name="connsiteY12" fmla="*/ 426648 h 894528"/>
                <a:gd name="connsiteX13" fmla="*/ 1257373 w 1773509"/>
                <a:gd name="connsiteY13" fmla="*/ 405427 h 894528"/>
                <a:gd name="connsiteX14" fmla="*/ 1299511 w 1773509"/>
                <a:gd name="connsiteY14" fmla="*/ 395346 h 894528"/>
                <a:gd name="connsiteX15" fmla="*/ 1408467 w 1773509"/>
                <a:gd name="connsiteY15" fmla="*/ 357119 h 894528"/>
                <a:gd name="connsiteX16" fmla="*/ 1513813 w 1773509"/>
                <a:gd name="connsiteY16" fmla="*/ 314981 h 894528"/>
                <a:gd name="connsiteX17" fmla="*/ 1612838 w 1773509"/>
                <a:gd name="connsiteY17" fmla="*/ 255988 h 894528"/>
                <a:gd name="connsiteX18" fmla="*/ 1673938 w 1773509"/>
                <a:gd name="connsiteY18" fmla="*/ 203315 h 894528"/>
                <a:gd name="connsiteX19" fmla="*/ 1745573 w 1773509"/>
                <a:gd name="connsiteY19" fmla="*/ 116931 h 894528"/>
                <a:gd name="connsiteX20" fmla="*/ 1773509 w 1773509"/>
                <a:gd name="connsiteY20" fmla="*/ 34562 h 894528"/>
                <a:gd name="connsiteX21" fmla="*/ 1765888 w 1773509"/>
                <a:gd name="connsiteY21" fmla="*/ 123252 h 894528"/>
                <a:gd name="connsiteX22" fmla="*/ 1752804 w 1773509"/>
                <a:gd name="connsiteY22" fmla="*/ 231152 h 894528"/>
                <a:gd name="connsiteX23" fmla="*/ 1720290 w 1773509"/>
                <a:gd name="connsiteY23" fmla="*/ 350799 h 894528"/>
                <a:gd name="connsiteX24" fmla="*/ 1665511 w 1773509"/>
                <a:gd name="connsiteY24" fmla="*/ 449824 h 894528"/>
                <a:gd name="connsiteX25" fmla="*/ 1595983 w 1773509"/>
                <a:gd name="connsiteY25" fmla="*/ 538314 h 894528"/>
                <a:gd name="connsiteX26" fmla="*/ 1560165 w 1773509"/>
                <a:gd name="connsiteY26" fmla="*/ 588880 h 894528"/>
                <a:gd name="connsiteX27" fmla="*/ 1486423 w 1773509"/>
                <a:gd name="connsiteY27" fmla="*/ 658408 h 894528"/>
                <a:gd name="connsiteX28" fmla="*/ 1429537 w 1773509"/>
                <a:gd name="connsiteY28" fmla="*/ 708974 h 894528"/>
                <a:gd name="connsiteX29" fmla="*/ 1349474 w 1773509"/>
                <a:gd name="connsiteY29" fmla="*/ 759540 h 894528"/>
                <a:gd name="connsiteX30" fmla="*/ 1258877 w 1773509"/>
                <a:gd name="connsiteY30" fmla="*/ 807999 h 894528"/>
                <a:gd name="connsiteX31" fmla="*/ 1191455 w 1773509"/>
                <a:gd name="connsiteY31" fmla="*/ 833282 h 894528"/>
                <a:gd name="connsiteX32" fmla="*/ 1113395 w 1773509"/>
                <a:gd name="connsiteY32" fmla="*/ 868683 h 894528"/>
                <a:gd name="connsiteX33" fmla="*/ 1028754 w 1773509"/>
                <a:gd name="connsiteY33" fmla="*/ 889804 h 894528"/>
                <a:gd name="connsiteX34" fmla="*/ 928341 w 1773509"/>
                <a:gd name="connsiteY34" fmla="*/ 894528 h 894528"/>
                <a:gd name="connsiteX35" fmla="*/ 849986 w 1773509"/>
                <a:gd name="connsiteY35" fmla="*/ 890923 h 894528"/>
                <a:gd name="connsiteX36" fmla="*/ 751111 w 1773509"/>
                <a:gd name="connsiteY36" fmla="*/ 877527 h 894528"/>
                <a:gd name="connsiteX37" fmla="*/ 637337 w 1773509"/>
                <a:gd name="connsiteY37" fmla="*/ 850137 h 894528"/>
                <a:gd name="connsiteX38" fmla="*/ 540419 w 1773509"/>
                <a:gd name="connsiteY38" fmla="*/ 814319 h 894528"/>
                <a:gd name="connsiteX39" fmla="*/ 468784 w 1773509"/>
                <a:gd name="connsiteY39" fmla="*/ 782716 h 894528"/>
                <a:gd name="connsiteX40" fmla="*/ 386615 w 1773509"/>
                <a:gd name="connsiteY40" fmla="*/ 730043 h 894528"/>
                <a:gd name="connsiteX41" fmla="*/ 327621 w 1773509"/>
                <a:gd name="connsiteY41" fmla="*/ 685798 h 894528"/>
                <a:gd name="connsiteX42" fmla="*/ 279162 w 1773509"/>
                <a:gd name="connsiteY42" fmla="*/ 649980 h 894528"/>
                <a:gd name="connsiteX43" fmla="*/ 245452 w 1773509"/>
                <a:gd name="connsiteY43" fmla="*/ 614163 h 894528"/>
                <a:gd name="connsiteX44" fmla="*/ 211741 w 1773509"/>
                <a:gd name="connsiteY44" fmla="*/ 576238 h 894528"/>
                <a:gd name="connsiteX45" fmla="*/ 173817 w 1773509"/>
                <a:gd name="connsiteY45" fmla="*/ 531993 h 894528"/>
                <a:gd name="connsiteX46" fmla="*/ 131678 w 1773509"/>
                <a:gd name="connsiteY46" fmla="*/ 475106 h 894528"/>
                <a:gd name="connsiteX47" fmla="*/ 106396 w 1773509"/>
                <a:gd name="connsiteY47" fmla="*/ 426648 h 894528"/>
                <a:gd name="connsiteX48" fmla="*/ 76899 w 1773509"/>
                <a:gd name="connsiteY48" fmla="*/ 371868 h 894528"/>
                <a:gd name="connsiteX49" fmla="*/ 45295 w 1773509"/>
                <a:gd name="connsiteY49" fmla="*/ 306554 h 894528"/>
                <a:gd name="connsiteX50" fmla="*/ 24226 w 1773509"/>
                <a:gd name="connsiteY50" fmla="*/ 222277 h 894528"/>
                <a:gd name="connsiteX51" fmla="*/ 7371 w 1773509"/>
                <a:gd name="connsiteY51" fmla="*/ 129573 h 894528"/>
                <a:gd name="connsiteX52" fmla="*/ 0 w 1773509"/>
                <a:gd name="connsiteY52" fmla="*/ 0 h 894528"/>
                <a:gd name="connsiteX0" fmla="*/ 0 w 1773509"/>
                <a:gd name="connsiteY0" fmla="*/ 0 h 894528"/>
                <a:gd name="connsiteX1" fmla="*/ 14596 w 1773509"/>
                <a:gd name="connsiteY1" fmla="*/ 91497 h 894528"/>
                <a:gd name="connsiteX2" fmla="*/ 34760 w 1773509"/>
                <a:gd name="connsiteY2" fmla="*/ 138001 h 894528"/>
                <a:gd name="connsiteX3" fmla="*/ 72685 w 1773509"/>
                <a:gd name="connsiteY3" fmla="*/ 184353 h 894528"/>
                <a:gd name="connsiteX4" fmla="*/ 123251 w 1773509"/>
                <a:gd name="connsiteY4" fmla="*/ 237025 h 894528"/>
                <a:gd name="connsiteX5" fmla="*/ 178031 w 1773509"/>
                <a:gd name="connsiteY5" fmla="*/ 272843 h 894528"/>
                <a:gd name="connsiteX6" fmla="*/ 230703 w 1773509"/>
                <a:gd name="connsiteY6" fmla="*/ 302340 h 894528"/>
                <a:gd name="connsiteX7" fmla="*/ 331835 w 1773509"/>
                <a:gd name="connsiteY7" fmla="*/ 340264 h 894528"/>
                <a:gd name="connsiteX8" fmla="*/ 494067 w 1773509"/>
                <a:gd name="connsiteY8" fmla="*/ 392937 h 894528"/>
                <a:gd name="connsiteX9" fmla="*/ 643658 w 1773509"/>
                <a:gd name="connsiteY9" fmla="*/ 420327 h 894528"/>
                <a:gd name="connsiteX10" fmla="*/ 837494 w 1773509"/>
                <a:gd name="connsiteY10" fmla="*/ 434623 h 894528"/>
                <a:gd name="connsiteX11" fmla="*/ 963909 w 1773509"/>
                <a:gd name="connsiteY11" fmla="*/ 437182 h 894528"/>
                <a:gd name="connsiteX12" fmla="*/ 1140890 w 1773509"/>
                <a:gd name="connsiteY12" fmla="*/ 426648 h 894528"/>
                <a:gd name="connsiteX13" fmla="*/ 1257373 w 1773509"/>
                <a:gd name="connsiteY13" fmla="*/ 405427 h 894528"/>
                <a:gd name="connsiteX14" fmla="*/ 1299511 w 1773509"/>
                <a:gd name="connsiteY14" fmla="*/ 395346 h 894528"/>
                <a:gd name="connsiteX15" fmla="*/ 1408467 w 1773509"/>
                <a:gd name="connsiteY15" fmla="*/ 357119 h 894528"/>
                <a:gd name="connsiteX16" fmla="*/ 1513813 w 1773509"/>
                <a:gd name="connsiteY16" fmla="*/ 314981 h 894528"/>
                <a:gd name="connsiteX17" fmla="*/ 1612838 w 1773509"/>
                <a:gd name="connsiteY17" fmla="*/ 255988 h 894528"/>
                <a:gd name="connsiteX18" fmla="*/ 1673938 w 1773509"/>
                <a:gd name="connsiteY18" fmla="*/ 203315 h 894528"/>
                <a:gd name="connsiteX19" fmla="*/ 1745573 w 1773509"/>
                <a:gd name="connsiteY19" fmla="*/ 116931 h 894528"/>
                <a:gd name="connsiteX20" fmla="*/ 1773509 w 1773509"/>
                <a:gd name="connsiteY20" fmla="*/ 34562 h 894528"/>
                <a:gd name="connsiteX21" fmla="*/ 1765888 w 1773509"/>
                <a:gd name="connsiteY21" fmla="*/ 123252 h 894528"/>
                <a:gd name="connsiteX22" fmla="*/ 1752804 w 1773509"/>
                <a:gd name="connsiteY22" fmla="*/ 231152 h 894528"/>
                <a:gd name="connsiteX23" fmla="*/ 1720290 w 1773509"/>
                <a:gd name="connsiteY23" fmla="*/ 350799 h 894528"/>
                <a:gd name="connsiteX24" fmla="*/ 1665511 w 1773509"/>
                <a:gd name="connsiteY24" fmla="*/ 449824 h 894528"/>
                <a:gd name="connsiteX25" fmla="*/ 1595983 w 1773509"/>
                <a:gd name="connsiteY25" fmla="*/ 538314 h 894528"/>
                <a:gd name="connsiteX26" fmla="*/ 1560165 w 1773509"/>
                <a:gd name="connsiteY26" fmla="*/ 588880 h 894528"/>
                <a:gd name="connsiteX27" fmla="*/ 1486423 w 1773509"/>
                <a:gd name="connsiteY27" fmla="*/ 658408 h 894528"/>
                <a:gd name="connsiteX28" fmla="*/ 1429537 w 1773509"/>
                <a:gd name="connsiteY28" fmla="*/ 708974 h 894528"/>
                <a:gd name="connsiteX29" fmla="*/ 1349474 w 1773509"/>
                <a:gd name="connsiteY29" fmla="*/ 759540 h 894528"/>
                <a:gd name="connsiteX30" fmla="*/ 1258877 w 1773509"/>
                <a:gd name="connsiteY30" fmla="*/ 807999 h 894528"/>
                <a:gd name="connsiteX31" fmla="*/ 1191455 w 1773509"/>
                <a:gd name="connsiteY31" fmla="*/ 841502 h 894528"/>
                <a:gd name="connsiteX32" fmla="*/ 1113395 w 1773509"/>
                <a:gd name="connsiteY32" fmla="*/ 868683 h 894528"/>
                <a:gd name="connsiteX33" fmla="*/ 1028754 w 1773509"/>
                <a:gd name="connsiteY33" fmla="*/ 889804 h 894528"/>
                <a:gd name="connsiteX34" fmla="*/ 928341 w 1773509"/>
                <a:gd name="connsiteY34" fmla="*/ 894528 h 894528"/>
                <a:gd name="connsiteX35" fmla="*/ 849986 w 1773509"/>
                <a:gd name="connsiteY35" fmla="*/ 890923 h 894528"/>
                <a:gd name="connsiteX36" fmla="*/ 751111 w 1773509"/>
                <a:gd name="connsiteY36" fmla="*/ 877527 h 894528"/>
                <a:gd name="connsiteX37" fmla="*/ 637337 w 1773509"/>
                <a:gd name="connsiteY37" fmla="*/ 850137 h 894528"/>
                <a:gd name="connsiteX38" fmla="*/ 540419 w 1773509"/>
                <a:gd name="connsiteY38" fmla="*/ 814319 h 894528"/>
                <a:gd name="connsiteX39" fmla="*/ 468784 w 1773509"/>
                <a:gd name="connsiteY39" fmla="*/ 782716 h 894528"/>
                <a:gd name="connsiteX40" fmla="*/ 386615 w 1773509"/>
                <a:gd name="connsiteY40" fmla="*/ 730043 h 894528"/>
                <a:gd name="connsiteX41" fmla="*/ 327621 w 1773509"/>
                <a:gd name="connsiteY41" fmla="*/ 685798 h 894528"/>
                <a:gd name="connsiteX42" fmla="*/ 279162 w 1773509"/>
                <a:gd name="connsiteY42" fmla="*/ 649980 h 894528"/>
                <a:gd name="connsiteX43" fmla="*/ 245452 w 1773509"/>
                <a:gd name="connsiteY43" fmla="*/ 614163 h 894528"/>
                <a:gd name="connsiteX44" fmla="*/ 211741 w 1773509"/>
                <a:gd name="connsiteY44" fmla="*/ 576238 h 894528"/>
                <a:gd name="connsiteX45" fmla="*/ 173817 w 1773509"/>
                <a:gd name="connsiteY45" fmla="*/ 531993 h 894528"/>
                <a:gd name="connsiteX46" fmla="*/ 131678 w 1773509"/>
                <a:gd name="connsiteY46" fmla="*/ 475106 h 894528"/>
                <a:gd name="connsiteX47" fmla="*/ 106396 w 1773509"/>
                <a:gd name="connsiteY47" fmla="*/ 426648 h 894528"/>
                <a:gd name="connsiteX48" fmla="*/ 76899 w 1773509"/>
                <a:gd name="connsiteY48" fmla="*/ 371868 h 894528"/>
                <a:gd name="connsiteX49" fmla="*/ 45295 w 1773509"/>
                <a:gd name="connsiteY49" fmla="*/ 306554 h 894528"/>
                <a:gd name="connsiteX50" fmla="*/ 24226 w 1773509"/>
                <a:gd name="connsiteY50" fmla="*/ 222277 h 894528"/>
                <a:gd name="connsiteX51" fmla="*/ 7371 w 1773509"/>
                <a:gd name="connsiteY51" fmla="*/ 129573 h 894528"/>
                <a:gd name="connsiteX52" fmla="*/ 0 w 1773509"/>
                <a:gd name="connsiteY52" fmla="*/ 0 h 894528"/>
                <a:gd name="connsiteX0" fmla="*/ 0 w 1773509"/>
                <a:gd name="connsiteY0" fmla="*/ 0 h 891750"/>
                <a:gd name="connsiteX1" fmla="*/ 14596 w 1773509"/>
                <a:gd name="connsiteY1" fmla="*/ 91497 h 891750"/>
                <a:gd name="connsiteX2" fmla="*/ 34760 w 1773509"/>
                <a:gd name="connsiteY2" fmla="*/ 138001 h 891750"/>
                <a:gd name="connsiteX3" fmla="*/ 72685 w 1773509"/>
                <a:gd name="connsiteY3" fmla="*/ 184353 h 891750"/>
                <a:gd name="connsiteX4" fmla="*/ 123251 w 1773509"/>
                <a:gd name="connsiteY4" fmla="*/ 237025 h 891750"/>
                <a:gd name="connsiteX5" fmla="*/ 178031 w 1773509"/>
                <a:gd name="connsiteY5" fmla="*/ 272843 h 891750"/>
                <a:gd name="connsiteX6" fmla="*/ 230703 w 1773509"/>
                <a:gd name="connsiteY6" fmla="*/ 302340 h 891750"/>
                <a:gd name="connsiteX7" fmla="*/ 331835 w 1773509"/>
                <a:gd name="connsiteY7" fmla="*/ 340264 h 891750"/>
                <a:gd name="connsiteX8" fmla="*/ 494067 w 1773509"/>
                <a:gd name="connsiteY8" fmla="*/ 392937 h 891750"/>
                <a:gd name="connsiteX9" fmla="*/ 643658 w 1773509"/>
                <a:gd name="connsiteY9" fmla="*/ 420327 h 891750"/>
                <a:gd name="connsiteX10" fmla="*/ 837494 w 1773509"/>
                <a:gd name="connsiteY10" fmla="*/ 434623 h 891750"/>
                <a:gd name="connsiteX11" fmla="*/ 963909 w 1773509"/>
                <a:gd name="connsiteY11" fmla="*/ 437182 h 891750"/>
                <a:gd name="connsiteX12" fmla="*/ 1140890 w 1773509"/>
                <a:gd name="connsiteY12" fmla="*/ 426648 h 891750"/>
                <a:gd name="connsiteX13" fmla="*/ 1257373 w 1773509"/>
                <a:gd name="connsiteY13" fmla="*/ 405427 h 891750"/>
                <a:gd name="connsiteX14" fmla="*/ 1299511 w 1773509"/>
                <a:gd name="connsiteY14" fmla="*/ 395346 h 891750"/>
                <a:gd name="connsiteX15" fmla="*/ 1408467 w 1773509"/>
                <a:gd name="connsiteY15" fmla="*/ 357119 h 891750"/>
                <a:gd name="connsiteX16" fmla="*/ 1513813 w 1773509"/>
                <a:gd name="connsiteY16" fmla="*/ 314981 h 891750"/>
                <a:gd name="connsiteX17" fmla="*/ 1612838 w 1773509"/>
                <a:gd name="connsiteY17" fmla="*/ 255988 h 891750"/>
                <a:gd name="connsiteX18" fmla="*/ 1673938 w 1773509"/>
                <a:gd name="connsiteY18" fmla="*/ 203315 h 891750"/>
                <a:gd name="connsiteX19" fmla="*/ 1745573 w 1773509"/>
                <a:gd name="connsiteY19" fmla="*/ 116931 h 891750"/>
                <a:gd name="connsiteX20" fmla="*/ 1773509 w 1773509"/>
                <a:gd name="connsiteY20" fmla="*/ 34562 h 891750"/>
                <a:gd name="connsiteX21" fmla="*/ 1765888 w 1773509"/>
                <a:gd name="connsiteY21" fmla="*/ 123252 h 891750"/>
                <a:gd name="connsiteX22" fmla="*/ 1752804 w 1773509"/>
                <a:gd name="connsiteY22" fmla="*/ 231152 h 891750"/>
                <a:gd name="connsiteX23" fmla="*/ 1720290 w 1773509"/>
                <a:gd name="connsiteY23" fmla="*/ 350799 h 891750"/>
                <a:gd name="connsiteX24" fmla="*/ 1665511 w 1773509"/>
                <a:gd name="connsiteY24" fmla="*/ 449824 h 891750"/>
                <a:gd name="connsiteX25" fmla="*/ 1595983 w 1773509"/>
                <a:gd name="connsiteY25" fmla="*/ 538314 h 891750"/>
                <a:gd name="connsiteX26" fmla="*/ 1560165 w 1773509"/>
                <a:gd name="connsiteY26" fmla="*/ 588880 h 891750"/>
                <a:gd name="connsiteX27" fmla="*/ 1486423 w 1773509"/>
                <a:gd name="connsiteY27" fmla="*/ 658408 h 891750"/>
                <a:gd name="connsiteX28" fmla="*/ 1429537 w 1773509"/>
                <a:gd name="connsiteY28" fmla="*/ 708974 h 891750"/>
                <a:gd name="connsiteX29" fmla="*/ 1349474 w 1773509"/>
                <a:gd name="connsiteY29" fmla="*/ 759540 h 891750"/>
                <a:gd name="connsiteX30" fmla="*/ 1258877 w 1773509"/>
                <a:gd name="connsiteY30" fmla="*/ 807999 h 891750"/>
                <a:gd name="connsiteX31" fmla="*/ 1191455 w 1773509"/>
                <a:gd name="connsiteY31" fmla="*/ 841502 h 891750"/>
                <a:gd name="connsiteX32" fmla="*/ 1113395 w 1773509"/>
                <a:gd name="connsiteY32" fmla="*/ 868683 h 891750"/>
                <a:gd name="connsiteX33" fmla="*/ 1028754 w 1773509"/>
                <a:gd name="connsiteY33" fmla="*/ 889804 h 891750"/>
                <a:gd name="connsiteX34" fmla="*/ 928341 w 1773509"/>
                <a:gd name="connsiteY34" fmla="*/ 888813 h 891750"/>
                <a:gd name="connsiteX35" fmla="*/ 849986 w 1773509"/>
                <a:gd name="connsiteY35" fmla="*/ 890923 h 891750"/>
                <a:gd name="connsiteX36" fmla="*/ 751111 w 1773509"/>
                <a:gd name="connsiteY36" fmla="*/ 877527 h 891750"/>
                <a:gd name="connsiteX37" fmla="*/ 637337 w 1773509"/>
                <a:gd name="connsiteY37" fmla="*/ 850137 h 891750"/>
                <a:gd name="connsiteX38" fmla="*/ 540419 w 1773509"/>
                <a:gd name="connsiteY38" fmla="*/ 814319 h 891750"/>
                <a:gd name="connsiteX39" fmla="*/ 468784 w 1773509"/>
                <a:gd name="connsiteY39" fmla="*/ 782716 h 891750"/>
                <a:gd name="connsiteX40" fmla="*/ 386615 w 1773509"/>
                <a:gd name="connsiteY40" fmla="*/ 730043 h 891750"/>
                <a:gd name="connsiteX41" fmla="*/ 327621 w 1773509"/>
                <a:gd name="connsiteY41" fmla="*/ 685798 h 891750"/>
                <a:gd name="connsiteX42" fmla="*/ 279162 w 1773509"/>
                <a:gd name="connsiteY42" fmla="*/ 649980 h 891750"/>
                <a:gd name="connsiteX43" fmla="*/ 245452 w 1773509"/>
                <a:gd name="connsiteY43" fmla="*/ 614163 h 891750"/>
                <a:gd name="connsiteX44" fmla="*/ 211741 w 1773509"/>
                <a:gd name="connsiteY44" fmla="*/ 576238 h 891750"/>
                <a:gd name="connsiteX45" fmla="*/ 173817 w 1773509"/>
                <a:gd name="connsiteY45" fmla="*/ 531993 h 891750"/>
                <a:gd name="connsiteX46" fmla="*/ 131678 w 1773509"/>
                <a:gd name="connsiteY46" fmla="*/ 475106 h 891750"/>
                <a:gd name="connsiteX47" fmla="*/ 106396 w 1773509"/>
                <a:gd name="connsiteY47" fmla="*/ 426648 h 891750"/>
                <a:gd name="connsiteX48" fmla="*/ 76899 w 1773509"/>
                <a:gd name="connsiteY48" fmla="*/ 371868 h 891750"/>
                <a:gd name="connsiteX49" fmla="*/ 45295 w 1773509"/>
                <a:gd name="connsiteY49" fmla="*/ 306554 h 891750"/>
                <a:gd name="connsiteX50" fmla="*/ 24226 w 1773509"/>
                <a:gd name="connsiteY50" fmla="*/ 222277 h 891750"/>
                <a:gd name="connsiteX51" fmla="*/ 7371 w 1773509"/>
                <a:gd name="connsiteY51" fmla="*/ 129573 h 891750"/>
                <a:gd name="connsiteX52" fmla="*/ 0 w 1773509"/>
                <a:gd name="connsiteY52" fmla="*/ 0 h 891750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41502 h 890923"/>
                <a:gd name="connsiteX32" fmla="*/ 1113395 w 1773509"/>
                <a:gd name="connsiteY32" fmla="*/ 868683 h 890923"/>
                <a:gd name="connsiteX33" fmla="*/ 1028754 w 1773509"/>
                <a:gd name="connsiteY33" fmla="*/ 880279 h 890923"/>
                <a:gd name="connsiteX34" fmla="*/ 928341 w 1773509"/>
                <a:gd name="connsiteY34" fmla="*/ 888813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41502 h 890923"/>
                <a:gd name="connsiteX32" fmla="*/ 1113395 w 1773509"/>
                <a:gd name="connsiteY32" fmla="*/ 868683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41502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882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79832 w 1773509"/>
                <a:gd name="connsiteY30" fmla="*/ 796569 h 890923"/>
                <a:gd name="connsiteX31" fmla="*/ 1191455 w 1773509"/>
                <a:gd name="connsiteY31" fmla="*/ 833882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79832 w 1773509"/>
                <a:gd name="connsiteY30" fmla="*/ 796569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81737 w 1773509"/>
                <a:gd name="connsiteY30" fmla="*/ 802284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53284 w 1773509"/>
                <a:gd name="connsiteY29" fmla="*/ 770970 h 890923"/>
                <a:gd name="connsiteX30" fmla="*/ 1281737 w 1773509"/>
                <a:gd name="connsiteY30" fmla="*/ 802284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35252 w 1773509"/>
                <a:gd name="connsiteY28" fmla="*/ 718499 h 890923"/>
                <a:gd name="connsiteX29" fmla="*/ 1353284 w 1773509"/>
                <a:gd name="connsiteY29" fmla="*/ 770970 h 890923"/>
                <a:gd name="connsiteX30" fmla="*/ 1281737 w 1773509"/>
                <a:gd name="connsiteY30" fmla="*/ 802284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94043 w 1773509"/>
                <a:gd name="connsiteY27" fmla="*/ 662218 h 890923"/>
                <a:gd name="connsiteX28" fmla="*/ 1435252 w 1773509"/>
                <a:gd name="connsiteY28" fmla="*/ 718499 h 890923"/>
                <a:gd name="connsiteX29" fmla="*/ 1353284 w 1773509"/>
                <a:gd name="connsiteY29" fmla="*/ 770970 h 890923"/>
                <a:gd name="connsiteX30" fmla="*/ 1281737 w 1773509"/>
                <a:gd name="connsiteY30" fmla="*/ 802284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501663 w 1773509"/>
                <a:gd name="connsiteY27" fmla="*/ 666028 h 890923"/>
                <a:gd name="connsiteX28" fmla="*/ 1435252 w 1773509"/>
                <a:gd name="connsiteY28" fmla="*/ 718499 h 890923"/>
                <a:gd name="connsiteX29" fmla="*/ 1353284 w 1773509"/>
                <a:gd name="connsiteY29" fmla="*/ 770970 h 890923"/>
                <a:gd name="connsiteX30" fmla="*/ 1281737 w 1773509"/>
                <a:gd name="connsiteY30" fmla="*/ 802284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9690 w 1773509"/>
                <a:gd name="connsiteY26" fmla="*/ 598405 h 890923"/>
                <a:gd name="connsiteX27" fmla="*/ 1501663 w 1773509"/>
                <a:gd name="connsiteY27" fmla="*/ 666028 h 890923"/>
                <a:gd name="connsiteX28" fmla="*/ 1435252 w 1773509"/>
                <a:gd name="connsiteY28" fmla="*/ 718499 h 890923"/>
                <a:gd name="connsiteX29" fmla="*/ 1353284 w 1773509"/>
                <a:gd name="connsiteY29" fmla="*/ 770970 h 890923"/>
                <a:gd name="connsiteX30" fmla="*/ 1281737 w 1773509"/>
                <a:gd name="connsiteY30" fmla="*/ 802284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616938 w 1773509"/>
                <a:gd name="connsiteY25" fmla="*/ 544029 h 890923"/>
                <a:gd name="connsiteX26" fmla="*/ 1569690 w 1773509"/>
                <a:gd name="connsiteY26" fmla="*/ 598405 h 890923"/>
                <a:gd name="connsiteX27" fmla="*/ 1501663 w 1773509"/>
                <a:gd name="connsiteY27" fmla="*/ 666028 h 890923"/>
                <a:gd name="connsiteX28" fmla="*/ 1435252 w 1773509"/>
                <a:gd name="connsiteY28" fmla="*/ 718499 h 890923"/>
                <a:gd name="connsiteX29" fmla="*/ 1353284 w 1773509"/>
                <a:gd name="connsiteY29" fmla="*/ 770970 h 890923"/>
                <a:gd name="connsiteX30" fmla="*/ 1281737 w 1773509"/>
                <a:gd name="connsiteY30" fmla="*/ 802284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632178 w 1773509"/>
                <a:gd name="connsiteY25" fmla="*/ 532599 h 890923"/>
                <a:gd name="connsiteX26" fmla="*/ 1569690 w 1773509"/>
                <a:gd name="connsiteY26" fmla="*/ 598405 h 890923"/>
                <a:gd name="connsiteX27" fmla="*/ 1501663 w 1773509"/>
                <a:gd name="connsiteY27" fmla="*/ 666028 h 890923"/>
                <a:gd name="connsiteX28" fmla="*/ 1435252 w 1773509"/>
                <a:gd name="connsiteY28" fmla="*/ 718499 h 890923"/>
                <a:gd name="connsiteX29" fmla="*/ 1353284 w 1773509"/>
                <a:gd name="connsiteY29" fmla="*/ 770970 h 890923"/>
                <a:gd name="connsiteX30" fmla="*/ 1281737 w 1773509"/>
                <a:gd name="connsiteY30" fmla="*/ 802284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632178 w 1773509"/>
                <a:gd name="connsiteY25" fmla="*/ 530694 h 890923"/>
                <a:gd name="connsiteX26" fmla="*/ 1569690 w 1773509"/>
                <a:gd name="connsiteY26" fmla="*/ 598405 h 890923"/>
                <a:gd name="connsiteX27" fmla="*/ 1501663 w 1773509"/>
                <a:gd name="connsiteY27" fmla="*/ 666028 h 890923"/>
                <a:gd name="connsiteX28" fmla="*/ 1435252 w 1773509"/>
                <a:gd name="connsiteY28" fmla="*/ 718499 h 890923"/>
                <a:gd name="connsiteX29" fmla="*/ 1353284 w 1773509"/>
                <a:gd name="connsiteY29" fmla="*/ 770970 h 890923"/>
                <a:gd name="connsiteX30" fmla="*/ 1281737 w 1773509"/>
                <a:gd name="connsiteY30" fmla="*/ 802284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82656 w 1773509"/>
                <a:gd name="connsiteY24" fmla="*/ 451729 h 890923"/>
                <a:gd name="connsiteX25" fmla="*/ 1632178 w 1773509"/>
                <a:gd name="connsiteY25" fmla="*/ 530694 h 890923"/>
                <a:gd name="connsiteX26" fmla="*/ 1569690 w 1773509"/>
                <a:gd name="connsiteY26" fmla="*/ 598405 h 890923"/>
                <a:gd name="connsiteX27" fmla="*/ 1501663 w 1773509"/>
                <a:gd name="connsiteY27" fmla="*/ 666028 h 890923"/>
                <a:gd name="connsiteX28" fmla="*/ 1435252 w 1773509"/>
                <a:gd name="connsiteY28" fmla="*/ 718499 h 890923"/>
                <a:gd name="connsiteX29" fmla="*/ 1353284 w 1773509"/>
                <a:gd name="connsiteY29" fmla="*/ 770970 h 890923"/>
                <a:gd name="connsiteX30" fmla="*/ 1281737 w 1773509"/>
                <a:gd name="connsiteY30" fmla="*/ 802284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21739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82656 w 1773509"/>
                <a:gd name="connsiteY24" fmla="*/ 451729 h 890923"/>
                <a:gd name="connsiteX25" fmla="*/ 1632178 w 1773509"/>
                <a:gd name="connsiteY25" fmla="*/ 530694 h 890923"/>
                <a:gd name="connsiteX26" fmla="*/ 1569690 w 1773509"/>
                <a:gd name="connsiteY26" fmla="*/ 598405 h 890923"/>
                <a:gd name="connsiteX27" fmla="*/ 1501663 w 1773509"/>
                <a:gd name="connsiteY27" fmla="*/ 666028 h 890923"/>
                <a:gd name="connsiteX28" fmla="*/ 1435252 w 1773509"/>
                <a:gd name="connsiteY28" fmla="*/ 718499 h 890923"/>
                <a:gd name="connsiteX29" fmla="*/ 1353284 w 1773509"/>
                <a:gd name="connsiteY29" fmla="*/ 770970 h 890923"/>
                <a:gd name="connsiteX30" fmla="*/ 1281737 w 1773509"/>
                <a:gd name="connsiteY30" fmla="*/ 802284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66366"/>
                <a:gd name="connsiteY0" fmla="*/ 0 h 890923"/>
                <a:gd name="connsiteX1" fmla="*/ 14596 w 1766366"/>
                <a:gd name="connsiteY1" fmla="*/ 91497 h 890923"/>
                <a:gd name="connsiteX2" fmla="*/ 27617 w 1766366"/>
                <a:gd name="connsiteY2" fmla="*/ 138001 h 890923"/>
                <a:gd name="connsiteX3" fmla="*/ 65542 w 1766366"/>
                <a:gd name="connsiteY3" fmla="*/ 184353 h 890923"/>
                <a:gd name="connsiteX4" fmla="*/ 116108 w 1766366"/>
                <a:gd name="connsiteY4" fmla="*/ 237025 h 890923"/>
                <a:gd name="connsiteX5" fmla="*/ 170888 w 1766366"/>
                <a:gd name="connsiteY5" fmla="*/ 272843 h 890923"/>
                <a:gd name="connsiteX6" fmla="*/ 223560 w 1766366"/>
                <a:gd name="connsiteY6" fmla="*/ 302340 h 890923"/>
                <a:gd name="connsiteX7" fmla="*/ 324692 w 1766366"/>
                <a:gd name="connsiteY7" fmla="*/ 340264 h 890923"/>
                <a:gd name="connsiteX8" fmla="*/ 486924 w 1766366"/>
                <a:gd name="connsiteY8" fmla="*/ 392937 h 890923"/>
                <a:gd name="connsiteX9" fmla="*/ 636515 w 1766366"/>
                <a:gd name="connsiteY9" fmla="*/ 420327 h 890923"/>
                <a:gd name="connsiteX10" fmla="*/ 830351 w 1766366"/>
                <a:gd name="connsiteY10" fmla="*/ 434623 h 890923"/>
                <a:gd name="connsiteX11" fmla="*/ 956766 w 1766366"/>
                <a:gd name="connsiteY11" fmla="*/ 437182 h 890923"/>
                <a:gd name="connsiteX12" fmla="*/ 1133747 w 1766366"/>
                <a:gd name="connsiteY12" fmla="*/ 426648 h 890923"/>
                <a:gd name="connsiteX13" fmla="*/ 1250230 w 1766366"/>
                <a:gd name="connsiteY13" fmla="*/ 405427 h 890923"/>
                <a:gd name="connsiteX14" fmla="*/ 1292368 w 1766366"/>
                <a:gd name="connsiteY14" fmla="*/ 395346 h 890923"/>
                <a:gd name="connsiteX15" fmla="*/ 1401324 w 1766366"/>
                <a:gd name="connsiteY15" fmla="*/ 357119 h 890923"/>
                <a:gd name="connsiteX16" fmla="*/ 1506670 w 1766366"/>
                <a:gd name="connsiteY16" fmla="*/ 314981 h 890923"/>
                <a:gd name="connsiteX17" fmla="*/ 1605695 w 1766366"/>
                <a:gd name="connsiteY17" fmla="*/ 255988 h 890923"/>
                <a:gd name="connsiteX18" fmla="*/ 1666795 w 1766366"/>
                <a:gd name="connsiteY18" fmla="*/ 203315 h 890923"/>
                <a:gd name="connsiteX19" fmla="*/ 1738430 w 1766366"/>
                <a:gd name="connsiteY19" fmla="*/ 116931 h 890923"/>
                <a:gd name="connsiteX20" fmla="*/ 1766366 w 1766366"/>
                <a:gd name="connsiteY20" fmla="*/ 34562 h 890923"/>
                <a:gd name="connsiteX21" fmla="*/ 1758745 w 1766366"/>
                <a:gd name="connsiteY21" fmla="*/ 123252 h 890923"/>
                <a:gd name="connsiteX22" fmla="*/ 1745661 w 1766366"/>
                <a:gd name="connsiteY22" fmla="*/ 231152 h 890923"/>
                <a:gd name="connsiteX23" fmla="*/ 1713147 w 1766366"/>
                <a:gd name="connsiteY23" fmla="*/ 350799 h 890923"/>
                <a:gd name="connsiteX24" fmla="*/ 1675513 w 1766366"/>
                <a:gd name="connsiteY24" fmla="*/ 451729 h 890923"/>
                <a:gd name="connsiteX25" fmla="*/ 1625035 w 1766366"/>
                <a:gd name="connsiteY25" fmla="*/ 530694 h 890923"/>
                <a:gd name="connsiteX26" fmla="*/ 1562547 w 1766366"/>
                <a:gd name="connsiteY26" fmla="*/ 598405 h 890923"/>
                <a:gd name="connsiteX27" fmla="*/ 1494520 w 1766366"/>
                <a:gd name="connsiteY27" fmla="*/ 666028 h 890923"/>
                <a:gd name="connsiteX28" fmla="*/ 1428109 w 1766366"/>
                <a:gd name="connsiteY28" fmla="*/ 718499 h 890923"/>
                <a:gd name="connsiteX29" fmla="*/ 1346141 w 1766366"/>
                <a:gd name="connsiteY29" fmla="*/ 770970 h 890923"/>
                <a:gd name="connsiteX30" fmla="*/ 1274594 w 1766366"/>
                <a:gd name="connsiteY30" fmla="*/ 802284 h 890923"/>
                <a:gd name="connsiteX31" fmla="*/ 1186217 w 1766366"/>
                <a:gd name="connsiteY31" fmla="*/ 839597 h 890923"/>
                <a:gd name="connsiteX32" fmla="*/ 1106252 w 1766366"/>
                <a:gd name="connsiteY32" fmla="*/ 862968 h 890923"/>
                <a:gd name="connsiteX33" fmla="*/ 1021611 w 1766366"/>
                <a:gd name="connsiteY33" fmla="*/ 880279 h 890923"/>
                <a:gd name="connsiteX34" fmla="*/ 925008 w 1766366"/>
                <a:gd name="connsiteY34" fmla="*/ 890718 h 890923"/>
                <a:gd name="connsiteX35" fmla="*/ 842843 w 1766366"/>
                <a:gd name="connsiteY35" fmla="*/ 890923 h 890923"/>
                <a:gd name="connsiteX36" fmla="*/ 743968 w 1766366"/>
                <a:gd name="connsiteY36" fmla="*/ 877527 h 890923"/>
                <a:gd name="connsiteX37" fmla="*/ 630194 w 1766366"/>
                <a:gd name="connsiteY37" fmla="*/ 850137 h 890923"/>
                <a:gd name="connsiteX38" fmla="*/ 533276 w 1766366"/>
                <a:gd name="connsiteY38" fmla="*/ 814319 h 890923"/>
                <a:gd name="connsiteX39" fmla="*/ 461641 w 1766366"/>
                <a:gd name="connsiteY39" fmla="*/ 782716 h 890923"/>
                <a:gd name="connsiteX40" fmla="*/ 379472 w 1766366"/>
                <a:gd name="connsiteY40" fmla="*/ 730043 h 890923"/>
                <a:gd name="connsiteX41" fmla="*/ 320478 w 1766366"/>
                <a:gd name="connsiteY41" fmla="*/ 685798 h 890923"/>
                <a:gd name="connsiteX42" fmla="*/ 272019 w 1766366"/>
                <a:gd name="connsiteY42" fmla="*/ 649980 h 890923"/>
                <a:gd name="connsiteX43" fmla="*/ 238309 w 1766366"/>
                <a:gd name="connsiteY43" fmla="*/ 614163 h 890923"/>
                <a:gd name="connsiteX44" fmla="*/ 204598 w 1766366"/>
                <a:gd name="connsiteY44" fmla="*/ 576238 h 890923"/>
                <a:gd name="connsiteX45" fmla="*/ 166674 w 1766366"/>
                <a:gd name="connsiteY45" fmla="*/ 531993 h 890923"/>
                <a:gd name="connsiteX46" fmla="*/ 124535 w 1766366"/>
                <a:gd name="connsiteY46" fmla="*/ 475106 h 890923"/>
                <a:gd name="connsiteX47" fmla="*/ 99253 w 1766366"/>
                <a:gd name="connsiteY47" fmla="*/ 426648 h 890923"/>
                <a:gd name="connsiteX48" fmla="*/ 69756 w 1766366"/>
                <a:gd name="connsiteY48" fmla="*/ 371868 h 890923"/>
                <a:gd name="connsiteX49" fmla="*/ 38152 w 1766366"/>
                <a:gd name="connsiteY49" fmla="*/ 306554 h 890923"/>
                <a:gd name="connsiteX50" fmla="*/ 17083 w 1766366"/>
                <a:gd name="connsiteY50" fmla="*/ 222277 h 890923"/>
                <a:gd name="connsiteX51" fmla="*/ 228 w 1766366"/>
                <a:gd name="connsiteY51" fmla="*/ 129573 h 890923"/>
                <a:gd name="connsiteX52" fmla="*/ 0 w 1766366"/>
                <a:gd name="connsiteY52" fmla="*/ 0 h 890923"/>
                <a:gd name="connsiteX0" fmla="*/ 0 w 1773510"/>
                <a:gd name="connsiteY0" fmla="*/ 0 h 890923"/>
                <a:gd name="connsiteX1" fmla="*/ 21740 w 1773510"/>
                <a:gd name="connsiteY1" fmla="*/ 91497 h 890923"/>
                <a:gd name="connsiteX2" fmla="*/ 34761 w 1773510"/>
                <a:gd name="connsiteY2" fmla="*/ 138001 h 890923"/>
                <a:gd name="connsiteX3" fmla="*/ 72686 w 1773510"/>
                <a:gd name="connsiteY3" fmla="*/ 184353 h 890923"/>
                <a:gd name="connsiteX4" fmla="*/ 123252 w 1773510"/>
                <a:gd name="connsiteY4" fmla="*/ 237025 h 890923"/>
                <a:gd name="connsiteX5" fmla="*/ 178032 w 1773510"/>
                <a:gd name="connsiteY5" fmla="*/ 272843 h 890923"/>
                <a:gd name="connsiteX6" fmla="*/ 230704 w 1773510"/>
                <a:gd name="connsiteY6" fmla="*/ 302340 h 890923"/>
                <a:gd name="connsiteX7" fmla="*/ 331836 w 1773510"/>
                <a:gd name="connsiteY7" fmla="*/ 340264 h 890923"/>
                <a:gd name="connsiteX8" fmla="*/ 494068 w 1773510"/>
                <a:gd name="connsiteY8" fmla="*/ 392937 h 890923"/>
                <a:gd name="connsiteX9" fmla="*/ 643659 w 1773510"/>
                <a:gd name="connsiteY9" fmla="*/ 420327 h 890923"/>
                <a:gd name="connsiteX10" fmla="*/ 837495 w 1773510"/>
                <a:gd name="connsiteY10" fmla="*/ 434623 h 890923"/>
                <a:gd name="connsiteX11" fmla="*/ 963910 w 1773510"/>
                <a:gd name="connsiteY11" fmla="*/ 437182 h 890923"/>
                <a:gd name="connsiteX12" fmla="*/ 1140891 w 1773510"/>
                <a:gd name="connsiteY12" fmla="*/ 426648 h 890923"/>
                <a:gd name="connsiteX13" fmla="*/ 1257374 w 1773510"/>
                <a:gd name="connsiteY13" fmla="*/ 405427 h 890923"/>
                <a:gd name="connsiteX14" fmla="*/ 1299512 w 1773510"/>
                <a:gd name="connsiteY14" fmla="*/ 395346 h 890923"/>
                <a:gd name="connsiteX15" fmla="*/ 1408468 w 1773510"/>
                <a:gd name="connsiteY15" fmla="*/ 357119 h 890923"/>
                <a:gd name="connsiteX16" fmla="*/ 1513814 w 1773510"/>
                <a:gd name="connsiteY16" fmla="*/ 314981 h 890923"/>
                <a:gd name="connsiteX17" fmla="*/ 1612839 w 1773510"/>
                <a:gd name="connsiteY17" fmla="*/ 255988 h 890923"/>
                <a:gd name="connsiteX18" fmla="*/ 1673939 w 1773510"/>
                <a:gd name="connsiteY18" fmla="*/ 203315 h 890923"/>
                <a:gd name="connsiteX19" fmla="*/ 1745574 w 1773510"/>
                <a:gd name="connsiteY19" fmla="*/ 116931 h 890923"/>
                <a:gd name="connsiteX20" fmla="*/ 1773510 w 1773510"/>
                <a:gd name="connsiteY20" fmla="*/ 34562 h 890923"/>
                <a:gd name="connsiteX21" fmla="*/ 1765889 w 1773510"/>
                <a:gd name="connsiteY21" fmla="*/ 123252 h 890923"/>
                <a:gd name="connsiteX22" fmla="*/ 1752805 w 1773510"/>
                <a:gd name="connsiteY22" fmla="*/ 231152 h 890923"/>
                <a:gd name="connsiteX23" fmla="*/ 1720291 w 1773510"/>
                <a:gd name="connsiteY23" fmla="*/ 350799 h 890923"/>
                <a:gd name="connsiteX24" fmla="*/ 1682657 w 1773510"/>
                <a:gd name="connsiteY24" fmla="*/ 451729 h 890923"/>
                <a:gd name="connsiteX25" fmla="*/ 1632179 w 1773510"/>
                <a:gd name="connsiteY25" fmla="*/ 530694 h 890923"/>
                <a:gd name="connsiteX26" fmla="*/ 1569691 w 1773510"/>
                <a:gd name="connsiteY26" fmla="*/ 598405 h 890923"/>
                <a:gd name="connsiteX27" fmla="*/ 1501664 w 1773510"/>
                <a:gd name="connsiteY27" fmla="*/ 666028 h 890923"/>
                <a:gd name="connsiteX28" fmla="*/ 1435253 w 1773510"/>
                <a:gd name="connsiteY28" fmla="*/ 718499 h 890923"/>
                <a:gd name="connsiteX29" fmla="*/ 1353285 w 1773510"/>
                <a:gd name="connsiteY29" fmla="*/ 770970 h 890923"/>
                <a:gd name="connsiteX30" fmla="*/ 1281738 w 1773510"/>
                <a:gd name="connsiteY30" fmla="*/ 802284 h 890923"/>
                <a:gd name="connsiteX31" fmla="*/ 1193361 w 1773510"/>
                <a:gd name="connsiteY31" fmla="*/ 839597 h 890923"/>
                <a:gd name="connsiteX32" fmla="*/ 1113396 w 1773510"/>
                <a:gd name="connsiteY32" fmla="*/ 862968 h 890923"/>
                <a:gd name="connsiteX33" fmla="*/ 1028755 w 1773510"/>
                <a:gd name="connsiteY33" fmla="*/ 880279 h 890923"/>
                <a:gd name="connsiteX34" fmla="*/ 932152 w 1773510"/>
                <a:gd name="connsiteY34" fmla="*/ 890718 h 890923"/>
                <a:gd name="connsiteX35" fmla="*/ 849987 w 1773510"/>
                <a:gd name="connsiteY35" fmla="*/ 890923 h 890923"/>
                <a:gd name="connsiteX36" fmla="*/ 751112 w 1773510"/>
                <a:gd name="connsiteY36" fmla="*/ 877527 h 890923"/>
                <a:gd name="connsiteX37" fmla="*/ 637338 w 1773510"/>
                <a:gd name="connsiteY37" fmla="*/ 850137 h 890923"/>
                <a:gd name="connsiteX38" fmla="*/ 540420 w 1773510"/>
                <a:gd name="connsiteY38" fmla="*/ 814319 h 890923"/>
                <a:gd name="connsiteX39" fmla="*/ 468785 w 1773510"/>
                <a:gd name="connsiteY39" fmla="*/ 782716 h 890923"/>
                <a:gd name="connsiteX40" fmla="*/ 386616 w 1773510"/>
                <a:gd name="connsiteY40" fmla="*/ 730043 h 890923"/>
                <a:gd name="connsiteX41" fmla="*/ 327622 w 1773510"/>
                <a:gd name="connsiteY41" fmla="*/ 685798 h 890923"/>
                <a:gd name="connsiteX42" fmla="*/ 279163 w 1773510"/>
                <a:gd name="connsiteY42" fmla="*/ 649980 h 890923"/>
                <a:gd name="connsiteX43" fmla="*/ 245453 w 1773510"/>
                <a:gd name="connsiteY43" fmla="*/ 614163 h 890923"/>
                <a:gd name="connsiteX44" fmla="*/ 211742 w 1773510"/>
                <a:gd name="connsiteY44" fmla="*/ 576238 h 890923"/>
                <a:gd name="connsiteX45" fmla="*/ 173818 w 1773510"/>
                <a:gd name="connsiteY45" fmla="*/ 531993 h 890923"/>
                <a:gd name="connsiteX46" fmla="*/ 131679 w 1773510"/>
                <a:gd name="connsiteY46" fmla="*/ 475106 h 890923"/>
                <a:gd name="connsiteX47" fmla="*/ 106397 w 1773510"/>
                <a:gd name="connsiteY47" fmla="*/ 426648 h 890923"/>
                <a:gd name="connsiteX48" fmla="*/ 76900 w 1773510"/>
                <a:gd name="connsiteY48" fmla="*/ 371868 h 890923"/>
                <a:gd name="connsiteX49" fmla="*/ 45296 w 1773510"/>
                <a:gd name="connsiteY49" fmla="*/ 306554 h 890923"/>
                <a:gd name="connsiteX50" fmla="*/ 24227 w 1773510"/>
                <a:gd name="connsiteY50" fmla="*/ 222277 h 890923"/>
                <a:gd name="connsiteX51" fmla="*/ 7372 w 1773510"/>
                <a:gd name="connsiteY51" fmla="*/ 129573 h 890923"/>
                <a:gd name="connsiteX52" fmla="*/ 0 w 1773510"/>
                <a:gd name="connsiteY52" fmla="*/ 0 h 890923"/>
                <a:gd name="connsiteX0" fmla="*/ 0 w 1773510"/>
                <a:gd name="connsiteY0" fmla="*/ 0 h 890923"/>
                <a:gd name="connsiteX1" fmla="*/ 21740 w 1773510"/>
                <a:gd name="connsiteY1" fmla="*/ 91497 h 890923"/>
                <a:gd name="connsiteX2" fmla="*/ 34761 w 1773510"/>
                <a:gd name="connsiteY2" fmla="*/ 138001 h 890923"/>
                <a:gd name="connsiteX3" fmla="*/ 72686 w 1773510"/>
                <a:gd name="connsiteY3" fmla="*/ 184353 h 890923"/>
                <a:gd name="connsiteX4" fmla="*/ 123252 w 1773510"/>
                <a:gd name="connsiteY4" fmla="*/ 237025 h 890923"/>
                <a:gd name="connsiteX5" fmla="*/ 178032 w 1773510"/>
                <a:gd name="connsiteY5" fmla="*/ 272843 h 890923"/>
                <a:gd name="connsiteX6" fmla="*/ 230704 w 1773510"/>
                <a:gd name="connsiteY6" fmla="*/ 302340 h 890923"/>
                <a:gd name="connsiteX7" fmla="*/ 331836 w 1773510"/>
                <a:gd name="connsiteY7" fmla="*/ 340264 h 890923"/>
                <a:gd name="connsiteX8" fmla="*/ 494068 w 1773510"/>
                <a:gd name="connsiteY8" fmla="*/ 392937 h 890923"/>
                <a:gd name="connsiteX9" fmla="*/ 643659 w 1773510"/>
                <a:gd name="connsiteY9" fmla="*/ 420327 h 890923"/>
                <a:gd name="connsiteX10" fmla="*/ 837495 w 1773510"/>
                <a:gd name="connsiteY10" fmla="*/ 434623 h 890923"/>
                <a:gd name="connsiteX11" fmla="*/ 963910 w 1773510"/>
                <a:gd name="connsiteY11" fmla="*/ 437182 h 890923"/>
                <a:gd name="connsiteX12" fmla="*/ 1140891 w 1773510"/>
                <a:gd name="connsiteY12" fmla="*/ 426648 h 890923"/>
                <a:gd name="connsiteX13" fmla="*/ 1257374 w 1773510"/>
                <a:gd name="connsiteY13" fmla="*/ 405427 h 890923"/>
                <a:gd name="connsiteX14" fmla="*/ 1299512 w 1773510"/>
                <a:gd name="connsiteY14" fmla="*/ 395346 h 890923"/>
                <a:gd name="connsiteX15" fmla="*/ 1408468 w 1773510"/>
                <a:gd name="connsiteY15" fmla="*/ 357119 h 890923"/>
                <a:gd name="connsiteX16" fmla="*/ 1513814 w 1773510"/>
                <a:gd name="connsiteY16" fmla="*/ 314981 h 890923"/>
                <a:gd name="connsiteX17" fmla="*/ 1612839 w 1773510"/>
                <a:gd name="connsiteY17" fmla="*/ 255988 h 890923"/>
                <a:gd name="connsiteX18" fmla="*/ 1673939 w 1773510"/>
                <a:gd name="connsiteY18" fmla="*/ 203315 h 890923"/>
                <a:gd name="connsiteX19" fmla="*/ 1745574 w 1773510"/>
                <a:gd name="connsiteY19" fmla="*/ 116931 h 890923"/>
                <a:gd name="connsiteX20" fmla="*/ 1773510 w 1773510"/>
                <a:gd name="connsiteY20" fmla="*/ 34562 h 890923"/>
                <a:gd name="connsiteX21" fmla="*/ 1765889 w 1773510"/>
                <a:gd name="connsiteY21" fmla="*/ 123252 h 890923"/>
                <a:gd name="connsiteX22" fmla="*/ 1752805 w 1773510"/>
                <a:gd name="connsiteY22" fmla="*/ 231152 h 890923"/>
                <a:gd name="connsiteX23" fmla="*/ 1720291 w 1773510"/>
                <a:gd name="connsiteY23" fmla="*/ 350799 h 890923"/>
                <a:gd name="connsiteX24" fmla="*/ 1676492 w 1773510"/>
                <a:gd name="connsiteY24" fmla="*/ 451729 h 890923"/>
                <a:gd name="connsiteX25" fmla="*/ 1632179 w 1773510"/>
                <a:gd name="connsiteY25" fmla="*/ 530694 h 890923"/>
                <a:gd name="connsiteX26" fmla="*/ 1569691 w 1773510"/>
                <a:gd name="connsiteY26" fmla="*/ 598405 h 890923"/>
                <a:gd name="connsiteX27" fmla="*/ 1501664 w 1773510"/>
                <a:gd name="connsiteY27" fmla="*/ 666028 h 890923"/>
                <a:gd name="connsiteX28" fmla="*/ 1435253 w 1773510"/>
                <a:gd name="connsiteY28" fmla="*/ 718499 h 890923"/>
                <a:gd name="connsiteX29" fmla="*/ 1353285 w 1773510"/>
                <a:gd name="connsiteY29" fmla="*/ 770970 h 890923"/>
                <a:gd name="connsiteX30" fmla="*/ 1281738 w 1773510"/>
                <a:gd name="connsiteY30" fmla="*/ 802284 h 890923"/>
                <a:gd name="connsiteX31" fmla="*/ 1193361 w 1773510"/>
                <a:gd name="connsiteY31" fmla="*/ 839597 h 890923"/>
                <a:gd name="connsiteX32" fmla="*/ 1113396 w 1773510"/>
                <a:gd name="connsiteY32" fmla="*/ 862968 h 890923"/>
                <a:gd name="connsiteX33" fmla="*/ 1028755 w 1773510"/>
                <a:gd name="connsiteY33" fmla="*/ 880279 h 890923"/>
                <a:gd name="connsiteX34" fmla="*/ 932152 w 1773510"/>
                <a:gd name="connsiteY34" fmla="*/ 890718 h 890923"/>
                <a:gd name="connsiteX35" fmla="*/ 849987 w 1773510"/>
                <a:gd name="connsiteY35" fmla="*/ 890923 h 890923"/>
                <a:gd name="connsiteX36" fmla="*/ 751112 w 1773510"/>
                <a:gd name="connsiteY36" fmla="*/ 877527 h 890923"/>
                <a:gd name="connsiteX37" fmla="*/ 637338 w 1773510"/>
                <a:gd name="connsiteY37" fmla="*/ 850137 h 890923"/>
                <a:gd name="connsiteX38" fmla="*/ 540420 w 1773510"/>
                <a:gd name="connsiteY38" fmla="*/ 814319 h 890923"/>
                <a:gd name="connsiteX39" fmla="*/ 468785 w 1773510"/>
                <a:gd name="connsiteY39" fmla="*/ 782716 h 890923"/>
                <a:gd name="connsiteX40" fmla="*/ 386616 w 1773510"/>
                <a:gd name="connsiteY40" fmla="*/ 730043 h 890923"/>
                <a:gd name="connsiteX41" fmla="*/ 327622 w 1773510"/>
                <a:gd name="connsiteY41" fmla="*/ 685798 h 890923"/>
                <a:gd name="connsiteX42" fmla="*/ 279163 w 1773510"/>
                <a:gd name="connsiteY42" fmla="*/ 649980 h 890923"/>
                <a:gd name="connsiteX43" fmla="*/ 245453 w 1773510"/>
                <a:gd name="connsiteY43" fmla="*/ 614163 h 890923"/>
                <a:gd name="connsiteX44" fmla="*/ 211742 w 1773510"/>
                <a:gd name="connsiteY44" fmla="*/ 576238 h 890923"/>
                <a:gd name="connsiteX45" fmla="*/ 173818 w 1773510"/>
                <a:gd name="connsiteY45" fmla="*/ 531993 h 890923"/>
                <a:gd name="connsiteX46" fmla="*/ 131679 w 1773510"/>
                <a:gd name="connsiteY46" fmla="*/ 475106 h 890923"/>
                <a:gd name="connsiteX47" fmla="*/ 106397 w 1773510"/>
                <a:gd name="connsiteY47" fmla="*/ 426648 h 890923"/>
                <a:gd name="connsiteX48" fmla="*/ 76900 w 1773510"/>
                <a:gd name="connsiteY48" fmla="*/ 371868 h 890923"/>
                <a:gd name="connsiteX49" fmla="*/ 45296 w 1773510"/>
                <a:gd name="connsiteY49" fmla="*/ 306554 h 890923"/>
                <a:gd name="connsiteX50" fmla="*/ 24227 w 1773510"/>
                <a:gd name="connsiteY50" fmla="*/ 222277 h 890923"/>
                <a:gd name="connsiteX51" fmla="*/ 7372 w 1773510"/>
                <a:gd name="connsiteY51" fmla="*/ 129573 h 890923"/>
                <a:gd name="connsiteX52" fmla="*/ 0 w 1773510"/>
                <a:gd name="connsiteY52" fmla="*/ 0 h 890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773510" h="890923">
                  <a:moveTo>
                    <a:pt x="0" y="0"/>
                  </a:moveTo>
                  <a:lnTo>
                    <a:pt x="21740" y="91497"/>
                  </a:lnTo>
                  <a:lnTo>
                    <a:pt x="34761" y="138001"/>
                  </a:lnTo>
                  <a:lnTo>
                    <a:pt x="72686" y="184353"/>
                  </a:lnTo>
                  <a:lnTo>
                    <a:pt x="123252" y="237025"/>
                  </a:lnTo>
                  <a:lnTo>
                    <a:pt x="178032" y="272843"/>
                  </a:lnTo>
                  <a:lnTo>
                    <a:pt x="230704" y="302340"/>
                  </a:lnTo>
                  <a:lnTo>
                    <a:pt x="331836" y="340264"/>
                  </a:lnTo>
                  <a:lnTo>
                    <a:pt x="494068" y="392937"/>
                  </a:lnTo>
                  <a:lnTo>
                    <a:pt x="643659" y="420327"/>
                  </a:lnTo>
                  <a:lnTo>
                    <a:pt x="837495" y="434623"/>
                  </a:lnTo>
                  <a:lnTo>
                    <a:pt x="963910" y="437182"/>
                  </a:lnTo>
                  <a:lnTo>
                    <a:pt x="1140891" y="426648"/>
                  </a:lnTo>
                  <a:cubicBezTo>
                    <a:pt x="1190255" y="422585"/>
                    <a:pt x="1221557" y="411748"/>
                    <a:pt x="1257374" y="405427"/>
                  </a:cubicBezTo>
                  <a:cubicBezTo>
                    <a:pt x="1284967" y="395294"/>
                    <a:pt x="1285466" y="398706"/>
                    <a:pt x="1299512" y="395346"/>
                  </a:cubicBezTo>
                  <a:cubicBezTo>
                    <a:pt x="1350882" y="384109"/>
                    <a:pt x="1372902" y="370614"/>
                    <a:pt x="1408468" y="357119"/>
                  </a:cubicBezTo>
                  <a:lnTo>
                    <a:pt x="1513814" y="314981"/>
                  </a:lnTo>
                  <a:lnTo>
                    <a:pt x="1612839" y="255988"/>
                  </a:lnTo>
                  <a:lnTo>
                    <a:pt x="1673939" y="203315"/>
                  </a:lnTo>
                  <a:lnTo>
                    <a:pt x="1745574" y="116931"/>
                  </a:lnTo>
                  <a:lnTo>
                    <a:pt x="1773510" y="34562"/>
                  </a:lnTo>
                  <a:lnTo>
                    <a:pt x="1765889" y="123252"/>
                  </a:lnTo>
                  <a:lnTo>
                    <a:pt x="1752805" y="231152"/>
                  </a:lnTo>
                  <a:lnTo>
                    <a:pt x="1720291" y="350799"/>
                  </a:lnTo>
                  <a:lnTo>
                    <a:pt x="1676492" y="451729"/>
                  </a:lnTo>
                  <a:lnTo>
                    <a:pt x="1632179" y="530694"/>
                  </a:lnTo>
                  <a:lnTo>
                    <a:pt x="1569691" y="598405"/>
                  </a:lnTo>
                  <a:lnTo>
                    <a:pt x="1501664" y="666028"/>
                  </a:lnTo>
                  <a:lnTo>
                    <a:pt x="1435253" y="718499"/>
                  </a:lnTo>
                  <a:lnTo>
                    <a:pt x="1353285" y="770970"/>
                  </a:lnTo>
                  <a:lnTo>
                    <a:pt x="1281738" y="802284"/>
                  </a:lnTo>
                  <a:lnTo>
                    <a:pt x="1193361" y="839597"/>
                  </a:lnTo>
                  <a:lnTo>
                    <a:pt x="1113396" y="862968"/>
                  </a:lnTo>
                  <a:cubicBezTo>
                    <a:pt x="1082442" y="872748"/>
                    <a:pt x="1063818" y="874609"/>
                    <a:pt x="1028755" y="880279"/>
                  </a:cubicBezTo>
                  <a:cubicBezTo>
                    <a:pt x="1001448" y="886648"/>
                    <a:pt x="967679" y="886403"/>
                    <a:pt x="932152" y="890718"/>
                  </a:cubicBezTo>
                  <a:lnTo>
                    <a:pt x="849987" y="890923"/>
                  </a:lnTo>
                  <a:lnTo>
                    <a:pt x="751112" y="877527"/>
                  </a:lnTo>
                  <a:lnTo>
                    <a:pt x="637338" y="850137"/>
                  </a:lnTo>
                  <a:lnTo>
                    <a:pt x="540420" y="814319"/>
                  </a:lnTo>
                  <a:lnTo>
                    <a:pt x="468785" y="782716"/>
                  </a:lnTo>
                  <a:lnTo>
                    <a:pt x="386616" y="730043"/>
                  </a:lnTo>
                  <a:lnTo>
                    <a:pt x="327622" y="685798"/>
                  </a:lnTo>
                  <a:lnTo>
                    <a:pt x="279163" y="649980"/>
                  </a:lnTo>
                  <a:lnTo>
                    <a:pt x="245453" y="614163"/>
                  </a:lnTo>
                  <a:lnTo>
                    <a:pt x="211742" y="576238"/>
                  </a:lnTo>
                  <a:lnTo>
                    <a:pt x="173818" y="531993"/>
                  </a:lnTo>
                  <a:lnTo>
                    <a:pt x="131679" y="475106"/>
                  </a:lnTo>
                  <a:lnTo>
                    <a:pt x="106397" y="426648"/>
                  </a:lnTo>
                  <a:lnTo>
                    <a:pt x="76900" y="371868"/>
                  </a:lnTo>
                  <a:lnTo>
                    <a:pt x="45296" y="306554"/>
                  </a:lnTo>
                  <a:lnTo>
                    <a:pt x="24227" y="222277"/>
                  </a:lnTo>
                  <a:lnTo>
                    <a:pt x="7372" y="1295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>
                <a:alpha val="3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83">
                <a:extLst>
                  <a:ext uri="{FF2B5EF4-FFF2-40B4-BE49-F238E27FC236}">
                    <a16:creationId xmlns:a16="http://schemas.microsoft.com/office/drawing/2014/main" id="{CBAAA7F0-35D3-E461-BF2B-026B786EDD98}"/>
                  </a:ext>
                </a:extLst>
              </p:cNvPr>
              <p:cNvSpPr txBox="1"/>
              <p:nvPr/>
            </p:nvSpPr>
            <p:spPr>
              <a:xfrm>
                <a:off x="9503711" y="3603541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" name="文字方塊 83">
                <a:extLst>
                  <a:ext uri="{FF2B5EF4-FFF2-40B4-BE49-F238E27FC236}">
                    <a16:creationId xmlns:a16="http://schemas.microsoft.com/office/drawing/2014/main" id="{CBAAA7F0-35D3-E461-BF2B-026B786ED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3711" y="3603541"/>
                <a:ext cx="328449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66470832-43C7-6D42-B9E4-9546C1761340}"/>
              </a:ext>
            </a:extLst>
          </p:cNvPr>
          <p:cNvGrpSpPr/>
          <p:nvPr/>
        </p:nvGrpSpPr>
        <p:grpSpPr>
          <a:xfrm>
            <a:off x="10028467" y="3079821"/>
            <a:ext cx="1777177" cy="1354502"/>
            <a:chOff x="9231623" y="1435200"/>
            <a:chExt cx="1777177" cy="1354502"/>
          </a:xfrm>
        </p:grpSpPr>
        <p:sp>
          <p:nvSpPr>
            <p:cNvPr id="25" name="Circle: Hollow 24">
              <a:extLst>
                <a:ext uri="{FF2B5EF4-FFF2-40B4-BE49-F238E27FC236}">
                  <a16:creationId xmlns:a16="http://schemas.microsoft.com/office/drawing/2014/main" id="{7C101649-1F80-C4CB-7654-8AE900070355}"/>
                </a:ext>
              </a:extLst>
            </p:cNvPr>
            <p:cNvSpPr/>
            <p:nvPr/>
          </p:nvSpPr>
          <p:spPr>
            <a:xfrm>
              <a:off x="9232800" y="1435200"/>
              <a:ext cx="1776000" cy="897600"/>
            </a:xfrm>
            <a:prstGeom prst="donut">
              <a:avLst>
                <a:gd name="adj" fmla="val 7893"/>
              </a:avLst>
            </a:prstGeom>
            <a:solidFill>
              <a:srgbClr val="00B0F0">
                <a:alpha val="3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AABF53F-7EAD-9AF0-2B4C-4B6032333EA6}"/>
                </a:ext>
              </a:extLst>
            </p:cNvPr>
            <p:cNvSpPr/>
            <p:nvPr/>
          </p:nvSpPr>
          <p:spPr>
            <a:xfrm>
              <a:off x="9231623" y="1898779"/>
              <a:ext cx="1773510" cy="890923"/>
            </a:xfrm>
            <a:custGeom>
              <a:avLst/>
              <a:gdLst>
                <a:gd name="connsiteX0" fmla="*/ 0 w 1797196"/>
                <a:gd name="connsiteY0" fmla="*/ 0 h 899652"/>
                <a:gd name="connsiteX1" fmla="*/ 16855 w 1797196"/>
                <a:gd name="connsiteY1" fmla="*/ 109559 h 899652"/>
                <a:gd name="connsiteX2" fmla="*/ 50565 w 1797196"/>
                <a:gd name="connsiteY2" fmla="*/ 153805 h 899652"/>
                <a:gd name="connsiteX3" fmla="*/ 88490 w 1797196"/>
                <a:gd name="connsiteY3" fmla="*/ 200157 h 899652"/>
                <a:gd name="connsiteX4" fmla="*/ 139056 w 1797196"/>
                <a:gd name="connsiteY4" fmla="*/ 252829 h 899652"/>
                <a:gd name="connsiteX5" fmla="*/ 193836 w 1797196"/>
                <a:gd name="connsiteY5" fmla="*/ 288647 h 899652"/>
                <a:gd name="connsiteX6" fmla="*/ 246508 w 1797196"/>
                <a:gd name="connsiteY6" fmla="*/ 318144 h 899652"/>
                <a:gd name="connsiteX7" fmla="*/ 347640 w 1797196"/>
                <a:gd name="connsiteY7" fmla="*/ 356068 h 899652"/>
                <a:gd name="connsiteX8" fmla="*/ 509872 w 1797196"/>
                <a:gd name="connsiteY8" fmla="*/ 408741 h 899652"/>
                <a:gd name="connsiteX9" fmla="*/ 659463 w 1797196"/>
                <a:gd name="connsiteY9" fmla="*/ 436131 h 899652"/>
                <a:gd name="connsiteX10" fmla="*/ 853299 w 1797196"/>
                <a:gd name="connsiteY10" fmla="*/ 457200 h 899652"/>
                <a:gd name="connsiteX11" fmla="*/ 979714 w 1797196"/>
                <a:gd name="connsiteY11" fmla="*/ 452986 h 899652"/>
                <a:gd name="connsiteX12" fmla="*/ 1156695 w 1797196"/>
                <a:gd name="connsiteY12" fmla="*/ 442452 h 899652"/>
                <a:gd name="connsiteX13" fmla="*/ 1264147 w 1797196"/>
                <a:gd name="connsiteY13" fmla="*/ 423489 h 899652"/>
                <a:gd name="connsiteX14" fmla="*/ 1306285 w 1797196"/>
                <a:gd name="connsiteY14" fmla="*/ 406634 h 899652"/>
                <a:gd name="connsiteX15" fmla="*/ 1424272 w 1797196"/>
                <a:gd name="connsiteY15" fmla="*/ 372923 h 899652"/>
                <a:gd name="connsiteX16" fmla="*/ 1529618 w 1797196"/>
                <a:gd name="connsiteY16" fmla="*/ 330785 h 899652"/>
                <a:gd name="connsiteX17" fmla="*/ 1628643 w 1797196"/>
                <a:gd name="connsiteY17" fmla="*/ 271792 h 899652"/>
                <a:gd name="connsiteX18" fmla="*/ 1689743 w 1797196"/>
                <a:gd name="connsiteY18" fmla="*/ 219119 h 899652"/>
                <a:gd name="connsiteX19" fmla="*/ 1761378 w 1797196"/>
                <a:gd name="connsiteY19" fmla="*/ 132735 h 899652"/>
                <a:gd name="connsiteX20" fmla="*/ 1797196 w 1797196"/>
                <a:gd name="connsiteY20" fmla="*/ 77956 h 899652"/>
                <a:gd name="connsiteX21" fmla="*/ 1792982 w 1797196"/>
                <a:gd name="connsiteY21" fmla="*/ 139056 h 899652"/>
                <a:gd name="connsiteX22" fmla="*/ 1763485 w 1797196"/>
                <a:gd name="connsiteY22" fmla="*/ 271792 h 899652"/>
                <a:gd name="connsiteX23" fmla="*/ 1736095 w 1797196"/>
                <a:gd name="connsiteY23" fmla="*/ 366603 h 899652"/>
                <a:gd name="connsiteX24" fmla="*/ 1681316 w 1797196"/>
                <a:gd name="connsiteY24" fmla="*/ 465628 h 899652"/>
                <a:gd name="connsiteX25" fmla="*/ 1611788 w 1797196"/>
                <a:gd name="connsiteY25" fmla="*/ 554118 h 899652"/>
                <a:gd name="connsiteX26" fmla="*/ 1575970 w 1797196"/>
                <a:gd name="connsiteY26" fmla="*/ 604684 h 899652"/>
                <a:gd name="connsiteX27" fmla="*/ 1502228 w 1797196"/>
                <a:gd name="connsiteY27" fmla="*/ 674212 h 899652"/>
                <a:gd name="connsiteX28" fmla="*/ 1445342 w 1797196"/>
                <a:gd name="connsiteY28" fmla="*/ 724778 h 899652"/>
                <a:gd name="connsiteX29" fmla="*/ 1365279 w 1797196"/>
                <a:gd name="connsiteY29" fmla="*/ 775344 h 899652"/>
                <a:gd name="connsiteX30" fmla="*/ 1274682 w 1797196"/>
                <a:gd name="connsiteY30" fmla="*/ 823803 h 899652"/>
                <a:gd name="connsiteX31" fmla="*/ 1207260 w 1797196"/>
                <a:gd name="connsiteY31" fmla="*/ 849086 h 899652"/>
                <a:gd name="connsiteX32" fmla="*/ 1125091 w 1797196"/>
                <a:gd name="connsiteY32" fmla="*/ 868048 h 899652"/>
                <a:gd name="connsiteX33" fmla="*/ 1026066 w 1797196"/>
                <a:gd name="connsiteY33" fmla="*/ 891224 h 899652"/>
                <a:gd name="connsiteX34" fmla="*/ 937576 w 1797196"/>
                <a:gd name="connsiteY34" fmla="*/ 899652 h 899652"/>
                <a:gd name="connsiteX35" fmla="*/ 868048 w 1797196"/>
                <a:gd name="connsiteY35" fmla="*/ 895438 h 899652"/>
                <a:gd name="connsiteX36" fmla="*/ 766916 w 1797196"/>
                <a:gd name="connsiteY36" fmla="*/ 893331 h 899652"/>
                <a:gd name="connsiteX37" fmla="*/ 653142 w 1797196"/>
                <a:gd name="connsiteY37" fmla="*/ 865941 h 899652"/>
                <a:gd name="connsiteX38" fmla="*/ 556224 w 1797196"/>
                <a:gd name="connsiteY38" fmla="*/ 830123 h 899652"/>
                <a:gd name="connsiteX39" fmla="*/ 484589 w 1797196"/>
                <a:gd name="connsiteY39" fmla="*/ 798520 h 899652"/>
                <a:gd name="connsiteX40" fmla="*/ 402420 w 1797196"/>
                <a:gd name="connsiteY40" fmla="*/ 745847 h 899652"/>
                <a:gd name="connsiteX41" fmla="*/ 343426 w 1797196"/>
                <a:gd name="connsiteY41" fmla="*/ 701602 h 899652"/>
                <a:gd name="connsiteX42" fmla="*/ 294967 w 1797196"/>
                <a:gd name="connsiteY42" fmla="*/ 665784 h 899652"/>
                <a:gd name="connsiteX43" fmla="*/ 261257 w 1797196"/>
                <a:gd name="connsiteY43" fmla="*/ 629967 h 899652"/>
                <a:gd name="connsiteX44" fmla="*/ 227546 w 1797196"/>
                <a:gd name="connsiteY44" fmla="*/ 592042 h 899652"/>
                <a:gd name="connsiteX45" fmla="*/ 189622 w 1797196"/>
                <a:gd name="connsiteY45" fmla="*/ 547797 h 899652"/>
                <a:gd name="connsiteX46" fmla="*/ 147483 w 1797196"/>
                <a:gd name="connsiteY46" fmla="*/ 490910 h 899652"/>
                <a:gd name="connsiteX47" fmla="*/ 122201 w 1797196"/>
                <a:gd name="connsiteY47" fmla="*/ 442452 h 899652"/>
                <a:gd name="connsiteX48" fmla="*/ 92704 w 1797196"/>
                <a:gd name="connsiteY48" fmla="*/ 387672 h 899652"/>
                <a:gd name="connsiteX49" fmla="*/ 61100 w 1797196"/>
                <a:gd name="connsiteY49" fmla="*/ 322358 h 899652"/>
                <a:gd name="connsiteX50" fmla="*/ 40031 w 1797196"/>
                <a:gd name="connsiteY50" fmla="*/ 238081 h 899652"/>
                <a:gd name="connsiteX51" fmla="*/ 23176 w 1797196"/>
                <a:gd name="connsiteY51" fmla="*/ 145377 h 899652"/>
                <a:gd name="connsiteX52" fmla="*/ 0 w 1797196"/>
                <a:gd name="connsiteY52" fmla="*/ 0 h 899652"/>
                <a:gd name="connsiteX0" fmla="*/ 0 w 1792982"/>
                <a:gd name="connsiteY0" fmla="*/ 0 h 899652"/>
                <a:gd name="connsiteX1" fmla="*/ 16855 w 1792982"/>
                <a:gd name="connsiteY1" fmla="*/ 109559 h 899652"/>
                <a:gd name="connsiteX2" fmla="*/ 50565 w 1792982"/>
                <a:gd name="connsiteY2" fmla="*/ 153805 h 899652"/>
                <a:gd name="connsiteX3" fmla="*/ 88490 w 1792982"/>
                <a:gd name="connsiteY3" fmla="*/ 200157 h 899652"/>
                <a:gd name="connsiteX4" fmla="*/ 139056 w 1792982"/>
                <a:gd name="connsiteY4" fmla="*/ 252829 h 899652"/>
                <a:gd name="connsiteX5" fmla="*/ 193836 w 1792982"/>
                <a:gd name="connsiteY5" fmla="*/ 288647 h 899652"/>
                <a:gd name="connsiteX6" fmla="*/ 246508 w 1792982"/>
                <a:gd name="connsiteY6" fmla="*/ 318144 h 899652"/>
                <a:gd name="connsiteX7" fmla="*/ 347640 w 1792982"/>
                <a:gd name="connsiteY7" fmla="*/ 356068 h 899652"/>
                <a:gd name="connsiteX8" fmla="*/ 509872 w 1792982"/>
                <a:gd name="connsiteY8" fmla="*/ 408741 h 899652"/>
                <a:gd name="connsiteX9" fmla="*/ 659463 w 1792982"/>
                <a:gd name="connsiteY9" fmla="*/ 436131 h 899652"/>
                <a:gd name="connsiteX10" fmla="*/ 853299 w 1792982"/>
                <a:gd name="connsiteY10" fmla="*/ 457200 h 899652"/>
                <a:gd name="connsiteX11" fmla="*/ 979714 w 1792982"/>
                <a:gd name="connsiteY11" fmla="*/ 452986 h 899652"/>
                <a:gd name="connsiteX12" fmla="*/ 1156695 w 1792982"/>
                <a:gd name="connsiteY12" fmla="*/ 442452 h 899652"/>
                <a:gd name="connsiteX13" fmla="*/ 1264147 w 1792982"/>
                <a:gd name="connsiteY13" fmla="*/ 423489 h 899652"/>
                <a:gd name="connsiteX14" fmla="*/ 1306285 w 1792982"/>
                <a:gd name="connsiteY14" fmla="*/ 406634 h 899652"/>
                <a:gd name="connsiteX15" fmla="*/ 1424272 w 1792982"/>
                <a:gd name="connsiteY15" fmla="*/ 372923 h 899652"/>
                <a:gd name="connsiteX16" fmla="*/ 1529618 w 1792982"/>
                <a:gd name="connsiteY16" fmla="*/ 330785 h 899652"/>
                <a:gd name="connsiteX17" fmla="*/ 1628643 w 1792982"/>
                <a:gd name="connsiteY17" fmla="*/ 271792 h 899652"/>
                <a:gd name="connsiteX18" fmla="*/ 1689743 w 1792982"/>
                <a:gd name="connsiteY18" fmla="*/ 219119 h 899652"/>
                <a:gd name="connsiteX19" fmla="*/ 1761378 w 1792982"/>
                <a:gd name="connsiteY19" fmla="*/ 132735 h 899652"/>
                <a:gd name="connsiteX20" fmla="*/ 1789314 w 1792982"/>
                <a:gd name="connsiteY20" fmla="*/ 50366 h 899652"/>
                <a:gd name="connsiteX21" fmla="*/ 1792982 w 1792982"/>
                <a:gd name="connsiteY21" fmla="*/ 139056 h 899652"/>
                <a:gd name="connsiteX22" fmla="*/ 1763485 w 1792982"/>
                <a:gd name="connsiteY22" fmla="*/ 271792 h 899652"/>
                <a:gd name="connsiteX23" fmla="*/ 1736095 w 1792982"/>
                <a:gd name="connsiteY23" fmla="*/ 366603 h 899652"/>
                <a:gd name="connsiteX24" fmla="*/ 1681316 w 1792982"/>
                <a:gd name="connsiteY24" fmla="*/ 465628 h 899652"/>
                <a:gd name="connsiteX25" fmla="*/ 1611788 w 1792982"/>
                <a:gd name="connsiteY25" fmla="*/ 554118 h 899652"/>
                <a:gd name="connsiteX26" fmla="*/ 1575970 w 1792982"/>
                <a:gd name="connsiteY26" fmla="*/ 604684 h 899652"/>
                <a:gd name="connsiteX27" fmla="*/ 1502228 w 1792982"/>
                <a:gd name="connsiteY27" fmla="*/ 674212 h 899652"/>
                <a:gd name="connsiteX28" fmla="*/ 1445342 w 1792982"/>
                <a:gd name="connsiteY28" fmla="*/ 724778 h 899652"/>
                <a:gd name="connsiteX29" fmla="*/ 1365279 w 1792982"/>
                <a:gd name="connsiteY29" fmla="*/ 775344 h 899652"/>
                <a:gd name="connsiteX30" fmla="*/ 1274682 w 1792982"/>
                <a:gd name="connsiteY30" fmla="*/ 823803 h 899652"/>
                <a:gd name="connsiteX31" fmla="*/ 1207260 w 1792982"/>
                <a:gd name="connsiteY31" fmla="*/ 849086 h 899652"/>
                <a:gd name="connsiteX32" fmla="*/ 1125091 w 1792982"/>
                <a:gd name="connsiteY32" fmla="*/ 868048 h 899652"/>
                <a:gd name="connsiteX33" fmla="*/ 1026066 w 1792982"/>
                <a:gd name="connsiteY33" fmla="*/ 891224 h 899652"/>
                <a:gd name="connsiteX34" fmla="*/ 937576 w 1792982"/>
                <a:gd name="connsiteY34" fmla="*/ 899652 h 899652"/>
                <a:gd name="connsiteX35" fmla="*/ 868048 w 1792982"/>
                <a:gd name="connsiteY35" fmla="*/ 895438 h 899652"/>
                <a:gd name="connsiteX36" fmla="*/ 766916 w 1792982"/>
                <a:gd name="connsiteY36" fmla="*/ 893331 h 899652"/>
                <a:gd name="connsiteX37" fmla="*/ 653142 w 1792982"/>
                <a:gd name="connsiteY37" fmla="*/ 865941 h 899652"/>
                <a:gd name="connsiteX38" fmla="*/ 556224 w 1792982"/>
                <a:gd name="connsiteY38" fmla="*/ 830123 h 899652"/>
                <a:gd name="connsiteX39" fmla="*/ 484589 w 1792982"/>
                <a:gd name="connsiteY39" fmla="*/ 798520 h 899652"/>
                <a:gd name="connsiteX40" fmla="*/ 402420 w 1792982"/>
                <a:gd name="connsiteY40" fmla="*/ 745847 h 899652"/>
                <a:gd name="connsiteX41" fmla="*/ 343426 w 1792982"/>
                <a:gd name="connsiteY41" fmla="*/ 701602 h 899652"/>
                <a:gd name="connsiteX42" fmla="*/ 294967 w 1792982"/>
                <a:gd name="connsiteY42" fmla="*/ 665784 h 899652"/>
                <a:gd name="connsiteX43" fmla="*/ 261257 w 1792982"/>
                <a:gd name="connsiteY43" fmla="*/ 629967 h 899652"/>
                <a:gd name="connsiteX44" fmla="*/ 227546 w 1792982"/>
                <a:gd name="connsiteY44" fmla="*/ 592042 h 899652"/>
                <a:gd name="connsiteX45" fmla="*/ 189622 w 1792982"/>
                <a:gd name="connsiteY45" fmla="*/ 547797 h 899652"/>
                <a:gd name="connsiteX46" fmla="*/ 147483 w 1792982"/>
                <a:gd name="connsiteY46" fmla="*/ 490910 h 899652"/>
                <a:gd name="connsiteX47" fmla="*/ 122201 w 1792982"/>
                <a:gd name="connsiteY47" fmla="*/ 442452 h 899652"/>
                <a:gd name="connsiteX48" fmla="*/ 92704 w 1792982"/>
                <a:gd name="connsiteY48" fmla="*/ 387672 h 899652"/>
                <a:gd name="connsiteX49" fmla="*/ 61100 w 1792982"/>
                <a:gd name="connsiteY49" fmla="*/ 322358 h 899652"/>
                <a:gd name="connsiteX50" fmla="*/ 40031 w 1792982"/>
                <a:gd name="connsiteY50" fmla="*/ 238081 h 899652"/>
                <a:gd name="connsiteX51" fmla="*/ 23176 w 1792982"/>
                <a:gd name="connsiteY51" fmla="*/ 145377 h 899652"/>
                <a:gd name="connsiteX52" fmla="*/ 0 w 1792982"/>
                <a:gd name="connsiteY52" fmla="*/ 0 h 899652"/>
                <a:gd name="connsiteX0" fmla="*/ 0 w 1789314"/>
                <a:gd name="connsiteY0" fmla="*/ 0 h 899652"/>
                <a:gd name="connsiteX1" fmla="*/ 16855 w 1789314"/>
                <a:gd name="connsiteY1" fmla="*/ 109559 h 899652"/>
                <a:gd name="connsiteX2" fmla="*/ 50565 w 1789314"/>
                <a:gd name="connsiteY2" fmla="*/ 153805 h 899652"/>
                <a:gd name="connsiteX3" fmla="*/ 88490 w 1789314"/>
                <a:gd name="connsiteY3" fmla="*/ 200157 h 899652"/>
                <a:gd name="connsiteX4" fmla="*/ 139056 w 1789314"/>
                <a:gd name="connsiteY4" fmla="*/ 252829 h 899652"/>
                <a:gd name="connsiteX5" fmla="*/ 193836 w 1789314"/>
                <a:gd name="connsiteY5" fmla="*/ 288647 h 899652"/>
                <a:gd name="connsiteX6" fmla="*/ 246508 w 1789314"/>
                <a:gd name="connsiteY6" fmla="*/ 318144 h 899652"/>
                <a:gd name="connsiteX7" fmla="*/ 347640 w 1789314"/>
                <a:gd name="connsiteY7" fmla="*/ 356068 h 899652"/>
                <a:gd name="connsiteX8" fmla="*/ 509872 w 1789314"/>
                <a:gd name="connsiteY8" fmla="*/ 408741 h 899652"/>
                <a:gd name="connsiteX9" fmla="*/ 659463 w 1789314"/>
                <a:gd name="connsiteY9" fmla="*/ 436131 h 899652"/>
                <a:gd name="connsiteX10" fmla="*/ 853299 w 1789314"/>
                <a:gd name="connsiteY10" fmla="*/ 457200 h 899652"/>
                <a:gd name="connsiteX11" fmla="*/ 979714 w 1789314"/>
                <a:gd name="connsiteY11" fmla="*/ 452986 h 899652"/>
                <a:gd name="connsiteX12" fmla="*/ 1156695 w 1789314"/>
                <a:gd name="connsiteY12" fmla="*/ 442452 h 899652"/>
                <a:gd name="connsiteX13" fmla="*/ 1264147 w 1789314"/>
                <a:gd name="connsiteY13" fmla="*/ 423489 h 899652"/>
                <a:gd name="connsiteX14" fmla="*/ 1306285 w 1789314"/>
                <a:gd name="connsiteY14" fmla="*/ 406634 h 899652"/>
                <a:gd name="connsiteX15" fmla="*/ 1424272 w 1789314"/>
                <a:gd name="connsiteY15" fmla="*/ 372923 h 899652"/>
                <a:gd name="connsiteX16" fmla="*/ 1529618 w 1789314"/>
                <a:gd name="connsiteY16" fmla="*/ 330785 h 899652"/>
                <a:gd name="connsiteX17" fmla="*/ 1628643 w 1789314"/>
                <a:gd name="connsiteY17" fmla="*/ 271792 h 899652"/>
                <a:gd name="connsiteX18" fmla="*/ 1689743 w 1789314"/>
                <a:gd name="connsiteY18" fmla="*/ 219119 h 899652"/>
                <a:gd name="connsiteX19" fmla="*/ 1761378 w 1789314"/>
                <a:gd name="connsiteY19" fmla="*/ 132735 h 899652"/>
                <a:gd name="connsiteX20" fmla="*/ 1789314 w 1789314"/>
                <a:gd name="connsiteY20" fmla="*/ 50366 h 899652"/>
                <a:gd name="connsiteX21" fmla="*/ 1781693 w 1789314"/>
                <a:gd name="connsiteY21" fmla="*/ 139056 h 899652"/>
                <a:gd name="connsiteX22" fmla="*/ 1763485 w 1789314"/>
                <a:gd name="connsiteY22" fmla="*/ 271792 h 899652"/>
                <a:gd name="connsiteX23" fmla="*/ 1736095 w 1789314"/>
                <a:gd name="connsiteY23" fmla="*/ 366603 h 899652"/>
                <a:gd name="connsiteX24" fmla="*/ 1681316 w 1789314"/>
                <a:gd name="connsiteY24" fmla="*/ 465628 h 899652"/>
                <a:gd name="connsiteX25" fmla="*/ 1611788 w 1789314"/>
                <a:gd name="connsiteY25" fmla="*/ 554118 h 899652"/>
                <a:gd name="connsiteX26" fmla="*/ 1575970 w 1789314"/>
                <a:gd name="connsiteY26" fmla="*/ 604684 h 899652"/>
                <a:gd name="connsiteX27" fmla="*/ 1502228 w 1789314"/>
                <a:gd name="connsiteY27" fmla="*/ 674212 h 899652"/>
                <a:gd name="connsiteX28" fmla="*/ 1445342 w 1789314"/>
                <a:gd name="connsiteY28" fmla="*/ 724778 h 899652"/>
                <a:gd name="connsiteX29" fmla="*/ 1365279 w 1789314"/>
                <a:gd name="connsiteY29" fmla="*/ 775344 h 899652"/>
                <a:gd name="connsiteX30" fmla="*/ 1274682 w 1789314"/>
                <a:gd name="connsiteY30" fmla="*/ 823803 h 899652"/>
                <a:gd name="connsiteX31" fmla="*/ 1207260 w 1789314"/>
                <a:gd name="connsiteY31" fmla="*/ 849086 h 899652"/>
                <a:gd name="connsiteX32" fmla="*/ 1125091 w 1789314"/>
                <a:gd name="connsiteY32" fmla="*/ 868048 h 899652"/>
                <a:gd name="connsiteX33" fmla="*/ 1026066 w 1789314"/>
                <a:gd name="connsiteY33" fmla="*/ 891224 h 899652"/>
                <a:gd name="connsiteX34" fmla="*/ 937576 w 1789314"/>
                <a:gd name="connsiteY34" fmla="*/ 899652 h 899652"/>
                <a:gd name="connsiteX35" fmla="*/ 868048 w 1789314"/>
                <a:gd name="connsiteY35" fmla="*/ 895438 h 899652"/>
                <a:gd name="connsiteX36" fmla="*/ 766916 w 1789314"/>
                <a:gd name="connsiteY36" fmla="*/ 893331 h 899652"/>
                <a:gd name="connsiteX37" fmla="*/ 653142 w 1789314"/>
                <a:gd name="connsiteY37" fmla="*/ 865941 h 899652"/>
                <a:gd name="connsiteX38" fmla="*/ 556224 w 1789314"/>
                <a:gd name="connsiteY38" fmla="*/ 830123 h 899652"/>
                <a:gd name="connsiteX39" fmla="*/ 484589 w 1789314"/>
                <a:gd name="connsiteY39" fmla="*/ 798520 h 899652"/>
                <a:gd name="connsiteX40" fmla="*/ 402420 w 1789314"/>
                <a:gd name="connsiteY40" fmla="*/ 745847 h 899652"/>
                <a:gd name="connsiteX41" fmla="*/ 343426 w 1789314"/>
                <a:gd name="connsiteY41" fmla="*/ 701602 h 899652"/>
                <a:gd name="connsiteX42" fmla="*/ 294967 w 1789314"/>
                <a:gd name="connsiteY42" fmla="*/ 665784 h 899652"/>
                <a:gd name="connsiteX43" fmla="*/ 261257 w 1789314"/>
                <a:gd name="connsiteY43" fmla="*/ 629967 h 899652"/>
                <a:gd name="connsiteX44" fmla="*/ 227546 w 1789314"/>
                <a:gd name="connsiteY44" fmla="*/ 592042 h 899652"/>
                <a:gd name="connsiteX45" fmla="*/ 189622 w 1789314"/>
                <a:gd name="connsiteY45" fmla="*/ 547797 h 899652"/>
                <a:gd name="connsiteX46" fmla="*/ 147483 w 1789314"/>
                <a:gd name="connsiteY46" fmla="*/ 490910 h 899652"/>
                <a:gd name="connsiteX47" fmla="*/ 122201 w 1789314"/>
                <a:gd name="connsiteY47" fmla="*/ 442452 h 899652"/>
                <a:gd name="connsiteX48" fmla="*/ 92704 w 1789314"/>
                <a:gd name="connsiteY48" fmla="*/ 387672 h 899652"/>
                <a:gd name="connsiteX49" fmla="*/ 61100 w 1789314"/>
                <a:gd name="connsiteY49" fmla="*/ 322358 h 899652"/>
                <a:gd name="connsiteX50" fmla="*/ 40031 w 1789314"/>
                <a:gd name="connsiteY50" fmla="*/ 238081 h 899652"/>
                <a:gd name="connsiteX51" fmla="*/ 23176 w 1789314"/>
                <a:gd name="connsiteY51" fmla="*/ 145377 h 899652"/>
                <a:gd name="connsiteX52" fmla="*/ 0 w 1789314"/>
                <a:gd name="connsiteY52" fmla="*/ 0 h 899652"/>
                <a:gd name="connsiteX0" fmla="*/ 0 w 1775767"/>
                <a:gd name="connsiteY0" fmla="*/ 0 h 892879"/>
                <a:gd name="connsiteX1" fmla="*/ 3308 w 1775767"/>
                <a:gd name="connsiteY1" fmla="*/ 102786 h 892879"/>
                <a:gd name="connsiteX2" fmla="*/ 37018 w 1775767"/>
                <a:gd name="connsiteY2" fmla="*/ 147032 h 892879"/>
                <a:gd name="connsiteX3" fmla="*/ 74943 w 1775767"/>
                <a:gd name="connsiteY3" fmla="*/ 193384 h 892879"/>
                <a:gd name="connsiteX4" fmla="*/ 125509 w 1775767"/>
                <a:gd name="connsiteY4" fmla="*/ 246056 h 892879"/>
                <a:gd name="connsiteX5" fmla="*/ 180289 w 1775767"/>
                <a:gd name="connsiteY5" fmla="*/ 281874 h 892879"/>
                <a:gd name="connsiteX6" fmla="*/ 232961 w 1775767"/>
                <a:gd name="connsiteY6" fmla="*/ 311371 h 892879"/>
                <a:gd name="connsiteX7" fmla="*/ 334093 w 1775767"/>
                <a:gd name="connsiteY7" fmla="*/ 349295 h 892879"/>
                <a:gd name="connsiteX8" fmla="*/ 496325 w 1775767"/>
                <a:gd name="connsiteY8" fmla="*/ 401968 h 892879"/>
                <a:gd name="connsiteX9" fmla="*/ 645916 w 1775767"/>
                <a:gd name="connsiteY9" fmla="*/ 429358 h 892879"/>
                <a:gd name="connsiteX10" fmla="*/ 839752 w 1775767"/>
                <a:gd name="connsiteY10" fmla="*/ 450427 h 892879"/>
                <a:gd name="connsiteX11" fmla="*/ 966167 w 1775767"/>
                <a:gd name="connsiteY11" fmla="*/ 446213 h 892879"/>
                <a:gd name="connsiteX12" fmla="*/ 1143148 w 1775767"/>
                <a:gd name="connsiteY12" fmla="*/ 435679 h 892879"/>
                <a:gd name="connsiteX13" fmla="*/ 1250600 w 1775767"/>
                <a:gd name="connsiteY13" fmla="*/ 416716 h 892879"/>
                <a:gd name="connsiteX14" fmla="*/ 1292738 w 1775767"/>
                <a:gd name="connsiteY14" fmla="*/ 399861 h 892879"/>
                <a:gd name="connsiteX15" fmla="*/ 1410725 w 1775767"/>
                <a:gd name="connsiteY15" fmla="*/ 366150 h 892879"/>
                <a:gd name="connsiteX16" fmla="*/ 1516071 w 1775767"/>
                <a:gd name="connsiteY16" fmla="*/ 324012 h 892879"/>
                <a:gd name="connsiteX17" fmla="*/ 1615096 w 1775767"/>
                <a:gd name="connsiteY17" fmla="*/ 265019 h 892879"/>
                <a:gd name="connsiteX18" fmla="*/ 1676196 w 1775767"/>
                <a:gd name="connsiteY18" fmla="*/ 212346 h 892879"/>
                <a:gd name="connsiteX19" fmla="*/ 1747831 w 1775767"/>
                <a:gd name="connsiteY19" fmla="*/ 125962 h 892879"/>
                <a:gd name="connsiteX20" fmla="*/ 1775767 w 1775767"/>
                <a:gd name="connsiteY20" fmla="*/ 43593 h 892879"/>
                <a:gd name="connsiteX21" fmla="*/ 1768146 w 1775767"/>
                <a:gd name="connsiteY21" fmla="*/ 132283 h 892879"/>
                <a:gd name="connsiteX22" fmla="*/ 1749938 w 1775767"/>
                <a:gd name="connsiteY22" fmla="*/ 265019 h 892879"/>
                <a:gd name="connsiteX23" fmla="*/ 1722548 w 1775767"/>
                <a:gd name="connsiteY23" fmla="*/ 359830 h 892879"/>
                <a:gd name="connsiteX24" fmla="*/ 1667769 w 1775767"/>
                <a:gd name="connsiteY24" fmla="*/ 458855 h 892879"/>
                <a:gd name="connsiteX25" fmla="*/ 1598241 w 1775767"/>
                <a:gd name="connsiteY25" fmla="*/ 547345 h 892879"/>
                <a:gd name="connsiteX26" fmla="*/ 1562423 w 1775767"/>
                <a:gd name="connsiteY26" fmla="*/ 597911 h 892879"/>
                <a:gd name="connsiteX27" fmla="*/ 1488681 w 1775767"/>
                <a:gd name="connsiteY27" fmla="*/ 667439 h 892879"/>
                <a:gd name="connsiteX28" fmla="*/ 1431795 w 1775767"/>
                <a:gd name="connsiteY28" fmla="*/ 718005 h 892879"/>
                <a:gd name="connsiteX29" fmla="*/ 1351732 w 1775767"/>
                <a:gd name="connsiteY29" fmla="*/ 768571 h 892879"/>
                <a:gd name="connsiteX30" fmla="*/ 1261135 w 1775767"/>
                <a:gd name="connsiteY30" fmla="*/ 817030 h 892879"/>
                <a:gd name="connsiteX31" fmla="*/ 1193713 w 1775767"/>
                <a:gd name="connsiteY31" fmla="*/ 842313 h 892879"/>
                <a:gd name="connsiteX32" fmla="*/ 1111544 w 1775767"/>
                <a:gd name="connsiteY32" fmla="*/ 861275 h 892879"/>
                <a:gd name="connsiteX33" fmla="*/ 1012519 w 1775767"/>
                <a:gd name="connsiteY33" fmla="*/ 884451 h 892879"/>
                <a:gd name="connsiteX34" fmla="*/ 924029 w 1775767"/>
                <a:gd name="connsiteY34" fmla="*/ 892879 h 892879"/>
                <a:gd name="connsiteX35" fmla="*/ 854501 w 1775767"/>
                <a:gd name="connsiteY35" fmla="*/ 888665 h 892879"/>
                <a:gd name="connsiteX36" fmla="*/ 753369 w 1775767"/>
                <a:gd name="connsiteY36" fmla="*/ 886558 h 892879"/>
                <a:gd name="connsiteX37" fmla="*/ 639595 w 1775767"/>
                <a:gd name="connsiteY37" fmla="*/ 859168 h 892879"/>
                <a:gd name="connsiteX38" fmla="*/ 542677 w 1775767"/>
                <a:gd name="connsiteY38" fmla="*/ 823350 h 892879"/>
                <a:gd name="connsiteX39" fmla="*/ 471042 w 1775767"/>
                <a:gd name="connsiteY39" fmla="*/ 791747 h 892879"/>
                <a:gd name="connsiteX40" fmla="*/ 388873 w 1775767"/>
                <a:gd name="connsiteY40" fmla="*/ 739074 h 892879"/>
                <a:gd name="connsiteX41" fmla="*/ 329879 w 1775767"/>
                <a:gd name="connsiteY41" fmla="*/ 694829 h 892879"/>
                <a:gd name="connsiteX42" fmla="*/ 281420 w 1775767"/>
                <a:gd name="connsiteY42" fmla="*/ 659011 h 892879"/>
                <a:gd name="connsiteX43" fmla="*/ 247710 w 1775767"/>
                <a:gd name="connsiteY43" fmla="*/ 623194 h 892879"/>
                <a:gd name="connsiteX44" fmla="*/ 213999 w 1775767"/>
                <a:gd name="connsiteY44" fmla="*/ 585269 h 892879"/>
                <a:gd name="connsiteX45" fmla="*/ 176075 w 1775767"/>
                <a:gd name="connsiteY45" fmla="*/ 541024 h 892879"/>
                <a:gd name="connsiteX46" fmla="*/ 133936 w 1775767"/>
                <a:gd name="connsiteY46" fmla="*/ 484137 h 892879"/>
                <a:gd name="connsiteX47" fmla="*/ 108654 w 1775767"/>
                <a:gd name="connsiteY47" fmla="*/ 435679 h 892879"/>
                <a:gd name="connsiteX48" fmla="*/ 79157 w 1775767"/>
                <a:gd name="connsiteY48" fmla="*/ 380899 h 892879"/>
                <a:gd name="connsiteX49" fmla="*/ 47553 w 1775767"/>
                <a:gd name="connsiteY49" fmla="*/ 315585 h 892879"/>
                <a:gd name="connsiteX50" fmla="*/ 26484 w 1775767"/>
                <a:gd name="connsiteY50" fmla="*/ 231308 h 892879"/>
                <a:gd name="connsiteX51" fmla="*/ 9629 w 1775767"/>
                <a:gd name="connsiteY51" fmla="*/ 138604 h 892879"/>
                <a:gd name="connsiteX52" fmla="*/ 0 w 1775767"/>
                <a:gd name="connsiteY52" fmla="*/ 0 h 892879"/>
                <a:gd name="connsiteX0" fmla="*/ 0 w 1775767"/>
                <a:gd name="connsiteY0" fmla="*/ 0 h 899954"/>
                <a:gd name="connsiteX1" fmla="*/ 3308 w 1775767"/>
                <a:gd name="connsiteY1" fmla="*/ 102786 h 899954"/>
                <a:gd name="connsiteX2" fmla="*/ 37018 w 1775767"/>
                <a:gd name="connsiteY2" fmla="*/ 147032 h 899954"/>
                <a:gd name="connsiteX3" fmla="*/ 74943 w 1775767"/>
                <a:gd name="connsiteY3" fmla="*/ 193384 h 899954"/>
                <a:gd name="connsiteX4" fmla="*/ 125509 w 1775767"/>
                <a:gd name="connsiteY4" fmla="*/ 246056 h 899954"/>
                <a:gd name="connsiteX5" fmla="*/ 180289 w 1775767"/>
                <a:gd name="connsiteY5" fmla="*/ 281874 h 899954"/>
                <a:gd name="connsiteX6" fmla="*/ 232961 w 1775767"/>
                <a:gd name="connsiteY6" fmla="*/ 311371 h 899954"/>
                <a:gd name="connsiteX7" fmla="*/ 334093 w 1775767"/>
                <a:gd name="connsiteY7" fmla="*/ 349295 h 899954"/>
                <a:gd name="connsiteX8" fmla="*/ 496325 w 1775767"/>
                <a:gd name="connsiteY8" fmla="*/ 401968 h 899954"/>
                <a:gd name="connsiteX9" fmla="*/ 645916 w 1775767"/>
                <a:gd name="connsiteY9" fmla="*/ 429358 h 899954"/>
                <a:gd name="connsiteX10" fmla="*/ 839752 w 1775767"/>
                <a:gd name="connsiteY10" fmla="*/ 450427 h 899954"/>
                <a:gd name="connsiteX11" fmla="*/ 966167 w 1775767"/>
                <a:gd name="connsiteY11" fmla="*/ 446213 h 899954"/>
                <a:gd name="connsiteX12" fmla="*/ 1143148 w 1775767"/>
                <a:gd name="connsiteY12" fmla="*/ 435679 h 899954"/>
                <a:gd name="connsiteX13" fmla="*/ 1250600 w 1775767"/>
                <a:gd name="connsiteY13" fmla="*/ 416716 h 899954"/>
                <a:gd name="connsiteX14" fmla="*/ 1292738 w 1775767"/>
                <a:gd name="connsiteY14" fmla="*/ 399861 h 899954"/>
                <a:gd name="connsiteX15" fmla="*/ 1410725 w 1775767"/>
                <a:gd name="connsiteY15" fmla="*/ 366150 h 899954"/>
                <a:gd name="connsiteX16" fmla="*/ 1516071 w 1775767"/>
                <a:gd name="connsiteY16" fmla="*/ 324012 h 899954"/>
                <a:gd name="connsiteX17" fmla="*/ 1615096 w 1775767"/>
                <a:gd name="connsiteY17" fmla="*/ 265019 h 899954"/>
                <a:gd name="connsiteX18" fmla="*/ 1676196 w 1775767"/>
                <a:gd name="connsiteY18" fmla="*/ 212346 h 899954"/>
                <a:gd name="connsiteX19" fmla="*/ 1747831 w 1775767"/>
                <a:gd name="connsiteY19" fmla="*/ 125962 h 899954"/>
                <a:gd name="connsiteX20" fmla="*/ 1775767 w 1775767"/>
                <a:gd name="connsiteY20" fmla="*/ 43593 h 899954"/>
                <a:gd name="connsiteX21" fmla="*/ 1768146 w 1775767"/>
                <a:gd name="connsiteY21" fmla="*/ 132283 h 899954"/>
                <a:gd name="connsiteX22" fmla="*/ 1749938 w 1775767"/>
                <a:gd name="connsiteY22" fmla="*/ 265019 h 899954"/>
                <a:gd name="connsiteX23" fmla="*/ 1722548 w 1775767"/>
                <a:gd name="connsiteY23" fmla="*/ 359830 h 899954"/>
                <a:gd name="connsiteX24" fmla="*/ 1667769 w 1775767"/>
                <a:gd name="connsiteY24" fmla="*/ 458855 h 899954"/>
                <a:gd name="connsiteX25" fmla="*/ 1598241 w 1775767"/>
                <a:gd name="connsiteY25" fmla="*/ 547345 h 899954"/>
                <a:gd name="connsiteX26" fmla="*/ 1562423 w 1775767"/>
                <a:gd name="connsiteY26" fmla="*/ 597911 h 899954"/>
                <a:gd name="connsiteX27" fmla="*/ 1488681 w 1775767"/>
                <a:gd name="connsiteY27" fmla="*/ 667439 h 899954"/>
                <a:gd name="connsiteX28" fmla="*/ 1431795 w 1775767"/>
                <a:gd name="connsiteY28" fmla="*/ 718005 h 899954"/>
                <a:gd name="connsiteX29" fmla="*/ 1351732 w 1775767"/>
                <a:gd name="connsiteY29" fmla="*/ 768571 h 899954"/>
                <a:gd name="connsiteX30" fmla="*/ 1261135 w 1775767"/>
                <a:gd name="connsiteY30" fmla="*/ 817030 h 899954"/>
                <a:gd name="connsiteX31" fmla="*/ 1193713 w 1775767"/>
                <a:gd name="connsiteY31" fmla="*/ 842313 h 899954"/>
                <a:gd name="connsiteX32" fmla="*/ 1111544 w 1775767"/>
                <a:gd name="connsiteY32" fmla="*/ 861275 h 899954"/>
                <a:gd name="connsiteX33" fmla="*/ 1012519 w 1775767"/>
                <a:gd name="connsiteY33" fmla="*/ 884451 h 899954"/>
                <a:gd name="connsiteX34" fmla="*/ 924029 w 1775767"/>
                <a:gd name="connsiteY34" fmla="*/ 892879 h 899954"/>
                <a:gd name="connsiteX35" fmla="*/ 852244 w 1775767"/>
                <a:gd name="connsiteY35" fmla="*/ 899954 h 899954"/>
                <a:gd name="connsiteX36" fmla="*/ 753369 w 1775767"/>
                <a:gd name="connsiteY36" fmla="*/ 886558 h 899954"/>
                <a:gd name="connsiteX37" fmla="*/ 639595 w 1775767"/>
                <a:gd name="connsiteY37" fmla="*/ 859168 h 899954"/>
                <a:gd name="connsiteX38" fmla="*/ 542677 w 1775767"/>
                <a:gd name="connsiteY38" fmla="*/ 823350 h 899954"/>
                <a:gd name="connsiteX39" fmla="*/ 471042 w 1775767"/>
                <a:gd name="connsiteY39" fmla="*/ 791747 h 899954"/>
                <a:gd name="connsiteX40" fmla="*/ 388873 w 1775767"/>
                <a:gd name="connsiteY40" fmla="*/ 739074 h 899954"/>
                <a:gd name="connsiteX41" fmla="*/ 329879 w 1775767"/>
                <a:gd name="connsiteY41" fmla="*/ 694829 h 899954"/>
                <a:gd name="connsiteX42" fmla="*/ 281420 w 1775767"/>
                <a:gd name="connsiteY42" fmla="*/ 659011 h 899954"/>
                <a:gd name="connsiteX43" fmla="*/ 247710 w 1775767"/>
                <a:gd name="connsiteY43" fmla="*/ 623194 h 899954"/>
                <a:gd name="connsiteX44" fmla="*/ 213999 w 1775767"/>
                <a:gd name="connsiteY44" fmla="*/ 585269 h 899954"/>
                <a:gd name="connsiteX45" fmla="*/ 176075 w 1775767"/>
                <a:gd name="connsiteY45" fmla="*/ 541024 h 899954"/>
                <a:gd name="connsiteX46" fmla="*/ 133936 w 1775767"/>
                <a:gd name="connsiteY46" fmla="*/ 484137 h 899954"/>
                <a:gd name="connsiteX47" fmla="*/ 108654 w 1775767"/>
                <a:gd name="connsiteY47" fmla="*/ 435679 h 899954"/>
                <a:gd name="connsiteX48" fmla="*/ 79157 w 1775767"/>
                <a:gd name="connsiteY48" fmla="*/ 380899 h 899954"/>
                <a:gd name="connsiteX49" fmla="*/ 47553 w 1775767"/>
                <a:gd name="connsiteY49" fmla="*/ 315585 h 899954"/>
                <a:gd name="connsiteX50" fmla="*/ 26484 w 1775767"/>
                <a:gd name="connsiteY50" fmla="*/ 231308 h 899954"/>
                <a:gd name="connsiteX51" fmla="*/ 9629 w 1775767"/>
                <a:gd name="connsiteY51" fmla="*/ 138604 h 899954"/>
                <a:gd name="connsiteX52" fmla="*/ 0 w 1775767"/>
                <a:gd name="connsiteY52" fmla="*/ 0 h 899954"/>
                <a:gd name="connsiteX0" fmla="*/ 0 w 1775767"/>
                <a:gd name="connsiteY0" fmla="*/ 0 h 899954"/>
                <a:gd name="connsiteX1" fmla="*/ 3308 w 1775767"/>
                <a:gd name="connsiteY1" fmla="*/ 102786 h 899954"/>
                <a:gd name="connsiteX2" fmla="*/ 37018 w 1775767"/>
                <a:gd name="connsiteY2" fmla="*/ 147032 h 899954"/>
                <a:gd name="connsiteX3" fmla="*/ 74943 w 1775767"/>
                <a:gd name="connsiteY3" fmla="*/ 193384 h 899954"/>
                <a:gd name="connsiteX4" fmla="*/ 125509 w 1775767"/>
                <a:gd name="connsiteY4" fmla="*/ 246056 h 899954"/>
                <a:gd name="connsiteX5" fmla="*/ 180289 w 1775767"/>
                <a:gd name="connsiteY5" fmla="*/ 281874 h 899954"/>
                <a:gd name="connsiteX6" fmla="*/ 232961 w 1775767"/>
                <a:gd name="connsiteY6" fmla="*/ 311371 h 899954"/>
                <a:gd name="connsiteX7" fmla="*/ 334093 w 1775767"/>
                <a:gd name="connsiteY7" fmla="*/ 349295 h 899954"/>
                <a:gd name="connsiteX8" fmla="*/ 496325 w 1775767"/>
                <a:gd name="connsiteY8" fmla="*/ 401968 h 899954"/>
                <a:gd name="connsiteX9" fmla="*/ 645916 w 1775767"/>
                <a:gd name="connsiteY9" fmla="*/ 429358 h 899954"/>
                <a:gd name="connsiteX10" fmla="*/ 839752 w 1775767"/>
                <a:gd name="connsiteY10" fmla="*/ 450427 h 899954"/>
                <a:gd name="connsiteX11" fmla="*/ 966167 w 1775767"/>
                <a:gd name="connsiteY11" fmla="*/ 446213 h 899954"/>
                <a:gd name="connsiteX12" fmla="*/ 1143148 w 1775767"/>
                <a:gd name="connsiteY12" fmla="*/ 435679 h 899954"/>
                <a:gd name="connsiteX13" fmla="*/ 1250600 w 1775767"/>
                <a:gd name="connsiteY13" fmla="*/ 416716 h 899954"/>
                <a:gd name="connsiteX14" fmla="*/ 1292738 w 1775767"/>
                <a:gd name="connsiteY14" fmla="*/ 399861 h 899954"/>
                <a:gd name="connsiteX15" fmla="*/ 1410725 w 1775767"/>
                <a:gd name="connsiteY15" fmla="*/ 366150 h 899954"/>
                <a:gd name="connsiteX16" fmla="*/ 1516071 w 1775767"/>
                <a:gd name="connsiteY16" fmla="*/ 324012 h 899954"/>
                <a:gd name="connsiteX17" fmla="*/ 1615096 w 1775767"/>
                <a:gd name="connsiteY17" fmla="*/ 265019 h 899954"/>
                <a:gd name="connsiteX18" fmla="*/ 1676196 w 1775767"/>
                <a:gd name="connsiteY18" fmla="*/ 212346 h 899954"/>
                <a:gd name="connsiteX19" fmla="*/ 1747831 w 1775767"/>
                <a:gd name="connsiteY19" fmla="*/ 125962 h 899954"/>
                <a:gd name="connsiteX20" fmla="*/ 1775767 w 1775767"/>
                <a:gd name="connsiteY20" fmla="*/ 43593 h 899954"/>
                <a:gd name="connsiteX21" fmla="*/ 1768146 w 1775767"/>
                <a:gd name="connsiteY21" fmla="*/ 132283 h 899954"/>
                <a:gd name="connsiteX22" fmla="*/ 1749938 w 1775767"/>
                <a:gd name="connsiteY22" fmla="*/ 265019 h 899954"/>
                <a:gd name="connsiteX23" fmla="*/ 1722548 w 1775767"/>
                <a:gd name="connsiteY23" fmla="*/ 359830 h 899954"/>
                <a:gd name="connsiteX24" fmla="*/ 1667769 w 1775767"/>
                <a:gd name="connsiteY24" fmla="*/ 458855 h 899954"/>
                <a:gd name="connsiteX25" fmla="*/ 1598241 w 1775767"/>
                <a:gd name="connsiteY25" fmla="*/ 547345 h 899954"/>
                <a:gd name="connsiteX26" fmla="*/ 1562423 w 1775767"/>
                <a:gd name="connsiteY26" fmla="*/ 597911 h 899954"/>
                <a:gd name="connsiteX27" fmla="*/ 1488681 w 1775767"/>
                <a:gd name="connsiteY27" fmla="*/ 667439 h 899954"/>
                <a:gd name="connsiteX28" fmla="*/ 1431795 w 1775767"/>
                <a:gd name="connsiteY28" fmla="*/ 718005 h 899954"/>
                <a:gd name="connsiteX29" fmla="*/ 1351732 w 1775767"/>
                <a:gd name="connsiteY29" fmla="*/ 768571 h 899954"/>
                <a:gd name="connsiteX30" fmla="*/ 1261135 w 1775767"/>
                <a:gd name="connsiteY30" fmla="*/ 817030 h 899954"/>
                <a:gd name="connsiteX31" fmla="*/ 1193713 w 1775767"/>
                <a:gd name="connsiteY31" fmla="*/ 842313 h 899954"/>
                <a:gd name="connsiteX32" fmla="*/ 1111544 w 1775767"/>
                <a:gd name="connsiteY32" fmla="*/ 861275 h 899954"/>
                <a:gd name="connsiteX33" fmla="*/ 1012519 w 1775767"/>
                <a:gd name="connsiteY33" fmla="*/ 884451 h 899954"/>
                <a:gd name="connsiteX34" fmla="*/ 928544 w 1775767"/>
                <a:gd name="connsiteY34" fmla="*/ 897395 h 899954"/>
                <a:gd name="connsiteX35" fmla="*/ 852244 w 1775767"/>
                <a:gd name="connsiteY35" fmla="*/ 899954 h 899954"/>
                <a:gd name="connsiteX36" fmla="*/ 753369 w 1775767"/>
                <a:gd name="connsiteY36" fmla="*/ 886558 h 899954"/>
                <a:gd name="connsiteX37" fmla="*/ 639595 w 1775767"/>
                <a:gd name="connsiteY37" fmla="*/ 859168 h 899954"/>
                <a:gd name="connsiteX38" fmla="*/ 542677 w 1775767"/>
                <a:gd name="connsiteY38" fmla="*/ 823350 h 899954"/>
                <a:gd name="connsiteX39" fmla="*/ 471042 w 1775767"/>
                <a:gd name="connsiteY39" fmla="*/ 791747 h 899954"/>
                <a:gd name="connsiteX40" fmla="*/ 388873 w 1775767"/>
                <a:gd name="connsiteY40" fmla="*/ 739074 h 899954"/>
                <a:gd name="connsiteX41" fmla="*/ 329879 w 1775767"/>
                <a:gd name="connsiteY41" fmla="*/ 694829 h 899954"/>
                <a:gd name="connsiteX42" fmla="*/ 281420 w 1775767"/>
                <a:gd name="connsiteY42" fmla="*/ 659011 h 899954"/>
                <a:gd name="connsiteX43" fmla="*/ 247710 w 1775767"/>
                <a:gd name="connsiteY43" fmla="*/ 623194 h 899954"/>
                <a:gd name="connsiteX44" fmla="*/ 213999 w 1775767"/>
                <a:gd name="connsiteY44" fmla="*/ 585269 h 899954"/>
                <a:gd name="connsiteX45" fmla="*/ 176075 w 1775767"/>
                <a:gd name="connsiteY45" fmla="*/ 541024 h 899954"/>
                <a:gd name="connsiteX46" fmla="*/ 133936 w 1775767"/>
                <a:gd name="connsiteY46" fmla="*/ 484137 h 899954"/>
                <a:gd name="connsiteX47" fmla="*/ 108654 w 1775767"/>
                <a:gd name="connsiteY47" fmla="*/ 435679 h 899954"/>
                <a:gd name="connsiteX48" fmla="*/ 79157 w 1775767"/>
                <a:gd name="connsiteY48" fmla="*/ 380899 h 899954"/>
                <a:gd name="connsiteX49" fmla="*/ 47553 w 1775767"/>
                <a:gd name="connsiteY49" fmla="*/ 315585 h 899954"/>
                <a:gd name="connsiteX50" fmla="*/ 26484 w 1775767"/>
                <a:gd name="connsiteY50" fmla="*/ 231308 h 899954"/>
                <a:gd name="connsiteX51" fmla="*/ 9629 w 1775767"/>
                <a:gd name="connsiteY51" fmla="*/ 138604 h 899954"/>
                <a:gd name="connsiteX52" fmla="*/ 0 w 1775767"/>
                <a:gd name="connsiteY52" fmla="*/ 0 h 899954"/>
                <a:gd name="connsiteX0" fmla="*/ 0 w 1775767"/>
                <a:gd name="connsiteY0" fmla="*/ 0 h 899954"/>
                <a:gd name="connsiteX1" fmla="*/ 3308 w 1775767"/>
                <a:gd name="connsiteY1" fmla="*/ 102786 h 899954"/>
                <a:gd name="connsiteX2" fmla="*/ 37018 w 1775767"/>
                <a:gd name="connsiteY2" fmla="*/ 147032 h 899954"/>
                <a:gd name="connsiteX3" fmla="*/ 74943 w 1775767"/>
                <a:gd name="connsiteY3" fmla="*/ 193384 h 899954"/>
                <a:gd name="connsiteX4" fmla="*/ 125509 w 1775767"/>
                <a:gd name="connsiteY4" fmla="*/ 246056 h 899954"/>
                <a:gd name="connsiteX5" fmla="*/ 180289 w 1775767"/>
                <a:gd name="connsiteY5" fmla="*/ 281874 h 899954"/>
                <a:gd name="connsiteX6" fmla="*/ 232961 w 1775767"/>
                <a:gd name="connsiteY6" fmla="*/ 311371 h 899954"/>
                <a:gd name="connsiteX7" fmla="*/ 334093 w 1775767"/>
                <a:gd name="connsiteY7" fmla="*/ 349295 h 899954"/>
                <a:gd name="connsiteX8" fmla="*/ 496325 w 1775767"/>
                <a:gd name="connsiteY8" fmla="*/ 401968 h 899954"/>
                <a:gd name="connsiteX9" fmla="*/ 645916 w 1775767"/>
                <a:gd name="connsiteY9" fmla="*/ 429358 h 899954"/>
                <a:gd name="connsiteX10" fmla="*/ 839752 w 1775767"/>
                <a:gd name="connsiteY10" fmla="*/ 450427 h 899954"/>
                <a:gd name="connsiteX11" fmla="*/ 966167 w 1775767"/>
                <a:gd name="connsiteY11" fmla="*/ 446213 h 899954"/>
                <a:gd name="connsiteX12" fmla="*/ 1143148 w 1775767"/>
                <a:gd name="connsiteY12" fmla="*/ 435679 h 899954"/>
                <a:gd name="connsiteX13" fmla="*/ 1250600 w 1775767"/>
                <a:gd name="connsiteY13" fmla="*/ 416716 h 899954"/>
                <a:gd name="connsiteX14" fmla="*/ 1292738 w 1775767"/>
                <a:gd name="connsiteY14" fmla="*/ 399861 h 899954"/>
                <a:gd name="connsiteX15" fmla="*/ 1410725 w 1775767"/>
                <a:gd name="connsiteY15" fmla="*/ 366150 h 899954"/>
                <a:gd name="connsiteX16" fmla="*/ 1516071 w 1775767"/>
                <a:gd name="connsiteY16" fmla="*/ 324012 h 899954"/>
                <a:gd name="connsiteX17" fmla="*/ 1615096 w 1775767"/>
                <a:gd name="connsiteY17" fmla="*/ 265019 h 899954"/>
                <a:gd name="connsiteX18" fmla="*/ 1676196 w 1775767"/>
                <a:gd name="connsiteY18" fmla="*/ 212346 h 899954"/>
                <a:gd name="connsiteX19" fmla="*/ 1747831 w 1775767"/>
                <a:gd name="connsiteY19" fmla="*/ 125962 h 899954"/>
                <a:gd name="connsiteX20" fmla="*/ 1775767 w 1775767"/>
                <a:gd name="connsiteY20" fmla="*/ 43593 h 899954"/>
                <a:gd name="connsiteX21" fmla="*/ 1768146 w 1775767"/>
                <a:gd name="connsiteY21" fmla="*/ 132283 h 899954"/>
                <a:gd name="connsiteX22" fmla="*/ 1761227 w 1775767"/>
                <a:gd name="connsiteY22" fmla="*/ 240183 h 899954"/>
                <a:gd name="connsiteX23" fmla="*/ 1722548 w 1775767"/>
                <a:gd name="connsiteY23" fmla="*/ 359830 h 899954"/>
                <a:gd name="connsiteX24" fmla="*/ 1667769 w 1775767"/>
                <a:gd name="connsiteY24" fmla="*/ 458855 h 899954"/>
                <a:gd name="connsiteX25" fmla="*/ 1598241 w 1775767"/>
                <a:gd name="connsiteY25" fmla="*/ 547345 h 899954"/>
                <a:gd name="connsiteX26" fmla="*/ 1562423 w 1775767"/>
                <a:gd name="connsiteY26" fmla="*/ 597911 h 899954"/>
                <a:gd name="connsiteX27" fmla="*/ 1488681 w 1775767"/>
                <a:gd name="connsiteY27" fmla="*/ 667439 h 899954"/>
                <a:gd name="connsiteX28" fmla="*/ 1431795 w 1775767"/>
                <a:gd name="connsiteY28" fmla="*/ 718005 h 899954"/>
                <a:gd name="connsiteX29" fmla="*/ 1351732 w 1775767"/>
                <a:gd name="connsiteY29" fmla="*/ 768571 h 899954"/>
                <a:gd name="connsiteX30" fmla="*/ 1261135 w 1775767"/>
                <a:gd name="connsiteY30" fmla="*/ 817030 h 899954"/>
                <a:gd name="connsiteX31" fmla="*/ 1193713 w 1775767"/>
                <a:gd name="connsiteY31" fmla="*/ 842313 h 899954"/>
                <a:gd name="connsiteX32" fmla="*/ 1111544 w 1775767"/>
                <a:gd name="connsiteY32" fmla="*/ 861275 h 899954"/>
                <a:gd name="connsiteX33" fmla="*/ 1012519 w 1775767"/>
                <a:gd name="connsiteY33" fmla="*/ 884451 h 899954"/>
                <a:gd name="connsiteX34" fmla="*/ 928544 w 1775767"/>
                <a:gd name="connsiteY34" fmla="*/ 897395 h 899954"/>
                <a:gd name="connsiteX35" fmla="*/ 852244 w 1775767"/>
                <a:gd name="connsiteY35" fmla="*/ 899954 h 899954"/>
                <a:gd name="connsiteX36" fmla="*/ 753369 w 1775767"/>
                <a:gd name="connsiteY36" fmla="*/ 886558 h 899954"/>
                <a:gd name="connsiteX37" fmla="*/ 639595 w 1775767"/>
                <a:gd name="connsiteY37" fmla="*/ 859168 h 899954"/>
                <a:gd name="connsiteX38" fmla="*/ 542677 w 1775767"/>
                <a:gd name="connsiteY38" fmla="*/ 823350 h 899954"/>
                <a:gd name="connsiteX39" fmla="*/ 471042 w 1775767"/>
                <a:gd name="connsiteY39" fmla="*/ 791747 h 899954"/>
                <a:gd name="connsiteX40" fmla="*/ 388873 w 1775767"/>
                <a:gd name="connsiteY40" fmla="*/ 739074 h 899954"/>
                <a:gd name="connsiteX41" fmla="*/ 329879 w 1775767"/>
                <a:gd name="connsiteY41" fmla="*/ 694829 h 899954"/>
                <a:gd name="connsiteX42" fmla="*/ 281420 w 1775767"/>
                <a:gd name="connsiteY42" fmla="*/ 659011 h 899954"/>
                <a:gd name="connsiteX43" fmla="*/ 247710 w 1775767"/>
                <a:gd name="connsiteY43" fmla="*/ 623194 h 899954"/>
                <a:gd name="connsiteX44" fmla="*/ 213999 w 1775767"/>
                <a:gd name="connsiteY44" fmla="*/ 585269 h 899954"/>
                <a:gd name="connsiteX45" fmla="*/ 176075 w 1775767"/>
                <a:gd name="connsiteY45" fmla="*/ 541024 h 899954"/>
                <a:gd name="connsiteX46" fmla="*/ 133936 w 1775767"/>
                <a:gd name="connsiteY46" fmla="*/ 484137 h 899954"/>
                <a:gd name="connsiteX47" fmla="*/ 108654 w 1775767"/>
                <a:gd name="connsiteY47" fmla="*/ 435679 h 899954"/>
                <a:gd name="connsiteX48" fmla="*/ 79157 w 1775767"/>
                <a:gd name="connsiteY48" fmla="*/ 380899 h 899954"/>
                <a:gd name="connsiteX49" fmla="*/ 47553 w 1775767"/>
                <a:gd name="connsiteY49" fmla="*/ 315585 h 899954"/>
                <a:gd name="connsiteX50" fmla="*/ 26484 w 1775767"/>
                <a:gd name="connsiteY50" fmla="*/ 231308 h 899954"/>
                <a:gd name="connsiteX51" fmla="*/ 9629 w 1775767"/>
                <a:gd name="connsiteY51" fmla="*/ 138604 h 899954"/>
                <a:gd name="connsiteX52" fmla="*/ 0 w 1775767"/>
                <a:gd name="connsiteY52" fmla="*/ 0 h 899954"/>
                <a:gd name="connsiteX0" fmla="*/ 0 w 1775767"/>
                <a:gd name="connsiteY0" fmla="*/ 0 h 899954"/>
                <a:gd name="connsiteX1" fmla="*/ 16854 w 1775767"/>
                <a:gd name="connsiteY1" fmla="*/ 100528 h 899954"/>
                <a:gd name="connsiteX2" fmla="*/ 37018 w 1775767"/>
                <a:gd name="connsiteY2" fmla="*/ 147032 h 899954"/>
                <a:gd name="connsiteX3" fmla="*/ 74943 w 1775767"/>
                <a:gd name="connsiteY3" fmla="*/ 193384 h 899954"/>
                <a:gd name="connsiteX4" fmla="*/ 125509 w 1775767"/>
                <a:gd name="connsiteY4" fmla="*/ 246056 h 899954"/>
                <a:gd name="connsiteX5" fmla="*/ 180289 w 1775767"/>
                <a:gd name="connsiteY5" fmla="*/ 281874 h 899954"/>
                <a:gd name="connsiteX6" fmla="*/ 232961 w 1775767"/>
                <a:gd name="connsiteY6" fmla="*/ 311371 h 899954"/>
                <a:gd name="connsiteX7" fmla="*/ 334093 w 1775767"/>
                <a:gd name="connsiteY7" fmla="*/ 349295 h 899954"/>
                <a:gd name="connsiteX8" fmla="*/ 496325 w 1775767"/>
                <a:gd name="connsiteY8" fmla="*/ 401968 h 899954"/>
                <a:gd name="connsiteX9" fmla="*/ 645916 w 1775767"/>
                <a:gd name="connsiteY9" fmla="*/ 429358 h 899954"/>
                <a:gd name="connsiteX10" fmla="*/ 839752 w 1775767"/>
                <a:gd name="connsiteY10" fmla="*/ 450427 h 899954"/>
                <a:gd name="connsiteX11" fmla="*/ 966167 w 1775767"/>
                <a:gd name="connsiteY11" fmla="*/ 446213 h 899954"/>
                <a:gd name="connsiteX12" fmla="*/ 1143148 w 1775767"/>
                <a:gd name="connsiteY12" fmla="*/ 435679 h 899954"/>
                <a:gd name="connsiteX13" fmla="*/ 1250600 w 1775767"/>
                <a:gd name="connsiteY13" fmla="*/ 416716 h 899954"/>
                <a:gd name="connsiteX14" fmla="*/ 1292738 w 1775767"/>
                <a:gd name="connsiteY14" fmla="*/ 399861 h 899954"/>
                <a:gd name="connsiteX15" fmla="*/ 1410725 w 1775767"/>
                <a:gd name="connsiteY15" fmla="*/ 366150 h 899954"/>
                <a:gd name="connsiteX16" fmla="*/ 1516071 w 1775767"/>
                <a:gd name="connsiteY16" fmla="*/ 324012 h 899954"/>
                <a:gd name="connsiteX17" fmla="*/ 1615096 w 1775767"/>
                <a:gd name="connsiteY17" fmla="*/ 265019 h 899954"/>
                <a:gd name="connsiteX18" fmla="*/ 1676196 w 1775767"/>
                <a:gd name="connsiteY18" fmla="*/ 212346 h 899954"/>
                <a:gd name="connsiteX19" fmla="*/ 1747831 w 1775767"/>
                <a:gd name="connsiteY19" fmla="*/ 125962 h 899954"/>
                <a:gd name="connsiteX20" fmla="*/ 1775767 w 1775767"/>
                <a:gd name="connsiteY20" fmla="*/ 43593 h 899954"/>
                <a:gd name="connsiteX21" fmla="*/ 1768146 w 1775767"/>
                <a:gd name="connsiteY21" fmla="*/ 132283 h 899954"/>
                <a:gd name="connsiteX22" fmla="*/ 1761227 w 1775767"/>
                <a:gd name="connsiteY22" fmla="*/ 240183 h 899954"/>
                <a:gd name="connsiteX23" fmla="*/ 1722548 w 1775767"/>
                <a:gd name="connsiteY23" fmla="*/ 359830 h 899954"/>
                <a:gd name="connsiteX24" fmla="*/ 1667769 w 1775767"/>
                <a:gd name="connsiteY24" fmla="*/ 458855 h 899954"/>
                <a:gd name="connsiteX25" fmla="*/ 1598241 w 1775767"/>
                <a:gd name="connsiteY25" fmla="*/ 547345 h 899954"/>
                <a:gd name="connsiteX26" fmla="*/ 1562423 w 1775767"/>
                <a:gd name="connsiteY26" fmla="*/ 597911 h 899954"/>
                <a:gd name="connsiteX27" fmla="*/ 1488681 w 1775767"/>
                <a:gd name="connsiteY27" fmla="*/ 667439 h 899954"/>
                <a:gd name="connsiteX28" fmla="*/ 1431795 w 1775767"/>
                <a:gd name="connsiteY28" fmla="*/ 718005 h 899954"/>
                <a:gd name="connsiteX29" fmla="*/ 1351732 w 1775767"/>
                <a:gd name="connsiteY29" fmla="*/ 768571 h 899954"/>
                <a:gd name="connsiteX30" fmla="*/ 1261135 w 1775767"/>
                <a:gd name="connsiteY30" fmla="*/ 817030 h 899954"/>
                <a:gd name="connsiteX31" fmla="*/ 1193713 w 1775767"/>
                <a:gd name="connsiteY31" fmla="*/ 842313 h 899954"/>
                <a:gd name="connsiteX32" fmla="*/ 1111544 w 1775767"/>
                <a:gd name="connsiteY32" fmla="*/ 861275 h 899954"/>
                <a:gd name="connsiteX33" fmla="*/ 1012519 w 1775767"/>
                <a:gd name="connsiteY33" fmla="*/ 884451 h 899954"/>
                <a:gd name="connsiteX34" fmla="*/ 928544 w 1775767"/>
                <a:gd name="connsiteY34" fmla="*/ 897395 h 899954"/>
                <a:gd name="connsiteX35" fmla="*/ 852244 w 1775767"/>
                <a:gd name="connsiteY35" fmla="*/ 899954 h 899954"/>
                <a:gd name="connsiteX36" fmla="*/ 753369 w 1775767"/>
                <a:gd name="connsiteY36" fmla="*/ 886558 h 899954"/>
                <a:gd name="connsiteX37" fmla="*/ 639595 w 1775767"/>
                <a:gd name="connsiteY37" fmla="*/ 859168 h 899954"/>
                <a:gd name="connsiteX38" fmla="*/ 542677 w 1775767"/>
                <a:gd name="connsiteY38" fmla="*/ 823350 h 899954"/>
                <a:gd name="connsiteX39" fmla="*/ 471042 w 1775767"/>
                <a:gd name="connsiteY39" fmla="*/ 791747 h 899954"/>
                <a:gd name="connsiteX40" fmla="*/ 388873 w 1775767"/>
                <a:gd name="connsiteY40" fmla="*/ 739074 h 899954"/>
                <a:gd name="connsiteX41" fmla="*/ 329879 w 1775767"/>
                <a:gd name="connsiteY41" fmla="*/ 694829 h 899954"/>
                <a:gd name="connsiteX42" fmla="*/ 281420 w 1775767"/>
                <a:gd name="connsiteY42" fmla="*/ 659011 h 899954"/>
                <a:gd name="connsiteX43" fmla="*/ 247710 w 1775767"/>
                <a:gd name="connsiteY43" fmla="*/ 623194 h 899954"/>
                <a:gd name="connsiteX44" fmla="*/ 213999 w 1775767"/>
                <a:gd name="connsiteY44" fmla="*/ 585269 h 899954"/>
                <a:gd name="connsiteX45" fmla="*/ 176075 w 1775767"/>
                <a:gd name="connsiteY45" fmla="*/ 541024 h 899954"/>
                <a:gd name="connsiteX46" fmla="*/ 133936 w 1775767"/>
                <a:gd name="connsiteY46" fmla="*/ 484137 h 899954"/>
                <a:gd name="connsiteX47" fmla="*/ 108654 w 1775767"/>
                <a:gd name="connsiteY47" fmla="*/ 435679 h 899954"/>
                <a:gd name="connsiteX48" fmla="*/ 79157 w 1775767"/>
                <a:gd name="connsiteY48" fmla="*/ 380899 h 899954"/>
                <a:gd name="connsiteX49" fmla="*/ 47553 w 1775767"/>
                <a:gd name="connsiteY49" fmla="*/ 315585 h 899954"/>
                <a:gd name="connsiteX50" fmla="*/ 26484 w 1775767"/>
                <a:gd name="connsiteY50" fmla="*/ 231308 h 899954"/>
                <a:gd name="connsiteX51" fmla="*/ 9629 w 1775767"/>
                <a:gd name="connsiteY51" fmla="*/ 138604 h 899954"/>
                <a:gd name="connsiteX52" fmla="*/ 0 w 1775767"/>
                <a:gd name="connsiteY52" fmla="*/ 0 h 899954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41396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48342 w 1773509"/>
                <a:gd name="connsiteY13" fmla="*/ 407685 h 890923"/>
                <a:gd name="connsiteX14" fmla="*/ 1290480 w 1773509"/>
                <a:gd name="connsiteY14" fmla="*/ 390830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8969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282 h 890923"/>
                <a:gd name="connsiteX32" fmla="*/ 1109286 w 1773509"/>
                <a:gd name="connsiteY32" fmla="*/ 852244 h 890923"/>
                <a:gd name="connsiteX33" fmla="*/ 1010261 w 1773509"/>
                <a:gd name="connsiteY33" fmla="*/ 875420 h 890923"/>
                <a:gd name="connsiteX34" fmla="*/ 926286 w 1773509"/>
                <a:gd name="connsiteY34" fmla="*/ 888364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48342 w 1773509"/>
                <a:gd name="connsiteY13" fmla="*/ 407685 h 890923"/>
                <a:gd name="connsiteX14" fmla="*/ 1290480 w 1773509"/>
                <a:gd name="connsiteY14" fmla="*/ 390830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8969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282 h 890923"/>
                <a:gd name="connsiteX32" fmla="*/ 1109286 w 1773509"/>
                <a:gd name="connsiteY32" fmla="*/ 852244 h 890923"/>
                <a:gd name="connsiteX33" fmla="*/ 1010261 w 1773509"/>
                <a:gd name="connsiteY33" fmla="*/ 875420 h 890923"/>
                <a:gd name="connsiteX34" fmla="*/ 926286 w 1773509"/>
                <a:gd name="connsiteY34" fmla="*/ 888364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48342 w 1773509"/>
                <a:gd name="connsiteY13" fmla="*/ 407685 h 890923"/>
                <a:gd name="connsiteX14" fmla="*/ 1290480 w 1773509"/>
                <a:gd name="connsiteY14" fmla="*/ 390830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8969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282 h 890923"/>
                <a:gd name="connsiteX32" fmla="*/ 1109286 w 1773509"/>
                <a:gd name="connsiteY32" fmla="*/ 852244 h 890923"/>
                <a:gd name="connsiteX33" fmla="*/ 1010261 w 1773509"/>
                <a:gd name="connsiteY33" fmla="*/ 875420 h 890923"/>
                <a:gd name="connsiteX34" fmla="*/ 926286 w 1773509"/>
                <a:gd name="connsiteY34" fmla="*/ 888364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48342 w 1773509"/>
                <a:gd name="connsiteY13" fmla="*/ 407685 h 890923"/>
                <a:gd name="connsiteX14" fmla="*/ 1290480 w 1773509"/>
                <a:gd name="connsiteY14" fmla="*/ 390830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8969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282 h 890923"/>
                <a:gd name="connsiteX32" fmla="*/ 1109286 w 1773509"/>
                <a:gd name="connsiteY32" fmla="*/ 852244 h 890923"/>
                <a:gd name="connsiteX33" fmla="*/ 1010261 w 1773509"/>
                <a:gd name="connsiteY33" fmla="*/ 875420 h 890923"/>
                <a:gd name="connsiteX34" fmla="*/ 926286 w 1773509"/>
                <a:gd name="connsiteY34" fmla="*/ 888364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48342 w 1773509"/>
                <a:gd name="connsiteY13" fmla="*/ 407685 h 890923"/>
                <a:gd name="connsiteX14" fmla="*/ 1297254 w 1773509"/>
                <a:gd name="connsiteY14" fmla="*/ 397604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8969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282 h 890923"/>
                <a:gd name="connsiteX32" fmla="*/ 1109286 w 1773509"/>
                <a:gd name="connsiteY32" fmla="*/ 852244 h 890923"/>
                <a:gd name="connsiteX33" fmla="*/ 1010261 w 1773509"/>
                <a:gd name="connsiteY33" fmla="*/ 875420 h 890923"/>
                <a:gd name="connsiteX34" fmla="*/ 926286 w 1773509"/>
                <a:gd name="connsiteY34" fmla="*/ 888364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48342 w 1773509"/>
                <a:gd name="connsiteY13" fmla="*/ 407685 h 890923"/>
                <a:gd name="connsiteX14" fmla="*/ 1301769 w 1773509"/>
                <a:gd name="connsiteY14" fmla="*/ 397604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8969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282 h 890923"/>
                <a:gd name="connsiteX32" fmla="*/ 1109286 w 1773509"/>
                <a:gd name="connsiteY32" fmla="*/ 852244 h 890923"/>
                <a:gd name="connsiteX33" fmla="*/ 1010261 w 1773509"/>
                <a:gd name="connsiteY33" fmla="*/ 875420 h 890923"/>
                <a:gd name="connsiteX34" fmla="*/ 926286 w 1773509"/>
                <a:gd name="connsiteY34" fmla="*/ 888364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48342 w 1773509"/>
                <a:gd name="connsiteY13" fmla="*/ 407685 h 890923"/>
                <a:gd name="connsiteX14" fmla="*/ 1301769 w 1773509"/>
                <a:gd name="connsiteY14" fmla="*/ 397604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8969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282 h 890923"/>
                <a:gd name="connsiteX32" fmla="*/ 1109286 w 1773509"/>
                <a:gd name="connsiteY32" fmla="*/ 852244 h 890923"/>
                <a:gd name="connsiteX33" fmla="*/ 1010261 w 1773509"/>
                <a:gd name="connsiteY33" fmla="*/ 875420 h 890923"/>
                <a:gd name="connsiteX34" fmla="*/ 926286 w 1773509"/>
                <a:gd name="connsiteY34" fmla="*/ 888364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48342 w 1773509"/>
                <a:gd name="connsiteY13" fmla="*/ 407685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8969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282 h 890923"/>
                <a:gd name="connsiteX32" fmla="*/ 1109286 w 1773509"/>
                <a:gd name="connsiteY32" fmla="*/ 852244 h 890923"/>
                <a:gd name="connsiteX33" fmla="*/ 1010261 w 1773509"/>
                <a:gd name="connsiteY33" fmla="*/ 875420 h 890923"/>
                <a:gd name="connsiteX34" fmla="*/ 926286 w 1773509"/>
                <a:gd name="connsiteY34" fmla="*/ 888364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8969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282 h 890923"/>
                <a:gd name="connsiteX32" fmla="*/ 1109286 w 1773509"/>
                <a:gd name="connsiteY32" fmla="*/ 852244 h 890923"/>
                <a:gd name="connsiteX33" fmla="*/ 1010261 w 1773509"/>
                <a:gd name="connsiteY33" fmla="*/ 875420 h 890923"/>
                <a:gd name="connsiteX34" fmla="*/ 926286 w 1773509"/>
                <a:gd name="connsiteY34" fmla="*/ 888364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8969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282 h 890923"/>
                <a:gd name="connsiteX32" fmla="*/ 1109286 w 1773509"/>
                <a:gd name="connsiteY32" fmla="*/ 852244 h 890923"/>
                <a:gd name="connsiteX33" fmla="*/ 1010261 w 1773509"/>
                <a:gd name="connsiteY33" fmla="*/ 875420 h 890923"/>
                <a:gd name="connsiteX34" fmla="*/ 926286 w 1773509"/>
                <a:gd name="connsiteY34" fmla="*/ 888364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282 h 890923"/>
                <a:gd name="connsiteX32" fmla="*/ 1109286 w 1773509"/>
                <a:gd name="connsiteY32" fmla="*/ 852244 h 890923"/>
                <a:gd name="connsiteX33" fmla="*/ 1010261 w 1773509"/>
                <a:gd name="connsiteY33" fmla="*/ 875420 h 890923"/>
                <a:gd name="connsiteX34" fmla="*/ 926286 w 1773509"/>
                <a:gd name="connsiteY34" fmla="*/ 888364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4528"/>
                <a:gd name="connsiteX1" fmla="*/ 14596 w 1773509"/>
                <a:gd name="connsiteY1" fmla="*/ 91497 h 894528"/>
                <a:gd name="connsiteX2" fmla="*/ 34760 w 1773509"/>
                <a:gd name="connsiteY2" fmla="*/ 138001 h 894528"/>
                <a:gd name="connsiteX3" fmla="*/ 72685 w 1773509"/>
                <a:gd name="connsiteY3" fmla="*/ 184353 h 894528"/>
                <a:gd name="connsiteX4" fmla="*/ 123251 w 1773509"/>
                <a:gd name="connsiteY4" fmla="*/ 237025 h 894528"/>
                <a:gd name="connsiteX5" fmla="*/ 178031 w 1773509"/>
                <a:gd name="connsiteY5" fmla="*/ 272843 h 894528"/>
                <a:gd name="connsiteX6" fmla="*/ 230703 w 1773509"/>
                <a:gd name="connsiteY6" fmla="*/ 302340 h 894528"/>
                <a:gd name="connsiteX7" fmla="*/ 331835 w 1773509"/>
                <a:gd name="connsiteY7" fmla="*/ 340264 h 894528"/>
                <a:gd name="connsiteX8" fmla="*/ 494067 w 1773509"/>
                <a:gd name="connsiteY8" fmla="*/ 392937 h 894528"/>
                <a:gd name="connsiteX9" fmla="*/ 643658 w 1773509"/>
                <a:gd name="connsiteY9" fmla="*/ 420327 h 894528"/>
                <a:gd name="connsiteX10" fmla="*/ 837494 w 1773509"/>
                <a:gd name="connsiteY10" fmla="*/ 434623 h 894528"/>
                <a:gd name="connsiteX11" fmla="*/ 963909 w 1773509"/>
                <a:gd name="connsiteY11" fmla="*/ 437182 h 894528"/>
                <a:gd name="connsiteX12" fmla="*/ 1140890 w 1773509"/>
                <a:gd name="connsiteY12" fmla="*/ 426648 h 894528"/>
                <a:gd name="connsiteX13" fmla="*/ 1257373 w 1773509"/>
                <a:gd name="connsiteY13" fmla="*/ 405427 h 894528"/>
                <a:gd name="connsiteX14" fmla="*/ 1299511 w 1773509"/>
                <a:gd name="connsiteY14" fmla="*/ 395346 h 894528"/>
                <a:gd name="connsiteX15" fmla="*/ 1408467 w 1773509"/>
                <a:gd name="connsiteY15" fmla="*/ 357119 h 894528"/>
                <a:gd name="connsiteX16" fmla="*/ 1513813 w 1773509"/>
                <a:gd name="connsiteY16" fmla="*/ 314981 h 894528"/>
                <a:gd name="connsiteX17" fmla="*/ 1612838 w 1773509"/>
                <a:gd name="connsiteY17" fmla="*/ 255988 h 894528"/>
                <a:gd name="connsiteX18" fmla="*/ 1673938 w 1773509"/>
                <a:gd name="connsiteY18" fmla="*/ 203315 h 894528"/>
                <a:gd name="connsiteX19" fmla="*/ 1745573 w 1773509"/>
                <a:gd name="connsiteY19" fmla="*/ 116931 h 894528"/>
                <a:gd name="connsiteX20" fmla="*/ 1773509 w 1773509"/>
                <a:gd name="connsiteY20" fmla="*/ 34562 h 894528"/>
                <a:gd name="connsiteX21" fmla="*/ 1765888 w 1773509"/>
                <a:gd name="connsiteY21" fmla="*/ 123252 h 894528"/>
                <a:gd name="connsiteX22" fmla="*/ 1752804 w 1773509"/>
                <a:gd name="connsiteY22" fmla="*/ 231152 h 894528"/>
                <a:gd name="connsiteX23" fmla="*/ 1720290 w 1773509"/>
                <a:gd name="connsiteY23" fmla="*/ 350799 h 894528"/>
                <a:gd name="connsiteX24" fmla="*/ 1665511 w 1773509"/>
                <a:gd name="connsiteY24" fmla="*/ 449824 h 894528"/>
                <a:gd name="connsiteX25" fmla="*/ 1595983 w 1773509"/>
                <a:gd name="connsiteY25" fmla="*/ 538314 h 894528"/>
                <a:gd name="connsiteX26" fmla="*/ 1560165 w 1773509"/>
                <a:gd name="connsiteY26" fmla="*/ 588880 h 894528"/>
                <a:gd name="connsiteX27" fmla="*/ 1486423 w 1773509"/>
                <a:gd name="connsiteY27" fmla="*/ 658408 h 894528"/>
                <a:gd name="connsiteX28" fmla="*/ 1429537 w 1773509"/>
                <a:gd name="connsiteY28" fmla="*/ 708974 h 894528"/>
                <a:gd name="connsiteX29" fmla="*/ 1349474 w 1773509"/>
                <a:gd name="connsiteY29" fmla="*/ 759540 h 894528"/>
                <a:gd name="connsiteX30" fmla="*/ 1258877 w 1773509"/>
                <a:gd name="connsiteY30" fmla="*/ 807999 h 894528"/>
                <a:gd name="connsiteX31" fmla="*/ 1191455 w 1773509"/>
                <a:gd name="connsiteY31" fmla="*/ 833282 h 894528"/>
                <a:gd name="connsiteX32" fmla="*/ 1109286 w 1773509"/>
                <a:gd name="connsiteY32" fmla="*/ 852244 h 894528"/>
                <a:gd name="connsiteX33" fmla="*/ 1010261 w 1773509"/>
                <a:gd name="connsiteY33" fmla="*/ 875420 h 894528"/>
                <a:gd name="connsiteX34" fmla="*/ 928341 w 1773509"/>
                <a:gd name="connsiteY34" fmla="*/ 894528 h 894528"/>
                <a:gd name="connsiteX35" fmla="*/ 849986 w 1773509"/>
                <a:gd name="connsiteY35" fmla="*/ 890923 h 894528"/>
                <a:gd name="connsiteX36" fmla="*/ 751111 w 1773509"/>
                <a:gd name="connsiteY36" fmla="*/ 877527 h 894528"/>
                <a:gd name="connsiteX37" fmla="*/ 637337 w 1773509"/>
                <a:gd name="connsiteY37" fmla="*/ 850137 h 894528"/>
                <a:gd name="connsiteX38" fmla="*/ 540419 w 1773509"/>
                <a:gd name="connsiteY38" fmla="*/ 814319 h 894528"/>
                <a:gd name="connsiteX39" fmla="*/ 468784 w 1773509"/>
                <a:gd name="connsiteY39" fmla="*/ 782716 h 894528"/>
                <a:gd name="connsiteX40" fmla="*/ 386615 w 1773509"/>
                <a:gd name="connsiteY40" fmla="*/ 730043 h 894528"/>
                <a:gd name="connsiteX41" fmla="*/ 327621 w 1773509"/>
                <a:gd name="connsiteY41" fmla="*/ 685798 h 894528"/>
                <a:gd name="connsiteX42" fmla="*/ 279162 w 1773509"/>
                <a:gd name="connsiteY42" fmla="*/ 649980 h 894528"/>
                <a:gd name="connsiteX43" fmla="*/ 245452 w 1773509"/>
                <a:gd name="connsiteY43" fmla="*/ 614163 h 894528"/>
                <a:gd name="connsiteX44" fmla="*/ 211741 w 1773509"/>
                <a:gd name="connsiteY44" fmla="*/ 576238 h 894528"/>
                <a:gd name="connsiteX45" fmla="*/ 173817 w 1773509"/>
                <a:gd name="connsiteY45" fmla="*/ 531993 h 894528"/>
                <a:gd name="connsiteX46" fmla="*/ 131678 w 1773509"/>
                <a:gd name="connsiteY46" fmla="*/ 475106 h 894528"/>
                <a:gd name="connsiteX47" fmla="*/ 106396 w 1773509"/>
                <a:gd name="connsiteY47" fmla="*/ 426648 h 894528"/>
                <a:gd name="connsiteX48" fmla="*/ 76899 w 1773509"/>
                <a:gd name="connsiteY48" fmla="*/ 371868 h 894528"/>
                <a:gd name="connsiteX49" fmla="*/ 45295 w 1773509"/>
                <a:gd name="connsiteY49" fmla="*/ 306554 h 894528"/>
                <a:gd name="connsiteX50" fmla="*/ 24226 w 1773509"/>
                <a:gd name="connsiteY50" fmla="*/ 222277 h 894528"/>
                <a:gd name="connsiteX51" fmla="*/ 7371 w 1773509"/>
                <a:gd name="connsiteY51" fmla="*/ 129573 h 894528"/>
                <a:gd name="connsiteX52" fmla="*/ 0 w 1773509"/>
                <a:gd name="connsiteY52" fmla="*/ 0 h 894528"/>
                <a:gd name="connsiteX0" fmla="*/ 0 w 1773509"/>
                <a:gd name="connsiteY0" fmla="*/ 0 h 894528"/>
                <a:gd name="connsiteX1" fmla="*/ 14596 w 1773509"/>
                <a:gd name="connsiteY1" fmla="*/ 91497 h 894528"/>
                <a:gd name="connsiteX2" fmla="*/ 34760 w 1773509"/>
                <a:gd name="connsiteY2" fmla="*/ 138001 h 894528"/>
                <a:gd name="connsiteX3" fmla="*/ 72685 w 1773509"/>
                <a:gd name="connsiteY3" fmla="*/ 184353 h 894528"/>
                <a:gd name="connsiteX4" fmla="*/ 123251 w 1773509"/>
                <a:gd name="connsiteY4" fmla="*/ 237025 h 894528"/>
                <a:gd name="connsiteX5" fmla="*/ 178031 w 1773509"/>
                <a:gd name="connsiteY5" fmla="*/ 272843 h 894528"/>
                <a:gd name="connsiteX6" fmla="*/ 230703 w 1773509"/>
                <a:gd name="connsiteY6" fmla="*/ 302340 h 894528"/>
                <a:gd name="connsiteX7" fmla="*/ 331835 w 1773509"/>
                <a:gd name="connsiteY7" fmla="*/ 340264 h 894528"/>
                <a:gd name="connsiteX8" fmla="*/ 494067 w 1773509"/>
                <a:gd name="connsiteY8" fmla="*/ 392937 h 894528"/>
                <a:gd name="connsiteX9" fmla="*/ 643658 w 1773509"/>
                <a:gd name="connsiteY9" fmla="*/ 420327 h 894528"/>
                <a:gd name="connsiteX10" fmla="*/ 837494 w 1773509"/>
                <a:gd name="connsiteY10" fmla="*/ 434623 h 894528"/>
                <a:gd name="connsiteX11" fmla="*/ 963909 w 1773509"/>
                <a:gd name="connsiteY11" fmla="*/ 437182 h 894528"/>
                <a:gd name="connsiteX12" fmla="*/ 1140890 w 1773509"/>
                <a:gd name="connsiteY12" fmla="*/ 426648 h 894528"/>
                <a:gd name="connsiteX13" fmla="*/ 1257373 w 1773509"/>
                <a:gd name="connsiteY13" fmla="*/ 405427 h 894528"/>
                <a:gd name="connsiteX14" fmla="*/ 1299511 w 1773509"/>
                <a:gd name="connsiteY14" fmla="*/ 395346 h 894528"/>
                <a:gd name="connsiteX15" fmla="*/ 1408467 w 1773509"/>
                <a:gd name="connsiteY15" fmla="*/ 357119 h 894528"/>
                <a:gd name="connsiteX16" fmla="*/ 1513813 w 1773509"/>
                <a:gd name="connsiteY16" fmla="*/ 314981 h 894528"/>
                <a:gd name="connsiteX17" fmla="*/ 1612838 w 1773509"/>
                <a:gd name="connsiteY17" fmla="*/ 255988 h 894528"/>
                <a:gd name="connsiteX18" fmla="*/ 1673938 w 1773509"/>
                <a:gd name="connsiteY18" fmla="*/ 203315 h 894528"/>
                <a:gd name="connsiteX19" fmla="*/ 1745573 w 1773509"/>
                <a:gd name="connsiteY19" fmla="*/ 116931 h 894528"/>
                <a:gd name="connsiteX20" fmla="*/ 1773509 w 1773509"/>
                <a:gd name="connsiteY20" fmla="*/ 34562 h 894528"/>
                <a:gd name="connsiteX21" fmla="*/ 1765888 w 1773509"/>
                <a:gd name="connsiteY21" fmla="*/ 123252 h 894528"/>
                <a:gd name="connsiteX22" fmla="*/ 1752804 w 1773509"/>
                <a:gd name="connsiteY22" fmla="*/ 231152 h 894528"/>
                <a:gd name="connsiteX23" fmla="*/ 1720290 w 1773509"/>
                <a:gd name="connsiteY23" fmla="*/ 350799 h 894528"/>
                <a:gd name="connsiteX24" fmla="*/ 1665511 w 1773509"/>
                <a:gd name="connsiteY24" fmla="*/ 449824 h 894528"/>
                <a:gd name="connsiteX25" fmla="*/ 1595983 w 1773509"/>
                <a:gd name="connsiteY25" fmla="*/ 538314 h 894528"/>
                <a:gd name="connsiteX26" fmla="*/ 1560165 w 1773509"/>
                <a:gd name="connsiteY26" fmla="*/ 588880 h 894528"/>
                <a:gd name="connsiteX27" fmla="*/ 1486423 w 1773509"/>
                <a:gd name="connsiteY27" fmla="*/ 658408 h 894528"/>
                <a:gd name="connsiteX28" fmla="*/ 1429537 w 1773509"/>
                <a:gd name="connsiteY28" fmla="*/ 708974 h 894528"/>
                <a:gd name="connsiteX29" fmla="*/ 1349474 w 1773509"/>
                <a:gd name="connsiteY29" fmla="*/ 759540 h 894528"/>
                <a:gd name="connsiteX30" fmla="*/ 1258877 w 1773509"/>
                <a:gd name="connsiteY30" fmla="*/ 807999 h 894528"/>
                <a:gd name="connsiteX31" fmla="*/ 1191455 w 1773509"/>
                <a:gd name="connsiteY31" fmla="*/ 833282 h 894528"/>
                <a:gd name="connsiteX32" fmla="*/ 1109286 w 1773509"/>
                <a:gd name="connsiteY32" fmla="*/ 852244 h 894528"/>
                <a:gd name="connsiteX33" fmla="*/ 1010261 w 1773509"/>
                <a:gd name="connsiteY33" fmla="*/ 875420 h 894528"/>
                <a:gd name="connsiteX34" fmla="*/ 928341 w 1773509"/>
                <a:gd name="connsiteY34" fmla="*/ 894528 h 894528"/>
                <a:gd name="connsiteX35" fmla="*/ 849986 w 1773509"/>
                <a:gd name="connsiteY35" fmla="*/ 890923 h 894528"/>
                <a:gd name="connsiteX36" fmla="*/ 751111 w 1773509"/>
                <a:gd name="connsiteY36" fmla="*/ 877527 h 894528"/>
                <a:gd name="connsiteX37" fmla="*/ 637337 w 1773509"/>
                <a:gd name="connsiteY37" fmla="*/ 850137 h 894528"/>
                <a:gd name="connsiteX38" fmla="*/ 540419 w 1773509"/>
                <a:gd name="connsiteY38" fmla="*/ 814319 h 894528"/>
                <a:gd name="connsiteX39" fmla="*/ 468784 w 1773509"/>
                <a:gd name="connsiteY39" fmla="*/ 782716 h 894528"/>
                <a:gd name="connsiteX40" fmla="*/ 386615 w 1773509"/>
                <a:gd name="connsiteY40" fmla="*/ 730043 h 894528"/>
                <a:gd name="connsiteX41" fmla="*/ 327621 w 1773509"/>
                <a:gd name="connsiteY41" fmla="*/ 685798 h 894528"/>
                <a:gd name="connsiteX42" fmla="*/ 279162 w 1773509"/>
                <a:gd name="connsiteY42" fmla="*/ 649980 h 894528"/>
                <a:gd name="connsiteX43" fmla="*/ 245452 w 1773509"/>
                <a:gd name="connsiteY43" fmla="*/ 614163 h 894528"/>
                <a:gd name="connsiteX44" fmla="*/ 211741 w 1773509"/>
                <a:gd name="connsiteY44" fmla="*/ 576238 h 894528"/>
                <a:gd name="connsiteX45" fmla="*/ 173817 w 1773509"/>
                <a:gd name="connsiteY45" fmla="*/ 531993 h 894528"/>
                <a:gd name="connsiteX46" fmla="*/ 131678 w 1773509"/>
                <a:gd name="connsiteY46" fmla="*/ 475106 h 894528"/>
                <a:gd name="connsiteX47" fmla="*/ 106396 w 1773509"/>
                <a:gd name="connsiteY47" fmla="*/ 426648 h 894528"/>
                <a:gd name="connsiteX48" fmla="*/ 76899 w 1773509"/>
                <a:gd name="connsiteY48" fmla="*/ 371868 h 894528"/>
                <a:gd name="connsiteX49" fmla="*/ 45295 w 1773509"/>
                <a:gd name="connsiteY49" fmla="*/ 306554 h 894528"/>
                <a:gd name="connsiteX50" fmla="*/ 24226 w 1773509"/>
                <a:gd name="connsiteY50" fmla="*/ 222277 h 894528"/>
                <a:gd name="connsiteX51" fmla="*/ 7371 w 1773509"/>
                <a:gd name="connsiteY51" fmla="*/ 129573 h 894528"/>
                <a:gd name="connsiteX52" fmla="*/ 0 w 1773509"/>
                <a:gd name="connsiteY52" fmla="*/ 0 h 894528"/>
                <a:gd name="connsiteX0" fmla="*/ 0 w 1773509"/>
                <a:gd name="connsiteY0" fmla="*/ 0 h 894528"/>
                <a:gd name="connsiteX1" fmla="*/ 14596 w 1773509"/>
                <a:gd name="connsiteY1" fmla="*/ 91497 h 894528"/>
                <a:gd name="connsiteX2" fmla="*/ 34760 w 1773509"/>
                <a:gd name="connsiteY2" fmla="*/ 138001 h 894528"/>
                <a:gd name="connsiteX3" fmla="*/ 72685 w 1773509"/>
                <a:gd name="connsiteY3" fmla="*/ 184353 h 894528"/>
                <a:gd name="connsiteX4" fmla="*/ 123251 w 1773509"/>
                <a:gd name="connsiteY4" fmla="*/ 237025 h 894528"/>
                <a:gd name="connsiteX5" fmla="*/ 178031 w 1773509"/>
                <a:gd name="connsiteY5" fmla="*/ 272843 h 894528"/>
                <a:gd name="connsiteX6" fmla="*/ 230703 w 1773509"/>
                <a:gd name="connsiteY6" fmla="*/ 302340 h 894528"/>
                <a:gd name="connsiteX7" fmla="*/ 331835 w 1773509"/>
                <a:gd name="connsiteY7" fmla="*/ 340264 h 894528"/>
                <a:gd name="connsiteX8" fmla="*/ 494067 w 1773509"/>
                <a:gd name="connsiteY8" fmla="*/ 392937 h 894528"/>
                <a:gd name="connsiteX9" fmla="*/ 643658 w 1773509"/>
                <a:gd name="connsiteY9" fmla="*/ 420327 h 894528"/>
                <a:gd name="connsiteX10" fmla="*/ 837494 w 1773509"/>
                <a:gd name="connsiteY10" fmla="*/ 434623 h 894528"/>
                <a:gd name="connsiteX11" fmla="*/ 963909 w 1773509"/>
                <a:gd name="connsiteY11" fmla="*/ 437182 h 894528"/>
                <a:gd name="connsiteX12" fmla="*/ 1140890 w 1773509"/>
                <a:gd name="connsiteY12" fmla="*/ 426648 h 894528"/>
                <a:gd name="connsiteX13" fmla="*/ 1257373 w 1773509"/>
                <a:gd name="connsiteY13" fmla="*/ 405427 h 894528"/>
                <a:gd name="connsiteX14" fmla="*/ 1299511 w 1773509"/>
                <a:gd name="connsiteY14" fmla="*/ 395346 h 894528"/>
                <a:gd name="connsiteX15" fmla="*/ 1408467 w 1773509"/>
                <a:gd name="connsiteY15" fmla="*/ 357119 h 894528"/>
                <a:gd name="connsiteX16" fmla="*/ 1513813 w 1773509"/>
                <a:gd name="connsiteY16" fmla="*/ 314981 h 894528"/>
                <a:gd name="connsiteX17" fmla="*/ 1612838 w 1773509"/>
                <a:gd name="connsiteY17" fmla="*/ 255988 h 894528"/>
                <a:gd name="connsiteX18" fmla="*/ 1673938 w 1773509"/>
                <a:gd name="connsiteY18" fmla="*/ 203315 h 894528"/>
                <a:gd name="connsiteX19" fmla="*/ 1745573 w 1773509"/>
                <a:gd name="connsiteY19" fmla="*/ 116931 h 894528"/>
                <a:gd name="connsiteX20" fmla="*/ 1773509 w 1773509"/>
                <a:gd name="connsiteY20" fmla="*/ 34562 h 894528"/>
                <a:gd name="connsiteX21" fmla="*/ 1765888 w 1773509"/>
                <a:gd name="connsiteY21" fmla="*/ 123252 h 894528"/>
                <a:gd name="connsiteX22" fmla="*/ 1752804 w 1773509"/>
                <a:gd name="connsiteY22" fmla="*/ 231152 h 894528"/>
                <a:gd name="connsiteX23" fmla="*/ 1720290 w 1773509"/>
                <a:gd name="connsiteY23" fmla="*/ 350799 h 894528"/>
                <a:gd name="connsiteX24" fmla="*/ 1665511 w 1773509"/>
                <a:gd name="connsiteY24" fmla="*/ 449824 h 894528"/>
                <a:gd name="connsiteX25" fmla="*/ 1595983 w 1773509"/>
                <a:gd name="connsiteY25" fmla="*/ 538314 h 894528"/>
                <a:gd name="connsiteX26" fmla="*/ 1560165 w 1773509"/>
                <a:gd name="connsiteY26" fmla="*/ 588880 h 894528"/>
                <a:gd name="connsiteX27" fmla="*/ 1486423 w 1773509"/>
                <a:gd name="connsiteY27" fmla="*/ 658408 h 894528"/>
                <a:gd name="connsiteX28" fmla="*/ 1429537 w 1773509"/>
                <a:gd name="connsiteY28" fmla="*/ 708974 h 894528"/>
                <a:gd name="connsiteX29" fmla="*/ 1349474 w 1773509"/>
                <a:gd name="connsiteY29" fmla="*/ 759540 h 894528"/>
                <a:gd name="connsiteX30" fmla="*/ 1258877 w 1773509"/>
                <a:gd name="connsiteY30" fmla="*/ 807999 h 894528"/>
                <a:gd name="connsiteX31" fmla="*/ 1191455 w 1773509"/>
                <a:gd name="connsiteY31" fmla="*/ 833282 h 894528"/>
                <a:gd name="connsiteX32" fmla="*/ 1109286 w 1773509"/>
                <a:gd name="connsiteY32" fmla="*/ 852244 h 894528"/>
                <a:gd name="connsiteX33" fmla="*/ 1016425 w 1773509"/>
                <a:gd name="connsiteY33" fmla="*/ 881584 h 894528"/>
                <a:gd name="connsiteX34" fmla="*/ 928341 w 1773509"/>
                <a:gd name="connsiteY34" fmla="*/ 894528 h 894528"/>
                <a:gd name="connsiteX35" fmla="*/ 849986 w 1773509"/>
                <a:gd name="connsiteY35" fmla="*/ 890923 h 894528"/>
                <a:gd name="connsiteX36" fmla="*/ 751111 w 1773509"/>
                <a:gd name="connsiteY36" fmla="*/ 877527 h 894528"/>
                <a:gd name="connsiteX37" fmla="*/ 637337 w 1773509"/>
                <a:gd name="connsiteY37" fmla="*/ 850137 h 894528"/>
                <a:gd name="connsiteX38" fmla="*/ 540419 w 1773509"/>
                <a:gd name="connsiteY38" fmla="*/ 814319 h 894528"/>
                <a:gd name="connsiteX39" fmla="*/ 468784 w 1773509"/>
                <a:gd name="connsiteY39" fmla="*/ 782716 h 894528"/>
                <a:gd name="connsiteX40" fmla="*/ 386615 w 1773509"/>
                <a:gd name="connsiteY40" fmla="*/ 730043 h 894528"/>
                <a:gd name="connsiteX41" fmla="*/ 327621 w 1773509"/>
                <a:gd name="connsiteY41" fmla="*/ 685798 h 894528"/>
                <a:gd name="connsiteX42" fmla="*/ 279162 w 1773509"/>
                <a:gd name="connsiteY42" fmla="*/ 649980 h 894528"/>
                <a:gd name="connsiteX43" fmla="*/ 245452 w 1773509"/>
                <a:gd name="connsiteY43" fmla="*/ 614163 h 894528"/>
                <a:gd name="connsiteX44" fmla="*/ 211741 w 1773509"/>
                <a:gd name="connsiteY44" fmla="*/ 576238 h 894528"/>
                <a:gd name="connsiteX45" fmla="*/ 173817 w 1773509"/>
                <a:gd name="connsiteY45" fmla="*/ 531993 h 894528"/>
                <a:gd name="connsiteX46" fmla="*/ 131678 w 1773509"/>
                <a:gd name="connsiteY46" fmla="*/ 475106 h 894528"/>
                <a:gd name="connsiteX47" fmla="*/ 106396 w 1773509"/>
                <a:gd name="connsiteY47" fmla="*/ 426648 h 894528"/>
                <a:gd name="connsiteX48" fmla="*/ 76899 w 1773509"/>
                <a:gd name="connsiteY48" fmla="*/ 371868 h 894528"/>
                <a:gd name="connsiteX49" fmla="*/ 45295 w 1773509"/>
                <a:gd name="connsiteY49" fmla="*/ 306554 h 894528"/>
                <a:gd name="connsiteX50" fmla="*/ 24226 w 1773509"/>
                <a:gd name="connsiteY50" fmla="*/ 222277 h 894528"/>
                <a:gd name="connsiteX51" fmla="*/ 7371 w 1773509"/>
                <a:gd name="connsiteY51" fmla="*/ 129573 h 894528"/>
                <a:gd name="connsiteX52" fmla="*/ 0 w 1773509"/>
                <a:gd name="connsiteY52" fmla="*/ 0 h 894528"/>
                <a:gd name="connsiteX0" fmla="*/ 0 w 1773509"/>
                <a:gd name="connsiteY0" fmla="*/ 0 h 894528"/>
                <a:gd name="connsiteX1" fmla="*/ 14596 w 1773509"/>
                <a:gd name="connsiteY1" fmla="*/ 91497 h 894528"/>
                <a:gd name="connsiteX2" fmla="*/ 34760 w 1773509"/>
                <a:gd name="connsiteY2" fmla="*/ 138001 h 894528"/>
                <a:gd name="connsiteX3" fmla="*/ 72685 w 1773509"/>
                <a:gd name="connsiteY3" fmla="*/ 184353 h 894528"/>
                <a:gd name="connsiteX4" fmla="*/ 123251 w 1773509"/>
                <a:gd name="connsiteY4" fmla="*/ 237025 h 894528"/>
                <a:gd name="connsiteX5" fmla="*/ 178031 w 1773509"/>
                <a:gd name="connsiteY5" fmla="*/ 272843 h 894528"/>
                <a:gd name="connsiteX6" fmla="*/ 230703 w 1773509"/>
                <a:gd name="connsiteY6" fmla="*/ 302340 h 894528"/>
                <a:gd name="connsiteX7" fmla="*/ 331835 w 1773509"/>
                <a:gd name="connsiteY7" fmla="*/ 340264 h 894528"/>
                <a:gd name="connsiteX8" fmla="*/ 494067 w 1773509"/>
                <a:gd name="connsiteY8" fmla="*/ 392937 h 894528"/>
                <a:gd name="connsiteX9" fmla="*/ 643658 w 1773509"/>
                <a:gd name="connsiteY9" fmla="*/ 420327 h 894528"/>
                <a:gd name="connsiteX10" fmla="*/ 837494 w 1773509"/>
                <a:gd name="connsiteY10" fmla="*/ 434623 h 894528"/>
                <a:gd name="connsiteX11" fmla="*/ 963909 w 1773509"/>
                <a:gd name="connsiteY11" fmla="*/ 437182 h 894528"/>
                <a:gd name="connsiteX12" fmla="*/ 1140890 w 1773509"/>
                <a:gd name="connsiteY12" fmla="*/ 426648 h 894528"/>
                <a:gd name="connsiteX13" fmla="*/ 1257373 w 1773509"/>
                <a:gd name="connsiteY13" fmla="*/ 405427 h 894528"/>
                <a:gd name="connsiteX14" fmla="*/ 1299511 w 1773509"/>
                <a:gd name="connsiteY14" fmla="*/ 395346 h 894528"/>
                <a:gd name="connsiteX15" fmla="*/ 1408467 w 1773509"/>
                <a:gd name="connsiteY15" fmla="*/ 357119 h 894528"/>
                <a:gd name="connsiteX16" fmla="*/ 1513813 w 1773509"/>
                <a:gd name="connsiteY16" fmla="*/ 314981 h 894528"/>
                <a:gd name="connsiteX17" fmla="*/ 1612838 w 1773509"/>
                <a:gd name="connsiteY17" fmla="*/ 255988 h 894528"/>
                <a:gd name="connsiteX18" fmla="*/ 1673938 w 1773509"/>
                <a:gd name="connsiteY18" fmla="*/ 203315 h 894528"/>
                <a:gd name="connsiteX19" fmla="*/ 1745573 w 1773509"/>
                <a:gd name="connsiteY19" fmla="*/ 116931 h 894528"/>
                <a:gd name="connsiteX20" fmla="*/ 1773509 w 1773509"/>
                <a:gd name="connsiteY20" fmla="*/ 34562 h 894528"/>
                <a:gd name="connsiteX21" fmla="*/ 1765888 w 1773509"/>
                <a:gd name="connsiteY21" fmla="*/ 123252 h 894528"/>
                <a:gd name="connsiteX22" fmla="*/ 1752804 w 1773509"/>
                <a:gd name="connsiteY22" fmla="*/ 231152 h 894528"/>
                <a:gd name="connsiteX23" fmla="*/ 1720290 w 1773509"/>
                <a:gd name="connsiteY23" fmla="*/ 350799 h 894528"/>
                <a:gd name="connsiteX24" fmla="*/ 1665511 w 1773509"/>
                <a:gd name="connsiteY24" fmla="*/ 449824 h 894528"/>
                <a:gd name="connsiteX25" fmla="*/ 1595983 w 1773509"/>
                <a:gd name="connsiteY25" fmla="*/ 538314 h 894528"/>
                <a:gd name="connsiteX26" fmla="*/ 1560165 w 1773509"/>
                <a:gd name="connsiteY26" fmla="*/ 588880 h 894528"/>
                <a:gd name="connsiteX27" fmla="*/ 1486423 w 1773509"/>
                <a:gd name="connsiteY27" fmla="*/ 658408 h 894528"/>
                <a:gd name="connsiteX28" fmla="*/ 1429537 w 1773509"/>
                <a:gd name="connsiteY28" fmla="*/ 708974 h 894528"/>
                <a:gd name="connsiteX29" fmla="*/ 1349474 w 1773509"/>
                <a:gd name="connsiteY29" fmla="*/ 759540 h 894528"/>
                <a:gd name="connsiteX30" fmla="*/ 1258877 w 1773509"/>
                <a:gd name="connsiteY30" fmla="*/ 807999 h 894528"/>
                <a:gd name="connsiteX31" fmla="*/ 1191455 w 1773509"/>
                <a:gd name="connsiteY31" fmla="*/ 833282 h 894528"/>
                <a:gd name="connsiteX32" fmla="*/ 1109286 w 1773509"/>
                <a:gd name="connsiteY32" fmla="*/ 852244 h 894528"/>
                <a:gd name="connsiteX33" fmla="*/ 1016425 w 1773509"/>
                <a:gd name="connsiteY33" fmla="*/ 881584 h 894528"/>
                <a:gd name="connsiteX34" fmla="*/ 928341 w 1773509"/>
                <a:gd name="connsiteY34" fmla="*/ 894528 h 894528"/>
                <a:gd name="connsiteX35" fmla="*/ 849986 w 1773509"/>
                <a:gd name="connsiteY35" fmla="*/ 890923 h 894528"/>
                <a:gd name="connsiteX36" fmla="*/ 751111 w 1773509"/>
                <a:gd name="connsiteY36" fmla="*/ 877527 h 894528"/>
                <a:gd name="connsiteX37" fmla="*/ 637337 w 1773509"/>
                <a:gd name="connsiteY37" fmla="*/ 850137 h 894528"/>
                <a:gd name="connsiteX38" fmla="*/ 540419 w 1773509"/>
                <a:gd name="connsiteY38" fmla="*/ 814319 h 894528"/>
                <a:gd name="connsiteX39" fmla="*/ 468784 w 1773509"/>
                <a:gd name="connsiteY39" fmla="*/ 782716 h 894528"/>
                <a:gd name="connsiteX40" fmla="*/ 386615 w 1773509"/>
                <a:gd name="connsiteY40" fmla="*/ 730043 h 894528"/>
                <a:gd name="connsiteX41" fmla="*/ 327621 w 1773509"/>
                <a:gd name="connsiteY41" fmla="*/ 685798 h 894528"/>
                <a:gd name="connsiteX42" fmla="*/ 279162 w 1773509"/>
                <a:gd name="connsiteY42" fmla="*/ 649980 h 894528"/>
                <a:gd name="connsiteX43" fmla="*/ 245452 w 1773509"/>
                <a:gd name="connsiteY43" fmla="*/ 614163 h 894528"/>
                <a:gd name="connsiteX44" fmla="*/ 211741 w 1773509"/>
                <a:gd name="connsiteY44" fmla="*/ 576238 h 894528"/>
                <a:gd name="connsiteX45" fmla="*/ 173817 w 1773509"/>
                <a:gd name="connsiteY45" fmla="*/ 531993 h 894528"/>
                <a:gd name="connsiteX46" fmla="*/ 131678 w 1773509"/>
                <a:gd name="connsiteY46" fmla="*/ 475106 h 894528"/>
                <a:gd name="connsiteX47" fmla="*/ 106396 w 1773509"/>
                <a:gd name="connsiteY47" fmla="*/ 426648 h 894528"/>
                <a:gd name="connsiteX48" fmla="*/ 76899 w 1773509"/>
                <a:gd name="connsiteY48" fmla="*/ 371868 h 894528"/>
                <a:gd name="connsiteX49" fmla="*/ 45295 w 1773509"/>
                <a:gd name="connsiteY49" fmla="*/ 306554 h 894528"/>
                <a:gd name="connsiteX50" fmla="*/ 24226 w 1773509"/>
                <a:gd name="connsiteY50" fmla="*/ 222277 h 894528"/>
                <a:gd name="connsiteX51" fmla="*/ 7371 w 1773509"/>
                <a:gd name="connsiteY51" fmla="*/ 129573 h 894528"/>
                <a:gd name="connsiteX52" fmla="*/ 0 w 1773509"/>
                <a:gd name="connsiteY52" fmla="*/ 0 h 894528"/>
                <a:gd name="connsiteX0" fmla="*/ 0 w 1773509"/>
                <a:gd name="connsiteY0" fmla="*/ 0 h 894528"/>
                <a:gd name="connsiteX1" fmla="*/ 14596 w 1773509"/>
                <a:gd name="connsiteY1" fmla="*/ 91497 h 894528"/>
                <a:gd name="connsiteX2" fmla="*/ 34760 w 1773509"/>
                <a:gd name="connsiteY2" fmla="*/ 138001 h 894528"/>
                <a:gd name="connsiteX3" fmla="*/ 72685 w 1773509"/>
                <a:gd name="connsiteY3" fmla="*/ 184353 h 894528"/>
                <a:gd name="connsiteX4" fmla="*/ 123251 w 1773509"/>
                <a:gd name="connsiteY4" fmla="*/ 237025 h 894528"/>
                <a:gd name="connsiteX5" fmla="*/ 178031 w 1773509"/>
                <a:gd name="connsiteY5" fmla="*/ 272843 h 894528"/>
                <a:gd name="connsiteX6" fmla="*/ 230703 w 1773509"/>
                <a:gd name="connsiteY6" fmla="*/ 302340 h 894528"/>
                <a:gd name="connsiteX7" fmla="*/ 331835 w 1773509"/>
                <a:gd name="connsiteY7" fmla="*/ 340264 h 894528"/>
                <a:gd name="connsiteX8" fmla="*/ 494067 w 1773509"/>
                <a:gd name="connsiteY8" fmla="*/ 392937 h 894528"/>
                <a:gd name="connsiteX9" fmla="*/ 643658 w 1773509"/>
                <a:gd name="connsiteY9" fmla="*/ 420327 h 894528"/>
                <a:gd name="connsiteX10" fmla="*/ 837494 w 1773509"/>
                <a:gd name="connsiteY10" fmla="*/ 434623 h 894528"/>
                <a:gd name="connsiteX11" fmla="*/ 963909 w 1773509"/>
                <a:gd name="connsiteY11" fmla="*/ 437182 h 894528"/>
                <a:gd name="connsiteX12" fmla="*/ 1140890 w 1773509"/>
                <a:gd name="connsiteY12" fmla="*/ 426648 h 894528"/>
                <a:gd name="connsiteX13" fmla="*/ 1257373 w 1773509"/>
                <a:gd name="connsiteY13" fmla="*/ 405427 h 894528"/>
                <a:gd name="connsiteX14" fmla="*/ 1299511 w 1773509"/>
                <a:gd name="connsiteY14" fmla="*/ 395346 h 894528"/>
                <a:gd name="connsiteX15" fmla="*/ 1408467 w 1773509"/>
                <a:gd name="connsiteY15" fmla="*/ 357119 h 894528"/>
                <a:gd name="connsiteX16" fmla="*/ 1513813 w 1773509"/>
                <a:gd name="connsiteY16" fmla="*/ 314981 h 894528"/>
                <a:gd name="connsiteX17" fmla="*/ 1612838 w 1773509"/>
                <a:gd name="connsiteY17" fmla="*/ 255988 h 894528"/>
                <a:gd name="connsiteX18" fmla="*/ 1673938 w 1773509"/>
                <a:gd name="connsiteY18" fmla="*/ 203315 h 894528"/>
                <a:gd name="connsiteX19" fmla="*/ 1745573 w 1773509"/>
                <a:gd name="connsiteY19" fmla="*/ 116931 h 894528"/>
                <a:gd name="connsiteX20" fmla="*/ 1773509 w 1773509"/>
                <a:gd name="connsiteY20" fmla="*/ 34562 h 894528"/>
                <a:gd name="connsiteX21" fmla="*/ 1765888 w 1773509"/>
                <a:gd name="connsiteY21" fmla="*/ 123252 h 894528"/>
                <a:gd name="connsiteX22" fmla="*/ 1752804 w 1773509"/>
                <a:gd name="connsiteY22" fmla="*/ 231152 h 894528"/>
                <a:gd name="connsiteX23" fmla="*/ 1720290 w 1773509"/>
                <a:gd name="connsiteY23" fmla="*/ 350799 h 894528"/>
                <a:gd name="connsiteX24" fmla="*/ 1665511 w 1773509"/>
                <a:gd name="connsiteY24" fmla="*/ 449824 h 894528"/>
                <a:gd name="connsiteX25" fmla="*/ 1595983 w 1773509"/>
                <a:gd name="connsiteY25" fmla="*/ 538314 h 894528"/>
                <a:gd name="connsiteX26" fmla="*/ 1560165 w 1773509"/>
                <a:gd name="connsiteY26" fmla="*/ 588880 h 894528"/>
                <a:gd name="connsiteX27" fmla="*/ 1486423 w 1773509"/>
                <a:gd name="connsiteY27" fmla="*/ 658408 h 894528"/>
                <a:gd name="connsiteX28" fmla="*/ 1429537 w 1773509"/>
                <a:gd name="connsiteY28" fmla="*/ 708974 h 894528"/>
                <a:gd name="connsiteX29" fmla="*/ 1349474 w 1773509"/>
                <a:gd name="connsiteY29" fmla="*/ 759540 h 894528"/>
                <a:gd name="connsiteX30" fmla="*/ 1258877 w 1773509"/>
                <a:gd name="connsiteY30" fmla="*/ 807999 h 894528"/>
                <a:gd name="connsiteX31" fmla="*/ 1191455 w 1773509"/>
                <a:gd name="connsiteY31" fmla="*/ 833282 h 894528"/>
                <a:gd name="connsiteX32" fmla="*/ 1109286 w 1773509"/>
                <a:gd name="connsiteY32" fmla="*/ 852244 h 894528"/>
                <a:gd name="connsiteX33" fmla="*/ 1016425 w 1773509"/>
                <a:gd name="connsiteY33" fmla="*/ 881584 h 894528"/>
                <a:gd name="connsiteX34" fmla="*/ 928341 w 1773509"/>
                <a:gd name="connsiteY34" fmla="*/ 894528 h 894528"/>
                <a:gd name="connsiteX35" fmla="*/ 849986 w 1773509"/>
                <a:gd name="connsiteY35" fmla="*/ 890923 h 894528"/>
                <a:gd name="connsiteX36" fmla="*/ 751111 w 1773509"/>
                <a:gd name="connsiteY36" fmla="*/ 877527 h 894528"/>
                <a:gd name="connsiteX37" fmla="*/ 637337 w 1773509"/>
                <a:gd name="connsiteY37" fmla="*/ 850137 h 894528"/>
                <a:gd name="connsiteX38" fmla="*/ 540419 w 1773509"/>
                <a:gd name="connsiteY38" fmla="*/ 814319 h 894528"/>
                <a:gd name="connsiteX39" fmla="*/ 468784 w 1773509"/>
                <a:gd name="connsiteY39" fmla="*/ 782716 h 894528"/>
                <a:gd name="connsiteX40" fmla="*/ 386615 w 1773509"/>
                <a:gd name="connsiteY40" fmla="*/ 730043 h 894528"/>
                <a:gd name="connsiteX41" fmla="*/ 327621 w 1773509"/>
                <a:gd name="connsiteY41" fmla="*/ 685798 h 894528"/>
                <a:gd name="connsiteX42" fmla="*/ 279162 w 1773509"/>
                <a:gd name="connsiteY42" fmla="*/ 649980 h 894528"/>
                <a:gd name="connsiteX43" fmla="*/ 245452 w 1773509"/>
                <a:gd name="connsiteY43" fmla="*/ 614163 h 894528"/>
                <a:gd name="connsiteX44" fmla="*/ 211741 w 1773509"/>
                <a:gd name="connsiteY44" fmla="*/ 576238 h 894528"/>
                <a:gd name="connsiteX45" fmla="*/ 173817 w 1773509"/>
                <a:gd name="connsiteY45" fmla="*/ 531993 h 894528"/>
                <a:gd name="connsiteX46" fmla="*/ 131678 w 1773509"/>
                <a:gd name="connsiteY46" fmla="*/ 475106 h 894528"/>
                <a:gd name="connsiteX47" fmla="*/ 106396 w 1773509"/>
                <a:gd name="connsiteY47" fmla="*/ 426648 h 894528"/>
                <a:gd name="connsiteX48" fmla="*/ 76899 w 1773509"/>
                <a:gd name="connsiteY48" fmla="*/ 371868 h 894528"/>
                <a:gd name="connsiteX49" fmla="*/ 45295 w 1773509"/>
                <a:gd name="connsiteY49" fmla="*/ 306554 h 894528"/>
                <a:gd name="connsiteX50" fmla="*/ 24226 w 1773509"/>
                <a:gd name="connsiteY50" fmla="*/ 222277 h 894528"/>
                <a:gd name="connsiteX51" fmla="*/ 7371 w 1773509"/>
                <a:gd name="connsiteY51" fmla="*/ 129573 h 894528"/>
                <a:gd name="connsiteX52" fmla="*/ 0 w 1773509"/>
                <a:gd name="connsiteY52" fmla="*/ 0 h 894528"/>
                <a:gd name="connsiteX0" fmla="*/ 0 w 1773509"/>
                <a:gd name="connsiteY0" fmla="*/ 0 h 894528"/>
                <a:gd name="connsiteX1" fmla="*/ 14596 w 1773509"/>
                <a:gd name="connsiteY1" fmla="*/ 91497 h 894528"/>
                <a:gd name="connsiteX2" fmla="*/ 34760 w 1773509"/>
                <a:gd name="connsiteY2" fmla="*/ 138001 h 894528"/>
                <a:gd name="connsiteX3" fmla="*/ 72685 w 1773509"/>
                <a:gd name="connsiteY3" fmla="*/ 184353 h 894528"/>
                <a:gd name="connsiteX4" fmla="*/ 123251 w 1773509"/>
                <a:gd name="connsiteY4" fmla="*/ 237025 h 894528"/>
                <a:gd name="connsiteX5" fmla="*/ 178031 w 1773509"/>
                <a:gd name="connsiteY5" fmla="*/ 272843 h 894528"/>
                <a:gd name="connsiteX6" fmla="*/ 230703 w 1773509"/>
                <a:gd name="connsiteY6" fmla="*/ 302340 h 894528"/>
                <a:gd name="connsiteX7" fmla="*/ 331835 w 1773509"/>
                <a:gd name="connsiteY7" fmla="*/ 340264 h 894528"/>
                <a:gd name="connsiteX8" fmla="*/ 494067 w 1773509"/>
                <a:gd name="connsiteY8" fmla="*/ 392937 h 894528"/>
                <a:gd name="connsiteX9" fmla="*/ 643658 w 1773509"/>
                <a:gd name="connsiteY9" fmla="*/ 420327 h 894528"/>
                <a:gd name="connsiteX10" fmla="*/ 837494 w 1773509"/>
                <a:gd name="connsiteY10" fmla="*/ 434623 h 894528"/>
                <a:gd name="connsiteX11" fmla="*/ 963909 w 1773509"/>
                <a:gd name="connsiteY11" fmla="*/ 437182 h 894528"/>
                <a:gd name="connsiteX12" fmla="*/ 1140890 w 1773509"/>
                <a:gd name="connsiteY12" fmla="*/ 426648 h 894528"/>
                <a:gd name="connsiteX13" fmla="*/ 1257373 w 1773509"/>
                <a:gd name="connsiteY13" fmla="*/ 405427 h 894528"/>
                <a:gd name="connsiteX14" fmla="*/ 1299511 w 1773509"/>
                <a:gd name="connsiteY14" fmla="*/ 395346 h 894528"/>
                <a:gd name="connsiteX15" fmla="*/ 1408467 w 1773509"/>
                <a:gd name="connsiteY15" fmla="*/ 357119 h 894528"/>
                <a:gd name="connsiteX16" fmla="*/ 1513813 w 1773509"/>
                <a:gd name="connsiteY16" fmla="*/ 314981 h 894528"/>
                <a:gd name="connsiteX17" fmla="*/ 1612838 w 1773509"/>
                <a:gd name="connsiteY17" fmla="*/ 255988 h 894528"/>
                <a:gd name="connsiteX18" fmla="*/ 1673938 w 1773509"/>
                <a:gd name="connsiteY18" fmla="*/ 203315 h 894528"/>
                <a:gd name="connsiteX19" fmla="*/ 1745573 w 1773509"/>
                <a:gd name="connsiteY19" fmla="*/ 116931 h 894528"/>
                <a:gd name="connsiteX20" fmla="*/ 1773509 w 1773509"/>
                <a:gd name="connsiteY20" fmla="*/ 34562 h 894528"/>
                <a:gd name="connsiteX21" fmla="*/ 1765888 w 1773509"/>
                <a:gd name="connsiteY21" fmla="*/ 123252 h 894528"/>
                <a:gd name="connsiteX22" fmla="*/ 1752804 w 1773509"/>
                <a:gd name="connsiteY22" fmla="*/ 231152 h 894528"/>
                <a:gd name="connsiteX23" fmla="*/ 1720290 w 1773509"/>
                <a:gd name="connsiteY23" fmla="*/ 350799 h 894528"/>
                <a:gd name="connsiteX24" fmla="*/ 1665511 w 1773509"/>
                <a:gd name="connsiteY24" fmla="*/ 449824 h 894528"/>
                <a:gd name="connsiteX25" fmla="*/ 1595983 w 1773509"/>
                <a:gd name="connsiteY25" fmla="*/ 538314 h 894528"/>
                <a:gd name="connsiteX26" fmla="*/ 1560165 w 1773509"/>
                <a:gd name="connsiteY26" fmla="*/ 588880 h 894528"/>
                <a:gd name="connsiteX27" fmla="*/ 1486423 w 1773509"/>
                <a:gd name="connsiteY27" fmla="*/ 658408 h 894528"/>
                <a:gd name="connsiteX28" fmla="*/ 1429537 w 1773509"/>
                <a:gd name="connsiteY28" fmla="*/ 708974 h 894528"/>
                <a:gd name="connsiteX29" fmla="*/ 1349474 w 1773509"/>
                <a:gd name="connsiteY29" fmla="*/ 759540 h 894528"/>
                <a:gd name="connsiteX30" fmla="*/ 1258877 w 1773509"/>
                <a:gd name="connsiteY30" fmla="*/ 807999 h 894528"/>
                <a:gd name="connsiteX31" fmla="*/ 1191455 w 1773509"/>
                <a:gd name="connsiteY31" fmla="*/ 833282 h 894528"/>
                <a:gd name="connsiteX32" fmla="*/ 1109286 w 1773509"/>
                <a:gd name="connsiteY32" fmla="*/ 852244 h 894528"/>
                <a:gd name="connsiteX33" fmla="*/ 1022590 w 1773509"/>
                <a:gd name="connsiteY33" fmla="*/ 889804 h 894528"/>
                <a:gd name="connsiteX34" fmla="*/ 928341 w 1773509"/>
                <a:gd name="connsiteY34" fmla="*/ 894528 h 894528"/>
                <a:gd name="connsiteX35" fmla="*/ 849986 w 1773509"/>
                <a:gd name="connsiteY35" fmla="*/ 890923 h 894528"/>
                <a:gd name="connsiteX36" fmla="*/ 751111 w 1773509"/>
                <a:gd name="connsiteY36" fmla="*/ 877527 h 894528"/>
                <a:gd name="connsiteX37" fmla="*/ 637337 w 1773509"/>
                <a:gd name="connsiteY37" fmla="*/ 850137 h 894528"/>
                <a:gd name="connsiteX38" fmla="*/ 540419 w 1773509"/>
                <a:gd name="connsiteY38" fmla="*/ 814319 h 894528"/>
                <a:gd name="connsiteX39" fmla="*/ 468784 w 1773509"/>
                <a:gd name="connsiteY39" fmla="*/ 782716 h 894528"/>
                <a:gd name="connsiteX40" fmla="*/ 386615 w 1773509"/>
                <a:gd name="connsiteY40" fmla="*/ 730043 h 894528"/>
                <a:gd name="connsiteX41" fmla="*/ 327621 w 1773509"/>
                <a:gd name="connsiteY41" fmla="*/ 685798 h 894528"/>
                <a:gd name="connsiteX42" fmla="*/ 279162 w 1773509"/>
                <a:gd name="connsiteY42" fmla="*/ 649980 h 894528"/>
                <a:gd name="connsiteX43" fmla="*/ 245452 w 1773509"/>
                <a:gd name="connsiteY43" fmla="*/ 614163 h 894528"/>
                <a:gd name="connsiteX44" fmla="*/ 211741 w 1773509"/>
                <a:gd name="connsiteY44" fmla="*/ 576238 h 894528"/>
                <a:gd name="connsiteX45" fmla="*/ 173817 w 1773509"/>
                <a:gd name="connsiteY45" fmla="*/ 531993 h 894528"/>
                <a:gd name="connsiteX46" fmla="*/ 131678 w 1773509"/>
                <a:gd name="connsiteY46" fmla="*/ 475106 h 894528"/>
                <a:gd name="connsiteX47" fmla="*/ 106396 w 1773509"/>
                <a:gd name="connsiteY47" fmla="*/ 426648 h 894528"/>
                <a:gd name="connsiteX48" fmla="*/ 76899 w 1773509"/>
                <a:gd name="connsiteY48" fmla="*/ 371868 h 894528"/>
                <a:gd name="connsiteX49" fmla="*/ 45295 w 1773509"/>
                <a:gd name="connsiteY49" fmla="*/ 306554 h 894528"/>
                <a:gd name="connsiteX50" fmla="*/ 24226 w 1773509"/>
                <a:gd name="connsiteY50" fmla="*/ 222277 h 894528"/>
                <a:gd name="connsiteX51" fmla="*/ 7371 w 1773509"/>
                <a:gd name="connsiteY51" fmla="*/ 129573 h 894528"/>
                <a:gd name="connsiteX52" fmla="*/ 0 w 1773509"/>
                <a:gd name="connsiteY52" fmla="*/ 0 h 894528"/>
                <a:gd name="connsiteX0" fmla="*/ 0 w 1773509"/>
                <a:gd name="connsiteY0" fmla="*/ 0 h 894528"/>
                <a:gd name="connsiteX1" fmla="*/ 14596 w 1773509"/>
                <a:gd name="connsiteY1" fmla="*/ 91497 h 894528"/>
                <a:gd name="connsiteX2" fmla="*/ 34760 w 1773509"/>
                <a:gd name="connsiteY2" fmla="*/ 138001 h 894528"/>
                <a:gd name="connsiteX3" fmla="*/ 72685 w 1773509"/>
                <a:gd name="connsiteY3" fmla="*/ 184353 h 894528"/>
                <a:gd name="connsiteX4" fmla="*/ 123251 w 1773509"/>
                <a:gd name="connsiteY4" fmla="*/ 237025 h 894528"/>
                <a:gd name="connsiteX5" fmla="*/ 178031 w 1773509"/>
                <a:gd name="connsiteY5" fmla="*/ 272843 h 894528"/>
                <a:gd name="connsiteX6" fmla="*/ 230703 w 1773509"/>
                <a:gd name="connsiteY6" fmla="*/ 302340 h 894528"/>
                <a:gd name="connsiteX7" fmla="*/ 331835 w 1773509"/>
                <a:gd name="connsiteY7" fmla="*/ 340264 h 894528"/>
                <a:gd name="connsiteX8" fmla="*/ 494067 w 1773509"/>
                <a:gd name="connsiteY8" fmla="*/ 392937 h 894528"/>
                <a:gd name="connsiteX9" fmla="*/ 643658 w 1773509"/>
                <a:gd name="connsiteY9" fmla="*/ 420327 h 894528"/>
                <a:gd name="connsiteX10" fmla="*/ 837494 w 1773509"/>
                <a:gd name="connsiteY10" fmla="*/ 434623 h 894528"/>
                <a:gd name="connsiteX11" fmla="*/ 963909 w 1773509"/>
                <a:gd name="connsiteY11" fmla="*/ 437182 h 894528"/>
                <a:gd name="connsiteX12" fmla="*/ 1140890 w 1773509"/>
                <a:gd name="connsiteY12" fmla="*/ 426648 h 894528"/>
                <a:gd name="connsiteX13" fmla="*/ 1257373 w 1773509"/>
                <a:gd name="connsiteY13" fmla="*/ 405427 h 894528"/>
                <a:gd name="connsiteX14" fmla="*/ 1299511 w 1773509"/>
                <a:gd name="connsiteY14" fmla="*/ 395346 h 894528"/>
                <a:gd name="connsiteX15" fmla="*/ 1408467 w 1773509"/>
                <a:gd name="connsiteY15" fmla="*/ 357119 h 894528"/>
                <a:gd name="connsiteX16" fmla="*/ 1513813 w 1773509"/>
                <a:gd name="connsiteY16" fmla="*/ 314981 h 894528"/>
                <a:gd name="connsiteX17" fmla="*/ 1612838 w 1773509"/>
                <a:gd name="connsiteY17" fmla="*/ 255988 h 894528"/>
                <a:gd name="connsiteX18" fmla="*/ 1673938 w 1773509"/>
                <a:gd name="connsiteY18" fmla="*/ 203315 h 894528"/>
                <a:gd name="connsiteX19" fmla="*/ 1745573 w 1773509"/>
                <a:gd name="connsiteY19" fmla="*/ 116931 h 894528"/>
                <a:gd name="connsiteX20" fmla="*/ 1773509 w 1773509"/>
                <a:gd name="connsiteY20" fmla="*/ 34562 h 894528"/>
                <a:gd name="connsiteX21" fmla="*/ 1765888 w 1773509"/>
                <a:gd name="connsiteY21" fmla="*/ 123252 h 894528"/>
                <a:gd name="connsiteX22" fmla="*/ 1752804 w 1773509"/>
                <a:gd name="connsiteY22" fmla="*/ 231152 h 894528"/>
                <a:gd name="connsiteX23" fmla="*/ 1720290 w 1773509"/>
                <a:gd name="connsiteY23" fmla="*/ 350799 h 894528"/>
                <a:gd name="connsiteX24" fmla="*/ 1665511 w 1773509"/>
                <a:gd name="connsiteY24" fmla="*/ 449824 h 894528"/>
                <a:gd name="connsiteX25" fmla="*/ 1595983 w 1773509"/>
                <a:gd name="connsiteY25" fmla="*/ 538314 h 894528"/>
                <a:gd name="connsiteX26" fmla="*/ 1560165 w 1773509"/>
                <a:gd name="connsiteY26" fmla="*/ 588880 h 894528"/>
                <a:gd name="connsiteX27" fmla="*/ 1486423 w 1773509"/>
                <a:gd name="connsiteY27" fmla="*/ 658408 h 894528"/>
                <a:gd name="connsiteX28" fmla="*/ 1429537 w 1773509"/>
                <a:gd name="connsiteY28" fmla="*/ 708974 h 894528"/>
                <a:gd name="connsiteX29" fmla="*/ 1349474 w 1773509"/>
                <a:gd name="connsiteY29" fmla="*/ 759540 h 894528"/>
                <a:gd name="connsiteX30" fmla="*/ 1258877 w 1773509"/>
                <a:gd name="connsiteY30" fmla="*/ 807999 h 894528"/>
                <a:gd name="connsiteX31" fmla="*/ 1191455 w 1773509"/>
                <a:gd name="connsiteY31" fmla="*/ 833282 h 894528"/>
                <a:gd name="connsiteX32" fmla="*/ 1109286 w 1773509"/>
                <a:gd name="connsiteY32" fmla="*/ 852244 h 894528"/>
                <a:gd name="connsiteX33" fmla="*/ 1028754 w 1773509"/>
                <a:gd name="connsiteY33" fmla="*/ 889804 h 894528"/>
                <a:gd name="connsiteX34" fmla="*/ 928341 w 1773509"/>
                <a:gd name="connsiteY34" fmla="*/ 894528 h 894528"/>
                <a:gd name="connsiteX35" fmla="*/ 849986 w 1773509"/>
                <a:gd name="connsiteY35" fmla="*/ 890923 h 894528"/>
                <a:gd name="connsiteX36" fmla="*/ 751111 w 1773509"/>
                <a:gd name="connsiteY36" fmla="*/ 877527 h 894528"/>
                <a:gd name="connsiteX37" fmla="*/ 637337 w 1773509"/>
                <a:gd name="connsiteY37" fmla="*/ 850137 h 894528"/>
                <a:gd name="connsiteX38" fmla="*/ 540419 w 1773509"/>
                <a:gd name="connsiteY38" fmla="*/ 814319 h 894528"/>
                <a:gd name="connsiteX39" fmla="*/ 468784 w 1773509"/>
                <a:gd name="connsiteY39" fmla="*/ 782716 h 894528"/>
                <a:gd name="connsiteX40" fmla="*/ 386615 w 1773509"/>
                <a:gd name="connsiteY40" fmla="*/ 730043 h 894528"/>
                <a:gd name="connsiteX41" fmla="*/ 327621 w 1773509"/>
                <a:gd name="connsiteY41" fmla="*/ 685798 h 894528"/>
                <a:gd name="connsiteX42" fmla="*/ 279162 w 1773509"/>
                <a:gd name="connsiteY42" fmla="*/ 649980 h 894528"/>
                <a:gd name="connsiteX43" fmla="*/ 245452 w 1773509"/>
                <a:gd name="connsiteY43" fmla="*/ 614163 h 894528"/>
                <a:gd name="connsiteX44" fmla="*/ 211741 w 1773509"/>
                <a:gd name="connsiteY44" fmla="*/ 576238 h 894528"/>
                <a:gd name="connsiteX45" fmla="*/ 173817 w 1773509"/>
                <a:gd name="connsiteY45" fmla="*/ 531993 h 894528"/>
                <a:gd name="connsiteX46" fmla="*/ 131678 w 1773509"/>
                <a:gd name="connsiteY46" fmla="*/ 475106 h 894528"/>
                <a:gd name="connsiteX47" fmla="*/ 106396 w 1773509"/>
                <a:gd name="connsiteY47" fmla="*/ 426648 h 894528"/>
                <a:gd name="connsiteX48" fmla="*/ 76899 w 1773509"/>
                <a:gd name="connsiteY48" fmla="*/ 371868 h 894528"/>
                <a:gd name="connsiteX49" fmla="*/ 45295 w 1773509"/>
                <a:gd name="connsiteY49" fmla="*/ 306554 h 894528"/>
                <a:gd name="connsiteX50" fmla="*/ 24226 w 1773509"/>
                <a:gd name="connsiteY50" fmla="*/ 222277 h 894528"/>
                <a:gd name="connsiteX51" fmla="*/ 7371 w 1773509"/>
                <a:gd name="connsiteY51" fmla="*/ 129573 h 894528"/>
                <a:gd name="connsiteX52" fmla="*/ 0 w 1773509"/>
                <a:gd name="connsiteY52" fmla="*/ 0 h 894528"/>
                <a:gd name="connsiteX0" fmla="*/ 0 w 1773509"/>
                <a:gd name="connsiteY0" fmla="*/ 0 h 894528"/>
                <a:gd name="connsiteX1" fmla="*/ 14596 w 1773509"/>
                <a:gd name="connsiteY1" fmla="*/ 91497 h 894528"/>
                <a:gd name="connsiteX2" fmla="*/ 34760 w 1773509"/>
                <a:gd name="connsiteY2" fmla="*/ 138001 h 894528"/>
                <a:gd name="connsiteX3" fmla="*/ 72685 w 1773509"/>
                <a:gd name="connsiteY3" fmla="*/ 184353 h 894528"/>
                <a:gd name="connsiteX4" fmla="*/ 123251 w 1773509"/>
                <a:gd name="connsiteY4" fmla="*/ 237025 h 894528"/>
                <a:gd name="connsiteX5" fmla="*/ 178031 w 1773509"/>
                <a:gd name="connsiteY5" fmla="*/ 272843 h 894528"/>
                <a:gd name="connsiteX6" fmla="*/ 230703 w 1773509"/>
                <a:gd name="connsiteY6" fmla="*/ 302340 h 894528"/>
                <a:gd name="connsiteX7" fmla="*/ 331835 w 1773509"/>
                <a:gd name="connsiteY7" fmla="*/ 340264 h 894528"/>
                <a:gd name="connsiteX8" fmla="*/ 494067 w 1773509"/>
                <a:gd name="connsiteY8" fmla="*/ 392937 h 894528"/>
                <a:gd name="connsiteX9" fmla="*/ 643658 w 1773509"/>
                <a:gd name="connsiteY9" fmla="*/ 420327 h 894528"/>
                <a:gd name="connsiteX10" fmla="*/ 837494 w 1773509"/>
                <a:gd name="connsiteY10" fmla="*/ 434623 h 894528"/>
                <a:gd name="connsiteX11" fmla="*/ 963909 w 1773509"/>
                <a:gd name="connsiteY11" fmla="*/ 437182 h 894528"/>
                <a:gd name="connsiteX12" fmla="*/ 1140890 w 1773509"/>
                <a:gd name="connsiteY12" fmla="*/ 426648 h 894528"/>
                <a:gd name="connsiteX13" fmla="*/ 1257373 w 1773509"/>
                <a:gd name="connsiteY13" fmla="*/ 405427 h 894528"/>
                <a:gd name="connsiteX14" fmla="*/ 1299511 w 1773509"/>
                <a:gd name="connsiteY14" fmla="*/ 395346 h 894528"/>
                <a:gd name="connsiteX15" fmla="*/ 1408467 w 1773509"/>
                <a:gd name="connsiteY15" fmla="*/ 357119 h 894528"/>
                <a:gd name="connsiteX16" fmla="*/ 1513813 w 1773509"/>
                <a:gd name="connsiteY16" fmla="*/ 314981 h 894528"/>
                <a:gd name="connsiteX17" fmla="*/ 1612838 w 1773509"/>
                <a:gd name="connsiteY17" fmla="*/ 255988 h 894528"/>
                <a:gd name="connsiteX18" fmla="*/ 1673938 w 1773509"/>
                <a:gd name="connsiteY18" fmla="*/ 203315 h 894528"/>
                <a:gd name="connsiteX19" fmla="*/ 1745573 w 1773509"/>
                <a:gd name="connsiteY19" fmla="*/ 116931 h 894528"/>
                <a:gd name="connsiteX20" fmla="*/ 1773509 w 1773509"/>
                <a:gd name="connsiteY20" fmla="*/ 34562 h 894528"/>
                <a:gd name="connsiteX21" fmla="*/ 1765888 w 1773509"/>
                <a:gd name="connsiteY21" fmla="*/ 123252 h 894528"/>
                <a:gd name="connsiteX22" fmla="*/ 1752804 w 1773509"/>
                <a:gd name="connsiteY22" fmla="*/ 231152 h 894528"/>
                <a:gd name="connsiteX23" fmla="*/ 1720290 w 1773509"/>
                <a:gd name="connsiteY23" fmla="*/ 350799 h 894528"/>
                <a:gd name="connsiteX24" fmla="*/ 1665511 w 1773509"/>
                <a:gd name="connsiteY24" fmla="*/ 449824 h 894528"/>
                <a:gd name="connsiteX25" fmla="*/ 1595983 w 1773509"/>
                <a:gd name="connsiteY25" fmla="*/ 538314 h 894528"/>
                <a:gd name="connsiteX26" fmla="*/ 1560165 w 1773509"/>
                <a:gd name="connsiteY26" fmla="*/ 588880 h 894528"/>
                <a:gd name="connsiteX27" fmla="*/ 1486423 w 1773509"/>
                <a:gd name="connsiteY27" fmla="*/ 658408 h 894528"/>
                <a:gd name="connsiteX28" fmla="*/ 1429537 w 1773509"/>
                <a:gd name="connsiteY28" fmla="*/ 708974 h 894528"/>
                <a:gd name="connsiteX29" fmla="*/ 1349474 w 1773509"/>
                <a:gd name="connsiteY29" fmla="*/ 759540 h 894528"/>
                <a:gd name="connsiteX30" fmla="*/ 1258877 w 1773509"/>
                <a:gd name="connsiteY30" fmla="*/ 807999 h 894528"/>
                <a:gd name="connsiteX31" fmla="*/ 1191455 w 1773509"/>
                <a:gd name="connsiteY31" fmla="*/ 833282 h 894528"/>
                <a:gd name="connsiteX32" fmla="*/ 1113395 w 1773509"/>
                <a:gd name="connsiteY32" fmla="*/ 870738 h 894528"/>
                <a:gd name="connsiteX33" fmla="*/ 1028754 w 1773509"/>
                <a:gd name="connsiteY33" fmla="*/ 889804 h 894528"/>
                <a:gd name="connsiteX34" fmla="*/ 928341 w 1773509"/>
                <a:gd name="connsiteY34" fmla="*/ 894528 h 894528"/>
                <a:gd name="connsiteX35" fmla="*/ 849986 w 1773509"/>
                <a:gd name="connsiteY35" fmla="*/ 890923 h 894528"/>
                <a:gd name="connsiteX36" fmla="*/ 751111 w 1773509"/>
                <a:gd name="connsiteY36" fmla="*/ 877527 h 894528"/>
                <a:gd name="connsiteX37" fmla="*/ 637337 w 1773509"/>
                <a:gd name="connsiteY37" fmla="*/ 850137 h 894528"/>
                <a:gd name="connsiteX38" fmla="*/ 540419 w 1773509"/>
                <a:gd name="connsiteY38" fmla="*/ 814319 h 894528"/>
                <a:gd name="connsiteX39" fmla="*/ 468784 w 1773509"/>
                <a:gd name="connsiteY39" fmla="*/ 782716 h 894528"/>
                <a:gd name="connsiteX40" fmla="*/ 386615 w 1773509"/>
                <a:gd name="connsiteY40" fmla="*/ 730043 h 894528"/>
                <a:gd name="connsiteX41" fmla="*/ 327621 w 1773509"/>
                <a:gd name="connsiteY41" fmla="*/ 685798 h 894528"/>
                <a:gd name="connsiteX42" fmla="*/ 279162 w 1773509"/>
                <a:gd name="connsiteY42" fmla="*/ 649980 h 894528"/>
                <a:gd name="connsiteX43" fmla="*/ 245452 w 1773509"/>
                <a:gd name="connsiteY43" fmla="*/ 614163 h 894528"/>
                <a:gd name="connsiteX44" fmla="*/ 211741 w 1773509"/>
                <a:gd name="connsiteY44" fmla="*/ 576238 h 894528"/>
                <a:gd name="connsiteX45" fmla="*/ 173817 w 1773509"/>
                <a:gd name="connsiteY45" fmla="*/ 531993 h 894528"/>
                <a:gd name="connsiteX46" fmla="*/ 131678 w 1773509"/>
                <a:gd name="connsiteY46" fmla="*/ 475106 h 894528"/>
                <a:gd name="connsiteX47" fmla="*/ 106396 w 1773509"/>
                <a:gd name="connsiteY47" fmla="*/ 426648 h 894528"/>
                <a:gd name="connsiteX48" fmla="*/ 76899 w 1773509"/>
                <a:gd name="connsiteY48" fmla="*/ 371868 h 894528"/>
                <a:gd name="connsiteX49" fmla="*/ 45295 w 1773509"/>
                <a:gd name="connsiteY49" fmla="*/ 306554 h 894528"/>
                <a:gd name="connsiteX50" fmla="*/ 24226 w 1773509"/>
                <a:gd name="connsiteY50" fmla="*/ 222277 h 894528"/>
                <a:gd name="connsiteX51" fmla="*/ 7371 w 1773509"/>
                <a:gd name="connsiteY51" fmla="*/ 129573 h 894528"/>
                <a:gd name="connsiteX52" fmla="*/ 0 w 1773509"/>
                <a:gd name="connsiteY52" fmla="*/ 0 h 894528"/>
                <a:gd name="connsiteX0" fmla="*/ 0 w 1773509"/>
                <a:gd name="connsiteY0" fmla="*/ 0 h 894528"/>
                <a:gd name="connsiteX1" fmla="*/ 14596 w 1773509"/>
                <a:gd name="connsiteY1" fmla="*/ 91497 h 894528"/>
                <a:gd name="connsiteX2" fmla="*/ 34760 w 1773509"/>
                <a:gd name="connsiteY2" fmla="*/ 138001 h 894528"/>
                <a:gd name="connsiteX3" fmla="*/ 72685 w 1773509"/>
                <a:gd name="connsiteY3" fmla="*/ 184353 h 894528"/>
                <a:gd name="connsiteX4" fmla="*/ 123251 w 1773509"/>
                <a:gd name="connsiteY4" fmla="*/ 237025 h 894528"/>
                <a:gd name="connsiteX5" fmla="*/ 178031 w 1773509"/>
                <a:gd name="connsiteY5" fmla="*/ 272843 h 894528"/>
                <a:gd name="connsiteX6" fmla="*/ 230703 w 1773509"/>
                <a:gd name="connsiteY6" fmla="*/ 302340 h 894528"/>
                <a:gd name="connsiteX7" fmla="*/ 331835 w 1773509"/>
                <a:gd name="connsiteY7" fmla="*/ 340264 h 894528"/>
                <a:gd name="connsiteX8" fmla="*/ 494067 w 1773509"/>
                <a:gd name="connsiteY8" fmla="*/ 392937 h 894528"/>
                <a:gd name="connsiteX9" fmla="*/ 643658 w 1773509"/>
                <a:gd name="connsiteY9" fmla="*/ 420327 h 894528"/>
                <a:gd name="connsiteX10" fmla="*/ 837494 w 1773509"/>
                <a:gd name="connsiteY10" fmla="*/ 434623 h 894528"/>
                <a:gd name="connsiteX11" fmla="*/ 963909 w 1773509"/>
                <a:gd name="connsiteY11" fmla="*/ 437182 h 894528"/>
                <a:gd name="connsiteX12" fmla="*/ 1140890 w 1773509"/>
                <a:gd name="connsiteY12" fmla="*/ 426648 h 894528"/>
                <a:gd name="connsiteX13" fmla="*/ 1257373 w 1773509"/>
                <a:gd name="connsiteY13" fmla="*/ 405427 h 894528"/>
                <a:gd name="connsiteX14" fmla="*/ 1299511 w 1773509"/>
                <a:gd name="connsiteY14" fmla="*/ 395346 h 894528"/>
                <a:gd name="connsiteX15" fmla="*/ 1408467 w 1773509"/>
                <a:gd name="connsiteY15" fmla="*/ 357119 h 894528"/>
                <a:gd name="connsiteX16" fmla="*/ 1513813 w 1773509"/>
                <a:gd name="connsiteY16" fmla="*/ 314981 h 894528"/>
                <a:gd name="connsiteX17" fmla="*/ 1612838 w 1773509"/>
                <a:gd name="connsiteY17" fmla="*/ 255988 h 894528"/>
                <a:gd name="connsiteX18" fmla="*/ 1673938 w 1773509"/>
                <a:gd name="connsiteY18" fmla="*/ 203315 h 894528"/>
                <a:gd name="connsiteX19" fmla="*/ 1745573 w 1773509"/>
                <a:gd name="connsiteY19" fmla="*/ 116931 h 894528"/>
                <a:gd name="connsiteX20" fmla="*/ 1773509 w 1773509"/>
                <a:gd name="connsiteY20" fmla="*/ 34562 h 894528"/>
                <a:gd name="connsiteX21" fmla="*/ 1765888 w 1773509"/>
                <a:gd name="connsiteY21" fmla="*/ 123252 h 894528"/>
                <a:gd name="connsiteX22" fmla="*/ 1752804 w 1773509"/>
                <a:gd name="connsiteY22" fmla="*/ 231152 h 894528"/>
                <a:gd name="connsiteX23" fmla="*/ 1720290 w 1773509"/>
                <a:gd name="connsiteY23" fmla="*/ 350799 h 894528"/>
                <a:gd name="connsiteX24" fmla="*/ 1665511 w 1773509"/>
                <a:gd name="connsiteY24" fmla="*/ 449824 h 894528"/>
                <a:gd name="connsiteX25" fmla="*/ 1595983 w 1773509"/>
                <a:gd name="connsiteY25" fmla="*/ 538314 h 894528"/>
                <a:gd name="connsiteX26" fmla="*/ 1560165 w 1773509"/>
                <a:gd name="connsiteY26" fmla="*/ 588880 h 894528"/>
                <a:gd name="connsiteX27" fmla="*/ 1486423 w 1773509"/>
                <a:gd name="connsiteY27" fmla="*/ 658408 h 894528"/>
                <a:gd name="connsiteX28" fmla="*/ 1429537 w 1773509"/>
                <a:gd name="connsiteY28" fmla="*/ 708974 h 894528"/>
                <a:gd name="connsiteX29" fmla="*/ 1349474 w 1773509"/>
                <a:gd name="connsiteY29" fmla="*/ 759540 h 894528"/>
                <a:gd name="connsiteX30" fmla="*/ 1258877 w 1773509"/>
                <a:gd name="connsiteY30" fmla="*/ 807999 h 894528"/>
                <a:gd name="connsiteX31" fmla="*/ 1191455 w 1773509"/>
                <a:gd name="connsiteY31" fmla="*/ 833282 h 894528"/>
                <a:gd name="connsiteX32" fmla="*/ 1113395 w 1773509"/>
                <a:gd name="connsiteY32" fmla="*/ 868683 h 894528"/>
                <a:gd name="connsiteX33" fmla="*/ 1028754 w 1773509"/>
                <a:gd name="connsiteY33" fmla="*/ 889804 h 894528"/>
                <a:gd name="connsiteX34" fmla="*/ 928341 w 1773509"/>
                <a:gd name="connsiteY34" fmla="*/ 894528 h 894528"/>
                <a:gd name="connsiteX35" fmla="*/ 849986 w 1773509"/>
                <a:gd name="connsiteY35" fmla="*/ 890923 h 894528"/>
                <a:gd name="connsiteX36" fmla="*/ 751111 w 1773509"/>
                <a:gd name="connsiteY36" fmla="*/ 877527 h 894528"/>
                <a:gd name="connsiteX37" fmla="*/ 637337 w 1773509"/>
                <a:gd name="connsiteY37" fmla="*/ 850137 h 894528"/>
                <a:gd name="connsiteX38" fmla="*/ 540419 w 1773509"/>
                <a:gd name="connsiteY38" fmla="*/ 814319 h 894528"/>
                <a:gd name="connsiteX39" fmla="*/ 468784 w 1773509"/>
                <a:gd name="connsiteY39" fmla="*/ 782716 h 894528"/>
                <a:gd name="connsiteX40" fmla="*/ 386615 w 1773509"/>
                <a:gd name="connsiteY40" fmla="*/ 730043 h 894528"/>
                <a:gd name="connsiteX41" fmla="*/ 327621 w 1773509"/>
                <a:gd name="connsiteY41" fmla="*/ 685798 h 894528"/>
                <a:gd name="connsiteX42" fmla="*/ 279162 w 1773509"/>
                <a:gd name="connsiteY42" fmla="*/ 649980 h 894528"/>
                <a:gd name="connsiteX43" fmla="*/ 245452 w 1773509"/>
                <a:gd name="connsiteY43" fmla="*/ 614163 h 894528"/>
                <a:gd name="connsiteX44" fmla="*/ 211741 w 1773509"/>
                <a:gd name="connsiteY44" fmla="*/ 576238 h 894528"/>
                <a:gd name="connsiteX45" fmla="*/ 173817 w 1773509"/>
                <a:gd name="connsiteY45" fmla="*/ 531993 h 894528"/>
                <a:gd name="connsiteX46" fmla="*/ 131678 w 1773509"/>
                <a:gd name="connsiteY46" fmla="*/ 475106 h 894528"/>
                <a:gd name="connsiteX47" fmla="*/ 106396 w 1773509"/>
                <a:gd name="connsiteY47" fmla="*/ 426648 h 894528"/>
                <a:gd name="connsiteX48" fmla="*/ 76899 w 1773509"/>
                <a:gd name="connsiteY48" fmla="*/ 371868 h 894528"/>
                <a:gd name="connsiteX49" fmla="*/ 45295 w 1773509"/>
                <a:gd name="connsiteY49" fmla="*/ 306554 h 894528"/>
                <a:gd name="connsiteX50" fmla="*/ 24226 w 1773509"/>
                <a:gd name="connsiteY50" fmla="*/ 222277 h 894528"/>
                <a:gd name="connsiteX51" fmla="*/ 7371 w 1773509"/>
                <a:gd name="connsiteY51" fmla="*/ 129573 h 894528"/>
                <a:gd name="connsiteX52" fmla="*/ 0 w 1773509"/>
                <a:gd name="connsiteY52" fmla="*/ 0 h 894528"/>
                <a:gd name="connsiteX0" fmla="*/ 0 w 1773509"/>
                <a:gd name="connsiteY0" fmla="*/ 0 h 894528"/>
                <a:gd name="connsiteX1" fmla="*/ 14596 w 1773509"/>
                <a:gd name="connsiteY1" fmla="*/ 91497 h 894528"/>
                <a:gd name="connsiteX2" fmla="*/ 34760 w 1773509"/>
                <a:gd name="connsiteY2" fmla="*/ 138001 h 894528"/>
                <a:gd name="connsiteX3" fmla="*/ 72685 w 1773509"/>
                <a:gd name="connsiteY3" fmla="*/ 184353 h 894528"/>
                <a:gd name="connsiteX4" fmla="*/ 123251 w 1773509"/>
                <a:gd name="connsiteY4" fmla="*/ 237025 h 894528"/>
                <a:gd name="connsiteX5" fmla="*/ 178031 w 1773509"/>
                <a:gd name="connsiteY5" fmla="*/ 272843 h 894528"/>
                <a:gd name="connsiteX6" fmla="*/ 230703 w 1773509"/>
                <a:gd name="connsiteY6" fmla="*/ 302340 h 894528"/>
                <a:gd name="connsiteX7" fmla="*/ 331835 w 1773509"/>
                <a:gd name="connsiteY7" fmla="*/ 340264 h 894528"/>
                <a:gd name="connsiteX8" fmla="*/ 494067 w 1773509"/>
                <a:gd name="connsiteY8" fmla="*/ 392937 h 894528"/>
                <a:gd name="connsiteX9" fmla="*/ 643658 w 1773509"/>
                <a:gd name="connsiteY9" fmla="*/ 420327 h 894528"/>
                <a:gd name="connsiteX10" fmla="*/ 837494 w 1773509"/>
                <a:gd name="connsiteY10" fmla="*/ 434623 h 894528"/>
                <a:gd name="connsiteX11" fmla="*/ 963909 w 1773509"/>
                <a:gd name="connsiteY11" fmla="*/ 437182 h 894528"/>
                <a:gd name="connsiteX12" fmla="*/ 1140890 w 1773509"/>
                <a:gd name="connsiteY12" fmla="*/ 426648 h 894528"/>
                <a:gd name="connsiteX13" fmla="*/ 1257373 w 1773509"/>
                <a:gd name="connsiteY13" fmla="*/ 405427 h 894528"/>
                <a:gd name="connsiteX14" fmla="*/ 1299511 w 1773509"/>
                <a:gd name="connsiteY14" fmla="*/ 395346 h 894528"/>
                <a:gd name="connsiteX15" fmla="*/ 1408467 w 1773509"/>
                <a:gd name="connsiteY15" fmla="*/ 357119 h 894528"/>
                <a:gd name="connsiteX16" fmla="*/ 1513813 w 1773509"/>
                <a:gd name="connsiteY16" fmla="*/ 314981 h 894528"/>
                <a:gd name="connsiteX17" fmla="*/ 1612838 w 1773509"/>
                <a:gd name="connsiteY17" fmla="*/ 255988 h 894528"/>
                <a:gd name="connsiteX18" fmla="*/ 1673938 w 1773509"/>
                <a:gd name="connsiteY18" fmla="*/ 203315 h 894528"/>
                <a:gd name="connsiteX19" fmla="*/ 1745573 w 1773509"/>
                <a:gd name="connsiteY19" fmla="*/ 116931 h 894528"/>
                <a:gd name="connsiteX20" fmla="*/ 1773509 w 1773509"/>
                <a:gd name="connsiteY20" fmla="*/ 34562 h 894528"/>
                <a:gd name="connsiteX21" fmla="*/ 1765888 w 1773509"/>
                <a:gd name="connsiteY21" fmla="*/ 123252 h 894528"/>
                <a:gd name="connsiteX22" fmla="*/ 1752804 w 1773509"/>
                <a:gd name="connsiteY22" fmla="*/ 231152 h 894528"/>
                <a:gd name="connsiteX23" fmla="*/ 1720290 w 1773509"/>
                <a:gd name="connsiteY23" fmla="*/ 350799 h 894528"/>
                <a:gd name="connsiteX24" fmla="*/ 1665511 w 1773509"/>
                <a:gd name="connsiteY24" fmla="*/ 449824 h 894528"/>
                <a:gd name="connsiteX25" fmla="*/ 1595983 w 1773509"/>
                <a:gd name="connsiteY25" fmla="*/ 538314 h 894528"/>
                <a:gd name="connsiteX26" fmla="*/ 1560165 w 1773509"/>
                <a:gd name="connsiteY26" fmla="*/ 588880 h 894528"/>
                <a:gd name="connsiteX27" fmla="*/ 1486423 w 1773509"/>
                <a:gd name="connsiteY27" fmla="*/ 658408 h 894528"/>
                <a:gd name="connsiteX28" fmla="*/ 1429537 w 1773509"/>
                <a:gd name="connsiteY28" fmla="*/ 708974 h 894528"/>
                <a:gd name="connsiteX29" fmla="*/ 1349474 w 1773509"/>
                <a:gd name="connsiteY29" fmla="*/ 759540 h 894528"/>
                <a:gd name="connsiteX30" fmla="*/ 1258877 w 1773509"/>
                <a:gd name="connsiteY30" fmla="*/ 807999 h 894528"/>
                <a:gd name="connsiteX31" fmla="*/ 1191455 w 1773509"/>
                <a:gd name="connsiteY31" fmla="*/ 841502 h 894528"/>
                <a:gd name="connsiteX32" fmla="*/ 1113395 w 1773509"/>
                <a:gd name="connsiteY32" fmla="*/ 868683 h 894528"/>
                <a:gd name="connsiteX33" fmla="*/ 1028754 w 1773509"/>
                <a:gd name="connsiteY33" fmla="*/ 889804 h 894528"/>
                <a:gd name="connsiteX34" fmla="*/ 928341 w 1773509"/>
                <a:gd name="connsiteY34" fmla="*/ 894528 h 894528"/>
                <a:gd name="connsiteX35" fmla="*/ 849986 w 1773509"/>
                <a:gd name="connsiteY35" fmla="*/ 890923 h 894528"/>
                <a:gd name="connsiteX36" fmla="*/ 751111 w 1773509"/>
                <a:gd name="connsiteY36" fmla="*/ 877527 h 894528"/>
                <a:gd name="connsiteX37" fmla="*/ 637337 w 1773509"/>
                <a:gd name="connsiteY37" fmla="*/ 850137 h 894528"/>
                <a:gd name="connsiteX38" fmla="*/ 540419 w 1773509"/>
                <a:gd name="connsiteY38" fmla="*/ 814319 h 894528"/>
                <a:gd name="connsiteX39" fmla="*/ 468784 w 1773509"/>
                <a:gd name="connsiteY39" fmla="*/ 782716 h 894528"/>
                <a:gd name="connsiteX40" fmla="*/ 386615 w 1773509"/>
                <a:gd name="connsiteY40" fmla="*/ 730043 h 894528"/>
                <a:gd name="connsiteX41" fmla="*/ 327621 w 1773509"/>
                <a:gd name="connsiteY41" fmla="*/ 685798 h 894528"/>
                <a:gd name="connsiteX42" fmla="*/ 279162 w 1773509"/>
                <a:gd name="connsiteY42" fmla="*/ 649980 h 894528"/>
                <a:gd name="connsiteX43" fmla="*/ 245452 w 1773509"/>
                <a:gd name="connsiteY43" fmla="*/ 614163 h 894528"/>
                <a:gd name="connsiteX44" fmla="*/ 211741 w 1773509"/>
                <a:gd name="connsiteY44" fmla="*/ 576238 h 894528"/>
                <a:gd name="connsiteX45" fmla="*/ 173817 w 1773509"/>
                <a:gd name="connsiteY45" fmla="*/ 531993 h 894528"/>
                <a:gd name="connsiteX46" fmla="*/ 131678 w 1773509"/>
                <a:gd name="connsiteY46" fmla="*/ 475106 h 894528"/>
                <a:gd name="connsiteX47" fmla="*/ 106396 w 1773509"/>
                <a:gd name="connsiteY47" fmla="*/ 426648 h 894528"/>
                <a:gd name="connsiteX48" fmla="*/ 76899 w 1773509"/>
                <a:gd name="connsiteY48" fmla="*/ 371868 h 894528"/>
                <a:gd name="connsiteX49" fmla="*/ 45295 w 1773509"/>
                <a:gd name="connsiteY49" fmla="*/ 306554 h 894528"/>
                <a:gd name="connsiteX50" fmla="*/ 24226 w 1773509"/>
                <a:gd name="connsiteY50" fmla="*/ 222277 h 894528"/>
                <a:gd name="connsiteX51" fmla="*/ 7371 w 1773509"/>
                <a:gd name="connsiteY51" fmla="*/ 129573 h 894528"/>
                <a:gd name="connsiteX52" fmla="*/ 0 w 1773509"/>
                <a:gd name="connsiteY52" fmla="*/ 0 h 894528"/>
                <a:gd name="connsiteX0" fmla="*/ 0 w 1773509"/>
                <a:gd name="connsiteY0" fmla="*/ 0 h 891750"/>
                <a:gd name="connsiteX1" fmla="*/ 14596 w 1773509"/>
                <a:gd name="connsiteY1" fmla="*/ 91497 h 891750"/>
                <a:gd name="connsiteX2" fmla="*/ 34760 w 1773509"/>
                <a:gd name="connsiteY2" fmla="*/ 138001 h 891750"/>
                <a:gd name="connsiteX3" fmla="*/ 72685 w 1773509"/>
                <a:gd name="connsiteY3" fmla="*/ 184353 h 891750"/>
                <a:gd name="connsiteX4" fmla="*/ 123251 w 1773509"/>
                <a:gd name="connsiteY4" fmla="*/ 237025 h 891750"/>
                <a:gd name="connsiteX5" fmla="*/ 178031 w 1773509"/>
                <a:gd name="connsiteY5" fmla="*/ 272843 h 891750"/>
                <a:gd name="connsiteX6" fmla="*/ 230703 w 1773509"/>
                <a:gd name="connsiteY6" fmla="*/ 302340 h 891750"/>
                <a:gd name="connsiteX7" fmla="*/ 331835 w 1773509"/>
                <a:gd name="connsiteY7" fmla="*/ 340264 h 891750"/>
                <a:gd name="connsiteX8" fmla="*/ 494067 w 1773509"/>
                <a:gd name="connsiteY8" fmla="*/ 392937 h 891750"/>
                <a:gd name="connsiteX9" fmla="*/ 643658 w 1773509"/>
                <a:gd name="connsiteY9" fmla="*/ 420327 h 891750"/>
                <a:gd name="connsiteX10" fmla="*/ 837494 w 1773509"/>
                <a:gd name="connsiteY10" fmla="*/ 434623 h 891750"/>
                <a:gd name="connsiteX11" fmla="*/ 963909 w 1773509"/>
                <a:gd name="connsiteY11" fmla="*/ 437182 h 891750"/>
                <a:gd name="connsiteX12" fmla="*/ 1140890 w 1773509"/>
                <a:gd name="connsiteY12" fmla="*/ 426648 h 891750"/>
                <a:gd name="connsiteX13" fmla="*/ 1257373 w 1773509"/>
                <a:gd name="connsiteY13" fmla="*/ 405427 h 891750"/>
                <a:gd name="connsiteX14" fmla="*/ 1299511 w 1773509"/>
                <a:gd name="connsiteY14" fmla="*/ 395346 h 891750"/>
                <a:gd name="connsiteX15" fmla="*/ 1408467 w 1773509"/>
                <a:gd name="connsiteY15" fmla="*/ 357119 h 891750"/>
                <a:gd name="connsiteX16" fmla="*/ 1513813 w 1773509"/>
                <a:gd name="connsiteY16" fmla="*/ 314981 h 891750"/>
                <a:gd name="connsiteX17" fmla="*/ 1612838 w 1773509"/>
                <a:gd name="connsiteY17" fmla="*/ 255988 h 891750"/>
                <a:gd name="connsiteX18" fmla="*/ 1673938 w 1773509"/>
                <a:gd name="connsiteY18" fmla="*/ 203315 h 891750"/>
                <a:gd name="connsiteX19" fmla="*/ 1745573 w 1773509"/>
                <a:gd name="connsiteY19" fmla="*/ 116931 h 891750"/>
                <a:gd name="connsiteX20" fmla="*/ 1773509 w 1773509"/>
                <a:gd name="connsiteY20" fmla="*/ 34562 h 891750"/>
                <a:gd name="connsiteX21" fmla="*/ 1765888 w 1773509"/>
                <a:gd name="connsiteY21" fmla="*/ 123252 h 891750"/>
                <a:gd name="connsiteX22" fmla="*/ 1752804 w 1773509"/>
                <a:gd name="connsiteY22" fmla="*/ 231152 h 891750"/>
                <a:gd name="connsiteX23" fmla="*/ 1720290 w 1773509"/>
                <a:gd name="connsiteY23" fmla="*/ 350799 h 891750"/>
                <a:gd name="connsiteX24" fmla="*/ 1665511 w 1773509"/>
                <a:gd name="connsiteY24" fmla="*/ 449824 h 891750"/>
                <a:gd name="connsiteX25" fmla="*/ 1595983 w 1773509"/>
                <a:gd name="connsiteY25" fmla="*/ 538314 h 891750"/>
                <a:gd name="connsiteX26" fmla="*/ 1560165 w 1773509"/>
                <a:gd name="connsiteY26" fmla="*/ 588880 h 891750"/>
                <a:gd name="connsiteX27" fmla="*/ 1486423 w 1773509"/>
                <a:gd name="connsiteY27" fmla="*/ 658408 h 891750"/>
                <a:gd name="connsiteX28" fmla="*/ 1429537 w 1773509"/>
                <a:gd name="connsiteY28" fmla="*/ 708974 h 891750"/>
                <a:gd name="connsiteX29" fmla="*/ 1349474 w 1773509"/>
                <a:gd name="connsiteY29" fmla="*/ 759540 h 891750"/>
                <a:gd name="connsiteX30" fmla="*/ 1258877 w 1773509"/>
                <a:gd name="connsiteY30" fmla="*/ 807999 h 891750"/>
                <a:gd name="connsiteX31" fmla="*/ 1191455 w 1773509"/>
                <a:gd name="connsiteY31" fmla="*/ 841502 h 891750"/>
                <a:gd name="connsiteX32" fmla="*/ 1113395 w 1773509"/>
                <a:gd name="connsiteY32" fmla="*/ 868683 h 891750"/>
                <a:gd name="connsiteX33" fmla="*/ 1028754 w 1773509"/>
                <a:gd name="connsiteY33" fmla="*/ 889804 h 891750"/>
                <a:gd name="connsiteX34" fmla="*/ 928341 w 1773509"/>
                <a:gd name="connsiteY34" fmla="*/ 888813 h 891750"/>
                <a:gd name="connsiteX35" fmla="*/ 849986 w 1773509"/>
                <a:gd name="connsiteY35" fmla="*/ 890923 h 891750"/>
                <a:gd name="connsiteX36" fmla="*/ 751111 w 1773509"/>
                <a:gd name="connsiteY36" fmla="*/ 877527 h 891750"/>
                <a:gd name="connsiteX37" fmla="*/ 637337 w 1773509"/>
                <a:gd name="connsiteY37" fmla="*/ 850137 h 891750"/>
                <a:gd name="connsiteX38" fmla="*/ 540419 w 1773509"/>
                <a:gd name="connsiteY38" fmla="*/ 814319 h 891750"/>
                <a:gd name="connsiteX39" fmla="*/ 468784 w 1773509"/>
                <a:gd name="connsiteY39" fmla="*/ 782716 h 891750"/>
                <a:gd name="connsiteX40" fmla="*/ 386615 w 1773509"/>
                <a:gd name="connsiteY40" fmla="*/ 730043 h 891750"/>
                <a:gd name="connsiteX41" fmla="*/ 327621 w 1773509"/>
                <a:gd name="connsiteY41" fmla="*/ 685798 h 891750"/>
                <a:gd name="connsiteX42" fmla="*/ 279162 w 1773509"/>
                <a:gd name="connsiteY42" fmla="*/ 649980 h 891750"/>
                <a:gd name="connsiteX43" fmla="*/ 245452 w 1773509"/>
                <a:gd name="connsiteY43" fmla="*/ 614163 h 891750"/>
                <a:gd name="connsiteX44" fmla="*/ 211741 w 1773509"/>
                <a:gd name="connsiteY44" fmla="*/ 576238 h 891750"/>
                <a:gd name="connsiteX45" fmla="*/ 173817 w 1773509"/>
                <a:gd name="connsiteY45" fmla="*/ 531993 h 891750"/>
                <a:gd name="connsiteX46" fmla="*/ 131678 w 1773509"/>
                <a:gd name="connsiteY46" fmla="*/ 475106 h 891750"/>
                <a:gd name="connsiteX47" fmla="*/ 106396 w 1773509"/>
                <a:gd name="connsiteY47" fmla="*/ 426648 h 891750"/>
                <a:gd name="connsiteX48" fmla="*/ 76899 w 1773509"/>
                <a:gd name="connsiteY48" fmla="*/ 371868 h 891750"/>
                <a:gd name="connsiteX49" fmla="*/ 45295 w 1773509"/>
                <a:gd name="connsiteY49" fmla="*/ 306554 h 891750"/>
                <a:gd name="connsiteX50" fmla="*/ 24226 w 1773509"/>
                <a:gd name="connsiteY50" fmla="*/ 222277 h 891750"/>
                <a:gd name="connsiteX51" fmla="*/ 7371 w 1773509"/>
                <a:gd name="connsiteY51" fmla="*/ 129573 h 891750"/>
                <a:gd name="connsiteX52" fmla="*/ 0 w 1773509"/>
                <a:gd name="connsiteY52" fmla="*/ 0 h 891750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41502 h 890923"/>
                <a:gd name="connsiteX32" fmla="*/ 1113395 w 1773509"/>
                <a:gd name="connsiteY32" fmla="*/ 868683 h 890923"/>
                <a:gd name="connsiteX33" fmla="*/ 1028754 w 1773509"/>
                <a:gd name="connsiteY33" fmla="*/ 880279 h 890923"/>
                <a:gd name="connsiteX34" fmla="*/ 928341 w 1773509"/>
                <a:gd name="connsiteY34" fmla="*/ 888813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41502 h 890923"/>
                <a:gd name="connsiteX32" fmla="*/ 1113395 w 1773509"/>
                <a:gd name="connsiteY32" fmla="*/ 868683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41502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58877 w 1773509"/>
                <a:gd name="connsiteY30" fmla="*/ 807999 h 890923"/>
                <a:gd name="connsiteX31" fmla="*/ 1191455 w 1773509"/>
                <a:gd name="connsiteY31" fmla="*/ 833882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79832 w 1773509"/>
                <a:gd name="connsiteY30" fmla="*/ 796569 h 890923"/>
                <a:gd name="connsiteX31" fmla="*/ 1191455 w 1773509"/>
                <a:gd name="connsiteY31" fmla="*/ 833882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79832 w 1773509"/>
                <a:gd name="connsiteY30" fmla="*/ 796569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49474 w 1773509"/>
                <a:gd name="connsiteY29" fmla="*/ 759540 h 890923"/>
                <a:gd name="connsiteX30" fmla="*/ 1281737 w 1773509"/>
                <a:gd name="connsiteY30" fmla="*/ 802284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29537 w 1773509"/>
                <a:gd name="connsiteY28" fmla="*/ 708974 h 890923"/>
                <a:gd name="connsiteX29" fmla="*/ 1353284 w 1773509"/>
                <a:gd name="connsiteY29" fmla="*/ 770970 h 890923"/>
                <a:gd name="connsiteX30" fmla="*/ 1281737 w 1773509"/>
                <a:gd name="connsiteY30" fmla="*/ 802284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86423 w 1773509"/>
                <a:gd name="connsiteY27" fmla="*/ 658408 h 890923"/>
                <a:gd name="connsiteX28" fmla="*/ 1435252 w 1773509"/>
                <a:gd name="connsiteY28" fmla="*/ 718499 h 890923"/>
                <a:gd name="connsiteX29" fmla="*/ 1353284 w 1773509"/>
                <a:gd name="connsiteY29" fmla="*/ 770970 h 890923"/>
                <a:gd name="connsiteX30" fmla="*/ 1281737 w 1773509"/>
                <a:gd name="connsiteY30" fmla="*/ 802284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494043 w 1773509"/>
                <a:gd name="connsiteY27" fmla="*/ 662218 h 890923"/>
                <a:gd name="connsiteX28" fmla="*/ 1435252 w 1773509"/>
                <a:gd name="connsiteY28" fmla="*/ 718499 h 890923"/>
                <a:gd name="connsiteX29" fmla="*/ 1353284 w 1773509"/>
                <a:gd name="connsiteY29" fmla="*/ 770970 h 890923"/>
                <a:gd name="connsiteX30" fmla="*/ 1281737 w 1773509"/>
                <a:gd name="connsiteY30" fmla="*/ 802284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0165 w 1773509"/>
                <a:gd name="connsiteY26" fmla="*/ 588880 h 890923"/>
                <a:gd name="connsiteX27" fmla="*/ 1501663 w 1773509"/>
                <a:gd name="connsiteY27" fmla="*/ 666028 h 890923"/>
                <a:gd name="connsiteX28" fmla="*/ 1435252 w 1773509"/>
                <a:gd name="connsiteY28" fmla="*/ 718499 h 890923"/>
                <a:gd name="connsiteX29" fmla="*/ 1353284 w 1773509"/>
                <a:gd name="connsiteY29" fmla="*/ 770970 h 890923"/>
                <a:gd name="connsiteX30" fmla="*/ 1281737 w 1773509"/>
                <a:gd name="connsiteY30" fmla="*/ 802284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595983 w 1773509"/>
                <a:gd name="connsiteY25" fmla="*/ 538314 h 890923"/>
                <a:gd name="connsiteX26" fmla="*/ 1569690 w 1773509"/>
                <a:gd name="connsiteY26" fmla="*/ 598405 h 890923"/>
                <a:gd name="connsiteX27" fmla="*/ 1501663 w 1773509"/>
                <a:gd name="connsiteY27" fmla="*/ 666028 h 890923"/>
                <a:gd name="connsiteX28" fmla="*/ 1435252 w 1773509"/>
                <a:gd name="connsiteY28" fmla="*/ 718499 h 890923"/>
                <a:gd name="connsiteX29" fmla="*/ 1353284 w 1773509"/>
                <a:gd name="connsiteY29" fmla="*/ 770970 h 890923"/>
                <a:gd name="connsiteX30" fmla="*/ 1281737 w 1773509"/>
                <a:gd name="connsiteY30" fmla="*/ 802284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616938 w 1773509"/>
                <a:gd name="connsiteY25" fmla="*/ 544029 h 890923"/>
                <a:gd name="connsiteX26" fmla="*/ 1569690 w 1773509"/>
                <a:gd name="connsiteY26" fmla="*/ 598405 h 890923"/>
                <a:gd name="connsiteX27" fmla="*/ 1501663 w 1773509"/>
                <a:gd name="connsiteY27" fmla="*/ 666028 h 890923"/>
                <a:gd name="connsiteX28" fmla="*/ 1435252 w 1773509"/>
                <a:gd name="connsiteY28" fmla="*/ 718499 h 890923"/>
                <a:gd name="connsiteX29" fmla="*/ 1353284 w 1773509"/>
                <a:gd name="connsiteY29" fmla="*/ 770970 h 890923"/>
                <a:gd name="connsiteX30" fmla="*/ 1281737 w 1773509"/>
                <a:gd name="connsiteY30" fmla="*/ 802284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632178 w 1773509"/>
                <a:gd name="connsiteY25" fmla="*/ 532599 h 890923"/>
                <a:gd name="connsiteX26" fmla="*/ 1569690 w 1773509"/>
                <a:gd name="connsiteY26" fmla="*/ 598405 h 890923"/>
                <a:gd name="connsiteX27" fmla="*/ 1501663 w 1773509"/>
                <a:gd name="connsiteY27" fmla="*/ 666028 h 890923"/>
                <a:gd name="connsiteX28" fmla="*/ 1435252 w 1773509"/>
                <a:gd name="connsiteY28" fmla="*/ 718499 h 890923"/>
                <a:gd name="connsiteX29" fmla="*/ 1353284 w 1773509"/>
                <a:gd name="connsiteY29" fmla="*/ 770970 h 890923"/>
                <a:gd name="connsiteX30" fmla="*/ 1281737 w 1773509"/>
                <a:gd name="connsiteY30" fmla="*/ 802284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65511 w 1773509"/>
                <a:gd name="connsiteY24" fmla="*/ 449824 h 890923"/>
                <a:gd name="connsiteX25" fmla="*/ 1632178 w 1773509"/>
                <a:gd name="connsiteY25" fmla="*/ 530694 h 890923"/>
                <a:gd name="connsiteX26" fmla="*/ 1569690 w 1773509"/>
                <a:gd name="connsiteY26" fmla="*/ 598405 h 890923"/>
                <a:gd name="connsiteX27" fmla="*/ 1501663 w 1773509"/>
                <a:gd name="connsiteY27" fmla="*/ 666028 h 890923"/>
                <a:gd name="connsiteX28" fmla="*/ 1435252 w 1773509"/>
                <a:gd name="connsiteY28" fmla="*/ 718499 h 890923"/>
                <a:gd name="connsiteX29" fmla="*/ 1353284 w 1773509"/>
                <a:gd name="connsiteY29" fmla="*/ 770970 h 890923"/>
                <a:gd name="connsiteX30" fmla="*/ 1281737 w 1773509"/>
                <a:gd name="connsiteY30" fmla="*/ 802284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14596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82656 w 1773509"/>
                <a:gd name="connsiteY24" fmla="*/ 451729 h 890923"/>
                <a:gd name="connsiteX25" fmla="*/ 1632178 w 1773509"/>
                <a:gd name="connsiteY25" fmla="*/ 530694 h 890923"/>
                <a:gd name="connsiteX26" fmla="*/ 1569690 w 1773509"/>
                <a:gd name="connsiteY26" fmla="*/ 598405 h 890923"/>
                <a:gd name="connsiteX27" fmla="*/ 1501663 w 1773509"/>
                <a:gd name="connsiteY27" fmla="*/ 666028 h 890923"/>
                <a:gd name="connsiteX28" fmla="*/ 1435252 w 1773509"/>
                <a:gd name="connsiteY28" fmla="*/ 718499 h 890923"/>
                <a:gd name="connsiteX29" fmla="*/ 1353284 w 1773509"/>
                <a:gd name="connsiteY29" fmla="*/ 770970 h 890923"/>
                <a:gd name="connsiteX30" fmla="*/ 1281737 w 1773509"/>
                <a:gd name="connsiteY30" fmla="*/ 802284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73509"/>
                <a:gd name="connsiteY0" fmla="*/ 0 h 890923"/>
                <a:gd name="connsiteX1" fmla="*/ 21739 w 1773509"/>
                <a:gd name="connsiteY1" fmla="*/ 91497 h 890923"/>
                <a:gd name="connsiteX2" fmla="*/ 34760 w 1773509"/>
                <a:gd name="connsiteY2" fmla="*/ 138001 h 890923"/>
                <a:gd name="connsiteX3" fmla="*/ 72685 w 1773509"/>
                <a:gd name="connsiteY3" fmla="*/ 184353 h 890923"/>
                <a:gd name="connsiteX4" fmla="*/ 123251 w 1773509"/>
                <a:gd name="connsiteY4" fmla="*/ 237025 h 890923"/>
                <a:gd name="connsiteX5" fmla="*/ 178031 w 1773509"/>
                <a:gd name="connsiteY5" fmla="*/ 272843 h 890923"/>
                <a:gd name="connsiteX6" fmla="*/ 230703 w 1773509"/>
                <a:gd name="connsiteY6" fmla="*/ 302340 h 890923"/>
                <a:gd name="connsiteX7" fmla="*/ 331835 w 1773509"/>
                <a:gd name="connsiteY7" fmla="*/ 340264 h 890923"/>
                <a:gd name="connsiteX8" fmla="*/ 494067 w 1773509"/>
                <a:gd name="connsiteY8" fmla="*/ 392937 h 890923"/>
                <a:gd name="connsiteX9" fmla="*/ 643658 w 1773509"/>
                <a:gd name="connsiteY9" fmla="*/ 420327 h 890923"/>
                <a:gd name="connsiteX10" fmla="*/ 837494 w 1773509"/>
                <a:gd name="connsiteY10" fmla="*/ 434623 h 890923"/>
                <a:gd name="connsiteX11" fmla="*/ 963909 w 1773509"/>
                <a:gd name="connsiteY11" fmla="*/ 437182 h 890923"/>
                <a:gd name="connsiteX12" fmla="*/ 1140890 w 1773509"/>
                <a:gd name="connsiteY12" fmla="*/ 426648 h 890923"/>
                <a:gd name="connsiteX13" fmla="*/ 1257373 w 1773509"/>
                <a:gd name="connsiteY13" fmla="*/ 405427 h 890923"/>
                <a:gd name="connsiteX14" fmla="*/ 1299511 w 1773509"/>
                <a:gd name="connsiteY14" fmla="*/ 395346 h 890923"/>
                <a:gd name="connsiteX15" fmla="*/ 1408467 w 1773509"/>
                <a:gd name="connsiteY15" fmla="*/ 357119 h 890923"/>
                <a:gd name="connsiteX16" fmla="*/ 1513813 w 1773509"/>
                <a:gd name="connsiteY16" fmla="*/ 314981 h 890923"/>
                <a:gd name="connsiteX17" fmla="*/ 1612838 w 1773509"/>
                <a:gd name="connsiteY17" fmla="*/ 255988 h 890923"/>
                <a:gd name="connsiteX18" fmla="*/ 1673938 w 1773509"/>
                <a:gd name="connsiteY18" fmla="*/ 203315 h 890923"/>
                <a:gd name="connsiteX19" fmla="*/ 1745573 w 1773509"/>
                <a:gd name="connsiteY19" fmla="*/ 116931 h 890923"/>
                <a:gd name="connsiteX20" fmla="*/ 1773509 w 1773509"/>
                <a:gd name="connsiteY20" fmla="*/ 34562 h 890923"/>
                <a:gd name="connsiteX21" fmla="*/ 1765888 w 1773509"/>
                <a:gd name="connsiteY21" fmla="*/ 123252 h 890923"/>
                <a:gd name="connsiteX22" fmla="*/ 1752804 w 1773509"/>
                <a:gd name="connsiteY22" fmla="*/ 231152 h 890923"/>
                <a:gd name="connsiteX23" fmla="*/ 1720290 w 1773509"/>
                <a:gd name="connsiteY23" fmla="*/ 350799 h 890923"/>
                <a:gd name="connsiteX24" fmla="*/ 1682656 w 1773509"/>
                <a:gd name="connsiteY24" fmla="*/ 451729 h 890923"/>
                <a:gd name="connsiteX25" fmla="*/ 1632178 w 1773509"/>
                <a:gd name="connsiteY25" fmla="*/ 530694 h 890923"/>
                <a:gd name="connsiteX26" fmla="*/ 1569690 w 1773509"/>
                <a:gd name="connsiteY26" fmla="*/ 598405 h 890923"/>
                <a:gd name="connsiteX27" fmla="*/ 1501663 w 1773509"/>
                <a:gd name="connsiteY27" fmla="*/ 666028 h 890923"/>
                <a:gd name="connsiteX28" fmla="*/ 1435252 w 1773509"/>
                <a:gd name="connsiteY28" fmla="*/ 718499 h 890923"/>
                <a:gd name="connsiteX29" fmla="*/ 1353284 w 1773509"/>
                <a:gd name="connsiteY29" fmla="*/ 770970 h 890923"/>
                <a:gd name="connsiteX30" fmla="*/ 1281737 w 1773509"/>
                <a:gd name="connsiteY30" fmla="*/ 802284 h 890923"/>
                <a:gd name="connsiteX31" fmla="*/ 1193360 w 1773509"/>
                <a:gd name="connsiteY31" fmla="*/ 839597 h 890923"/>
                <a:gd name="connsiteX32" fmla="*/ 1113395 w 1773509"/>
                <a:gd name="connsiteY32" fmla="*/ 862968 h 890923"/>
                <a:gd name="connsiteX33" fmla="*/ 1028754 w 1773509"/>
                <a:gd name="connsiteY33" fmla="*/ 880279 h 890923"/>
                <a:gd name="connsiteX34" fmla="*/ 932151 w 1773509"/>
                <a:gd name="connsiteY34" fmla="*/ 890718 h 890923"/>
                <a:gd name="connsiteX35" fmla="*/ 849986 w 1773509"/>
                <a:gd name="connsiteY35" fmla="*/ 890923 h 890923"/>
                <a:gd name="connsiteX36" fmla="*/ 751111 w 1773509"/>
                <a:gd name="connsiteY36" fmla="*/ 877527 h 890923"/>
                <a:gd name="connsiteX37" fmla="*/ 637337 w 1773509"/>
                <a:gd name="connsiteY37" fmla="*/ 850137 h 890923"/>
                <a:gd name="connsiteX38" fmla="*/ 540419 w 1773509"/>
                <a:gd name="connsiteY38" fmla="*/ 814319 h 890923"/>
                <a:gd name="connsiteX39" fmla="*/ 468784 w 1773509"/>
                <a:gd name="connsiteY39" fmla="*/ 782716 h 890923"/>
                <a:gd name="connsiteX40" fmla="*/ 386615 w 1773509"/>
                <a:gd name="connsiteY40" fmla="*/ 730043 h 890923"/>
                <a:gd name="connsiteX41" fmla="*/ 327621 w 1773509"/>
                <a:gd name="connsiteY41" fmla="*/ 685798 h 890923"/>
                <a:gd name="connsiteX42" fmla="*/ 279162 w 1773509"/>
                <a:gd name="connsiteY42" fmla="*/ 649980 h 890923"/>
                <a:gd name="connsiteX43" fmla="*/ 245452 w 1773509"/>
                <a:gd name="connsiteY43" fmla="*/ 614163 h 890923"/>
                <a:gd name="connsiteX44" fmla="*/ 211741 w 1773509"/>
                <a:gd name="connsiteY44" fmla="*/ 576238 h 890923"/>
                <a:gd name="connsiteX45" fmla="*/ 173817 w 1773509"/>
                <a:gd name="connsiteY45" fmla="*/ 531993 h 890923"/>
                <a:gd name="connsiteX46" fmla="*/ 131678 w 1773509"/>
                <a:gd name="connsiteY46" fmla="*/ 475106 h 890923"/>
                <a:gd name="connsiteX47" fmla="*/ 106396 w 1773509"/>
                <a:gd name="connsiteY47" fmla="*/ 426648 h 890923"/>
                <a:gd name="connsiteX48" fmla="*/ 76899 w 1773509"/>
                <a:gd name="connsiteY48" fmla="*/ 371868 h 890923"/>
                <a:gd name="connsiteX49" fmla="*/ 45295 w 1773509"/>
                <a:gd name="connsiteY49" fmla="*/ 306554 h 890923"/>
                <a:gd name="connsiteX50" fmla="*/ 24226 w 1773509"/>
                <a:gd name="connsiteY50" fmla="*/ 222277 h 890923"/>
                <a:gd name="connsiteX51" fmla="*/ 7371 w 1773509"/>
                <a:gd name="connsiteY51" fmla="*/ 129573 h 890923"/>
                <a:gd name="connsiteX52" fmla="*/ 0 w 1773509"/>
                <a:gd name="connsiteY52" fmla="*/ 0 h 890923"/>
                <a:gd name="connsiteX0" fmla="*/ 0 w 1766366"/>
                <a:gd name="connsiteY0" fmla="*/ 0 h 890923"/>
                <a:gd name="connsiteX1" fmla="*/ 14596 w 1766366"/>
                <a:gd name="connsiteY1" fmla="*/ 91497 h 890923"/>
                <a:gd name="connsiteX2" fmla="*/ 27617 w 1766366"/>
                <a:gd name="connsiteY2" fmla="*/ 138001 h 890923"/>
                <a:gd name="connsiteX3" fmla="*/ 65542 w 1766366"/>
                <a:gd name="connsiteY3" fmla="*/ 184353 h 890923"/>
                <a:gd name="connsiteX4" fmla="*/ 116108 w 1766366"/>
                <a:gd name="connsiteY4" fmla="*/ 237025 h 890923"/>
                <a:gd name="connsiteX5" fmla="*/ 170888 w 1766366"/>
                <a:gd name="connsiteY5" fmla="*/ 272843 h 890923"/>
                <a:gd name="connsiteX6" fmla="*/ 223560 w 1766366"/>
                <a:gd name="connsiteY6" fmla="*/ 302340 h 890923"/>
                <a:gd name="connsiteX7" fmla="*/ 324692 w 1766366"/>
                <a:gd name="connsiteY7" fmla="*/ 340264 h 890923"/>
                <a:gd name="connsiteX8" fmla="*/ 486924 w 1766366"/>
                <a:gd name="connsiteY8" fmla="*/ 392937 h 890923"/>
                <a:gd name="connsiteX9" fmla="*/ 636515 w 1766366"/>
                <a:gd name="connsiteY9" fmla="*/ 420327 h 890923"/>
                <a:gd name="connsiteX10" fmla="*/ 830351 w 1766366"/>
                <a:gd name="connsiteY10" fmla="*/ 434623 h 890923"/>
                <a:gd name="connsiteX11" fmla="*/ 956766 w 1766366"/>
                <a:gd name="connsiteY11" fmla="*/ 437182 h 890923"/>
                <a:gd name="connsiteX12" fmla="*/ 1133747 w 1766366"/>
                <a:gd name="connsiteY12" fmla="*/ 426648 h 890923"/>
                <a:gd name="connsiteX13" fmla="*/ 1250230 w 1766366"/>
                <a:gd name="connsiteY13" fmla="*/ 405427 h 890923"/>
                <a:gd name="connsiteX14" fmla="*/ 1292368 w 1766366"/>
                <a:gd name="connsiteY14" fmla="*/ 395346 h 890923"/>
                <a:gd name="connsiteX15" fmla="*/ 1401324 w 1766366"/>
                <a:gd name="connsiteY15" fmla="*/ 357119 h 890923"/>
                <a:gd name="connsiteX16" fmla="*/ 1506670 w 1766366"/>
                <a:gd name="connsiteY16" fmla="*/ 314981 h 890923"/>
                <a:gd name="connsiteX17" fmla="*/ 1605695 w 1766366"/>
                <a:gd name="connsiteY17" fmla="*/ 255988 h 890923"/>
                <a:gd name="connsiteX18" fmla="*/ 1666795 w 1766366"/>
                <a:gd name="connsiteY18" fmla="*/ 203315 h 890923"/>
                <a:gd name="connsiteX19" fmla="*/ 1738430 w 1766366"/>
                <a:gd name="connsiteY19" fmla="*/ 116931 h 890923"/>
                <a:gd name="connsiteX20" fmla="*/ 1766366 w 1766366"/>
                <a:gd name="connsiteY20" fmla="*/ 34562 h 890923"/>
                <a:gd name="connsiteX21" fmla="*/ 1758745 w 1766366"/>
                <a:gd name="connsiteY21" fmla="*/ 123252 h 890923"/>
                <a:gd name="connsiteX22" fmla="*/ 1745661 w 1766366"/>
                <a:gd name="connsiteY22" fmla="*/ 231152 h 890923"/>
                <a:gd name="connsiteX23" fmla="*/ 1713147 w 1766366"/>
                <a:gd name="connsiteY23" fmla="*/ 350799 h 890923"/>
                <a:gd name="connsiteX24" fmla="*/ 1675513 w 1766366"/>
                <a:gd name="connsiteY24" fmla="*/ 451729 h 890923"/>
                <a:gd name="connsiteX25" fmla="*/ 1625035 w 1766366"/>
                <a:gd name="connsiteY25" fmla="*/ 530694 h 890923"/>
                <a:gd name="connsiteX26" fmla="*/ 1562547 w 1766366"/>
                <a:gd name="connsiteY26" fmla="*/ 598405 h 890923"/>
                <a:gd name="connsiteX27" fmla="*/ 1494520 w 1766366"/>
                <a:gd name="connsiteY27" fmla="*/ 666028 h 890923"/>
                <a:gd name="connsiteX28" fmla="*/ 1428109 w 1766366"/>
                <a:gd name="connsiteY28" fmla="*/ 718499 h 890923"/>
                <a:gd name="connsiteX29" fmla="*/ 1346141 w 1766366"/>
                <a:gd name="connsiteY29" fmla="*/ 770970 h 890923"/>
                <a:gd name="connsiteX30" fmla="*/ 1274594 w 1766366"/>
                <a:gd name="connsiteY30" fmla="*/ 802284 h 890923"/>
                <a:gd name="connsiteX31" fmla="*/ 1186217 w 1766366"/>
                <a:gd name="connsiteY31" fmla="*/ 839597 h 890923"/>
                <a:gd name="connsiteX32" fmla="*/ 1106252 w 1766366"/>
                <a:gd name="connsiteY32" fmla="*/ 862968 h 890923"/>
                <a:gd name="connsiteX33" fmla="*/ 1021611 w 1766366"/>
                <a:gd name="connsiteY33" fmla="*/ 880279 h 890923"/>
                <a:gd name="connsiteX34" fmla="*/ 925008 w 1766366"/>
                <a:gd name="connsiteY34" fmla="*/ 890718 h 890923"/>
                <a:gd name="connsiteX35" fmla="*/ 842843 w 1766366"/>
                <a:gd name="connsiteY35" fmla="*/ 890923 h 890923"/>
                <a:gd name="connsiteX36" fmla="*/ 743968 w 1766366"/>
                <a:gd name="connsiteY36" fmla="*/ 877527 h 890923"/>
                <a:gd name="connsiteX37" fmla="*/ 630194 w 1766366"/>
                <a:gd name="connsiteY37" fmla="*/ 850137 h 890923"/>
                <a:gd name="connsiteX38" fmla="*/ 533276 w 1766366"/>
                <a:gd name="connsiteY38" fmla="*/ 814319 h 890923"/>
                <a:gd name="connsiteX39" fmla="*/ 461641 w 1766366"/>
                <a:gd name="connsiteY39" fmla="*/ 782716 h 890923"/>
                <a:gd name="connsiteX40" fmla="*/ 379472 w 1766366"/>
                <a:gd name="connsiteY40" fmla="*/ 730043 h 890923"/>
                <a:gd name="connsiteX41" fmla="*/ 320478 w 1766366"/>
                <a:gd name="connsiteY41" fmla="*/ 685798 h 890923"/>
                <a:gd name="connsiteX42" fmla="*/ 272019 w 1766366"/>
                <a:gd name="connsiteY42" fmla="*/ 649980 h 890923"/>
                <a:gd name="connsiteX43" fmla="*/ 238309 w 1766366"/>
                <a:gd name="connsiteY43" fmla="*/ 614163 h 890923"/>
                <a:gd name="connsiteX44" fmla="*/ 204598 w 1766366"/>
                <a:gd name="connsiteY44" fmla="*/ 576238 h 890923"/>
                <a:gd name="connsiteX45" fmla="*/ 166674 w 1766366"/>
                <a:gd name="connsiteY45" fmla="*/ 531993 h 890923"/>
                <a:gd name="connsiteX46" fmla="*/ 124535 w 1766366"/>
                <a:gd name="connsiteY46" fmla="*/ 475106 h 890923"/>
                <a:gd name="connsiteX47" fmla="*/ 99253 w 1766366"/>
                <a:gd name="connsiteY47" fmla="*/ 426648 h 890923"/>
                <a:gd name="connsiteX48" fmla="*/ 69756 w 1766366"/>
                <a:gd name="connsiteY48" fmla="*/ 371868 h 890923"/>
                <a:gd name="connsiteX49" fmla="*/ 38152 w 1766366"/>
                <a:gd name="connsiteY49" fmla="*/ 306554 h 890923"/>
                <a:gd name="connsiteX50" fmla="*/ 17083 w 1766366"/>
                <a:gd name="connsiteY50" fmla="*/ 222277 h 890923"/>
                <a:gd name="connsiteX51" fmla="*/ 228 w 1766366"/>
                <a:gd name="connsiteY51" fmla="*/ 129573 h 890923"/>
                <a:gd name="connsiteX52" fmla="*/ 0 w 1766366"/>
                <a:gd name="connsiteY52" fmla="*/ 0 h 890923"/>
                <a:gd name="connsiteX0" fmla="*/ 0 w 1773510"/>
                <a:gd name="connsiteY0" fmla="*/ 0 h 890923"/>
                <a:gd name="connsiteX1" fmla="*/ 21740 w 1773510"/>
                <a:gd name="connsiteY1" fmla="*/ 91497 h 890923"/>
                <a:gd name="connsiteX2" fmla="*/ 34761 w 1773510"/>
                <a:gd name="connsiteY2" fmla="*/ 138001 h 890923"/>
                <a:gd name="connsiteX3" fmla="*/ 72686 w 1773510"/>
                <a:gd name="connsiteY3" fmla="*/ 184353 h 890923"/>
                <a:gd name="connsiteX4" fmla="*/ 123252 w 1773510"/>
                <a:gd name="connsiteY4" fmla="*/ 237025 h 890923"/>
                <a:gd name="connsiteX5" fmla="*/ 178032 w 1773510"/>
                <a:gd name="connsiteY5" fmla="*/ 272843 h 890923"/>
                <a:gd name="connsiteX6" fmla="*/ 230704 w 1773510"/>
                <a:gd name="connsiteY6" fmla="*/ 302340 h 890923"/>
                <a:gd name="connsiteX7" fmla="*/ 331836 w 1773510"/>
                <a:gd name="connsiteY7" fmla="*/ 340264 h 890923"/>
                <a:gd name="connsiteX8" fmla="*/ 494068 w 1773510"/>
                <a:gd name="connsiteY8" fmla="*/ 392937 h 890923"/>
                <a:gd name="connsiteX9" fmla="*/ 643659 w 1773510"/>
                <a:gd name="connsiteY9" fmla="*/ 420327 h 890923"/>
                <a:gd name="connsiteX10" fmla="*/ 837495 w 1773510"/>
                <a:gd name="connsiteY10" fmla="*/ 434623 h 890923"/>
                <a:gd name="connsiteX11" fmla="*/ 963910 w 1773510"/>
                <a:gd name="connsiteY11" fmla="*/ 437182 h 890923"/>
                <a:gd name="connsiteX12" fmla="*/ 1140891 w 1773510"/>
                <a:gd name="connsiteY12" fmla="*/ 426648 h 890923"/>
                <a:gd name="connsiteX13" fmla="*/ 1257374 w 1773510"/>
                <a:gd name="connsiteY13" fmla="*/ 405427 h 890923"/>
                <a:gd name="connsiteX14" fmla="*/ 1299512 w 1773510"/>
                <a:gd name="connsiteY14" fmla="*/ 395346 h 890923"/>
                <a:gd name="connsiteX15" fmla="*/ 1408468 w 1773510"/>
                <a:gd name="connsiteY15" fmla="*/ 357119 h 890923"/>
                <a:gd name="connsiteX16" fmla="*/ 1513814 w 1773510"/>
                <a:gd name="connsiteY16" fmla="*/ 314981 h 890923"/>
                <a:gd name="connsiteX17" fmla="*/ 1612839 w 1773510"/>
                <a:gd name="connsiteY17" fmla="*/ 255988 h 890923"/>
                <a:gd name="connsiteX18" fmla="*/ 1673939 w 1773510"/>
                <a:gd name="connsiteY18" fmla="*/ 203315 h 890923"/>
                <a:gd name="connsiteX19" fmla="*/ 1745574 w 1773510"/>
                <a:gd name="connsiteY19" fmla="*/ 116931 h 890923"/>
                <a:gd name="connsiteX20" fmla="*/ 1773510 w 1773510"/>
                <a:gd name="connsiteY20" fmla="*/ 34562 h 890923"/>
                <a:gd name="connsiteX21" fmla="*/ 1765889 w 1773510"/>
                <a:gd name="connsiteY21" fmla="*/ 123252 h 890923"/>
                <a:gd name="connsiteX22" fmla="*/ 1752805 w 1773510"/>
                <a:gd name="connsiteY22" fmla="*/ 231152 h 890923"/>
                <a:gd name="connsiteX23" fmla="*/ 1720291 w 1773510"/>
                <a:gd name="connsiteY23" fmla="*/ 350799 h 890923"/>
                <a:gd name="connsiteX24" fmla="*/ 1682657 w 1773510"/>
                <a:gd name="connsiteY24" fmla="*/ 451729 h 890923"/>
                <a:gd name="connsiteX25" fmla="*/ 1632179 w 1773510"/>
                <a:gd name="connsiteY25" fmla="*/ 530694 h 890923"/>
                <a:gd name="connsiteX26" fmla="*/ 1569691 w 1773510"/>
                <a:gd name="connsiteY26" fmla="*/ 598405 h 890923"/>
                <a:gd name="connsiteX27" fmla="*/ 1501664 w 1773510"/>
                <a:gd name="connsiteY27" fmla="*/ 666028 h 890923"/>
                <a:gd name="connsiteX28" fmla="*/ 1435253 w 1773510"/>
                <a:gd name="connsiteY28" fmla="*/ 718499 h 890923"/>
                <a:gd name="connsiteX29" fmla="*/ 1353285 w 1773510"/>
                <a:gd name="connsiteY29" fmla="*/ 770970 h 890923"/>
                <a:gd name="connsiteX30" fmla="*/ 1281738 w 1773510"/>
                <a:gd name="connsiteY30" fmla="*/ 802284 h 890923"/>
                <a:gd name="connsiteX31" fmla="*/ 1193361 w 1773510"/>
                <a:gd name="connsiteY31" fmla="*/ 839597 h 890923"/>
                <a:gd name="connsiteX32" fmla="*/ 1113396 w 1773510"/>
                <a:gd name="connsiteY32" fmla="*/ 862968 h 890923"/>
                <a:gd name="connsiteX33" fmla="*/ 1028755 w 1773510"/>
                <a:gd name="connsiteY33" fmla="*/ 880279 h 890923"/>
                <a:gd name="connsiteX34" fmla="*/ 932152 w 1773510"/>
                <a:gd name="connsiteY34" fmla="*/ 890718 h 890923"/>
                <a:gd name="connsiteX35" fmla="*/ 849987 w 1773510"/>
                <a:gd name="connsiteY35" fmla="*/ 890923 h 890923"/>
                <a:gd name="connsiteX36" fmla="*/ 751112 w 1773510"/>
                <a:gd name="connsiteY36" fmla="*/ 877527 h 890923"/>
                <a:gd name="connsiteX37" fmla="*/ 637338 w 1773510"/>
                <a:gd name="connsiteY37" fmla="*/ 850137 h 890923"/>
                <a:gd name="connsiteX38" fmla="*/ 540420 w 1773510"/>
                <a:gd name="connsiteY38" fmla="*/ 814319 h 890923"/>
                <a:gd name="connsiteX39" fmla="*/ 468785 w 1773510"/>
                <a:gd name="connsiteY39" fmla="*/ 782716 h 890923"/>
                <a:gd name="connsiteX40" fmla="*/ 386616 w 1773510"/>
                <a:gd name="connsiteY40" fmla="*/ 730043 h 890923"/>
                <a:gd name="connsiteX41" fmla="*/ 327622 w 1773510"/>
                <a:gd name="connsiteY41" fmla="*/ 685798 h 890923"/>
                <a:gd name="connsiteX42" fmla="*/ 279163 w 1773510"/>
                <a:gd name="connsiteY42" fmla="*/ 649980 h 890923"/>
                <a:gd name="connsiteX43" fmla="*/ 245453 w 1773510"/>
                <a:gd name="connsiteY43" fmla="*/ 614163 h 890923"/>
                <a:gd name="connsiteX44" fmla="*/ 211742 w 1773510"/>
                <a:gd name="connsiteY44" fmla="*/ 576238 h 890923"/>
                <a:gd name="connsiteX45" fmla="*/ 173818 w 1773510"/>
                <a:gd name="connsiteY45" fmla="*/ 531993 h 890923"/>
                <a:gd name="connsiteX46" fmla="*/ 131679 w 1773510"/>
                <a:gd name="connsiteY46" fmla="*/ 475106 h 890923"/>
                <a:gd name="connsiteX47" fmla="*/ 106397 w 1773510"/>
                <a:gd name="connsiteY47" fmla="*/ 426648 h 890923"/>
                <a:gd name="connsiteX48" fmla="*/ 76900 w 1773510"/>
                <a:gd name="connsiteY48" fmla="*/ 371868 h 890923"/>
                <a:gd name="connsiteX49" fmla="*/ 45296 w 1773510"/>
                <a:gd name="connsiteY49" fmla="*/ 306554 h 890923"/>
                <a:gd name="connsiteX50" fmla="*/ 24227 w 1773510"/>
                <a:gd name="connsiteY50" fmla="*/ 222277 h 890923"/>
                <a:gd name="connsiteX51" fmla="*/ 7372 w 1773510"/>
                <a:gd name="connsiteY51" fmla="*/ 129573 h 890923"/>
                <a:gd name="connsiteX52" fmla="*/ 0 w 1773510"/>
                <a:gd name="connsiteY52" fmla="*/ 0 h 890923"/>
                <a:gd name="connsiteX0" fmla="*/ 0 w 1773510"/>
                <a:gd name="connsiteY0" fmla="*/ 0 h 890923"/>
                <a:gd name="connsiteX1" fmla="*/ 21740 w 1773510"/>
                <a:gd name="connsiteY1" fmla="*/ 91497 h 890923"/>
                <a:gd name="connsiteX2" fmla="*/ 34761 w 1773510"/>
                <a:gd name="connsiteY2" fmla="*/ 138001 h 890923"/>
                <a:gd name="connsiteX3" fmla="*/ 72686 w 1773510"/>
                <a:gd name="connsiteY3" fmla="*/ 184353 h 890923"/>
                <a:gd name="connsiteX4" fmla="*/ 123252 w 1773510"/>
                <a:gd name="connsiteY4" fmla="*/ 237025 h 890923"/>
                <a:gd name="connsiteX5" fmla="*/ 178032 w 1773510"/>
                <a:gd name="connsiteY5" fmla="*/ 272843 h 890923"/>
                <a:gd name="connsiteX6" fmla="*/ 230704 w 1773510"/>
                <a:gd name="connsiteY6" fmla="*/ 302340 h 890923"/>
                <a:gd name="connsiteX7" fmla="*/ 331836 w 1773510"/>
                <a:gd name="connsiteY7" fmla="*/ 340264 h 890923"/>
                <a:gd name="connsiteX8" fmla="*/ 494068 w 1773510"/>
                <a:gd name="connsiteY8" fmla="*/ 392937 h 890923"/>
                <a:gd name="connsiteX9" fmla="*/ 643659 w 1773510"/>
                <a:gd name="connsiteY9" fmla="*/ 420327 h 890923"/>
                <a:gd name="connsiteX10" fmla="*/ 837495 w 1773510"/>
                <a:gd name="connsiteY10" fmla="*/ 434623 h 890923"/>
                <a:gd name="connsiteX11" fmla="*/ 963910 w 1773510"/>
                <a:gd name="connsiteY11" fmla="*/ 437182 h 890923"/>
                <a:gd name="connsiteX12" fmla="*/ 1140891 w 1773510"/>
                <a:gd name="connsiteY12" fmla="*/ 426648 h 890923"/>
                <a:gd name="connsiteX13" fmla="*/ 1257374 w 1773510"/>
                <a:gd name="connsiteY13" fmla="*/ 405427 h 890923"/>
                <a:gd name="connsiteX14" fmla="*/ 1299512 w 1773510"/>
                <a:gd name="connsiteY14" fmla="*/ 395346 h 890923"/>
                <a:gd name="connsiteX15" fmla="*/ 1408468 w 1773510"/>
                <a:gd name="connsiteY15" fmla="*/ 357119 h 890923"/>
                <a:gd name="connsiteX16" fmla="*/ 1513814 w 1773510"/>
                <a:gd name="connsiteY16" fmla="*/ 314981 h 890923"/>
                <a:gd name="connsiteX17" fmla="*/ 1612839 w 1773510"/>
                <a:gd name="connsiteY17" fmla="*/ 255988 h 890923"/>
                <a:gd name="connsiteX18" fmla="*/ 1673939 w 1773510"/>
                <a:gd name="connsiteY18" fmla="*/ 203315 h 890923"/>
                <a:gd name="connsiteX19" fmla="*/ 1745574 w 1773510"/>
                <a:gd name="connsiteY19" fmla="*/ 116931 h 890923"/>
                <a:gd name="connsiteX20" fmla="*/ 1773510 w 1773510"/>
                <a:gd name="connsiteY20" fmla="*/ 34562 h 890923"/>
                <a:gd name="connsiteX21" fmla="*/ 1765889 w 1773510"/>
                <a:gd name="connsiteY21" fmla="*/ 123252 h 890923"/>
                <a:gd name="connsiteX22" fmla="*/ 1752805 w 1773510"/>
                <a:gd name="connsiteY22" fmla="*/ 231152 h 890923"/>
                <a:gd name="connsiteX23" fmla="*/ 1720291 w 1773510"/>
                <a:gd name="connsiteY23" fmla="*/ 350799 h 890923"/>
                <a:gd name="connsiteX24" fmla="*/ 1676493 w 1773510"/>
                <a:gd name="connsiteY24" fmla="*/ 449674 h 890923"/>
                <a:gd name="connsiteX25" fmla="*/ 1632179 w 1773510"/>
                <a:gd name="connsiteY25" fmla="*/ 530694 h 890923"/>
                <a:gd name="connsiteX26" fmla="*/ 1569691 w 1773510"/>
                <a:gd name="connsiteY26" fmla="*/ 598405 h 890923"/>
                <a:gd name="connsiteX27" fmla="*/ 1501664 w 1773510"/>
                <a:gd name="connsiteY27" fmla="*/ 666028 h 890923"/>
                <a:gd name="connsiteX28" fmla="*/ 1435253 w 1773510"/>
                <a:gd name="connsiteY28" fmla="*/ 718499 h 890923"/>
                <a:gd name="connsiteX29" fmla="*/ 1353285 w 1773510"/>
                <a:gd name="connsiteY29" fmla="*/ 770970 h 890923"/>
                <a:gd name="connsiteX30" fmla="*/ 1281738 w 1773510"/>
                <a:gd name="connsiteY30" fmla="*/ 802284 h 890923"/>
                <a:gd name="connsiteX31" fmla="*/ 1193361 w 1773510"/>
                <a:gd name="connsiteY31" fmla="*/ 839597 h 890923"/>
                <a:gd name="connsiteX32" fmla="*/ 1113396 w 1773510"/>
                <a:gd name="connsiteY32" fmla="*/ 862968 h 890923"/>
                <a:gd name="connsiteX33" fmla="*/ 1028755 w 1773510"/>
                <a:gd name="connsiteY33" fmla="*/ 880279 h 890923"/>
                <a:gd name="connsiteX34" fmla="*/ 932152 w 1773510"/>
                <a:gd name="connsiteY34" fmla="*/ 890718 h 890923"/>
                <a:gd name="connsiteX35" fmla="*/ 849987 w 1773510"/>
                <a:gd name="connsiteY35" fmla="*/ 890923 h 890923"/>
                <a:gd name="connsiteX36" fmla="*/ 751112 w 1773510"/>
                <a:gd name="connsiteY36" fmla="*/ 877527 h 890923"/>
                <a:gd name="connsiteX37" fmla="*/ 637338 w 1773510"/>
                <a:gd name="connsiteY37" fmla="*/ 850137 h 890923"/>
                <a:gd name="connsiteX38" fmla="*/ 540420 w 1773510"/>
                <a:gd name="connsiteY38" fmla="*/ 814319 h 890923"/>
                <a:gd name="connsiteX39" fmla="*/ 468785 w 1773510"/>
                <a:gd name="connsiteY39" fmla="*/ 782716 h 890923"/>
                <a:gd name="connsiteX40" fmla="*/ 386616 w 1773510"/>
                <a:gd name="connsiteY40" fmla="*/ 730043 h 890923"/>
                <a:gd name="connsiteX41" fmla="*/ 327622 w 1773510"/>
                <a:gd name="connsiteY41" fmla="*/ 685798 h 890923"/>
                <a:gd name="connsiteX42" fmla="*/ 279163 w 1773510"/>
                <a:gd name="connsiteY42" fmla="*/ 649980 h 890923"/>
                <a:gd name="connsiteX43" fmla="*/ 245453 w 1773510"/>
                <a:gd name="connsiteY43" fmla="*/ 614163 h 890923"/>
                <a:gd name="connsiteX44" fmla="*/ 211742 w 1773510"/>
                <a:gd name="connsiteY44" fmla="*/ 576238 h 890923"/>
                <a:gd name="connsiteX45" fmla="*/ 173818 w 1773510"/>
                <a:gd name="connsiteY45" fmla="*/ 531993 h 890923"/>
                <a:gd name="connsiteX46" fmla="*/ 131679 w 1773510"/>
                <a:gd name="connsiteY46" fmla="*/ 475106 h 890923"/>
                <a:gd name="connsiteX47" fmla="*/ 106397 w 1773510"/>
                <a:gd name="connsiteY47" fmla="*/ 426648 h 890923"/>
                <a:gd name="connsiteX48" fmla="*/ 76900 w 1773510"/>
                <a:gd name="connsiteY48" fmla="*/ 371868 h 890923"/>
                <a:gd name="connsiteX49" fmla="*/ 45296 w 1773510"/>
                <a:gd name="connsiteY49" fmla="*/ 306554 h 890923"/>
                <a:gd name="connsiteX50" fmla="*/ 24227 w 1773510"/>
                <a:gd name="connsiteY50" fmla="*/ 222277 h 890923"/>
                <a:gd name="connsiteX51" fmla="*/ 7372 w 1773510"/>
                <a:gd name="connsiteY51" fmla="*/ 129573 h 890923"/>
                <a:gd name="connsiteX52" fmla="*/ 0 w 1773510"/>
                <a:gd name="connsiteY52" fmla="*/ 0 h 890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1773510" h="890923">
                  <a:moveTo>
                    <a:pt x="0" y="0"/>
                  </a:moveTo>
                  <a:lnTo>
                    <a:pt x="21740" y="91497"/>
                  </a:lnTo>
                  <a:lnTo>
                    <a:pt x="34761" y="138001"/>
                  </a:lnTo>
                  <a:lnTo>
                    <a:pt x="72686" y="184353"/>
                  </a:lnTo>
                  <a:lnTo>
                    <a:pt x="123252" y="237025"/>
                  </a:lnTo>
                  <a:lnTo>
                    <a:pt x="178032" y="272843"/>
                  </a:lnTo>
                  <a:lnTo>
                    <a:pt x="230704" y="302340"/>
                  </a:lnTo>
                  <a:lnTo>
                    <a:pt x="331836" y="340264"/>
                  </a:lnTo>
                  <a:lnTo>
                    <a:pt x="494068" y="392937"/>
                  </a:lnTo>
                  <a:lnTo>
                    <a:pt x="643659" y="420327"/>
                  </a:lnTo>
                  <a:lnTo>
                    <a:pt x="837495" y="434623"/>
                  </a:lnTo>
                  <a:lnTo>
                    <a:pt x="963910" y="437182"/>
                  </a:lnTo>
                  <a:lnTo>
                    <a:pt x="1140891" y="426648"/>
                  </a:lnTo>
                  <a:cubicBezTo>
                    <a:pt x="1190255" y="422585"/>
                    <a:pt x="1221557" y="411748"/>
                    <a:pt x="1257374" y="405427"/>
                  </a:cubicBezTo>
                  <a:cubicBezTo>
                    <a:pt x="1284967" y="395294"/>
                    <a:pt x="1285466" y="398706"/>
                    <a:pt x="1299512" y="395346"/>
                  </a:cubicBezTo>
                  <a:cubicBezTo>
                    <a:pt x="1350882" y="384109"/>
                    <a:pt x="1372902" y="370614"/>
                    <a:pt x="1408468" y="357119"/>
                  </a:cubicBezTo>
                  <a:lnTo>
                    <a:pt x="1513814" y="314981"/>
                  </a:lnTo>
                  <a:lnTo>
                    <a:pt x="1612839" y="255988"/>
                  </a:lnTo>
                  <a:lnTo>
                    <a:pt x="1673939" y="203315"/>
                  </a:lnTo>
                  <a:lnTo>
                    <a:pt x="1745574" y="116931"/>
                  </a:lnTo>
                  <a:lnTo>
                    <a:pt x="1773510" y="34562"/>
                  </a:lnTo>
                  <a:lnTo>
                    <a:pt x="1765889" y="123252"/>
                  </a:lnTo>
                  <a:lnTo>
                    <a:pt x="1752805" y="231152"/>
                  </a:lnTo>
                  <a:lnTo>
                    <a:pt x="1720291" y="350799"/>
                  </a:lnTo>
                  <a:lnTo>
                    <a:pt x="1676493" y="449674"/>
                  </a:lnTo>
                  <a:lnTo>
                    <a:pt x="1632179" y="530694"/>
                  </a:lnTo>
                  <a:lnTo>
                    <a:pt x="1569691" y="598405"/>
                  </a:lnTo>
                  <a:lnTo>
                    <a:pt x="1501664" y="666028"/>
                  </a:lnTo>
                  <a:lnTo>
                    <a:pt x="1435253" y="718499"/>
                  </a:lnTo>
                  <a:lnTo>
                    <a:pt x="1353285" y="770970"/>
                  </a:lnTo>
                  <a:lnTo>
                    <a:pt x="1281738" y="802284"/>
                  </a:lnTo>
                  <a:lnTo>
                    <a:pt x="1193361" y="839597"/>
                  </a:lnTo>
                  <a:lnTo>
                    <a:pt x="1113396" y="862968"/>
                  </a:lnTo>
                  <a:cubicBezTo>
                    <a:pt x="1082442" y="872748"/>
                    <a:pt x="1063818" y="874609"/>
                    <a:pt x="1028755" y="880279"/>
                  </a:cubicBezTo>
                  <a:cubicBezTo>
                    <a:pt x="1001448" y="886648"/>
                    <a:pt x="967679" y="886403"/>
                    <a:pt x="932152" y="890718"/>
                  </a:cubicBezTo>
                  <a:lnTo>
                    <a:pt x="849987" y="890923"/>
                  </a:lnTo>
                  <a:lnTo>
                    <a:pt x="751112" y="877527"/>
                  </a:lnTo>
                  <a:lnTo>
                    <a:pt x="637338" y="850137"/>
                  </a:lnTo>
                  <a:lnTo>
                    <a:pt x="540420" y="814319"/>
                  </a:lnTo>
                  <a:lnTo>
                    <a:pt x="468785" y="782716"/>
                  </a:lnTo>
                  <a:lnTo>
                    <a:pt x="386616" y="730043"/>
                  </a:lnTo>
                  <a:lnTo>
                    <a:pt x="327622" y="685798"/>
                  </a:lnTo>
                  <a:lnTo>
                    <a:pt x="279163" y="649980"/>
                  </a:lnTo>
                  <a:lnTo>
                    <a:pt x="245453" y="614163"/>
                  </a:lnTo>
                  <a:lnTo>
                    <a:pt x="211742" y="576238"/>
                  </a:lnTo>
                  <a:lnTo>
                    <a:pt x="173818" y="531993"/>
                  </a:lnTo>
                  <a:lnTo>
                    <a:pt x="131679" y="475106"/>
                  </a:lnTo>
                  <a:lnTo>
                    <a:pt x="106397" y="426648"/>
                  </a:lnTo>
                  <a:lnTo>
                    <a:pt x="76900" y="371868"/>
                  </a:lnTo>
                  <a:lnTo>
                    <a:pt x="45296" y="306554"/>
                  </a:lnTo>
                  <a:lnTo>
                    <a:pt x="24227" y="222277"/>
                  </a:lnTo>
                  <a:lnTo>
                    <a:pt x="7372" y="1295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0F0">
                <a:alpha val="3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字方塊 17">
                <a:extLst>
                  <a:ext uri="{FF2B5EF4-FFF2-40B4-BE49-F238E27FC236}">
                    <a16:creationId xmlns:a16="http://schemas.microsoft.com/office/drawing/2014/main" id="{990B076E-784F-254E-AD5F-43470B1865CA}"/>
                  </a:ext>
                </a:extLst>
              </p:cNvPr>
              <p:cNvSpPr txBox="1"/>
              <p:nvPr/>
            </p:nvSpPr>
            <p:spPr>
              <a:xfrm>
                <a:off x="9732779" y="46978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7" name="文字方塊 17">
                <a:extLst>
                  <a:ext uri="{FF2B5EF4-FFF2-40B4-BE49-F238E27FC236}">
                    <a16:creationId xmlns:a16="http://schemas.microsoft.com/office/drawing/2014/main" id="{990B076E-784F-254E-AD5F-43470B186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2779" y="4697847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67FC85FE-5519-0737-BD6B-63C258BC1E3C}"/>
              </a:ext>
            </a:extLst>
          </p:cNvPr>
          <p:cNvGrpSpPr/>
          <p:nvPr/>
        </p:nvGrpSpPr>
        <p:grpSpPr>
          <a:xfrm>
            <a:off x="10080121" y="3149012"/>
            <a:ext cx="1670202" cy="1240043"/>
            <a:chOff x="9286967" y="1492738"/>
            <a:chExt cx="1670202" cy="1240043"/>
          </a:xfrm>
          <a:solidFill>
            <a:srgbClr val="FFFF00">
              <a:alpha val="20000"/>
            </a:srgbClr>
          </a:solidFill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FBBF43C-641C-0AC3-03AF-53209690B641}"/>
                </a:ext>
              </a:extLst>
            </p:cNvPr>
            <p:cNvSpPr/>
            <p:nvPr/>
          </p:nvSpPr>
          <p:spPr>
            <a:xfrm>
              <a:off x="9308122" y="1492738"/>
              <a:ext cx="1649047" cy="765908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58082E9-147E-E852-CAEC-1AB249899DEC}"/>
                </a:ext>
              </a:extLst>
            </p:cNvPr>
            <p:cNvSpPr/>
            <p:nvPr/>
          </p:nvSpPr>
          <p:spPr>
            <a:xfrm>
              <a:off x="9286967" y="1852614"/>
              <a:ext cx="1669457" cy="880167"/>
            </a:xfrm>
            <a:custGeom>
              <a:avLst/>
              <a:gdLst>
                <a:gd name="connsiteX0" fmla="*/ 0 w 1673918"/>
                <a:gd name="connsiteY0" fmla="*/ 0 h 893550"/>
                <a:gd name="connsiteX1" fmla="*/ 0 w 1673918"/>
                <a:gd name="connsiteY1" fmla="*/ 59570 h 893550"/>
                <a:gd name="connsiteX2" fmla="*/ 5957 w 1673918"/>
                <a:gd name="connsiteY2" fmla="*/ 154882 h 893550"/>
                <a:gd name="connsiteX3" fmla="*/ 11914 w 1673918"/>
                <a:gd name="connsiteY3" fmla="*/ 208495 h 893550"/>
                <a:gd name="connsiteX4" fmla="*/ 20850 w 1673918"/>
                <a:gd name="connsiteY4" fmla="*/ 259129 h 893550"/>
                <a:gd name="connsiteX5" fmla="*/ 56592 w 1673918"/>
                <a:gd name="connsiteY5" fmla="*/ 354441 h 893550"/>
                <a:gd name="connsiteX6" fmla="*/ 86377 w 1673918"/>
                <a:gd name="connsiteY6" fmla="*/ 419968 h 893550"/>
                <a:gd name="connsiteX7" fmla="*/ 113183 w 1673918"/>
                <a:gd name="connsiteY7" fmla="*/ 461667 h 893550"/>
                <a:gd name="connsiteX8" fmla="*/ 160839 w 1673918"/>
                <a:gd name="connsiteY8" fmla="*/ 548044 h 893550"/>
                <a:gd name="connsiteX9" fmla="*/ 205517 w 1673918"/>
                <a:gd name="connsiteY9" fmla="*/ 607614 h 893550"/>
                <a:gd name="connsiteX10" fmla="*/ 288915 w 1673918"/>
                <a:gd name="connsiteY10" fmla="*/ 676119 h 893550"/>
                <a:gd name="connsiteX11" fmla="*/ 354442 w 1673918"/>
                <a:gd name="connsiteY11" fmla="*/ 729732 h 893550"/>
                <a:gd name="connsiteX12" fmla="*/ 431883 w 1673918"/>
                <a:gd name="connsiteY12" fmla="*/ 780367 h 893550"/>
                <a:gd name="connsiteX13" fmla="*/ 488474 w 1673918"/>
                <a:gd name="connsiteY13" fmla="*/ 807173 h 893550"/>
                <a:gd name="connsiteX14" fmla="*/ 580808 w 1673918"/>
                <a:gd name="connsiteY14" fmla="*/ 845894 h 893550"/>
                <a:gd name="connsiteX15" fmla="*/ 691012 w 1673918"/>
                <a:gd name="connsiteY15" fmla="*/ 875679 h 893550"/>
                <a:gd name="connsiteX16" fmla="*/ 801217 w 1673918"/>
                <a:gd name="connsiteY16" fmla="*/ 884614 h 893550"/>
                <a:gd name="connsiteX17" fmla="*/ 872701 w 1673918"/>
                <a:gd name="connsiteY17" fmla="*/ 893550 h 893550"/>
                <a:gd name="connsiteX18" fmla="*/ 988863 w 1673918"/>
                <a:gd name="connsiteY18" fmla="*/ 872700 h 893550"/>
                <a:gd name="connsiteX19" fmla="*/ 1084175 w 1673918"/>
                <a:gd name="connsiteY19" fmla="*/ 839937 h 893550"/>
                <a:gd name="connsiteX20" fmla="*/ 1233100 w 1673918"/>
                <a:gd name="connsiteY20" fmla="*/ 792281 h 893550"/>
                <a:gd name="connsiteX21" fmla="*/ 1352240 w 1673918"/>
                <a:gd name="connsiteY21" fmla="*/ 717818 h 893550"/>
                <a:gd name="connsiteX22" fmla="*/ 1417767 w 1673918"/>
                <a:gd name="connsiteY22" fmla="*/ 643356 h 893550"/>
                <a:gd name="connsiteX23" fmla="*/ 1501165 w 1673918"/>
                <a:gd name="connsiteY23" fmla="*/ 565915 h 893550"/>
                <a:gd name="connsiteX24" fmla="*/ 1551799 w 1673918"/>
                <a:gd name="connsiteY24" fmla="*/ 476560 h 893550"/>
                <a:gd name="connsiteX25" fmla="*/ 1632219 w 1673918"/>
                <a:gd name="connsiteY25" fmla="*/ 327635 h 893550"/>
                <a:gd name="connsiteX26" fmla="*/ 1644133 w 1673918"/>
                <a:gd name="connsiteY26" fmla="*/ 217430 h 893550"/>
                <a:gd name="connsiteX27" fmla="*/ 1673918 w 1673918"/>
                <a:gd name="connsiteY27" fmla="*/ 71484 h 893550"/>
                <a:gd name="connsiteX28" fmla="*/ 1620305 w 1673918"/>
                <a:gd name="connsiteY28" fmla="*/ 175731 h 893550"/>
                <a:gd name="connsiteX29" fmla="*/ 1575627 w 1673918"/>
                <a:gd name="connsiteY29" fmla="*/ 217430 h 893550"/>
                <a:gd name="connsiteX30" fmla="*/ 1474358 w 1673918"/>
                <a:gd name="connsiteY30" fmla="*/ 285936 h 893550"/>
                <a:gd name="connsiteX31" fmla="*/ 1268842 w 1673918"/>
                <a:gd name="connsiteY31" fmla="*/ 354441 h 893550"/>
                <a:gd name="connsiteX32" fmla="*/ 1108003 w 1673918"/>
                <a:gd name="connsiteY32" fmla="*/ 399119 h 893550"/>
                <a:gd name="connsiteX33" fmla="*/ 801217 w 1673918"/>
                <a:gd name="connsiteY33" fmla="*/ 416990 h 893550"/>
                <a:gd name="connsiteX34" fmla="*/ 601657 w 1673918"/>
                <a:gd name="connsiteY34" fmla="*/ 408054 h 893550"/>
                <a:gd name="connsiteX35" fmla="*/ 497410 w 1673918"/>
                <a:gd name="connsiteY35" fmla="*/ 378269 h 893550"/>
                <a:gd name="connsiteX36" fmla="*/ 265087 w 1673918"/>
                <a:gd name="connsiteY36" fmla="*/ 312742 h 893550"/>
                <a:gd name="connsiteX37" fmla="*/ 116162 w 1673918"/>
                <a:gd name="connsiteY37" fmla="*/ 208495 h 893550"/>
                <a:gd name="connsiteX38" fmla="*/ 41699 w 1673918"/>
                <a:gd name="connsiteY38" fmla="*/ 98290 h 893550"/>
                <a:gd name="connsiteX39" fmla="*/ 0 w 1673918"/>
                <a:gd name="connsiteY39" fmla="*/ 0 h 893550"/>
                <a:gd name="connsiteX0" fmla="*/ 0 w 1673918"/>
                <a:gd name="connsiteY0" fmla="*/ 0 h 893550"/>
                <a:gd name="connsiteX1" fmla="*/ 0 w 1673918"/>
                <a:gd name="connsiteY1" fmla="*/ 59570 h 893550"/>
                <a:gd name="connsiteX2" fmla="*/ 5957 w 1673918"/>
                <a:gd name="connsiteY2" fmla="*/ 154882 h 893550"/>
                <a:gd name="connsiteX3" fmla="*/ 11914 w 1673918"/>
                <a:gd name="connsiteY3" fmla="*/ 208495 h 893550"/>
                <a:gd name="connsiteX4" fmla="*/ 20850 w 1673918"/>
                <a:gd name="connsiteY4" fmla="*/ 259129 h 893550"/>
                <a:gd name="connsiteX5" fmla="*/ 56592 w 1673918"/>
                <a:gd name="connsiteY5" fmla="*/ 354441 h 893550"/>
                <a:gd name="connsiteX6" fmla="*/ 86377 w 1673918"/>
                <a:gd name="connsiteY6" fmla="*/ 419968 h 893550"/>
                <a:gd name="connsiteX7" fmla="*/ 113183 w 1673918"/>
                <a:gd name="connsiteY7" fmla="*/ 461667 h 893550"/>
                <a:gd name="connsiteX8" fmla="*/ 160839 w 1673918"/>
                <a:gd name="connsiteY8" fmla="*/ 548044 h 893550"/>
                <a:gd name="connsiteX9" fmla="*/ 205517 w 1673918"/>
                <a:gd name="connsiteY9" fmla="*/ 607614 h 893550"/>
                <a:gd name="connsiteX10" fmla="*/ 288915 w 1673918"/>
                <a:gd name="connsiteY10" fmla="*/ 676119 h 893550"/>
                <a:gd name="connsiteX11" fmla="*/ 354442 w 1673918"/>
                <a:gd name="connsiteY11" fmla="*/ 729732 h 893550"/>
                <a:gd name="connsiteX12" fmla="*/ 431883 w 1673918"/>
                <a:gd name="connsiteY12" fmla="*/ 780367 h 893550"/>
                <a:gd name="connsiteX13" fmla="*/ 488474 w 1673918"/>
                <a:gd name="connsiteY13" fmla="*/ 807173 h 893550"/>
                <a:gd name="connsiteX14" fmla="*/ 580808 w 1673918"/>
                <a:gd name="connsiteY14" fmla="*/ 845894 h 893550"/>
                <a:gd name="connsiteX15" fmla="*/ 691012 w 1673918"/>
                <a:gd name="connsiteY15" fmla="*/ 875679 h 893550"/>
                <a:gd name="connsiteX16" fmla="*/ 796757 w 1673918"/>
                <a:gd name="connsiteY16" fmla="*/ 893535 h 893550"/>
                <a:gd name="connsiteX17" fmla="*/ 872701 w 1673918"/>
                <a:gd name="connsiteY17" fmla="*/ 893550 h 893550"/>
                <a:gd name="connsiteX18" fmla="*/ 988863 w 1673918"/>
                <a:gd name="connsiteY18" fmla="*/ 872700 h 893550"/>
                <a:gd name="connsiteX19" fmla="*/ 1084175 w 1673918"/>
                <a:gd name="connsiteY19" fmla="*/ 839937 h 893550"/>
                <a:gd name="connsiteX20" fmla="*/ 1233100 w 1673918"/>
                <a:gd name="connsiteY20" fmla="*/ 792281 h 893550"/>
                <a:gd name="connsiteX21" fmla="*/ 1352240 w 1673918"/>
                <a:gd name="connsiteY21" fmla="*/ 717818 h 893550"/>
                <a:gd name="connsiteX22" fmla="*/ 1417767 w 1673918"/>
                <a:gd name="connsiteY22" fmla="*/ 643356 h 893550"/>
                <a:gd name="connsiteX23" fmla="*/ 1501165 w 1673918"/>
                <a:gd name="connsiteY23" fmla="*/ 565915 h 893550"/>
                <a:gd name="connsiteX24" fmla="*/ 1551799 w 1673918"/>
                <a:gd name="connsiteY24" fmla="*/ 476560 h 893550"/>
                <a:gd name="connsiteX25" fmla="*/ 1632219 w 1673918"/>
                <a:gd name="connsiteY25" fmla="*/ 327635 h 893550"/>
                <a:gd name="connsiteX26" fmla="*/ 1644133 w 1673918"/>
                <a:gd name="connsiteY26" fmla="*/ 217430 h 893550"/>
                <a:gd name="connsiteX27" fmla="*/ 1673918 w 1673918"/>
                <a:gd name="connsiteY27" fmla="*/ 71484 h 893550"/>
                <a:gd name="connsiteX28" fmla="*/ 1620305 w 1673918"/>
                <a:gd name="connsiteY28" fmla="*/ 175731 h 893550"/>
                <a:gd name="connsiteX29" fmla="*/ 1575627 w 1673918"/>
                <a:gd name="connsiteY29" fmla="*/ 217430 h 893550"/>
                <a:gd name="connsiteX30" fmla="*/ 1474358 w 1673918"/>
                <a:gd name="connsiteY30" fmla="*/ 285936 h 893550"/>
                <a:gd name="connsiteX31" fmla="*/ 1268842 w 1673918"/>
                <a:gd name="connsiteY31" fmla="*/ 354441 h 893550"/>
                <a:gd name="connsiteX32" fmla="*/ 1108003 w 1673918"/>
                <a:gd name="connsiteY32" fmla="*/ 399119 h 893550"/>
                <a:gd name="connsiteX33" fmla="*/ 801217 w 1673918"/>
                <a:gd name="connsiteY33" fmla="*/ 416990 h 893550"/>
                <a:gd name="connsiteX34" fmla="*/ 601657 w 1673918"/>
                <a:gd name="connsiteY34" fmla="*/ 408054 h 893550"/>
                <a:gd name="connsiteX35" fmla="*/ 497410 w 1673918"/>
                <a:gd name="connsiteY35" fmla="*/ 378269 h 893550"/>
                <a:gd name="connsiteX36" fmla="*/ 265087 w 1673918"/>
                <a:gd name="connsiteY36" fmla="*/ 312742 h 893550"/>
                <a:gd name="connsiteX37" fmla="*/ 116162 w 1673918"/>
                <a:gd name="connsiteY37" fmla="*/ 208495 h 893550"/>
                <a:gd name="connsiteX38" fmla="*/ 41699 w 1673918"/>
                <a:gd name="connsiteY38" fmla="*/ 98290 h 893550"/>
                <a:gd name="connsiteX39" fmla="*/ 0 w 1673918"/>
                <a:gd name="connsiteY39" fmla="*/ 0 h 893550"/>
                <a:gd name="connsiteX0" fmla="*/ 0 w 1673918"/>
                <a:gd name="connsiteY0" fmla="*/ 0 h 893550"/>
                <a:gd name="connsiteX1" fmla="*/ 0 w 1673918"/>
                <a:gd name="connsiteY1" fmla="*/ 59570 h 893550"/>
                <a:gd name="connsiteX2" fmla="*/ 5957 w 1673918"/>
                <a:gd name="connsiteY2" fmla="*/ 154882 h 893550"/>
                <a:gd name="connsiteX3" fmla="*/ 11914 w 1673918"/>
                <a:gd name="connsiteY3" fmla="*/ 208495 h 893550"/>
                <a:gd name="connsiteX4" fmla="*/ 20850 w 1673918"/>
                <a:gd name="connsiteY4" fmla="*/ 259129 h 893550"/>
                <a:gd name="connsiteX5" fmla="*/ 56592 w 1673918"/>
                <a:gd name="connsiteY5" fmla="*/ 354441 h 893550"/>
                <a:gd name="connsiteX6" fmla="*/ 86377 w 1673918"/>
                <a:gd name="connsiteY6" fmla="*/ 419968 h 893550"/>
                <a:gd name="connsiteX7" fmla="*/ 113183 w 1673918"/>
                <a:gd name="connsiteY7" fmla="*/ 461667 h 893550"/>
                <a:gd name="connsiteX8" fmla="*/ 160839 w 1673918"/>
                <a:gd name="connsiteY8" fmla="*/ 548044 h 893550"/>
                <a:gd name="connsiteX9" fmla="*/ 205517 w 1673918"/>
                <a:gd name="connsiteY9" fmla="*/ 607614 h 893550"/>
                <a:gd name="connsiteX10" fmla="*/ 288915 w 1673918"/>
                <a:gd name="connsiteY10" fmla="*/ 676119 h 893550"/>
                <a:gd name="connsiteX11" fmla="*/ 354442 w 1673918"/>
                <a:gd name="connsiteY11" fmla="*/ 729732 h 893550"/>
                <a:gd name="connsiteX12" fmla="*/ 431883 w 1673918"/>
                <a:gd name="connsiteY12" fmla="*/ 780367 h 893550"/>
                <a:gd name="connsiteX13" fmla="*/ 488474 w 1673918"/>
                <a:gd name="connsiteY13" fmla="*/ 807173 h 893550"/>
                <a:gd name="connsiteX14" fmla="*/ 580808 w 1673918"/>
                <a:gd name="connsiteY14" fmla="*/ 845894 h 893550"/>
                <a:gd name="connsiteX15" fmla="*/ 691012 w 1673918"/>
                <a:gd name="connsiteY15" fmla="*/ 875679 h 893550"/>
                <a:gd name="connsiteX16" fmla="*/ 796757 w 1673918"/>
                <a:gd name="connsiteY16" fmla="*/ 893535 h 893550"/>
                <a:gd name="connsiteX17" fmla="*/ 872701 w 1673918"/>
                <a:gd name="connsiteY17" fmla="*/ 893550 h 893550"/>
                <a:gd name="connsiteX18" fmla="*/ 988863 w 1673918"/>
                <a:gd name="connsiteY18" fmla="*/ 872700 h 893550"/>
                <a:gd name="connsiteX19" fmla="*/ 1090865 w 1673918"/>
                <a:gd name="connsiteY19" fmla="*/ 844397 h 893550"/>
                <a:gd name="connsiteX20" fmla="*/ 1233100 w 1673918"/>
                <a:gd name="connsiteY20" fmla="*/ 792281 h 893550"/>
                <a:gd name="connsiteX21" fmla="*/ 1352240 w 1673918"/>
                <a:gd name="connsiteY21" fmla="*/ 717818 h 893550"/>
                <a:gd name="connsiteX22" fmla="*/ 1417767 w 1673918"/>
                <a:gd name="connsiteY22" fmla="*/ 643356 h 893550"/>
                <a:gd name="connsiteX23" fmla="*/ 1501165 w 1673918"/>
                <a:gd name="connsiteY23" fmla="*/ 565915 h 893550"/>
                <a:gd name="connsiteX24" fmla="*/ 1551799 w 1673918"/>
                <a:gd name="connsiteY24" fmla="*/ 476560 h 893550"/>
                <a:gd name="connsiteX25" fmla="*/ 1632219 w 1673918"/>
                <a:gd name="connsiteY25" fmla="*/ 327635 h 893550"/>
                <a:gd name="connsiteX26" fmla="*/ 1644133 w 1673918"/>
                <a:gd name="connsiteY26" fmla="*/ 217430 h 893550"/>
                <a:gd name="connsiteX27" fmla="*/ 1673918 w 1673918"/>
                <a:gd name="connsiteY27" fmla="*/ 71484 h 893550"/>
                <a:gd name="connsiteX28" fmla="*/ 1620305 w 1673918"/>
                <a:gd name="connsiteY28" fmla="*/ 175731 h 893550"/>
                <a:gd name="connsiteX29" fmla="*/ 1575627 w 1673918"/>
                <a:gd name="connsiteY29" fmla="*/ 217430 h 893550"/>
                <a:gd name="connsiteX30" fmla="*/ 1474358 w 1673918"/>
                <a:gd name="connsiteY30" fmla="*/ 285936 h 893550"/>
                <a:gd name="connsiteX31" fmla="*/ 1268842 w 1673918"/>
                <a:gd name="connsiteY31" fmla="*/ 354441 h 893550"/>
                <a:gd name="connsiteX32" fmla="*/ 1108003 w 1673918"/>
                <a:gd name="connsiteY32" fmla="*/ 399119 h 893550"/>
                <a:gd name="connsiteX33" fmla="*/ 801217 w 1673918"/>
                <a:gd name="connsiteY33" fmla="*/ 416990 h 893550"/>
                <a:gd name="connsiteX34" fmla="*/ 601657 w 1673918"/>
                <a:gd name="connsiteY34" fmla="*/ 408054 h 893550"/>
                <a:gd name="connsiteX35" fmla="*/ 497410 w 1673918"/>
                <a:gd name="connsiteY35" fmla="*/ 378269 h 893550"/>
                <a:gd name="connsiteX36" fmla="*/ 265087 w 1673918"/>
                <a:gd name="connsiteY36" fmla="*/ 312742 h 893550"/>
                <a:gd name="connsiteX37" fmla="*/ 116162 w 1673918"/>
                <a:gd name="connsiteY37" fmla="*/ 208495 h 893550"/>
                <a:gd name="connsiteX38" fmla="*/ 41699 w 1673918"/>
                <a:gd name="connsiteY38" fmla="*/ 98290 h 893550"/>
                <a:gd name="connsiteX39" fmla="*/ 0 w 1673918"/>
                <a:gd name="connsiteY39" fmla="*/ 0 h 893550"/>
                <a:gd name="connsiteX0" fmla="*/ 0 w 1673918"/>
                <a:gd name="connsiteY0" fmla="*/ 0 h 893550"/>
                <a:gd name="connsiteX1" fmla="*/ 0 w 1673918"/>
                <a:gd name="connsiteY1" fmla="*/ 59570 h 893550"/>
                <a:gd name="connsiteX2" fmla="*/ 5957 w 1673918"/>
                <a:gd name="connsiteY2" fmla="*/ 154882 h 893550"/>
                <a:gd name="connsiteX3" fmla="*/ 11914 w 1673918"/>
                <a:gd name="connsiteY3" fmla="*/ 208495 h 893550"/>
                <a:gd name="connsiteX4" fmla="*/ 20850 w 1673918"/>
                <a:gd name="connsiteY4" fmla="*/ 259129 h 893550"/>
                <a:gd name="connsiteX5" fmla="*/ 56592 w 1673918"/>
                <a:gd name="connsiteY5" fmla="*/ 354441 h 893550"/>
                <a:gd name="connsiteX6" fmla="*/ 86377 w 1673918"/>
                <a:gd name="connsiteY6" fmla="*/ 419968 h 893550"/>
                <a:gd name="connsiteX7" fmla="*/ 113183 w 1673918"/>
                <a:gd name="connsiteY7" fmla="*/ 461667 h 893550"/>
                <a:gd name="connsiteX8" fmla="*/ 160839 w 1673918"/>
                <a:gd name="connsiteY8" fmla="*/ 548044 h 893550"/>
                <a:gd name="connsiteX9" fmla="*/ 205517 w 1673918"/>
                <a:gd name="connsiteY9" fmla="*/ 607614 h 893550"/>
                <a:gd name="connsiteX10" fmla="*/ 288915 w 1673918"/>
                <a:gd name="connsiteY10" fmla="*/ 676119 h 893550"/>
                <a:gd name="connsiteX11" fmla="*/ 354442 w 1673918"/>
                <a:gd name="connsiteY11" fmla="*/ 729732 h 893550"/>
                <a:gd name="connsiteX12" fmla="*/ 431883 w 1673918"/>
                <a:gd name="connsiteY12" fmla="*/ 780367 h 893550"/>
                <a:gd name="connsiteX13" fmla="*/ 488474 w 1673918"/>
                <a:gd name="connsiteY13" fmla="*/ 807173 h 893550"/>
                <a:gd name="connsiteX14" fmla="*/ 580808 w 1673918"/>
                <a:gd name="connsiteY14" fmla="*/ 845894 h 893550"/>
                <a:gd name="connsiteX15" fmla="*/ 691012 w 1673918"/>
                <a:gd name="connsiteY15" fmla="*/ 875679 h 893550"/>
                <a:gd name="connsiteX16" fmla="*/ 796757 w 1673918"/>
                <a:gd name="connsiteY16" fmla="*/ 893535 h 893550"/>
                <a:gd name="connsiteX17" fmla="*/ 872701 w 1673918"/>
                <a:gd name="connsiteY17" fmla="*/ 893550 h 893550"/>
                <a:gd name="connsiteX18" fmla="*/ 988863 w 1673918"/>
                <a:gd name="connsiteY18" fmla="*/ 872700 h 893550"/>
                <a:gd name="connsiteX19" fmla="*/ 1090865 w 1673918"/>
                <a:gd name="connsiteY19" fmla="*/ 844397 h 893550"/>
                <a:gd name="connsiteX20" fmla="*/ 1233100 w 1673918"/>
                <a:gd name="connsiteY20" fmla="*/ 792281 h 893550"/>
                <a:gd name="connsiteX21" fmla="*/ 1352240 w 1673918"/>
                <a:gd name="connsiteY21" fmla="*/ 717818 h 893550"/>
                <a:gd name="connsiteX22" fmla="*/ 1419997 w 1673918"/>
                <a:gd name="connsiteY22" fmla="*/ 650047 h 893550"/>
                <a:gd name="connsiteX23" fmla="*/ 1501165 w 1673918"/>
                <a:gd name="connsiteY23" fmla="*/ 565915 h 893550"/>
                <a:gd name="connsiteX24" fmla="*/ 1551799 w 1673918"/>
                <a:gd name="connsiteY24" fmla="*/ 476560 h 893550"/>
                <a:gd name="connsiteX25" fmla="*/ 1632219 w 1673918"/>
                <a:gd name="connsiteY25" fmla="*/ 327635 h 893550"/>
                <a:gd name="connsiteX26" fmla="*/ 1644133 w 1673918"/>
                <a:gd name="connsiteY26" fmla="*/ 217430 h 893550"/>
                <a:gd name="connsiteX27" fmla="*/ 1673918 w 1673918"/>
                <a:gd name="connsiteY27" fmla="*/ 71484 h 893550"/>
                <a:gd name="connsiteX28" fmla="*/ 1620305 w 1673918"/>
                <a:gd name="connsiteY28" fmla="*/ 175731 h 893550"/>
                <a:gd name="connsiteX29" fmla="*/ 1575627 w 1673918"/>
                <a:gd name="connsiteY29" fmla="*/ 217430 h 893550"/>
                <a:gd name="connsiteX30" fmla="*/ 1474358 w 1673918"/>
                <a:gd name="connsiteY30" fmla="*/ 285936 h 893550"/>
                <a:gd name="connsiteX31" fmla="*/ 1268842 w 1673918"/>
                <a:gd name="connsiteY31" fmla="*/ 354441 h 893550"/>
                <a:gd name="connsiteX32" fmla="*/ 1108003 w 1673918"/>
                <a:gd name="connsiteY32" fmla="*/ 399119 h 893550"/>
                <a:gd name="connsiteX33" fmla="*/ 801217 w 1673918"/>
                <a:gd name="connsiteY33" fmla="*/ 416990 h 893550"/>
                <a:gd name="connsiteX34" fmla="*/ 601657 w 1673918"/>
                <a:gd name="connsiteY34" fmla="*/ 408054 h 893550"/>
                <a:gd name="connsiteX35" fmla="*/ 497410 w 1673918"/>
                <a:gd name="connsiteY35" fmla="*/ 378269 h 893550"/>
                <a:gd name="connsiteX36" fmla="*/ 265087 w 1673918"/>
                <a:gd name="connsiteY36" fmla="*/ 312742 h 893550"/>
                <a:gd name="connsiteX37" fmla="*/ 116162 w 1673918"/>
                <a:gd name="connsiteY37" fmla="*/ 208495 h 893550"/>
                <a:gd name="connsiteX38" fmla="*/ 41699 w 1673918"/>
                <a:gd name="connsiteY38" fmla="*/ 98290 h 893550"/>
                <a:gd name="connsiteX39" fmla="*/ 0 w 1673918"/>
                <a:gd name="connsiteY39" fmla="*/ 0 h 893550"/>
                <a:gd name="connsiteX0" fmla="*/ 0 w 1673918"/>
                <a:gd name="connsiteY0" fmla="*/ 0 h 893550"/>
                <a:gd name="connsiteX1" fmla="*/ 0 w 1673918"/>
                <a:gd name="connsiteY1" fmla="*/ 59570 h 893550"/>
                <a:gd name="connsiteX2" fmla="*/ 5957 w 1673918"/>
                <a:gd name="connsiteY2" fmla="*/ 154882 h 893550"/>
                <a:gd name="connsiteX3" fmla="*/ 11914 w 1673918"/>
                <a:gd name="connsiteY3" fmla="*/ 208495 h 893550"/>
                <a:gd name="connsiteX4" fmla="*/ 20850 w 1673918"/>
                <a:gd name="connsiteY4" fmla="*/ 259129 h 893550"/>
                <a:gd name="connsiteX5" fmla="*/ 56592 w 1673918"/>
                <a:gd name="connsiteY5" fmla="*/ 354441 h 893550"/>
                <a:gd name="connsiteX6" fmla="*/ 86377 w 1673918"/>
                <a:gd name="connsiteY6" fmla="*/ 419968 h 893550"/>
                <a:gd name="connsiteX7" fmla="*/ 113183 w 1673918"/>
                <a:gd name="connsiteY7" fmla="*/ 461667 h 893550"/>
                <a:gd name="connsiteX8" fmla="*/ 160839 w 1673918"/>
                <a:gd name="connsiteY8" fmla="*/ 548044 h 893550"/>
                <a:gd name="connsiteX9" fmla="*/ 205517 w 1673918"/>
                <a:gd name="connsiteY9" fmla="*/ 607614 h 893550"/>
                <a:gd name="connsiteX10" fmla="*/ 288915 w 1673918"/>
                <a:gd name="connsiteY10" fmla="*/ 676119 h 893550"/>
                <a:gd name="connsiteX11" fmla="*/ 354442 w 1673918"/>
                <a:gd name="connsiteY11" fmla="*/ 729732 h 893550"/>
                <a:gd name="connsiteX12" fmla="*/ 431883 w 1673918"/>
                <a:gd name="connsiteY12" fmla="*/ 780367 h 893550"/>
                <a:gd name="connsiteX13" fmla="*/ 488474 w 1673918"/>
                <a:gd name="connsiteY13" fmla="*/ 807173 h 893550"/>
                <a:gd name="connsiteX14" fmla="*/ 580808 w 1673918"/>
                <a:gd name="connsiteY14" fmla="*/ 845894 h 893550"/>
                <a:gd name="connsiteX15" fmla="*/ 691012 w 1673918"/>
                <a:gd name="connsiteY15" fmla="*/ 875679 h 893550"/>
                <a:gd name="connsiteX16" fmla="*/ 796757 w 1673918"/>
                <a:gd name="connsiteY16" fmla="*/ 893535 h 893550"/>
                <a:gd name="connsiteX17" fmla="*/ 872701 w 1673918"/>
                <a:gd name="connsiteY17" fmla="*/ 893550 h 893550"/>
                <a:gd name="connsiteX18" fmla="*/ 988863 w 1673918"/>
                <a:gd name="connsiteY18" fmla="*/ 872700 h 893550"/>
                <a:gd name="connsiteX19" fmla="*/ 1090865 w 1673918"/>
                <a:gd name="connsiteY19" fmla="*/ 844397 h 893550"/>
                <a:gd name="connsiteX20" fmla="*/ 1233100 w 1673918"/>
                <a:gd name="connsiteY20" fmla="*/ 792281 h 893550"/>
                <a:gd name="connsiteX21" fmla="*/ 1352240 w 1673918"/>
                <a:gd name="connsiteY21" fmla="*/ 717818 h 893550"/>
                <a:gd name="connsiteX22" fmla="*/ 1419997 w 1673918"/>
                <a:gd name="connsiteY22" fmla="*/ 650047 h 893550"/>
                <a:gd name="connsiteX23" fmla="*/ 1501165 w 1673918"/>
                <a:gd name="connsiteY23" fmla="*/ 565915 h 893550"/>
                <a:gd name="connsiteX24" fmla="*/ 1551799 w 1673918"/>
                <a:gd name="connsiteY24" fmla="*/ 476560 h 893550"/>
                <a:gd name="connsiteX25" fmla="*/ 1632219 w 1673918"/>
                <a:gd name="connsiteY25" fmla="*/ 327635 h 893550"/>
                <a:gd name="connsiteX26" fmla="*/ 1653054 w 1673918"/>
                <a:gd name="connsiteY26" fmla="*/ 217430 h 893550"/>
                <a:gd name="connsiteX27" fmla="*/ 1673918 w 1673918"/>
                <a:gd name="connsiteY27" fmla="*/ 71484 h 893550"/>
                <a:gd name="connsiteX28" fmla="*/ 1620305 w 1673918"/>
                <a:gd name="connsiteY28" fmla="*/ 175731 h 893550"/>
                <a:gd name="connsiteX29" fmla="*/ 1575627 w 1673918"/>
                <a:gd name="connsiteY29" fmla="*/ 217430 h 893550"/>
                <a:gd name="connsiteX30" fmla="*/ 1474358 w 1673918"/>
                <a:gd name="connsiteY30" fmla="*/ 285936 h 893550"/>
                <a:gd name="connsiteX31" fmla="*/ 1268842 w 1673918"/>
                <a:gd name="connsiteY31" fmla="*/ 354441 h 893550"/>
                <a:gd name="connsiteX32" fmla="*/ 1108003 w 1673918"/>
                <a:gd name="connsiteY32" fmla="*/ 399119 h 893550"/>
                <a:gd name="connsiteX33" fmla="*/ 801217 w 1673918"/>
                <a:gd name="connsiteY33" fmla="*/ 416990 h 893550"/>
                <a:gd name="connsiteX34" fmla="*/ 601657 w 1673918"/>
                <a:gd name="connsiteY34" fmla="*/ 408054 h 893550"/>
                <a:gd name="connsiteX35" fmla="*/ 497410 w 1673918"/>
                <a:gd name="connsiteY35" fmla="*/ 378269 h 893550"/>
                <a:gd name="connsiteX36" fmla="*/ 265087 w 1673918"/>
                <a:gd name="connsiteY36" fmla="*/ 312742 h 893550"/>
                <a:gd name="connsiteX37" fmla="*/ 116162 w 1673918"/>
                <a:gd name="connsiteY37" fmla="*/ 208495 h 893550"/>
                <a:gd name="connsiteX38" fmla="*/ 41699 w 1673918"/>
                <a:gd name="connsiteY38" fmla="*/ 98290 h 893550"/>
                <a:gd name="connsiteX39" fmla="*/ 0 w 1673918"/>
                <a:gd name="connsiteY39" fmla="*/ 0 h 893550"/>
                <a:gd name="connsiteX0" fmla="*/ 0 w 1673918"/>
                <a:gd name="connsiteY0" fmla="*/ 0 h 893550"/>
                <a:gd name="connsiteX1" fmla="*/ 0 w 1673918"/>
                <a:gd name="connsiteY1" fmla="*/ 59570 h 893550"/>
                <a:gd name="connsiteX2" fmla="*/ 5957 w 1673918"/>
                <a:gd name="connsiteY2" fmla="*/ 154882 h 893550"/>
                <a:gd name="connsiteX3" fmla="*/ 11914 w 1673918"/>
                <a:gd name="connsiteY3" fmla="*/ 208495 h 893550"/>
                <a:gd name="connsiteX4" fmla="*/ 20850 w 1673918"/>
                <a:gd name="connsiteY4" fmla="*/ 259129 h 893550"/>
                <a:gd name="connsiteX5" fmla="*/ 56592 w 1673918"/>
                <a:gd name="connsiteY5" fmla="*/ 354441 h 893550"/>
                <a:gd name="connsiteX6" fmla="*/ 86377 w 1673918"/>
                <a:gd name="connsiteY6" fmla="*/ 419968 h 893550"/>
                <a:gd name="connsiteX7" fmla="*/ 113183 w 1673918"/>
                <a:gd name="connsiteY7" fmla="*/ 461667 h 893550"/>
                <a:gd name="connsiteX8" fmla="*/ 160839 w 1673918"/>
                <a:gd name="connsiteY8" fmla="*/ 548044 h 893550"/>
                <a:gd name="connsiteX9" fmla="*/ 205517 w 1673918"/>
                <a:gd name="connsiteY9" fmla="*/ 607614 h 893550"/>
                <a:gd name="connsiteX10" fmla="*/ 288915 w 1673918"/>
                <a:gd name="connsiteY10" fmla="*/ 676119 h 893550"/>
                <a:gd name="connsiteX11" fmla="*/ 354442 w 1673918"/>
                <a:gd name="connsiteY11" fmla="*/ 729732 h 893550"/>
                <a:gd name="connsiteX12" fmla="*/ 431883 w 1673918"/>
                <a:gd name="connsiteY12" fmla="*/ 780367 h 893550"/>
                <a:gd name="connsiteX13" fmla="*/ 488474 w 1673918"/>
                <a:gd name="connsiteY13" fmla="*/ 807173 h 893550"/>
                <a:gd name="connsiteX14" fmla="*/ 580808 w 1673918"/>
                <a:gd name="connsiteY14" fmla="*/ 845894 h 893550"/>
                <a:gd name="connsiteX15" fmla="*/ 691012 w 1673918"/>
                <a:gd name="connsiteY15" fmla="*/ 875679 h 893550"/>
                <a:gd name="connsiteX16" fmla="*/ 796757 w 1673918"/>
                <a:gd name="connsiteY16" fmla="*/ 893535 h 893550"/>
                <a:gd name="connsiteX17" fmla="*/ 872701 w 1673918"/>
                <a:gd name="connsiteY17" fmla="*/ 893550 h 893550"/>
                <a:gd name="connsiteX18" fmla="*/ 988863 w 1673918"/>
                <a:gd name="connsiteY18" fmla="*/ 872700 h 893550"/>
                <a:gd name="connsiteX19" fmla="*/ 1090865 w 1673918"/>
                <a:gd name="connsiteY19" fmla="*/ 844397 h 893550"/>
                <a:gd name="connsiteX20" fmla="*/ 1233100 w 1673918"/>
                <a:gd name="connsiteY20" fmla="*/ 792281 h 893550"/>
                <a:gd name="connsiteX21" fmla="*/ 1352240 w 1673918"/>
                <a:gd name="connsiteY21" fmla="*/ 717818 h 893550"/>
                <a:gd name="connsiteX22" fmla="*/ 1419997 w 1673918"/>
                <a:gd name="connsiteY22" fmla="*/ 650047 h 893550"/>
                <a:gd name="connsiteX23" fmla="*/ 1501165 w 1673918"/>
                <a:gd name="connsiteY23" fmla="*/ 565915 h 893550"/>
                <a:gd name="connsiteX24" fmla="*/ 1558490 w 1673918"/>
                <a:gd name="connsiteY24" fmla="*/ 483251 h 893550"/>
                <a:gd name="connsiteX25" fmla="*/ 1632219 w 1673918"/>
                <a:gd name="connsiteY25" fmla="*/ 327635 h 893550"/>
                <a:gd name="connsiteX26" fmla="*/ 1653054 w 1673918"/>
                <a:gd name="connsiteY26" fmla="*/ 217430 h 893550"/>
                <a:gd name="connsiteX27" fmla="*/ 1673918 w 1673918"/>
                <a:gd name="connsiteY27" fmla="*/ 71484 h 893550"/>
                <a:gd name="connsiteX28" fmla="*/ 1620305 w 1673918"/>
                <a:gd name="connsiteY28" fmla="*/ 175731 h 893550"/>
                <a:gd name="connsiteX29" fmla="*/ 1575627 w 1673918"/>
                <a:gd name="connsiteY29" fmla="*/ 217430 h 893550"/>
                <a:gd name="connsiteX30" fmla="*/ 1474358 w 1673918"/>
                <a:gd name="connsiteY30" fmla="*/ 285936 h 893550"/>
                <a:gd name="connsiteX31" fmla="*/ 1268842 w 1673918"/>
                <a:gd name="connsiteY31" fmla="*/ 354441 h 893550"/>
                <a:gd name="connsiteX32" fmla="*/ 1108003 w 1673918"/>
                <a:gd name="connsiteY32" fmla="*/ 399119 h 893550"/>
                <a:gd name="connsiteX33" fmla="*/ 801217 w 1673918"/>
                <a:gd name="connsiteY33" fmla="*/ 416990 h 893550"/>
                <a:gd name="connsiteX34" fmla="*/ 601657 w 1673918"/>
                <a:gd name="connsiteY34" fmla="*/ 408054 h 893550"/>
                <a:gd name="connsiteX35" fmla="*/ 497410 w 1673918"/>
                <a:gd name="connsiteY35" fmla="*/ 378269 h 893550"/>
                <a:gd name="connsiteX36" fmla="*/ 265087 w 1673918"/>
                <a:gd name="connsiteY36" fmla="*/ 312742 h 893550"/>
                <a:gd name="connsiteX37" fmla="*/ 116162 w 1673918"/>
                <a:gd name="connsiteY37" fmla="*/ 208495 h 893550"/>
                <a:gd name="connsiteX38" fmla="*/ 41699 w 1673918"/>
                <a:gd name="connsiteY38" fmla="*/ 98290 h 893550"/>
                <a:gd name="connsiteX39" fmla="*/ 0 w 1673918"/>
                <a:gd name="connsiteY39" fmla="*/ 0 h 893550"/>
                <a:gd name="connsiteX0" fmla="*/ 0 w 1673918"/>
                <a:gd name="connsiteY0" fmla="*/ 0 h 893550"/>
                <a:gd name="connsiteX1" fmla="*/ 0 w 1673918"/>
                <a:gd name="connsiteY1" fmla="*/ 59570 h 893550"/>
                <a:gd name="connsiteX2" fmla="*/ 5957 w 1673918"/>
                <a:gd name="connsiteY2" fmla="*/ 154882 h 893550"/>
                <a:gd name="connsiteX3" fmla="*/ 11914 w 1673918"/>
                <a:gd name="connsiteY3" fmla="*/ 208495 h 893550"/>
                <a:gd name="connsiteX4" fmla="*/ 20850 w 1673918"/>
                <a:gd name="connsiteY4" fmla="*/ 259129 h 893550"/>
                <a:gd name="connsiteX5" fmla="*/ 56592 w 1673918"/>
                <a:gd name="connsiteY5" fmla="*/ 354441 h 893550"/>
                <a:gd name="connsiteX6" fmla="*/ 86377 w 1673918"/>
                <a:gd name="connsiteY6" fmla="*/ 419968 h 893550"/>
                <a:gd name="connsiteX7" fmla="*/ 113183 w 1673918"/>
                <a:gd name="connsiteY7" fmla="*/ 461667 h 893550"/>
                <a:gd name="connsiteX8" fmla="*/ 160839 w 1673918"/>
                <a:gd name="connsiteY8" fmla="*/ 548044 h 893550"/>
                <a:gd name="connsiteX9" fmla="*/ 205517 w 1673918"/>
                <a:gd name="connsiteY9" fmla="*/ 607614 h 893550"/>
                <a:gd name="connsiteX10" fmla="*/ 288915 w 1673918"/>
                <a:gd name="connsiteY10" fmla="*/ 676119 h 893550"/>
                <a:gd name="connsiteX11" fmla="*/ 354442 w 1673918"/>
                <a:gd name="connsiteY11" fmla="*/ 729732 h 893550"/>
                <a:gd name="connsiteX12" fmla="*/ 431883 w 1673918"/>
                <a:gd name="connsiteY12" fmla="*/ 780367 h 893550"/>
                <a:gd name="connsiteX13" fmla="*/ 488474 w 1673918"/>
                <a:gd name="connsiteY13" fmla="*/ 807173 h 893550"/>
                <a:gd name="connsiteX14" fmla="*/ 580808 w 1673918"/>
                <a:gd name="connsiteY14" fmla="*/ 845894 h 893550"/>
                <a:gd name="connsiteX15" fmla="*/ 691012 w 1673918"/>
                <a:gd name="connsiteY15" fmla="*/ 875679 h 893550"/>
                <a:gd name="connsiteX16" fmla="*/ 796757 w 1673918"/>
                <a:gd name="connsiteY16" fmla="*/ 891304 h 893550"/>
                <a:gd name="connsiteX17" fmla="*/ 872701 w 1673918"/>
                <a:gd name="connsiteY17" fmla="*/ 893550 h 893550"/>
                <a:gd name="connsiteX18" fmla="*/ 988863 w 1673918"/>
                <a:gd name="connsiteY18" fmla="*/ 872700 h 893550"/>
                <a:gd name="connsiteX19" fmla="*/ 1090865 w 1673918"/>
                <a:gd name="connsiteY19" fmla="*/ 844397 h 893550"/>
                <a:gd name="connsiteX20" fmla="*/ 1233100 w 1673918"/>
                <a:gd name="connsiteY20" fmla="*/ 792281 h 893550"/>
                <a:gd name="connsiteX21" fmla="*/ 1352240 w 1673918"/>
                <a:gd name="connsiteY21" fmla="*/ 717818 h 893550"/>
                <a:gd name="connsiteX22" fmla="*/ 1419997 w 1673918"/>
                <a:gd name="connsiteY22" fmla="*/ 650047 h 893550"/>
                <a:gd name="connsiteX23" fmla="*/ 1501165 w 1673918"/>
                <a:gd name="connsiteY23" fmla="*/ 565915 h 893550"/>
                <a:gd name="connsiteX24" fmla="*/ 1558490 w 1673918"/>
                <a:gd name="connsiteY24" fmla="*/ 483251 h 893550"/>
                <a:gd name="connsiteX25" fmla="*/ 1632219 w 1673918"/>
                <a:gd name="connsiteY25" fmla="*/ 327635 h 893550"/>
                <a:gd name="connsiteX26" fmla="*/ 1653054 w 1673918"/>
                <a:gd name="connsiteY26" fmla="*/ 217430 h 893550"/>
                <a:gd name="connsiteX27" fmla="*/ 1673918 w 1673918"/>
                <a:gd name="connsiteY27" fmla="*/ 71484 h 893550"/>
                <a:gd name="connsiteX28" fmla="*/ 1620305 w 1673918"/>
                <a:gd name="connsiteY28" fmla="*/ 175731 h 893550"/>
                <a:gd name="connsiteX29" fmla="*/ 1575627 w 1673918"/>
                <a:gd name="connsiteY29" fmla="*/ 217430 h 893550"/>
                <a:gd name="connsiteX30" fmla="*/ 1474358 w 1673918"/>
                <a:gd name="connsiteY30" fmla="*/ 285936 h 893550"/>
                <a:gd name="connsiteX31" fmla="*/ 1268842 w 1673918"/>
                <a:gd name="connsiteY31" fmla="*/ 354441 h 893550"/>
                <a:gd name="connsiteX32" fmla="*/ 1108003 w 1673918"/>
                <a:gd name="connsiteY32" fmla="*/ 399119 h 893550"/>
                <a:gd name="connsiteX33" fmla="*/ 801217 w 1673918"/>
                <a:gd name="connsiteY33" fmla="*/ 416990 h 893550"/>
                <a:gd name="connsiteX34" fmla="*/ 601657 w 1673918"/>
                <a:gd name="connsiteY34" fmla="*/ 408054 h 893550"/>
                <a:gd name="connsiteX35" fmla="*/ 497410 w 1673918"/>
                <a:gd name="connsiteY35" fmla="*/ 378269 h 893550"/>
                <a:gd name="connsiteX36" fmla="*/ 265087 w 1673918"/>
                <a:gd name="connsiteY36" fmla="*/ 312742 h 893550"/>
                <a:gd name="connsiteX37" fmla="*/ 116162 w 1673918"/>
                <a:gd name="connsiteY37" fmla="*/ 208495 h 893550"/>
                <a:gd name="connsiteX38" fmla="*/ 41699 w 1673918"/>
                <a:gd name="connsiteY38" fmla="*/ 98290 h 893550"/>
                <a:gd name="connsiteX39" fmla="*/ 0 w 1673918"/>
                <a:gd name="connsiteY39" fmla="*/ 0 h 893550"/>
                <a:gd name="connsiteX0" fmla="*/ 0 w 1673918"/>
                <a:gd name="connsiteY0" fmla="*/ 0 h 891304"/>
                <a:gd name="connsiteX1" fmla="*/ 0 w 1673918"/>
                <a:gd name="connsiteY1" fmla="*/ 59570 h 891304"/>
                <a:gd name="connsiteX2" fmla="*/ 5957 w 1673918"/>
                <a:gd name="connsiteY2" fmla="*/ 154882 h 891304"/>
                <a:gd name="connsiteX3" fmla="*/ 11914 w 1673918"/>
                <a:gd name="connsiteY3" fmla="*/ 208495 h 891304"/>
                <a:gd name="connsiteX4" fmla="*/ 20850 w 1673918"/>
                <a:gd name="connsiteY4" fmla="*/ 259129 h 891304"/>
                <a:gd name="connsiteX5" fmla="*/ 56592 w 1673918"/>
                <a:gd name="connsiteY5" fmla="*/ 354441 h 891304"/>
                <a:gd name="connsiteX6" fmla="*/ 86377 w 1673918"/>
                <a:gd name="connsiteY6" fmla="*/ 419968 h 891304"/>
                <a:gd name="connsiteX7" fmla="*/ 113183 w 1673918"/>
                <a:gd name="connsiteY7" fmla="*/ 461667 h 891304"/>
                <a:gd name="connsiteX8" fmla="*/ 160839 w 1673918"/>
                <a:gd name="connsiteY8" fmla="*/ 548044 h 891304"/>
                <a:gd name="connsiteX9" fmla="*/ 205517 w 1673918"/>
                <a:gd name="connsiteY9" fmla="*/ 607614 h 891304"/>
                <a:gd name="connsiteX10" fmla="*/ 288915 w 1673918"/>
                <a:gd name="connsiteY10" fmla="*/ 676119 h 891304"/>
                <a:gd name="connsiteX11" fmla="*/ 354442 w 1673918"/>
                <a:gd name="connsiteY11" fmla="*/ 729732 h 891304"/>
                <a:gd name="connsiteX12" fmla="*/ 431883 w 1673918"/>
                <a:gd name="connsiteY12" fmla="*/ 780367 h 891304"/>
                <a:gd name="connsiteX13" fmla="*/ 488474 w 1673918"/>
                <a:gd name="connsiteY13" fmla="*/ 807173 h 891304"/>
                <a:gd name="connsiteX14" fmla="*/ 580808 w 1673918"/>
                <a:gd name="connsiteY14" fmla="*/ 845894 h 891304"/>
                <a:gd name="connsiteX15" fmla="*/ 691012 w 1673918"/>
                <a:gd name="connsiteY15" fmla="*/ 875679 h 891304"/>
                <a:gd name="connsiteX16" fmla="*/ 796757 w 1673918"/>
                <a:gd name="connsiteY16" fmla="*/ 891304 h 891304"/>
                <a:gd name="connsiteX17" fmla="*/ 877161 w 1673918"/>
                <a:gd name="connsiteY17" fmla="*/ 886859 h 891304"/>
                <a:gd name="connsiteX18" fmla="*/ 988863 w 1673918"/>
                <a:gd name="connsiteY18" fmla="*/ 872700 h 891304"/>
                <a:gd name="connsiteX19" fmla="*/ 1090865 w 1673918"/>
                <a:gd name="connsiteY19" fmla="*/ 844397 h 891304"/>
                <a:gd name="connsiteX20" fmla="*/ 1233100 w 1673918"/>
                <a:gd name="connsiteY20" fmla="*/ 792281 h 891304"/>
                <a:gd name="connsiteX21" fmla="*/ 1352240 w 1673918"/>
                <a:gd name="connsiteY21" fmla="*/ 717818 h 891304"/>
                <a:gd name="connsiteX22" fmla="*/ 1419997 w 1673918"/>
                <a:gd name="connsiteY22" fmla="*/ 650047 h 891304"/>
                <a:gd name="connsiteX23" fmla="*/ 1501165 w 1673918"/>
                <a:gd name="connsiteY23" fmla="*/ 565915 h 891304"/>
                <a:gd name="connsiteX24" fmla="*/ 1558490 w 1673918"/>
                <a:gd name="connsiteY24" fmla="*/ 483251 h 891304"/>
                <a:gd name="connsiteX25" fmla="*/ 1632219 w 1673918"/>
                <a:gd name="connsiteY25" fmla="*/ 327635 h 891304"/>
                <a:gd name="connsiteX26" fmla="*/ 1653054 w 1673918"/>
                <a:gd name="connsiteY26" fmla="*/ 217430 h 891304"/>
                <a:gd name="connsiteX27" fmla="*/ 1673918 w 1673918"/>
                <a:gd name="connsiteY27" fmla="*/ 71484 h 891304"/>
                <a:gd name="connsiteX28" fmla="*/ 1620305 w 1673918"/>
                <a:gd name="connsiteY28" fmla="*/ 175731 h 891304"/>
                <a:gd name="connsiteX29" fmla="*/ 1575627 w 1673918"/>
                <a:gd name="connsiteY29" fmla="*/ 217430 h 891304"/>
                <a:gd name="connsiteX30" fmla="*/ 1474358 w 1673918"/>
                <a:gd name="connsiteY30" fmla="*/ 285936 h 891304"/>
                <a:gd name="connsiteX31" fmla="*/ 1268842 w 1673918"/>
                <a:gd name="connsiteY31" fmla="*/ 354441 h 891304"/>
                <a:gd name="connsiteX32" fmla="*/ 1108003 w 1673918"/>
                <a:gd name="connsiteY32" fmla="*/ 399119 h 891304"/>
                <a:gd name="connsiteX33" fmla="*/ 801217 w 1673918"/>
                <a:gd name="connsiteY33" fmla="*/ 416990 h 891304"/>
                <a:gd name="connsiteX34" fmla="*/ 601657 w 1673918"/>
                <a:gd name="connsiteY34" fmla="*/ 408054 h 891304"/>
                <a:gd name="connsiteX35" fmla="*/ 497410 w 1673918"/>
                <a:gd name="connsiteY35" fmla="*/ 378269 h 891304"/>
                <a:gd name="connsiteX36" fmla="*/ 265087 w 1673918"/>
                <a:gd name="connsiteY36" fmla="*/ 312742 h 891304"/>
                <a:gd name="connsiteX37" fmla="*/ 116162 w 1673918"/>
                <a:gd name="connsiteY37" fmla="*/ 208495 h 891304"/>
                <a:gd name="connsiteX38" fmla="*/ 41699 w 1673918"/>
                <a:gd name="connsiteY38" fmla="*/ 98290 h 891304"/>
                <a:gd name="connsiteX39" fmla="*/ 0 w 1673918"/>
                <a:gd name="connsiteY39" fmla="*/ 0 h 891304"/>
                <a:gd name="connsiteX0" fmla="*/ 0 w 1673918"/>
                <a:gd name="connsiteY0" fmla="*/ 0 h 895780"/>
                <a:gd name="connsiteX1" fmla="*/ 0 w 1673918"/>
                <a:gd name="connsiteY1" fmla="*/ 59570 h 895780"/>
                <a:gd name="connsiteX2" fmla="*/ 5957 w 1673918"/>
                <a:gd name="connsiteY2" fmla="*/ 154882 h 895780"/>
                <a:gd name="connsiteX3" fmla="*/ 11914 w 1673918"/>
                <a:gd name="connsiteY3" fmla="*/ 208495 h 895780"/>
                <a:gd name="connsiteX4" fmla="*/ 20850 w 1673918"/>
                <a:gd name="connsiteY4" fmla="*/ 259129 h 895780"/>
                <a:gd name="connsiteX5" fmla="*/ 56592 w 1673918"/>
                <a:gd name="connsiteY5" fmla="*/ 354441 h 895780"/>
                <a:gd name="connsiteX6" fmla="*/ 86377 w 1673918"/>
                <a:gd name="connsiteY6" fmla="*/ 419968 h 895780"/>
                <a:gd name="connsiteX7" fmla="*/ 113183 w 1673918"/>
                <a:gd name="connsiteY7" fmla="*/ 461667 h 895780"/>
                <a:gd name="connsiteX8" fmla="*/ 160839 w 1673918"/>
                <a:gd name="connsiteY8" fmla="*/ 548044 h 895780"/>
                <a:gd name="connsiteX9" fmla="*/ 205517 w 1673918"/>
                <a:gd name="connsiteY9" fmla="*/ 607614 h 895780"/>
                <a:gd name="connsiteX10" fmla="*/ 288915 w 1673918"/>
                <a:gd name="connsiteY10" fmla="*/ 676119 h 895780"/>
                <a:gd name="connsiteX11" fmla="*/ 354442 w 1673918"/>
                <a:gd name="connsiteY11" fmla="*/ 729732 h 895780"/>
                <a:gd name="connsiteX12" fmla="*/ 431883 w 1673918"/>
                <a:gd name="connsiteY12" fmla="*/ 780367 h 895780"/>
                <a:gd name="connsiteX13" fmla="*/ 488474 w 1673918"/>
                <a:gd name="connsiteY13" fmla="*/ 807173 h 895780"/>
                <a:gd name="connsiteX14" fmla="*/ 580808 w 1673918"/>
                <a:gd name="connsiteY14" fmla="*/ 845894 h 895780"/>
                <a:gd name="connsiteX15" fmla="*/ 691012 w 1673918"/>
                <a:gd name="connsiteY15" fmla="*/ 875679 h 895780"/>
                <a:gd name="connsiteX16" fmla="*/ 796757 w 1673918"/>
                <a:gd name="connsiteY16" fmla="*/ 891304 h 895780"/>
                <a:gd name="connsiteX17" fmla="*/ 883852 w 1673918"/>
                <a:gd name="connsiteY17" fmla="*/ 895780 h 895780"/>
                <a:gd name="connsiteX18" fmla="*/ 988863 w 1673918"/>
                <a:gd name="connsiteY18" fmla="*/ 872700 h 895780"/>
                <a:gd name="connsiteX19" fmla="*/ 1090865 w 1673918"/>
                <a:gd name="connsiteY19" fmla="*/ 844397 h 895780"/>
                <a:gd name="connsiteX20" fmla="*/ 1233100 w 1673918"/>
                <a:gd name="connsiteY20" fmla="*/ 792281 h 895780"/>
                <a:gd name="connsiteX21" fmla="*/ 1352240 w 1673918"/>
                <a:gd name="connsiteY21" fmla="*/ 717818 h 895780"/>
                <a:gd name="connsiteX22" fmla="*/ 1419997 w 1673918"/>
                <a:gd name="connsiteY22" fmla="*/ 650047 h 895780"/>
                <a:gd name="connsiteX23" fmla="*/ 1501165 w 1673918"/>
                <a:gd name="connsiteY23" fmla="*/ 565915 h 895780"/>
                <a:gd name="connsiteX24" fmla="*/ 1558490 w 1673918"/>
                <a:gd name="connsiteY24" fmla="*/ 483251 h 895780"/>
                <a:gd name="connsiteX25" fmla="*/ 1632219 w 1673918"/>
                <a:gd name="connsiteY25" fmla="*/ 327635 h 895780"/>
                <a:gd name="connsiteX26" fmla="*/ 1653054 w 1673918"/>
                <a:gd name="connsiteY26" fmla="*/ 217430 h 895780"/>
                <a:gd name="connsiteX27" fmla="*/ 1673918 w 1673918"/>
                <a:gd name="connsiteY27" fmla="*/ 71484 h 895780"/>
                <a:gd name="connsiteX28" fmla="*/ 1620305 w 1673918"/>
                <a:gd name="connsiteY28" fmla="*/ 175731 h 895780"/>
                <a:gd name="connsiteX29" fmla="*/ 1575627 w 1673918"/>
                <a:gd name="connsiteY29" fmla="*/ 217430 h 895780"/>
                <a:gd name="connsiteX30" fmla="*/ 1474358 w 1673918"/>
                <a:gd name="connsiteY30" fmla="*/ 285936 h 895780"/>
                <a:gd name="connsiteX31" fmla="*/ 1268842 w 1673918"/>
                <a:gd name="connsiteY31" fmla="*/ 354441 h 895780"/>
                <a:gd name="connsiteX32" fmla="*/ 1108003 w 1673918"/>
                <a:gd name="connsiteY32" fmla="*/ 399119 h 895780"/>
                <a:gd name="connsiteX33" fmla="*/ 801217 w 1673918"/>
                <a:gd name="connsiteY33" fmla="*/ 416990 h 895780"/>
                <a:gd name="connsiteX34" fmla="*/ 601657 w 1673918"/>
                <a:gd name="connsiteY34" fmla="*/ 408054 h 895780"/>
                <a:gd name="connsiteX35" fmla="*/ 497410 w 1673918"/>
                <a:gd name="connsiteY35" fmla="*/ 378269 h 895780"/>
                <a:gd name="connsiteX36" fmla="*/ 265087 w 1673918"/>
                <a:gd name="connsiteY36" fmla="*/ 312742 h 895780"/>
                <a:gd name="connsiteX37" fmla="*/ 116162 w 1673918"/>
                <a:gd name="connsiteY37" fmla="*/ 208495 h 895780"/>
                <a:gd name="connsiteX38" fmla="*/ 41699 w 1673918"/>
                <a:gd name="connsiteY38" fmla="*/ 98290 h 895780"/>
                <a:gd name="connsiteX39" fmla="*/ 0 w 1673918"/>
                <a:gd name="connsiteY39" fmla="*/ 0 h 895780"/>
                <a:gd name="connsiteX0" fmla="*/ 0 w 1673918"/>
                <a:gd name="connsiteY0" fmla="*/ 0 h 895780"/>
                <a:gd name="connsiteX1" fmla="*/ 0 w 1673918"/>
                <a:gd name="connsiteY1" fmla="*/ 59570 h 895780"/>
                <a:gd name="connsiteX2" fmla="*/ 5957 w 1673918"/>
                <a:gd name="connsiteY2" fmla="*/ 154882 h 895780"/>
                <a:gd name="connsiteX3" fmla="*/ 11914 w 1673918"/>
                <a:gd name="connsiteY3" fmla="*/ 208495 h 895780"/>
                <a:gd name="connsiteX4" fmla="*/ 20850 w 1673918"/>
                <a:gd name="connsiteY4" fmla="*/ 259129 h 895780"/>
                <a:gd name="connsiteX5" fmla="*/ 56592 w 1673918"/>
                <a:gd name="connsiteY5" fmla="*/ 354441 h 895780"/>
                <a:gd name="connsiteX6" fmla="*/ 86377 w 1673918"/>
                <a:gd name="connsiteY6" fmla="*/ 419968 h 895780"/>
                <a:gd name="connsiteX7" fmla="*/ 113183 w 1673918"/>
                <a:gd name="connsiteY7" fmla="*/ 461667 h 895780"/>
                <a:gd name="connsiteX8" fmla="*/ 160839 w 1673918"/>
                <a:gd name="connsiteY8" fmla="*/ 548044 h 895780"/>
                <a:gd name="connsiteX9" fmla="*/ 205517 w 1673918"/>
                <a:gd name="connsiteY9" fmla="*/ 607614 h 895780"/>
                <a:gd name="connsiteX10" fmla="*/ 288915 w 1673918"/>
                <a:gd name="connsiteY10" fmla="*/ 676119 h 895780"/>
                <a:gd name="connsiteX11" fmla="*/ 354442 w 1673918"/>
                <a:gd name="connsiteY11" fmla="*/ 729732 h 895780"/>
                <a:gd name="connsiteX12" fmla="*/ 431883 w 1673918"/>
                <a:gd name="connsiteY12" fmla="*/ 780367 h 895780"/>
                <a:gd name="connsiteX13" fmla="*/ 488474 w 1673918"/>
                <a:gd name="connsiteY13" fmla="*/ 807173 h 895780"/>
                <a:gd name="connsiteX14" fmla="*/ 580808 w 1673918"/>
                <a:gd name="connsiteY14" fmla="*/ 845894 h 895780"/>
                <a:gd name="connsiteX15" fmla="*/ 691012 w 1673918"/>
                <a:gd name="connsiteY15" fmla="*/ 875679 h 895780"/>
                <a:gd name="connsiteX16" fmla="*/ 796757 w 1673918"/>
                <a:gd name="connsiteY16" fmla="*/ 891304 h 895780"/>
                <a:gd name="connsiteX17" fmla="*/ 883852 w 1673918"/>
                <a:gd name="connsiteY17" fmla="*/ 895780 h 895780"/>
                <a:gd name="connsiteX18" fmla="*/ 988863 w 1673918"/>
                <a:gd name="connsiteY18" fmla="*/ 872700 h 895780"/>
                <a:gd name="connsiteX19" fmla="*/ 1090865 w 1673918"/>
                <a:gd name="connsiteY19" fmla="*/ 844397 h 895780"/>
                <a:gd name="connsiteX20" fmla="*/ 1233100 w 1673918"/>
                <a:gd name="connsiteY20" fmla="*/ 792281 h 895780"/>
                <a:gd name="connsiteX21" fmla="*/ 1352240 w 1673918"/>
                <a:gd name="connsiteY21" fmla="*/ 717818 h 895780"/>
                <a:gd name="connsiteX22" fmla="*/ 1419997 w 1673918"/>
                <a:gd name="connsiteY22" fmla="*/ 650047 h 895780"/>
                <a:gd name="connsiteX23" fmla="*/ 1501165 w 1673918"/>
                <a:gd name="connsiteY23" fmla="*/ 565915 h 895780"/>
                <a:gd name="connsiteX24" fmla="*/ 1558490 w 1673918"/>
                <a:gd name="connsiteY24" fmla="*/ 483251 h 895780"/>
                <a:gd name="connsiteX25" fmla="*/ 1632219 w 1673918"/>
                <a:gd name="connsiteY25" fmla="*/ 327635 h 895780"/>
                <a:gd name="connsiteX26" fmla="*/ 1653054 w 1673918"/>
                <a:gd name="connsiteY26" fmla="*/ 217430 h 895780"/>
                <a:gd name="connsiteX27" fmla="*/ 1673918 w 1673918"/>
                <a:gd name="connsiteY27" fmla="*/ 71484 h 895780"/>
                <a:gd name="connsiteX28" fmla="*/ 1620305 w 1673918"/>
                <a:gd name="connsiteY28" fmla="*/ 175731 h 895780"/>
                <a:gd name="connsiteX29" fmla="*/ 1575627 w 1673918"/>
                <a:gd name="connsiteY29" fmla="*/ 217430 h 895780"/>
                <a:gd name="connsiteX30" fmla="*/ 1474358 w 1673918"/>
                <a:gd name="connsiteY30" fmla="*/ 285936 h 895780"/>
                <a:gd name="connsiteX31" fmla="*/ 1268842 w 1673918"/>
                <a:gd name="connsiteY31" fmla="*/ 354441 h 895780"/>
                <a:gd name="connsiteX32" fmla="*/ 1108003 w 1673918"/>
                <a:gd name="connsiteY32" fmla="*/ 399119 h 895780"/>
                <a:gd name="connsiteX33" fmla="*/ 801217 w 1673918"/>
                <a:gd name="connsiteY33" fmla="*/ 416990 h 895780"/>
                <a:gd name="connsiteX34" fmla="*/ 601657 w 1673918"/>
                <a:gd name="connsiteY34" fmla="*/ 408054 h 895780"/>
                <a:gd name="connsiteX35" fmla="*/ 497410 w 1673918"/>
                <a:gd name="connsiteY35" fmla="*/ 378269 h 895780"/>
                <a:gd name="connsiteX36" fmla="*/ 265087 w 1673918"/>
                <a:gd name="connsiteY36" fmla="*/ 312742 h 895780"/>
                <a:gd name="connsiteX37" fmla="*/ 116162 w 1673918"/>
                <a:gd name="connsiteY37" fmla="*/ 208495 h 895780"/>
                <a:gd name="connsiteX38" fmla="*/ 41699 w 1673918"/>
                <a:gd name="connsiteY38" fmla="*/ 98290 h 895780"/>
                <a:gd name="connsiteX39" fmla="*/ 0 w 1673918"/>
                <a:gd name="connsiteY39" fmla="*/ 0 h 895780"/>
                <a:gd name="connsiteX0" fmla="*/ 0 w 1673918"/>
                <a:gd name="connsiteY0" fmla="*/ 0 h 906931"/>
                <a:gd name="connsiteX1" fmla="*/ 0 w 1673918"/>
                <a:gd name="connsiteY1" fmla="*/ 59570 h 906931"/>
                <a:gd name="connsiteX2" fmla="*/ 5957 w 1673918"/>
                <a:gd name="connsiteY2" fmla="*/ 154882 h 906931"/>
                <a:gd name="connsiteX3" fmla="*/ 11914 w 1673918"/>
                <a:gd name="connsiteY3" fmla="*/ 208495 h 906931"/>
                <a:gd name="connsiteX4" fmla="*/ 20850 w 1673918"/>
                <a:gd name="connsiteY4" fmla="*/ 259129 h 906931"/>
                <a:gd name="connsiteX5" fmla="*/ 56592 w 1673918"/>
                <a:gd name="connsiteY5" fmla="*/ 354441 h 906931"/>
                <a:gd name="connsiteX6" fmla="*/ 86377 w 1673918"/>
                <a:gd name="connsiteY6" fmla="*/ 419968 h 906931"/>
                <a:gd name="connsiteX7" fmla="*/ 113183 w 1673918"/>
                <a:gd name="connsiteY7" fmla="*/ 461667 h 906931"/>
                <a:gd name="connsiteX8" fmla="*/ 160839 w 1673918"/>
                <a:gd name="connsiteY8" fmla="*/ 548044 h 906931"/>
                <a:gd name="connsiteX9" fmla="*/ 205517 w 1673918"/>
                <a:gd name="connsiteY9" fmla="*/ 607614 h 906931"/>
                <a:gd name="connsiteX10" fmla="*/ 288915 w 1673918"/>
                <a:gd name="connsiteY10" fmla="*/ 676119 h 906931"/>
                <a:gd name="connsiteX11" fmla="*/ 354442 w 1673918"/>
                <a:gd name="connsiteY11" fmla="*/ 729732 h 906931"/>
                <a:gd name="connsiteX12" fmla="*/ 431883 w 1673918"/>
                <a:gd name="connsiteY12" fmla="*/ 780367 h 906931"/>
                <a:gd name="connsiteX13" fmla="*/ 488474 w 1673918"/>
                <a:gd name="connsiteY13" fmla="*/ 807173 h 906931"/>
                <a:gd name="connsiteX14" fmla="*/ 580808 w 1673918"/>
                <a:gd name="connsiteY14" fmla="*/ 845894 h 906931"/>
                <a:gd name="connsiteX15" fmla="*/ 691012 w 1673918"/>
                <a:gd name="connsiteY15" fmla="*/ 875679 h 906931"/>
                <a:gd name="connsiteX16" fmla="*/ 796757 w 1673918"/>
                <a:gd name="connsiteY16" fmla="*/ 891304 h 906931"/>
                <a:gd name="connsiteX17" fmla="*/ 886083 w 1673918"/>
                <a:gd name="connsiteY17" fmla="*/ 906931 h 906931"/>
                <a:gd name="connsiteX18" fmla="*/ 988863 w 1673918"/>
                <a:gd name="connsiteY18" fmla="*/ 872700 h 906931"/>
                <a:gd name="connsiteX19" fmla="*/ 1090865 w 1673918"/>
                <a:gd name="connsiteY19" fmla="*/ 844397 h 906931"/>
                <a:gd name="connsiteX20" fmla="*/ 1233100 w 1673918"/>
                <a:gd name="connsiteY20" fmla="*/ 792281 h 906931"/>
                <a:gd name="connsiteX21" fmla="*/ 1352240 w 1673918"/>
                <a:gd name="connsiteY21" fmla="*/ 717818 h 906931"/>
                <a:gd name="connsiteX22" fmla="*/ 1419997 w 1673918"/>
                <a:gd name="connsiteY22" fmla="*/ 650047 h 906931"/>
                <a:gd name="connsiteX23" fmla="*/ 1501165 w 1673918"/>
                <a:gd name="connsiteY23" fmla="*/ 565915 h 906931"/>
                <a:gd name="connsiteX24" fmla="*/ 1558490 w 1673918"/>
                <a:gd name="connsiteY24" fmla="*/ 483251 h 906931"/>
                <a:gd name="connsiteX25" fmla="*/ 1632219 w 1673918"/>
                <a:gd name="connsiteY25" fmla="*/ 327635 h 906931"/>
                <a:gd name="connsiteX26" fmla="*/ 1653054 w 1673918"/>
                <a:gd name="connsiteY26" fmla="*/ 217430 h 906931"/>
                <a:gd name="connsiteX27" fmla="*/ 1673918 w 1673918"/>
                <a:gd name="connsiteY27" fmla="*/ 71484 h 906931"/>
                <a:gd name="connsiteX28" fmla="*/ 1620305 w 1673918"/>
                <a:gd name="connsiteY28" fmla="*/ 175731 h 906931"/>
                <a:gd name="connsiteX29" fmla="*/ 1575627 w 1673918"/>
                <a:gd name="connsiteY29" fmla="*/ 217430 h 906931"/>
                <a:gd name="connsiteX30" fmla="*/ 1474358 w 1673918"/>
                <a:gd name="connsiteY30" fmla="*/ 285936 h 906931"/>
                <a:gd name="connsiteX31" fmla="*/ 1268842 w 1673918"/>
                <a:gd name="connsiteY31" fmla="*/ 354441 h 906931"/>
                <a:gd name="connsiteX32" fmla="*/ 1108003 w 1673918"/>
                <a:gd name="connsiteY32" fmla="*/ 399119 h 906931"/>
                <a:gd name="connsiteX33" fmla="*/ 801217 w 1673918"/>
                <a:gd name="connsiteY33" fmla="*/ 416990 h 906931"/>
                <a:gd name="connsiteX34" fmla="*/ 601657 w 1673918"/>
                <a:gd name="connsiteY34" fmla="*/ 408054 h 906931"/>
                <a:gd name="connsiteX35" fmla="*/ 497410 w 1673918"/>
                <a:gd name="connsiteY35" fmla="*/ 378269 h 906931"/>
                <a:gd name="connsiteX36" fmla="*/ 265087 w 1673918"/>
                <a:gd name="connsiteY36" fmla="*/ 312742 h 906931"/>
                <a:gd name="connsiteX37" fmla="*/ 116162 w 1673918"/>
                <a:gd name="connsiteY37" fmla="*/ 208495 h 906931"/>
                <a:gd name="connsiteX38" fmla="*/ 41699 w 1673918"/>
                <a:gd name="connsiteY38" fmla="*/ 98290 h 906931"/>
                <a:gd name="connsiteX39" fmla="*/ 0 w 1673918"/>
                <a:gd name="connsiteY39" fmla="*/ 0 h 906931"/>
                <a:gd name="connsiteX0" fmla="*/ 0 w 1673918"/>
                <a:gd name="connsiteY0" fmla="*/ 0 h 906931"/>
                <a:gd name="connsiteX1" fmla="*/ 0 w 1673918"/>
                <a:gd name="connsiteY1" fmla="*/ 59570 h 906931"/>
                <a:gd name="connsiteX2" fmla="*/ 5957 w 1673918"/>
                <a:gd name="connsiteY2" fmla="*/ 154882 h 906931"/>
                <a:gd name="connsiteX3" fmla="*/ 11914 w 1673918"/>
                <a:gd name="connsiteY3" fmla="*/ 208495 h 906931"/>
                <a:gd name="connsiteX4" fmla="*/ 20850 w 1673918"/>
                <a:gd name="connsiteY4" fmla="*/ 259129 h 906931"/>
                <a:gd name="connsiteX5" fmla="*/ 56592 w 1673918"/>
                <a:gd name="connsiteY5" fmla="*/ 354441 h 906931"/>
                <a:gd name="connsiteX6" fmla="*/ 86377 w 1673918"/>
                <a:gd name="connsiteY6" fmla="*/ 419968 h 906931"/>
                <a:gd name="connsiteX7" fmla="*/ 113183 w 1673918"/>
                <a:gd name="connsiteY7" fmla="*/ 461667 h 906931"/>
                <a:gd name="connsiteX8" fmla="*/ 160839 w 1673918"/>
                <a:gd name="connsiteY8" fmla="*/ 548044 h 906931"/>
                <a:gd name="connsiteX9" fmla="*/ 205517 w 1673918"/>
                <a:gd name="connsiteY9" fmla="*/ 607614 h 906931"/>
                <a:gd name="connsiteX10" fmla="*/ 288915 w 1673918"/>
                <a:gd name="connsiteY10" fmla="*/ 676119 h 906931"/>
                <a:gd name="connsiteX11" fmla="*/ 354442 w 1673918"/>
                <a:gd name="connsiteY11" fmla="*/ 729732 h 906931"/>
                <a:gd name="connsiteX12" fmla="*/ 431883 w 1673918"/>
                <a:gd name="connsiteY12" fmla="*/ 780367 h 906931"/>
                <a:gd name="connsiteX13" fmla="*/ 488474 w 1673918"/>
                <a:gd name="connsiteY13" fmla="*/ 807173 h 906931"/>
                <a:gd name="connsiteX14" fmla="*/ 580808 w 1673918"/>
                <a:gd name="connsiteY14" fmla="*/ 845894 h 906931"/>
                <a:gd name="connsiteX15" fmla="*/ 691012 w 1673918"/>
                <a:gd name="connsiteY15" fmla="*/ 875679 h 906931"/>
                <a:gd name="connsiteX16" fmla="*/ 796757 w 1673918"/>
                <a:gd name="connsiteY16" fmla="*/ 891304 h 906931"/>
                <a:gd name="connsiteX17" fmla="*/ 886083 w 1673918"/>
                <a:gd name="connsiteY17" fmla="*/ 906931 h 906931"/>
                <a:gd name="connsiteX18" fmla="*/ 988863 w 1673918"/>
                <a:gd name="connsiteY18" fmla="*/ 872700 h 906931"/>
                <a:gd name="connsiteX19" fmla="*/ 1090865 w 1673918"/>
                <a:gd name="connsiteY19" fmla="*/ 844397 h 906931"/>
                <a:gd name="connsiteX20" fmla="*/ 1233100 w 1673918"/>
                <a:gd name="connsiteY20" fmla="*/ 792281 h 906931"/>
                <a:gd name="connsiteX21" fmla="*/ 1352240 w 1673918"/>
                <a:gd name="connsiteY21" fmla="*/ 717818 h 906931"/>
                <a:gd name="connsiteX22" fmla="*/ 1419997 w 1673918"/>
                <a:gd name="connsiteY22" fmla="*/ 650047 h 906931"/>
                <a:gd name="connsiteX23" fmla="*/ 1501165 w 1673918"/>
                <a:gd name="connsiteY23" fmla="*/ 565915 h 906931"/>
                <a:gd name="connsiteX24" fmla="*/ 1558490 w 1673918"/>
                <a:gd name="connsiteY24" fmla="*/ 483251 h 906931"/>
                <a:gd name="connsiteX25" fmla="*/ 1632219 w 1673918"/>
                <a:gd name="connsiteY25" fmla="*/ 327635 h 906931"/>
                <a:gd name="connsiteX26" fmla="*/ 1653054 w 1673918"/>
                <a:gd name="connsiteY26" fmla="*/ 217430 h 906931"/>
                <a:gd name="connsiteX27" fmla="*/ 1673918 w 1673918"/>
                <a:gd name="connsiteY27" fmla="*/ 71484 h 906931"/>
                <a:gd name="connsiteX28" fmla="*/ 1620305 w 1673918"/>
                <a:gd name="connsiteY28" fmla="*/ 175731 h 906931"/>
                <a:gd name="connsiteX29" fmla="*/ 1575627 w 1673918"/>
                <a:gd name="connsiteY29" fmla="*/ 217430 h 906931"/>
                <a:gd name="connsiteX30" fmla="*/ 1474358 w 1673918"/>
                <a:gd name="connsiteY30" fmla="*/ 285936 h 906931"/>
                <a:gd name="connsiteX31" fmla="*/ 1268842 w 1673918"/>
                <a:gd name="connsiteY31" fmla="*/ 354441 h 906931"/>
                <a:gd name="connsiteX32" fmla="*/ 1108003 w 1673918"/>
                <a:gd name="connsiteY32" fmla="*/ 399119 h 906931"/>
                <a:gd name="connsiteX33" fmla="*/ 801217 w 1673918"/>
                <a:gd name="connsiteY33" fmla="*/ 416990 h 906931"/>
                <a:gd name="connsiteX34" fmla="*/ 601657 w 1673918"/>
                <a:gd name="connsiteY34" fmla="*/ 408054 h 906931"/>
                <a:gd name="connsiteX35" fmla="*/ 497410 w 1673918"/>
                <a:gd name="connsiteY35" fmla="*/ 378269 h 906931"/>
                <a:gd name="connsiteX36" fmla="*/ 265087 w 1673918"/>
                <a:gd name="connsiteY36" fmla="*/ 312742 h 906931"/>
                <a:gd name="connsiteX37" fmla="*/ 116162 w 1673918"/>
                <a:gd name="connsiteY37" fmla="*/ 208495 h 906931"/>
                <a:gd name="connsiteX38" fmla="*/ 41699 w 1673918"/>
                <a:gd name="connsiteY38" fmla="*/ 98290 h 906931"/>
                <a:gd name="connsiteX39" fmla="*/ 0 w 1673918"/>
                <a:gd name="connsiteY39" fmla="*/ 0 h 906931"/>
                <a:gd name="connsiteX0" fmla="*/ 0 w 1673918"/>
                <a:gd name="connsiteY0" fmla="*/ 0 h 891304"/>
                <a:gd name="connsiteX1" fmla="*/ 0 w 1673918"/>
                <a:gd name="connsiteY1" fmla="*/ 59570 h 891304"/>
                <a:gd name="connsiteX2" fmla="*/ 5957 w 1673918"/>
                <a:gd name="connsiteY2" fmla="*/ 154882 h 891304"/>
                <a:gd name="connsiteX3" fmla="*/ 11914 w 1673918"/>
                <a:gd name="connsiteY3" fmla="*/ 208495 h 891304"/>
                <a:gd name="connsiteX4" fmla="*/ 20850 w 1673918"/>
                <a:gd name="connsiteY4" fmla="*/ 259129 h 891304"/>
                <a:gd name="connsiteX5" fmla="*/ 56592 w 1673918"/>
                <a:gd name="connsiteY5" fmla="*/ 354441 h 891304"/>
                <a:gd name="connsiteX6" fmla="*/ 86377 w 1673918"/>
                <a:gd name="connsiteY6" fmla="*/ 419968 h 891304"/>
                <a:gd name="connsiteX7" fmla="*/ 113183 w 1673918"/>
                <a:gd name="connsiteY7" fmla="*/ 461667 h 891304"/>
                <a:gd name="connsiteX8" fmla="*/ 160839 w 1673918"/>
                <a:gd name="connsiteY8" fmla="*/ 548044 h 891304"/>
                <a:gd name="connsiteX9" fmla="*/ 205517 w 1673918"/>
                <a:gd name="connsiteY9" fmla="*/ 607614 h 891304"/>
                <a:gd name="connsiteX10" fmla="*/ 288915 w 1673918"/>
                <a:gd name="connsiteY10" fmla="*/ 676119 h 891304"/>
                <a:gd name="connsiteX11" fmla="*/ 354442 w 1673918"/>
                <a:gd name="connsiteY11" fmla="*/ 729732 h 891304"/>
                <a:gd name="connsiteX12" fmla="*/ 431883 w 1673918"/>
                <a:gd name="connsiteY12" fmla="*/ 780367 h 891304"/>
                <a:gd name="connsiteX13" fmla="*/ 488474 w 1673918"/>
                <a:gd name="connsiteY13" fmla="*/ 807173 h 891304"/>
                <a:gd name="connsiteX14" fmla="*/ 580808 w 1673918"/>
                <a:gd name="connsiteY14" fmla="*/ 845894 h 891304"/>
                <a:gd name="connsiteX15" fmla="*/ 691012 w 1673918"/>
                <a:gd name="connsiteY15" fmla="*/ 875679 h 891304"/>
                <a:gd name="connsiteX16" fmla="*/ 796757 w 1673918"/>
                <a:gd name="connsiteY16" fmla="*/ 891304 h 891304"/>
                <a:gd name="connsiteX17" fmla="*/ 886083 w 1673918"/>
                <a:gd name="connsiteY17" fmla="*/ 882398 h 891304"/>
                <a:gd name="connsiteX18" fmla="*/ 988863 w 1673918"/>
                <a:gd name="connsiteY18" fmla="*/ 872700 h 891304"/>
                <a:gd name="connsiteX19" fmla="*/ 1090865 w 1673918"/>
                <a:gd name="connsiteY19" fmla="*/ 844397 h 891304"/>
                <a:gd name="connsiteX20" fmla="*/ 1233100 w 1673918"/>
                <a:gd name="connsiteY20" fmla="*/ 792281 h 891304"/>
                <a:gd name="connsiteX21" fmla="*/ 1352240 w 1673918"/>
                <a:gd name="connsiteY21" fmla="*/ 717818 h 891304"/>
                <a:gd name="connsiteX22" fmla="*/ 1419997 w 1673918"/>
                <a:gd name="connsiteY22" fmla="*/ 650047 h 891304"/>
                <a:gd name="connsiteX23" fmla="*/ 1501165 w 1673918"/>
                <a:gd name="connsiteY23" fmla="*/ 565915 h 891304"/>
                <a:gd name="connsiteX24" fmla="*/ 1558490 w 1673918"/>
                <a:gd name="connsiteY24" fmla="*/ 483251 h 891304"/>
                <a:gd name="connsiteX25" fmla="*/ 1632219 w 1673918"/>
                <a:gd name="connsiteY25" fmla="*/ 327635 h 891304"/>
                <a:gd name="connsiteX26" fmla="*/ 1653054 w 1673918"/>
                <a:gd name="connsiteY26" fmla="*/ 217430 h 891304"/>
                <a:gd name="connsiteX27" fmla="*/ 1673918 w 1673918"/>
                <a:gd name="connsiteY27" fmla="*/ 71484 h 891304"/>
                <a:gd name="connsiteX28" fmla="*/ 1620305 w 1673918"/>
                <a:gd name="connsiteY28" fmla="*/ 175731 h 891304"/>
                <a:gd name="connsiteX29" fmla="*/ 1575627 w 1673918"/>
                <a:gd name="connsiteY29" fmla="*/ 217430 h 891304"/>
                <a:gd name="connsiteX30" fmla="*/ 1474358 w 1673918"/>
                <a:gd name="connsiteY30" fmla="*/ 285936 h 891304"/>
                <a:gd name="connsiteX31" fmla="*/ 1268842 w 1673918"/>
                <a:gd name="connsiteY31" fmla="*/ 354441 h 891304"/>
                <a:gd name="connsiteX32" fmla="*/ 1108003 w 1673918"/>
                <a:gd name="connsiteY32" fmla="*/ 399119 h 891304"/>
                <a:gd name="connsiteX33" fmla="*/ 801217 w 1673918"/>
                <a:gd name="connsiteY33" fmla="*/ 416990 h 891304"/>
                <a:gd name="connsiteX34" fmla="*/ 601657 w 1673918"/>
                <a:gd name="connsiteY34" fmla="*/ 408054 h 891304"/>
                <a:gd name="connsiteX35" fmla="*/ 497410 w 1673918"/>
                <a:gd name="connsiteY35" fmla="*/ 378269 h 891304"/>
                <a:gd name="connsiteX36" fmla="*/ 265087 w 1673918"/>
                <a:gd name="connsiteY36" fmla="*/ 312742 h 891304"/>
                <a:gd name="connsiteX37" fmla="*/ 116162 w 1673918"/>
                <a:gd name="connsiteY37" fmla="*/ 208495 h 891304"/>
                <a:gd name="connsiteX38" fmla="*/ 41699 w 1673918"/>
                <a:gd name="connsiteY38" fmla="*/ 98290 h 891304"/>
                <a:gd name="connsiteX39" fmla="*/ 0 w 1673918"/>
                <a:gd name="connsiteY39" fmla="*/ 0 h 891304"/>
                <a:gd name="connsiteX0" fmla="*/ 0 w 1673918"/>
                <a:gd name="connsiteY0" fmla="*/ 0 h 891304"/>
                <a:gd name="connsiteX1" fmla="*/ 0 w 1673918"/>
                <a:gd name="connsiteY1" fmla="*/ 59570 h 891304"/>
                <a:gd name="connsiteX2" fmla="*/ 5957 w 1673918"/>
                <a:gd name="connsiteY2" fmla="*/ 154882 h 891304"/>
                <a:gd name="connsiteX3" fmla="*/ 11914 w 1673918"/>
                <a:gd name="connsiteY3" fmla="*/ 208495 h 891304"/>
                <a:gd name="connsiteX4" fmla="*/ 20850 w 1673918"/>
                <a:gd name="connsiteY4" fmla="*/ 259129 h 891304"/>
                <a:gd name="connsiteX5" fmla="*/ 56592 w 1673918"/>
                <a:gd name="connsiteY5" fmla="*/ 354441 h 891304"/>
                <a:gd name="connsiteX6" fmla="*/ 86377 w 1673918"/>
                <a:gd name="connsiteY6" fmla="*/ 419968 h 891304"/>
                <a:gd name="connsiteX7" fmla="*/ 113183 w 1673918"/>
                <a:gd name="connsiteY7" fmla="*/ 461667 h 891304"/>
                <a:gd name="connsiteX8" fmla="*/ 160839 w 1673918"/>
                <a:gd name="connsiteY8" fmla="*/ 548044 h 891304"/>
                <a:gd name="connsiteX9" fmla="*/ 205517 w 1673918"/>
                <a:gd name="connsiteY9" fmla="*/ 607614 h 891304"/>
                <a:gd name="connsiteX10" fmla="*/ 288915 w 1673918"/>
                <a:gd name="connsiteY10" fmla="*/ 676119 h 891304"/>
                <a:gd name="connsiteX11" fmla="*/ 354442 w 1673918"/>
                <a:gd name="connsiteY11" fmla="*/ 729732 h 891304"/>
                <a:gd name="connsiteX12" fmla="*/ 431883 w 1673918"/>
                <a:gd name="connsiteY12" fmla="*/ 780367 h 891304"/>
                <a:gd name="connsiteX13" fmla="*/ 488474 w 1673918"/>
                <a:gd name="connsiteY13" fmla="*/ 807173 h 891304"/>
                <a:gd name="connsiteX14" fmla="*/ 580808 w 1673918"/>
                <a:gd name="connsiteY14" fmla="*/ 845894 h 891304"/>
                <a:gd name="connsiteX15" fmla="*/ 691012 w 1673918"/>
                <a:gd name="connsiteY15" fmla="*/ 875679 h 891304"/>
                <a:gd name="connsiteX16" fmla="*/ 796757 w 1673918"/>
                <a:gd name="connsiteY16" fmla="*/ 891304 h 891304"/>
                <a:gd name="connsiteX17" fmla="*/ 886083 w 1673918"/>
                <a:gd name="connsiteY17" fmla="*/ 889088 h 891304"/>
                <a:gd name="connsiteX18" fmla="*/ 988863 w 1673918"/>
                <a:gd name="connsiteY18" fmla="*/ 872700 h 891304"/>
                <a:gd name="connsiteX19" fmla="*/ 1090865 w 1673918"/>
                <a:gd name="connsiteY19" fmla="*/ 844397 h 891304"/>
                <a:gd name="connsiteX20" fmla="*/ 1233100 w 1673918"/>
                <a:gd name="connsiteY20" fmla="*/ 792281 h 891304"/>
                <a:gd name="connsiteX21" fmla="*/ 1352240 w 1673918"/>
                <a:gd name="connsiteY21" fmla="*/ 717818 h 891304"/>
                <a:gd name="connsiteX22" fmla="*/ 1419997 w 1673918"/>
                <a:gd name="connsiteY22" fmla="*/ 650047 h 891304"/>
                <a:gd name="connsiteX23" fmla="*/ 1501165 w 1673918"/>
                <a:gd name="connsiteY23" fmla="*/ 565915 h 891304"/>
                <a:gd name="connsiteX24" fmla="*/ 1558490 w 1673918"/>
                <a:gd name="connsiteY24" fmla="*/ 483251 h 891304"/>
                <a:gd name="connsiteX25" fmla="*/ 1632219 w 1673918"/>
                <a:gd name="connsiteY25" fmla="*/ 327635 h 891304"/>
                <a:gd name="connsiteX26" fmla="*/ 1653054 w 1673918"/>
                <a:gd name="connsiteY26" fmla="*/ 217430 h 891304"/>
                <a:gd name="connsiteX27" fmla="*/ 1673918 w 1673918"/>
                <a:gd name="connsiteY27" fmla="*/ 71484 h 891304"/>
                <a:gd name="connsiteX28" fmla="*/ 1620305 w 1673918"/>
                <a:gd name="connsiteY28" fmla="*/ 175731 h 891304"/>
                <a:gd name="connsiteX29" fmla="*/ 1575627 w 1673918"/>
                <a:gd name="connsiteY29" fmla="*/ 217430 h 891304"/>
                <a:gd name="connsiteX30" fmla="*/ 1474358 w 1673918"/>
                <a:gd name="connsiteY30" fmla="*/ 285936 h 891304"/>
                <a:gd name="connsiteX31" fmla="*/ 1268842 w 1673918"/>
                <a:gd name="connsiteY31" fmla="*/ 354441 h 891304"/>
                <a:gd name="connsiteX32" fmla="*/ 1108003 w 1673918"/>
                <a:gd name="connsiteY32" fmla="*/ 399119 h 891304"/>
                <a:gd name="connsiteX33" fmla="*/ 801217 w 1673918"/>
                <a:gd name="connsiteY33" fmla="*/ 416990 h 891304"/>
                <a:gd name="connsiteX34" fmla="*/ 601657 w 1673918"/>
                <a:gd name="connsiteY34" fmla="*/ 408054 h 891304"/>
                <a:gd name="connsiteX35" fmla="*/ 497410 w 1673918"/>
                <a:gd name="connsiteY35" fmla="*/ 378269 h 891304"/>
                <a:gd name="connsiteX36" fmla="*/ 265087 w 1673918"/>
                <a:gd name="connsiteY36" fmla="*/ 312742 h 891304"/>
                <a:gd name="connsiteX37" fmla="*/ 116162 w 1673918"/>
                <a:gd name="connsiteY37" fmla="*/ 208495 h 891304"/>
                <a:gd name="connsiteX38" fmla="*/ 41699 w 1673918"/>
                <a:gd name="connsiteY38" fmla="*/ 98290 h 891304"/>
                <a:gd name="connsiteX39" fmla="*/ 0 w 1673918"/>
                <a:gd name="connsiteY39" fmla="*/ 0 h 891304"/>
                <a:gd name="connsiteX0" fmla="*/ 0 w 1673918"/>
                <a:gd name="connsiteY0" fmla="*/ 0 h 889088"/>
                <a:gd name="connsiteX1" fmla="*/ 0 w 1673918"/>
                <a:gd name="connsiteY1" fmla="*/ 59570 h 889088"/>
                <a:gd name="connsiteX2" fmla="*/ 5957 w 1673918"/>
                <a:gd name="connsiteY2" fmla="*/ 154882 h 889088"/>
                <a:gd name="connsiteX3" fmla="*/ 11914 w 1673918"/>
                <a:gd name="connsiteY3" fmla="*/ 208495 h 889088"/>
                <a:gd name="connsiteX4" fmla="*/ 20850 w 1673918"/>
                <a:gd name="connsiteY4" fmla="*/ 259129 h 889088"/>
                <a:gd name="connsiteX5" fmla="*/ 56592 w 1673918"/>
                <a:gd name="connsiteY5" fmla="*/ 354441 h 889088"/>
                <a:gd name="connsiteX6" fmla="*/ 86377 w 1673918"/>
                <a:gd name="connsiteY6" fmla="*/ 419968 h 889088"/>
                <a:gd name="connsiteX7" fmla="*/ 113183 w 1673918"/>
                <a:gd name="connsiteY7" fmla="*/ 461667 h 889088"/>
                <a:gd name="connsiteX8" fmla="*/ 160839 w 1673918"/>
                <a:gd name="connsiteY8" fmla="*/ 548044 h 889088"/>
                <a:gd name="connsiteX9" fmla="*/ 205517 w 1673918"/>
                <a:gd name="connsiteY9" fmla="*/ 607614 h 889088"/>
                <a:gd name="connsiteX10" fmla="*/ 288915 w 1673918"/>
                <a:gd name="connsiteY10" fmla="*/ 676119 h 889088"/>
                <a:gd name="connsiteX11" fmla="*/ 354442 w 1673918"/>
                <a:gd name="connsiteY11" fmla="*/ 729732 h 889088"/>
                <a:gd name="connsiteX12" fmla="*/ 431883 w 1673918"/>
                <a:gd name="connsiteY12" fmla="*/ 780367 h 889088"/>
                <a:gd name="connsiteX13" fmla="*/ 488474 w 1673918"/>
                <a:gd name="connsiteY13" fmla="*/ 807173 h 889088"/>
                <a:gd name="connsiteX14" fmla="*/ 580808 w 1673918"/>
                <a:gd name="connsiteY14" fmla="*/ 845894 h 889088"/>
                <a:gd name="connsiteX15" fmla="*/ 691012 w 1673918"/>
                <a:gd name="connsiteY15" fmla="*/ 875679 h 889088"/>
                <a:gd name="connsiteX16" fmla="*/ 803448 w 1673918"/>
                <a:gd name="connsiteY16" fmla="*/ 886844 h 889088"/>
                <a:gd name="connsiteX17" fmla="*/ 886083 w 1673918"/>
                <a:gd name="connsiteY17" fmla="*/ 889088 h 889088"/>
                <a:gd name="connsiteX18" fmla="*/ 988863 w 1673918"/>
                <a:gd name="connsiteY18" fmla="*/ 872700 h 889088"/>
                <a:gd name="connsiteX19" fmla="*/ 1090865 w 1673918"/>
                <a:gd name="connsiteY19" fmla="*/ 844397 h 889088"/>
                <a:gd name="connsiteX20" fmla="*/ 1233100 w 1673918"/>
                <a:gd name="connsiteY20" fmla="*/ 792281 h 889088"/>
                <a:gd name="connsiteX21" fmla="*/ 1352240 w 1673918"/>
                <a:gd name="connsiteY21" fmla="*/ 717818 h 889088"/>
                <a:gd name="connsiteX22" fmla="*/ 1419997 w 1673918"/>
                <a:gd name="connsiteY22" fmla="*/ 650047 h 889088"/>
                <a:gd name="connsiteX23" fmla="*/ 1501165 w 1673918"/>
                <a:gd name="connsiteY23" fmla="*/ 565915 h 889088"/>
                <a:gd name="connsiteX24" fmla="*/ 1558490 w 1673918"/>
                <a:gd name="connsiteY24" fmla="*/ 483251 h 889088"/>
                <a:gd name="connsiteX25" fmla="*/ 1632219 w 1673918"/>
                <a:gd name="connsiteY25" fmla="*/ 327635 h 889088"/>
                <a:gd name="connsiteX26" fmla="*/ 1653054 w 1673918"/>
                <a:gd name="connsiteY26" fmla="*/ 217430 h 889088"/>
                <a:gd name="connsiteX27" fmla="*/ 1673918 w 1673918"/>
                <a:gd name="connsiteY27" fmla="*/ 71484 h 889088"/>
                <a:gd name="connsiteX28" fmla="*/ 1620305 w 1673918"/>
                <a:gd name="connsiteY28" fmla="*/ 175731 h 889088"/>
                <a:gd name="connsiteX29" fmla="*/ 1575627 w 1673918"/>
                <a:gd name="connsiteY29" fmla="*/ 217430 h 889088"/>
                <a:gd name="connsiteX30" fmla="*/ 1474358 w 1673918"/>
                <a:gd name="connsiteY30" fmla="*/ 285936 h 889088"/>
                <a:gd name="connsiteX31" fmla="*/ 1268842 w 1673918"/>
                <a:gd name="connsiteY31" fmla="*/ 354441 h 889088"/>
                <a:gd name="connsiteX32" fmla="*/ 1108003 w 1673918"/>
                <a:gd name="connsiteY32" fmla="*/ 399119 h 889088"/>
                <a:gd name="connsiteX33" fmla="*/ 801217 w 1673918"/>
                <a:gd name="connsiteY33" fmla="*/ 416990 h 889088"/>
                <a:gd name="connsiteX34" fmla="*/ 601657 w 1673918"/>
                <a:gd name="connsiteY34" fmla="*/ 408054 h 889088"/>
                <a:gd name="connsiteX35" fmla="*/ 497410 w 1673918"/>
                <a:gd name="connsiteY35" fmla="*/ 378269 h 889088"/>
                <a:gd name="connsiteX36" fmla="*/ 265087 w 1673918"/>
                <a:gd name="connsiteY36" fmla="*/ 312742 h 889088"/>
                <a:gd name="connsiteX37" fmla="*/ 116162 w 1673918"/>
                <a:gd name="connsiteY37" fmla="*/ 208495 h 889088"/>
                <a:gd name="connsiteX38" fmla="*/ 41699 w 1673918"/>
                <a:gd name="connsiteY38" fmla="*/ 98290 h 889088"/>
                <a:gd name="connsiteX39" fmla="*/ 0 w 1673918"/>
                <a:gd name="connsiteY39" fmla="*/ 0 h 889088"/>
                <a:gd name="connsiteX0" fmla="*/ 0 w 1669457"/>
                <a:gd name="connsiteY0" fmla="*/ 0 h 889088"/>
                <a:gd name="connsiteX1" fmla="*/ 0 w 1669457"/>
                <a:gd name="connsiteY1" fmla="*/ 59570 h 889088"/>
                <a:gd name="connsiteX2" fmla="*/ 5957 w 1669457"/>
                <a:gd name="connsiteY2" fmla="*/ 154882 h 889088"/>
                <a:gd name="connsiteX3" fmla="*/ 11914 w 1669457"/>
                <a:gd name="connsiteY3" fmla="*/ 208495 h 889088"/>
                <a:gd name="connsiteX4" fmla="*/ 20850 w 1669457"/>
                <a:gd name="connsiteY4" fmla="*/ 259129 h 889088"/>
                <a:gd name="connsiteX5" fmla="*/ 56592 w 1669457"/>
                <a:gd name="connsiteY5" fmla="*/ 354441 h 889088"/>
                <a:gd name="connsiteX6" fmla="*/ 86377 w 1669457"/>
                <a:gd name="connsiteY6" fmla="*/ 419968 h 889088"/>
                <a:gd name="connsiteX7" fmla="*/ 113183 w 1669457"/>
                <a:gd name="connsiteY7" fmla="*/ 461667 h 889088"/>
                <a:gd name="connsiteX8" fmla="*/ 160839 w 1669457"/>
                <a:gd name="connsiteY8" fmla="*/ 548044 h 889088"/>
                <a:gd name="connsiteX9" fmla="*/ 205517 w 1669457"/>
                <a:gd name="connsiteY9" fmla="*/ 607614 h 889088"/>
                <a:gd name="connsiteX10" fmla="*/ 288915 w 1669457"/>
                <a:gd name="connsiteY10" fmla="*/ 676119 h 889088"/>
                <a:gd name="connsiteX11" fmla="*/ 354442 w 1669457"/>
                <a:gd name="connsiteY11" fmla="*/ 729732 h 889088"/>
                <a:gd name="connsiteX12" fmla="*/ 431883 w 1669457"/>
                <a:gd name="connsiteY12" fmla="*/ 780367 h 889088"/>
                <a:gd name="connsiteX13" fmla="*/ 488474 w 1669457"/>
                <a:gd name="connsiteY13" fmla="*/ 807173 h 889088"/>
                <a:gd name="connsiteX14" fmla="*/ 580808 w 1669457"/>
                <a:gd name="connsiteY14" fmla="*/ 845894 h 889088"/>
                <a:gd name="connsiteX15" fmla="*/ 691012 w 1669457"/>
                <a:gd name="connsiteY15" fmla="*/ 875679 h 889088"/>
                <a:gd name="connsiteX16" fmla="*/ 803448 w 1669457"/>
                <a:gd name="connsiteY16" fmla="*/ 886844 h 889088"/>
                <a:gd name="connsiteX17" fmla="*/ 886083 w 1669457"/>
                <a:gd name="connsiteY17" fmla="*/ 889088 h 889088"/>
                <a:gd name="connsiteX18" fmla="*/ 988863 w 1669457"/>
                <a:gd name="connsiteY18" fmla="*/ 872700 h 889088"/>
                <a:gd name="connsiteX19" fmla="*/ 1090865 w 1669457"/>
                <a:gd name="connsiteY19" fmla="*/ 844397 h 889088"/>
                <a:gd name="connsiteX20" fmla="*/ 1233100 w 1669457"/>
                <a:gd name="connsiteY20" fmla="*/ 792281 h 889088"/>
                <a:gd name="connsiteX21" fmla="*/ 1352240 w 1669457"/>
                <a:gd name="connsiteY21" fmla="*/ 717818 h 889088"/>
                <a:gd name="connsiteX22" fmla="*/ 1419997 w 1669457"/>
                <a:gd name="connsiteY22" fmla="*/ 650047 h 889088"/>
                <a:gd name="connsiteX23" fmla="*/ 1501165 w 1669457"/>
                <a:gd name="connsiteY23" fmla="*/ 565915 h 889088"/>
                <a:gd name="connsiteX24" fmla="*/ 1558490 w 1669457"/>
                <a:gd name="connsiteY24" fmla="*/ 483251 h 889088"/>
                <a:gd name="connsiteX25" fmla="*/ 1632219 w 1669457"/>
                <a:gd name="connsiteY25" fmla="*/ 327635 h 889088"/>
                <a:gd name="connsiteX26" fmla="*/ 1653054 w 1669457"/>
                <a:gd name="connsiteY26" fmla="*/ 217430 h 889088"/>
                <a:gd name="connsiteX27" fmla="*/ 1669457 w 1669457"/>
                <a:gd name="connsiteY27" fmla="*/ 73714 h 889088"/>
                <a:gd name="connsiteX28" fmla="*/ 1620305 w 1669457"/>
                <a:gd name="connsiteY28" fmla="*/ 175731 h 889088"/>
                <a:gd name="connsiteX29" fmla="*/ 1575627 w 1669457"/>
                <a:gd name="connsiteY29" fmla="*/ 217430 h 889088"/>
                <a:gd name="connsiteX30" fmla="*/ 1474358 w 1669457"/>
                <a:gd name="connsiteY30" fmla="*/ 285936 h 889088"/>
                <a:gd name="connsiteX31" fmla="*/ 1268842 w 1669457"/>
                <a:gd name="connsiteY31" fmla="*/ 354441 h 889088"/>
                <a:gd name="connsiteX32" fmla="*/ 1108003 w 1669457"/>
                <a:gd name="connsiteY32" fmla="*/ 399119 h 889088"/>
                <a:gd name="connsiteX33" fmla="*/ 801217 w 1669457"/>
                <a:gd name="connsiteY33" fmla="*/ 416990 h 889088"/>
                <a:gd name="connsiteX34" fmla="*/ 601657 w 1669457"/>
                <a:gd name="connsiteY34" fmla="*/ 408054 h 889088"/>
                <a:gd name="connsiteX35" fmla="*/ 497410 w 1669457"/>
                <a:gd name="connsiteY35" fmla="*/ 378269 h 889088"/>
                <a:gd name="connsiteX36" fmla="*/ 265087 w 1669457"/>
                <a:gd name="connsiteY36" fmla="*/ 312742 h 889088"/>
                <a:gd name="connsiteX37" fmla="*/ 116162 w 1669457"/>
                <a:gd name="connsiteY37" fmla="*/ 208495 h 889088"/>
                <a:gd name="connsiteX38" fmla="*/ 41699 w 1669457"/>
                <a:gd name="connsiteY38" fmla="*/ 98290 h 889088"/>
                <a:gd name="connsiteX39" fmla="*/ 0 w 1669457"/>
                <a:gd name="connsiteY39" fmla="*/ 0 h 889088"/>
                <a:gd name="connsiteX0" fmla="*/ 0 w 1662766"/>
                <a:gd name="connsiteY0" fmla="*/ 0 h 889088"/>
                <a:gd name="connsiteX1" fmla="*/ 0 w 1662766"/>
                <a:gd name="connsiteY1" fmla="*/ 59570 h 889088"/>
                <a:gd name="connsiteX2" fmla="*/ 5957 w 1662766"/>
                <a:gd name="connsiteY2" fmla="*/ 154882 h 889088"/>
                <a:gd name="connsiteX3" fmla="*/ 11914 w 1662766"/>
                <a:gd name="connsiteY3" fmla="*/ 208495 h 889088"/>
                <a:gd name="connsiteX4" fmla="*/ 20850 w 1662766"/>
                <a:gd name="connsiteY4" fmla="*/ 259129 h 889088"/>
                <a:gd name="connsiteX5" fmla="*/ 56592 w 1662766"/>
                <a:gd name="connsiteY5" fmla="*/ 354441 h 889088"/>
                <a:gd name="connsiteX6" fmla="*/ 86377 w 1662766"/>
                <a:gd name="connsiteY6" fmla="*/ 419968 h 889088"/>
                <a:gd name="connsiteX7" fmla="*/ 113183 w 1662766"/>
                <a:gd name="connsiteY7" fmla="*/ 461667 h 889088"/>
                <a:gd name="connsiteX8" fmla="*/ 160839 w 1662766"/>
                <a:gd name="connsiteY8" fmla="*/ 548044 h 889088"/>
                <a:gd name="connsiteX9" fmla="*/ 205517 w 1662766"/>
                <a:gd name="connsiteY9" fmla="*/ 607614 h 889088"/>
                <a:gd name="connsiteX10" fmla="*/ 288915 w 1662766"/>
                <a:gd name="connsiteY10" fmla="*/ 676119 h 889088"/>
                <a:gd name="connsiteX11" fmla="*/ 354442 w 1662766"/>
                <a:gd name="connsiteY11" fmla="*/ 729732 h 889088"/>
                <a:gd name="connsiteX12" fmla="*/ 431883 w 1662766"/>
                <a:gd name="connsiteY12" fmla="*/ 780367 h 889088"/>
                <a:gd name="connsiteX13" fmla="*/ 488474 w 1662766"/>
                <a:gd name="connsiteY13" fmla="*/ 807173 h 889088"/>
                <a:gd name="connsiteX14" fmla="*/ 580808 w 1662766"/>
                <a:gd name="connsiteY14" fmla="*/ 845894 h 889088"/>
                <a:gd name="connsiteX15" fmla="*/ 691012 w 1662766"/>
                <a:gd name="connsiteY15" fmla="*/ 875679 h 889088"/>
                <a:gd name="connsiteX16" fmla="*/ 803448 w 1662766"/>
                <a:gd name="connsiteY16" fmla="*/ 886844 h 889088"/>
                <a:gd name="connsiteX17" fmla="*/ 886083 w 1662766"/>
                <a:gd name="connsiteY17" fmla="*/ 889088 h 889088"/>
                <a:gd name="connsiteX18" fmla="*/ 988863 w 1662766"/>
                <a:gd name="connsiteY18" fmla="*/ 872700 h 889088"/>
                <a:gd name="connsiteX19" fmla="*/ 1090865 w 1662766"/>
                <a:gd name="connsiteY19" fmla="*/ 844397 h 889088"/>
                <a:gd name="connsiteX20" fmla="*/ 1233100 w 1662766"/>
                <a:gd name="connsiteY20" fmla="*/ 792281 h 889088"/>
                <a:gd name="connsiteX21" fmla="*/ 1352240 w 1662766"/>
                <a:gd name="connsiteY21" fmla="*/ 717818 h 889088"/>
                <a:gd name="connsiteX22" fmla="*/ 1419997 w 1662766"/>
                <a:gd name="connsiteY22" fmla="*/ 650047 h 889088"/>
                <a:gd name="connsiteX23" fmla="*/ 1501165 w 1662766"/>
                <a:gd name="connsiteY23" fmla="*/ 565915 h 889088"/>
                <a:gd name="connsiteX24" fmla="*/ 1558490 w 1662766"/>
                <a:gd name="connsiteY24" fmla="*/ 483251 h 889088"/>
                <a:gd name="connsiteX25" fmla="*/ 1632219 w 1662766"/>
                <a:gd name="connsiteY25" fmla="*/ 327635 h 889088"/>
                <a:gd name="connsiteX26" fmla="*/ 1653054 w 1662766"/>
                <a:gd name="connsiteY26" fmla="*/ 217430 h 889088"/>
                <a:gd name="connsiteX27" fmla="*/ 1662766 w 1662766"/>
                <a:gd name="connsiteY27" fmla="*/ 73714 h 889088"/>
                <a:gd name="connsiteX28" fmla="*/ 1620305 w 1662766"/>
                <a:gd name="connsiteY28" fmla="*/ 175731 h 889088"/>
                <a:gd name="connsiteX29" fmla="*/ 1575627 w 1662766"/>
                <a:gd name="connsiteY29" fmla="*/ 217430 h 889088"/>
                <a:gd name="connsiteX30" fmla="*/ 1474358 w 1662766"/>
                <a:gd name="connsiteY30" fmla="*/ 285936 h 889088"/>
                <a:gd name="connsiteX31" fmla="*/ 1268842 w 1662766"/>
                <a:gd name="connsiteY31" fmla="*/ 354441 h 889088"/>
                <a:gd name="connsiteX32" fmla="*/ 1108003 w 1662766"/>
                <a:gd name="connsiteY32" fmla="*/ 399119 h 889088"/>
                <a:gd name="connsiteX33" fmla="*/ 801217 w 1662766"/>
                <a:gd name="connsiteY33" fmla="*/ 416990 h 889088"/>
                <a:gd name="connsiteX34" fmla="*/ 601657 w 1662766"/>
                <a:gd name="connsiteY34" fmla="*/ 408054 h 889088"/>
                <a:gd name="connsiteX35" fmla="*/ 497410 w 1662766"/>
                <a:gd name="connsiteY35" fmla="*/ 378269 h 889088"/>
                <a:gd name="connsiteX36" fmla="*/ 265087 w 1662766"/>
                <a:gd name="connsiteY36" fmla="*/ 312742 h 889088"/>
                <a:gd name="connsiteX37" fmla="*/ 116162 w 1662766"/>
                <a:gd name="connsiteY37" fmla="*/ 208495 h 889088"/>
                <a:gd name="connsiteX38" fmla="*/ 41699 w 1662766"/>
                <a:gd name="connsiteY38" fmla="*/ 98290 h 889088"/>
                <a:gd name="connsiteX39" fmla="*/ 0 w 1662766"/>
                <a:gd name="connsiteY39" fmla="*/ 0 h 889088"/>
                <a:gd name="connsiteX0" fmla="*/ 15612 w 1662766"/>
                <a:gd name="connsiteY0" fmla="*/ 0 h 880167"/>
                <a:gd name="connsiteX1" fmla="*/ 0 w 1662766"/>
                <a:gd name="connsiteY1" fmla="*/ 50649 h 880167"/>
                <a:gd name="connsiteX2" fmla="*/ 5957 w 1662766"/>
                <a:gd name="connsiteY2" fmla="*/ 145961 h 880167"/>
                <a:gd name="connsiteX3" fmla="*/ 11914 w 1662766"/>
                <a:gd name="connsiteY3" fmla="*/ 199574 h 880167"/>
                <a:gd name="connsiteX4" fmla="*/ 20850 w 1662766"/>
                <a:gd name="connsiteY4" fmla="*/ 250208 h 880167"/>
                <a:gd name="connsiteX5" fmla="*/ 56592 w 1662766"/>
                <a:gd name="connsiteY5" fmla="*/ 345520 h 880167"/>
                <a:gd name="connsiteX6" fmla="*/ 86377 w 1662766"/>
                <a:gd name="connsiteY6" fmla="*/ 411047 h 880167"/>
                <a:gd name="connsiteX7" fmla="*/ 113183 w 1662766"/>
                <a:gd name="connsiteY7" fmla="*/ 452746 h 880167"/>
                <a:gd name="connsiteX8" fmla="*/ 160839 w 1662766"/>
                <a:gd name="connsiteY8" fmla="*/ 539123 h 880167"/>
                <a:gd name="connsiteX9" fmla="*/ 205517 w 1662766"/>
                <a:gd name="connsiteY9" fmla="*/ 598693 h 880167"/>
                <a:gd name="connsiteX10" fmla="*/ 288915 w 1662766"/>
                <a:gd name="connsiteY10" fmla="*/ 667198 h 880167"/>
                <a:gd name="connsiteX11" fmla="*/ 354442 w 1662766"/>
                <a:gd name="connsiteY11" fmla="*/ 720811 h 880167"/>
                <a:gd name="connsiteX12" fmla="*/ 431883 w 1662766"/>
                <a:gd name="connsiteY12" fmla="*/ 771446 h 880167"/>
                <a:gd name="connsiteX13" fmla="*/ 488474 w 1662766"/>
                <a:gd name="connsiteY13" fmla="*/ 798252 h 880167"/>
                <a:gd name="connsiteX14" fmla="*/ 580808 w 1662766"/>
                <a:gd name="connsiteY14" fmla="*/ 836973 h 880167"/>
                <a:gd name="connsiteX15" fmla="*/ 691012 w 1662766"/>
                <a:gd name="connsiteY15" fmla="*/ 866758 h 880167"/>
                <a:gd name="connsiteX16" fmla="*/ 803448 w 1662766"/>
                <a:gd name="connsiteY16" fmla="*/ 877923 h 880167"/>
                <a:gd name="connsiteX17" fmla="*/ 886083 w 1662766"/>
                <a:gd name="connsiteY17" fmla="*/ 880167 h 880167"/>
                <a:gd name="connsiteX18" fmla="*/ 988863 w 1662766"/>
                <a:gd name="connsiteY18" fmla="*/ 863779 h 880167"/>
                <a:gd name="connsiteX19" fmla="*/ 1090865 w 1662766"/>
                <a:gd name="connsiteY19" fmla="*/ 835476 h 880167"/>
                <a:gd name="connsiteX20" fmla="*/ 1233100 w 1662766"/>
                <a:gd name="connsiteY20" fmla="*/ 783360 h 880167"/>
                <a:gd name="connsiteX21" fmla="*/ 1352240 w 1662766"/>
                <a:gd name="connsiteY21" fmla="*/ 708897 h 880167"/>
                <a:gd name="connsiteX22" fmla="*/ 1419997 w 1662766"/>
                <a:gd name="connsiteY22" fmla="*/ 641126 h 880167"/>
                <a:gd name="connsiteX23" fmla="*/ 1501165 w 1662766"/>
                <a:gd name="connsiteY23" fmla="*/ 556994 h 880167"/>
                <a:gd name="connsiteX24" fmla="*/ 1558490 w 1662766"/>
                <a:gd name="connsiteY24" fmla="*/ 474330 h 880167"/>
                <a:gd name="connsiteX25" fmla="*/ 1632219 w 1662766"/>
                <a:gd name="connsiteY25" fmla="*/ 318714 h 880167"/>
                <a:gd name="connsiteX26" fmla="*/ 1653054 w 1662766"/>
                <a:gd name="connsiteY26" fmla="*/ 208509 h 880167"/>
                <a:gd name="connsiteX27" fmla="*/ 1662766 w 1662766"/>
                <a:gd name="connsiteY27" fmla="*/ 64793 h 880167"/>
                <a:gd name="connsiteX28" fmla="*/ 1620305 w 1662766"/>
                <a:gd name="connsiteY28" fmla="*/ 166810 h 880167"/>
                <a:gd name="connsiteX29" fmla="*/ 1575627 w 1662766"/>
                <a:gd name="connsiteY29" fmla="*/ 208509 h 880167"/>
                <a:gd name="connsiteX30" fmla="*/ 1474358 w 1662766"/>
                <a:gd name="connsiteY30" fmla="*/ 277015 h 880167"/>
                <a:gd name="connsiteX31" fmla="*/ 1268842 w 1662766"/>
                <a:gd name="connsiteY31" fmla="*/ 345520 h 880167"/>
                <a:gd name="connsiteX32" fmla="*/ 1108003 w 1662766"/>
                <a:gd name="connsiteY32" fmla="*/ 390198 h 880167"/>
                <a:gd name="connsiteX33" fmla="*/ 801217 w 1662766"/>
                <a:gd name="connsiteY33" fmla="*/ 408069 h 880167"/>
                <a:gd name="connsiteX34" fmla="*/ 601657 w 1662766"/>
                <a:gd name="connsiteY34" fmla="*/ 399133 h 880167"/>
                <a:gd name="connsiteX35" fmla="*/ 497410 w 1662766"/>
                <a:gd name="connsiteY35" fmla="*/ 369348 h 880167"/>
                <a:gd name="connsiteX36" fmla="*/ 265087 w 1662766"/>
                <a:gd name="connsiteY36" fmla="*/ 303821 h 880167"/>
                <a:gd name="connsiteX37" fmla="*/ 116162 w 1662766"/>
                <a:gd name="connsiteY37" fmla="*/ 199574 h 880167"/>
                <a:gd name="connsiteX38" fmla="*/ 41699 w 1662766"/>
                <a:gd name="connsiteY38" fmla="*/ 89369 h 880167"/>
                <a:gd name="connsiteX39" fmla="*/ 15612 w 1662766"/>
                <a:gd name="connsiteY39" fmla="*/ 0 h 880167"/>
                <a:gd name="connsiteX0" fmla="*/ 15612 w 1669457"/>
                <a:gd name="connsiteY0" fmla="*/ 0 h 880167"/>
                <a:gd name="connsiteX1" fmla="*/ 0 w 1669457"/>
                <a:gd name="connsiteY1" fmla="*/ 50649 h 880167"/>
                <a:gd name="connsiteX2" fmla="*/ 5957 w 1669457"/>
                <a:gd name="connsiteY2" fmla="*/ 145961 h 880167"/>
                <a:gd name="connsiteX3" fmla="*/ 11914 w 1669457"/>
                <a:gd name="connsiteY3" fmla="*/ 199574 h 880167"/>
                <a:gd name="connsiteX4" fmla="*/ 20850 w 1669457"/>
                <a:gd name="connsiteY4" fmla="*/ 250208 h 880167"/>
                <a:gd name="connsiteX5" fmla="*/ 56592 w 1669457"/>
                <a:gd name="connsiteY5" fmla="*/ 345520 h 880167"/>
                <a:gd name="connsiteX6" fmla="*/ 86377 w 1669457"/>
                <a:gd name="connsiteY6" fmla="*/ 411047 h 880167"/>
                <a:gd name="connsiteX7" fmla="*/ 113183 w 1669457"/>
                <a:gd name="connsiteY7" fmla="*/ 452746 h 880167"/>
                <a:gd name="connsiteX8" fmla="*/ 160839 w 1669457"/>
                <a:gd name="connsiteY8" fmla="*/ 539123 h 880167"/>
                <a:gd name="connsiteX9" fmla="*/ 205517 w 1669457"/>
                <a:gd name="connsiteY9" fmla="*/ 598693 h 880167"/>
                <a:gd name="connsiteX10" fmla="*/ 288915 w 1669457"/>
                <a:gd name="connsiteY10" fmla="*/ 667198 h 880167"/>
                <a:gd name="connsiteX11" fmla="*/ 354442 w 1669457"/>
                <a:gd name="connsiteY11" fmla="*/ 720811 h 880167"/>
                <a:gd name="connsiteX12" fmla="*/ 431883 w 1669457"/>
                <a:gd name="connsiteY12" fmla="*/ 771446 h 880167"/>
                <a:gd name="connsiteX13" fmla="*/ 488474 w 1669457"/>
                <a:gd name="connsiteY13" fmla="*/ 798252 h 880167"/>
                <a:gd name="connsiteX14" fmla="*/ 580808 w 1669457"/>
                <a:gd name="connsiteY14" fmla="*/ 836973 h 880167"/>
                <a:gd name="connsiteX15" fmla="*/ 691012 w 1669457"/>
                <a:gd name="connsiteY15" fmla="*/ 866758 h 880167"/>
                <a:gd name="connsiteX16" fmla="*/ 803448 w 1669457"/>
                <a:gd name="connsiteY16" fmla="*/ 877923 h 880167"/>
                <a:gd name="connsiteX17" fmla="*/ 886083 w 1669457"/>
                <a:gd name="connsiteY17" fmla="*/ 880167 h 880167"/>
                <a:gd name="connsiteX18" fmla="*/ 988863 w 1669457"/>
                <a:gd name="connsiteY18" fmla="*/ 863779 h 880167"/>
                <a:gd name="connsiteX19" fmla="*/ 1090865 w 1669457"/>
                <a:gd name="connsiteY19" fmla="*/ 835476 h 880167"/>
                <a:gd name="connsiteX20" fmla="*/ 1233100 w 1669457"/>
                <a:gd name="connsiteY20" fmla="*/ 783360 h 880167"/>
                <a:gd name="connsiteX21" fmla="*/ 1352240 w 1669457"/>
                <a:gd name="connsiteY21" fmla="*/ 708897 h 880167"/>
                <a:gd name="connsiteX22" fmla="*/ 1419997 w 1669457"/>
                <a:gd name="connsiteY22" fmla="*/ 641126 h 880167"/>
                <a:gd name="connsiteX23" fmla="*/ 1501165 w 1669457"/>
                <a:gd name="connsiteY23" fmla="*/ 556994 h 880167"/>
                <a:gd name="connsiteX24" fmla="*/ 1558490 w 1669457"/>
                <a:gd name="connsiteY24" fmla="*/ 474330 h 880167"/>
                <a:gd name="connsiteX25" fmla="*/ 1632219 w 1669457"/>
                <a:gd name="connsiteY25" fmla="*/ 318714 h 880167"/>
                <a:gd name="connsiteX26" fmla="*/ 1653054 w 1669457"/>
                <a:gd name="connsiteY26" fmla="*/ 208509 h 880167"/>
                <a:gd name="connsiteX27" fmla="*/ 1669457 w 1669457"/>
                <a:gd name="connsiteY27" fmla="*/ 75944 h 880167"/>
                <a:gd name="connsiteX28" fmla="*/ 1620305 w 1669457"/>
                <a:gd name="connsiteY28" fmla="*/ 166810 h 880167"/>
                <a:gd name="connsiteX29" fmla="*/ 1575627 w 1669457"/>
                <a:gd name="connsiteY29" fmla="*/ 208509 h 880167"/>
                <a:gd name="connsiteX30" fmla="*/ 1474358 w 1669457"/>
                <a:gd name="connsiteY30" fmla="*/ 277015 h 880167"/>
                <a:gd name="connsiteX31" fmla="*/ 1268842 w 1669457"/>
                <a:gd name="connsiteY31" fmla="*/ 345520 h 880167"/>
                <a:gd name="connsiteX32" fmla="*/ 1108003 w 1669457"/>
                <a:gd name="connsiteY32" fmla="*/ 390198 h 880167"/>
                <a:gd name="connsiteX33" fmla="*/ 801217 w 1669457"/>
                <a:gd name="connsiteY33" fmla="*/ 408069 h 880167"/>
                <a:gd name="connsiteX34" fmla="*/ 601657 w 1669457"/>
                <a:gd name="connsiteY34" fmla="*/ 399133 h 880167"/>
                <a:gd name="connsiteX35" fmla="*/ 497410 w 1669457"/>
                <a:gd name="connsiteY35" fmla="*/ 369348 h 880167"/>
                <a:gd name="connsiteX36" fmla="*/ 265087 w 1669457"/>
                <a:gd name="connsiteY36" fmla="*/ 303821 h 880167"/>
                <a:gd name="connsiteX37" fmla="*/ 116162 w 1669457"/>
                <a:gd name="connsiteY37" fmla="*/ 199574 h 880167"/>
                <a:gd name="connsiteX38" fmla="*/ 41699 w 1669457"/>
                <a:gd name="connsiteY38" fmla="*/ 89369 h 880167"/>
                <a:gd name="connsiteX39" fmla="*/ 15612 w 1669457"/>
                <a:gd name="connsiteY39" fmla="*/ 0 h 88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669457" h="880167">
                  <a:moveTo>
                    <a:pt x="15612" y="0"/>
                  </a:moveTo>
                  <a:lnTo>
                    <a:pt x="0" y="50649"/>
                  </a:lnTo>
                  <a:lnTo>
                    <a:pt x="5957" y="145961"/>
                  </a:lnTo>
                  <a:lnTo>
                    <a:pt x="11914" y="199574"/>
                  </a:lnTo>
                  <a:lnTo>
                    <a:pt x="20850" y="250208"/>
                  </a:lnTo>
                  <a:lnTo>
                    <a:pt x="56592" y="345520"/>
                  </a:lnTo>
                  <a:lnTo>
                    <a:pt x="86377" y="411047"/>
                  </a:lnTo>
                  <a:lnTo>
                    <a:pt x="113183" y="452746"/>
                  </a:lnTo>
                  <a:lnTo>
                    <a:pt x="160839" y="539123"/>
                  </a:lnTo>
                  <a:lnTo>
                    <a:pt x="205517" y="598693"/>
                  </a:lnTo>
                  <a:lnTo>
                    <a:pt x="288915" y="667198"/>
                  </a:lnTo>
                  <a:lnTo>
                    <a:pt x="354442" y="720811"/>
                  </a:lnTo>
                  <a:lnTo>
                    <a:pt x="431883" y="771446"/>
                  </a:lnTo>
                  <a:lnTo>
                    <a:pt x="488474" y="798252"/>
                  </a:lnTo>
                  <a:lnTo>
                    <a:pt x="580808" y="836973"/>
                  </a:lnTo>
                  <a:lnTo>
                    <a:pt x="691012" y="866758"/>
                  </a:lnTo>
                  <a:lnTo>
                    <a:pt x="803448" y="877923"/>
                  </a:lnTo>
                  <a:lnTo>
                    <a:pt x="886083" y="880167"/>
                  </a:lnTo>
                  <a:cubicBezTo>
                    <a:pt x="945620" y="876935"/>
                    <a:pt x="953859" y="871472"/>
                    <a:pt x="988863" y="863779"/>
                  </a:cubicBezTo>
                  <a:lnTo>
                    <a:pt x="1090865" y="835476"/>
                  </a:lnTo>
                  <a:lnTo>
                    <a:pt x="1233100" y="783360"/>
                  </a:lnTo>
                  <a:lnTo>
                    <a:pt x="1352240" y="708897"/>
                  </a:lnTo>
                  <a:lnTo>
                    <a:pt x="1419997" y="641126"/>
                  </a:lnTo>
                  <a:lnTo>
                    <a:pt x="1501165" y="556994"/>
                  </a:lnTo>
                  <a:lnTo>
                    <a:pt x="1558490" y="474330"/>
                  </a:lnTo>
                  <a:lnTo>
                    <a:pt x="1632219" y="318714"/>
                  </a:lnTo>
                  <a:lnTo>
                    <a:pt x="1653054" y="208509"/>
                  </a:lnTo>
                  <a:lnTo>
                    <a:pt x="1669457" y="75944"/>
                  </a:lnTo>
                  <a:lnTo>
                    <a:pt x="1620305" y="166810"/>
                  </a:lnTo>
                  <a:lnTo>
                    <a:pt x="1575627" y="208509"/>
                  </a:lnTo>
                  <a:lnTo>
                    <a:pt x="1474358" y="277015"/>
                  </a:lnTo>
                  <a:lnTo>
                    <a:pt x="1268842" y="345520"/>
                  </a:lnTo>
                  <a:lnTo>
                    <a:pt x="1108003" y="390198"/>
                  </a:lnTo>
                  <a:lnTo>
                    <a:pt x="801217" y="408069"/>
                  </a:lnTo>
                  <a:lnTo>
                    <a:pt x="601657" y="399133"/>
                  </a:lnTo>
                  <a:lnTo>
                    <a:pt x="497410" y="369348"/>
                  </a:lnTo>
                  <a:lnTo>
                    <a:pt x="265087" y="303821"/>
                  </a:lnTo>
                  <a:lnTo>
                    <a:pt x="116162" y="199574"/>
                  </a:lnTo>
                  <a:lnTo>
                    <a:pt x="41699" y="89369"/>
                  </a:lnTo>
                  <a:lnTo>
                    <a:pt x="15612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9C1EA31-1799-BB0B-578B-5C950EAA0857}"/>
              </a:ext>
            </a:extLst>
          </p:cNvPr>
          <p:cNvGrpSpPr/>
          <p:nvPr/>
        </p:nvGrpSpPr>
        <p:grpSpPr>
          <a:xfrm>
            <a:off x="10345109" y="4588742"/>
            <a:ext cx="1649978" cy="1240043"/>
            <a:chOff x="9307191" y="1492738"/>
            <a:chExt cx="1649978" cy="1240043"/>
          </a:xfrm>
          <a:solidFill>
            <a:srgbClr val="FFFF00">
              <a:alpha val="20000"/>
            </a:srgbClr>
          </a:solidFill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4CA4F78-54A6-6727-0D86-247B0D0F19DC}"/>
                </a:ext>
              </a:extLst>
            </p:cNvPr>
            <p:cNvSpPr/>
            <p:nvPr/>
          </p:nvSpPr>
          <p:spPr>
            <a:xfrm>
              <a:off x="9308122" y="1492738"/>
              <a:ext cx="1649047" cy="765908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E98D269-E8DF-DC98-739E-A59B87DAC7CC}"/>
                </a:ext>
              </a:extLst>
            </p:cNvPr>
            <p:cNvSpPr/>
            <p:nvPr/>
          </p:nvSpPr>
          <p:spPr>
            <a:xfrm>
              <a:off x="9307191" y="1852614"/>
              <a:ext cx="1646696" cy="880167"/>
            </a:xfrm>
            <a:custGeom>
              <a:avLst/>
              <a:gdLst>
                <a:gd name="connsiteX0" fmla="*/ 0 w 1673918"/>
                <a:gd name="connsiteY0" fmla="*/ 0 h 893550"/>
                <a:gd name="connsiteX1" fmla="*/ 0 w 1673918"/>
                <a:gd name="connsiteY1" fmla="*/ 59570 h 893550"/>
                <a:gd name="connsiteX2" fmla="*/ 5957 w 1673918"/>
                <a:gd name="connsiteY2" fmla="*/ 154882 h 893550"/>
                <a:gd name="connsiteX3" fmla="*/ 11914 w 1673918"/>
                <a:gd name="connsiteY3" fmla="*/ 208495 h 893550"/>
                <a:gd name="connsiteX4" fmla="*/ 20850 w 1673918"/>
                <a:gd name="connsiteY4" fmla="*/ 259129 h 893550"/>
                <a:gd name="connsiteX5" fmla="*/ 56592 w 1673918"/>
                <a:gd name="connsiteY5" fmla="*/ 354441 h 893550"/>
                <a:gd name="connsiteX6" fmla="*/ 86377 w 1673918"/>
                <a:gd name="connsiteY6" fmla="*/ 419968 h 893550"/>
                <a:gd name="connsiteX7" fmla="*/ 113183 w 1673918"/>
                <a:gd name="connsiteY7" fmla="*/ 461667 h 893550"/>
                <a:gd name="connsiteX8" fmla="*/ 160839 w 1673918"/>
                <a:gd name="connsiteY8" fmla="*/ 548044 h 893550"/>
                <a:gd name="connsiteX9" fmla="*/ 205517 w 1673918"/>
                <a:gd name="connsiteY9" fmla="*/ 607614 h 893550"/>
                <a:gd name="connsiteX10" fmla="*/ 288915 w 1673918"/>
                <a:gd name="connsiteY10" fmla="*/ 676119 h 893550"/>
                <a:gd name="connsiteX11" fmla="*/ 354442 w 1673918"/>
                <a:gd name="connsiteY11" fmla="*/ 729732 h 893550"/>
                <a:gd name="connsiteX12" fmla="*/ 431883 w 1673918"/>
                <a:gd name="connsiteY12" fmla="*/ 780367 h 893550"/>
                <a:gd name="connsiteX13" fmla="*/ 488474 w 1673918"/>
                <a:gd name="connsiteY13" fmla="*/ 807173 h 893550"/>
                <a:gd name="connsiteX14" fmla="*/ 580808 w 1673918"/>
                <a:gd name="connsiteY14" fmla="*/ 845894 h 893550"/>
                <a:gd name="connsiteX15" fmla="*/ 691012 w 1673918"/>
                <a:gd name="connsiteY15" fmla="*/ 875679 h 893550"/>
                <a:gd name="connsiteX16" fmla="*/ 801217 w 1673918"/>
                <a:gd name="connsiteY16" fmla="*/ 884614 h 893550"/>
                <a:gd name="connsiteX17" fmla="*/ 872701 w 1673918"/>
                <a:gd name="connsiteY17" fmla="*/ 893550 h 893550"/>
                <a:gd name="connsiteX18" fmla="*/ 988863 w 1673918"/>
                <a:gd name="connsiteY18" fmla="*/ 872700 h 893550"/>
                <a:gd name="connsiteX19" fmla="*/ 1084175 w 1673918"/>
                <a:gd name="connsiteY19" fmla="*/ 839937 h 893550"/>
                <a:gd name="connsiteX20" fmla="*/ 1233100 w 1673918"/>
                <a:gd name="connsiteY20" fmla="*/ 792281 h 893550"/>
                <a:gd name="connsiteX21" fmla="*/ 1352240 w 1673918"/>
                <a:gd name="connsiteY21" fmla="*/ 717818 h 893550"/>
                <a:gd name="connsiteX22" fmla="*/ 1417767 w 1673918"/>
                <a:gd name="connsiteY22" fmla="*/ 643356 h 893550"/>
                <a:gd name="connsiteX23" fmla="*/ 1501165 w 1673918"/>
                <a:gd name="connsiteY23" fmla="*/ 565915 h 893550"/>
                <a:gd name="connsiteX24" fmla="*/ 1551799 w 1673918"/>
                <a:gd name="connsiteY24" fmla="*/ 476560 h 893550"/>
                <a:gd name="connsiteX25" fmla="*/ 1632219 w 1673918"/>
                <a:gd name="connsiteY25" fmla="*/ 327635 h 893550"/>
                <a:gd name="connsiteX26" fmla="*/ 1644133 w 1673918"/>
                <a:gd name="connsiteY26" fmla="*/ 217430 h 893550"/>
                <a:gd name="connsiteX27" fmla="*/ 1673918 w 1673918"/>
                <a:gd name="connsiteY27" fmla="*/ 71484 h 893550"/>
                <a:gd name="connsiteX28" fmla="*/ 1620305 w 1673918"/>
                <a:gd name="connsiteY28" fmla="*/ 175731 h 893550"/>
                <a:gd name="connsiteX29" fmla="*/ 1575627 w 1673918"/>
                <a:gd name="connsiteY29" fmla="*/ 217430 h 893550"/>
                <a:gd name="connsiteX30" fmla="*/ 1474358 w 1673918"/>
                <a:gd name="connsiteY30" fmla="*/ 285936 h 893550"/>
                <a:gd name="connsiteX31" fmla="*/ 1268842 w 1673918"/>
                <a:gd name="connsiteY31" fmla="*/ 354441 h 893550"/>
                <a:gd name="connsiteX32" fmla="*/ 1108003 w 1673918"/>
                <a:gd name="connsiteY32" fmla="*/ 399119 h 893550"/>
                <a:gd name="connsiteX33" fmla="*/ 801217 w 1673918"/>
                <a:gd name="connsiteY33" fmla="*/ 416990 h 893550"/>
                <a:gd name="connsiteX34" fmla="*/ 601657 w 1673918"/>
                <a:gd name="connsiteY34" fmla="*/ 408054 h 893550"/>
                <a:gd name="connsiteX35" fmla="*/ 497410 w 1673918"/>
                <a:gd name="connsiteY35" fmla="*/ 378269 h 893550"/>
                <a:gd name="connsiteX36" fmla="*/ 265087 w 1673918"/>
                <a:gd name="connsiteY36" fmla="*/ 312742 h 893550"/>
                <a:gd name="connsiteX37" fmla="*/ 116162 w 1673918"/>
                <a:gd name="connsiteY37" fmla="*/ 208495 h 893550"/>
                <a:gd name="connsiteX38" fmla="*/ 41699 w 1673918"/>
                <a:gd name="connsiteY38" fmla="*/ 98290 h 893550"/>
                <a:gd name="connsiteX39" fmla="*/ 0 w 1673918"/>
                <a:gd name="connsiteY39" fmla="*/ 0 h 893550"/>
                <a:gd name="connsiteX0" fmla="*/ 0 w 1673918"/>
                <a:gd name="connsiteY0" fmla="*/ 0 h 893550"/>
                <a:gd name="connsiteX1" fmla="*/ 0 w 1673918"/>
                <a:gd name="connsiteY1" fmla="*/ 59570 h 893550"/>
                <a:gd name="connsiteX2" fmla="*/ 5957 w 1673918"/>
                <a:gd name="connsiteY2" fmla="*/ 154882 h 893550"/>
                <a:gd name="connsiteX3" fmla="*/ 11914 w 1673918"/>
                <a:gd name="connsiteY3" fmla="*/ 208495 h 893550"/>
                <a:gd name="connsiteX4" fmla="*/ 20850 w 1673918"/>
                <a:gd name="connsiteY4" fmla="*/ 259129 h 893550"/>
                <a:gd name="connsiteX5" fmla="*/ 56592 w 1673918"/>
                <a:gd name="connsiteY5" fmla="*/ 354441 h 893550"/>
                <a:gd name="connsiteX6" fmla="*/ 86377 w 1673918"/>
                <a:gd name="connsiteY6" fmla="*/ 419968 h 893550"/>
                <a:gd name="connsiteX7" fmla="*/ 113183 w 1673918"/>
                <a:gd name="connsiteY7" fmla="*/ 461667 h 893550"/>
                <a:gd name="connsiteX8" fmla="*/ 160839 w 1673918"/>
                <a:gd name="connsiteY8" fmla="*/ 548044 h 893550"/>
                <a:gd name="connsiteX9" fmla="*/ 205517 w 1673918"/>
                <a:gd name="connsiteY9" fmla="*/ 607614 h 893550"/>
                <a:gd name="connsiteX10" fmla="*/ 288915 w 1673918"/>
                <a:gd name="connsiteY10" fmla="*/ 676119 h 893550"/>
                <a:gd name="connsiteX11" fmla="*/ 354442 w 1673918"/>
                <a:gd name="connsiteY11" fmla="*/ 729732 h 893550"/>
                <a:gd name="connsiteX12" fmla="*/ 431883 w 1673918"/>
                <a:gd name="connsiteY12" fmla="*/ 780367 h 893550"/>
                <a:gd name="connsiteX13" fmla="*/ 488474 w 1673918"/>
                <a:gd name="connsiteY13" fmla="*/ 807173 h 893550"/>
                <a:gd name="connsiteX14" fmla="*/ 580808 w 1673918"/>
                <a:gd name="connsiteY14" fmla="*/ 845894 h 893550"/>
                <a:gd name="connsiteX15" fmla="*/ 691012 w 1673918"/>
                <a:gd name="connsiteY15" fmla="*/ 875679 h 893550"/>
                <a:gd name="connsiteX16" fmla="*/ 796757 w 1673918"/>
                <a:gd name="connsiteY16" fmla="*/ 893535 h 893550"/>
                <a:gd name="connsiteX17" fmla="*/ 872701 w 1673918"/>
                <a:gd name="connsiteY17" fmla="*/ 893550 h 893550"/>
                <a:gd name="connsiteX18" fmla="*/ 988863 w 1673918"/>
                <a:gd name="connsiteY18" fmla="*/ 872700 h 893550"/>
                <a:gd name="connsiteX19" fmla="*/ 1084175 w 1673918"/>
                <a:gd name="connsiteY19" fmla="*/ 839937 h 893550"/>
                <a:gd name="connsiteX20" fmla="*/ 1233100 w 1673918"/>
                <a:gd name="connsiteY20" fmla="*/ 792281 h 893550"/>
                <a:gd name="connsiteX21" fmla="*/ 1352240 w 1673918"/>
                <a:gd name="connsiteY21" fmla="*/ 717818 h 893550"/>
                <a:gd name="connsiteX22" fmla="*/ 1417767 w 1673918"/>
                <a:gd name="connsiteY22" fmla="*/ 643356 h 893550"/>
                <a:gd name="connsiteX23" fmla="*/ 1501165 w 1673918"/>
                <a:gd name="connsiteY23" fmla="*/ 565915 h 893550"/>
                <a:gd name="connsiteX24" fmla="*/ 1551799 w 1673918"/>
                <a:gd name="connsiteY24" fmla="*/ 476560 h 893550"/>
                <a:gd name="connsiteX25" fmla="*/ 1632219 w 1673918"/>
                <a:gd name="connsiteY25" fmla="*/ 327635 h 893550"/>
                <a:gd name="connsiteX26" fmla="*/ 1644133 w 1673918"/>
                <a:gd name="connsiteY26" fmla="*/ 217430 h 893550"/>
                <a:gd name="connsiteX27" fmla="*/ 1673918 w 1673918"/>
                <a:gd name="connsiteY27" fmla="*/ 71484 h 893550"/>
                <a:gd name="connsiteX28" fmla="*/ 1620305 w 1673918"/>
                <a:gd name="connsiteY28" fmla="*/ 175731 h 893550"/>
                <a:gd name="connsiteX29" fmla="*/ 1575627 w 1673918"/>
                <a:gd name="connsiteY29" fmla="*/ 217430 h 893550"/>
                <a:gd name="connsiteX30" fmla="*/ 1474358 w 1673918"/>
                <a:gd name="connsiteY30" fmla="*/ 285936 h 893550"/>
                <a:gd name="connsiteX31" fmla="*/ 1268842 w 1673918"/>
                <a:gd name="connsiteY31" fmla="*/ 354441 h 893550"/>
                <a:gd name="connsiteX32" fmla="*/ 1108003 w 1673918"/>
                <a:gd name="connsiteY32" fmla="*/ 399119 h 893550"/>
                <a:gd name="connsiteX33" fmla="*/ 801217 w 1673918"/>
                <a:gd name="connsiteY33" fmla="*/ 416990 h 893550"/>
                <a:gd name="connsiteX34" fmla="*/ 601657 w 1673918"/>
                <a:gd name="connsiteY34" fmla="*/ 408054 h 893550"/>
                <a:gd name="connsiteX35" fmla="*/ 497410 w 1673918"/>
                <a:gd name="connsiteY35" fmla="*/ 378269 h 893550"/>
                <a:gd name="connsiteX36" fmla="*/ 265087 w 1673918"/>
                <a:gd name="connsiteY36" fmla="*/ 312742 h 893550"/>
                <a:gd name="connsiteX37" fmla="*/ 116162 w 1673918"/>
                <a:gd name="connsiteY37" fmla="*/ 208495 h 893550"/>
                <a:gd name="connsiteX38" fmla="*/ 41699 w 1673918"/>
                <a:gd name="connsiteY38" fmla="*/ 98290 h 893550"/>
                <a:gd name="connsiteX39" fmla="*/ 0 w 1673918"/>
                <a:gd name="connsiteY39" fmla="*/ 0 h 893550"/>
                <a:gd name="connsiteX0" fmla="*/ 0 w 1673918"/>
                <a:gd name="connsiteY0" fmla="*/ 0 h 893550"/>
                <a:gd name="connsiteX1" fmla="*/ 0 w 1673918"/>
                <a:gd name="connsiteY1" fmla="*/ 59570 h 893550"/>
                <a:gd name="connsiteX2" fmla="*/ 5957 w 1673918"/>
                <a:gd name="connsiteY2" fmla="*/ 154882 h 893550"/>
                <a:gd name="connsiteX3" fmla="*/ 11914 w 1673918"/>
                <a:gd name="connsiteY3" fmla="*/ 208495 h 893550"/>
                <a:gd name="connsiteX4" fmla="*/ 20850 w 1673918"/>
                <a:gd name="connsiteY4" fmla="*/ 259129 h 893550"/>
                <a:gd name="connsiteX5" fmla="*/ 56592 w 1673918"/>
                <a:gd name="connsiteY5" fmla="*/ 354441 h 893550"/>
                <a:gd name="connsiteX6" fmla="*/ 86377 w 1673918"/>
                <a:gd name="connsiteY6" fmla="*/ 419968 h 893550"/>
                <a:gd name="connsiteX7" fmla="*/ 113183 w 1673918"/>
                <a:gd name="connsiteY7" fmla="*/ 461667 h 893550"/>
                <a:gd name="connsiteX8" fmla="*/ 160839 w 1673918"/>
                <a:gd name="connsiteY8" fmla="*/ 548044 h 893550"/>
                <a:gd name="connsiteX9" fmla="*/ 205517 w 1673918"/>
                <a:gd name="connsiteY9" fmla="*/ 607614 h 893550"/>
                <a:gd name="connsiteX10" fmla="*/ 288915 w 1673918"/>
                <a:gd name="connsiteY10" fmla="*/ 676119 h 893550"/>
                <a:gd name="connsiteX11" fmla="*/ 354442 w 1673918"/>
                <a:gd name="connsiteY11" fmla="*/ 729732 h 893550"/>
                <a:gd name="connsiteX12" fmla="*/ 431883 w 1673918"/>
                <a:gd name="connsiteY12" fmla="*/ 780367 h 893550"/>
                <a:gd name="connsiteX13" fmla="*/ 488474 w 1673918"/>
                <a:gd name="connsiteY13" fmla="*/ 807173 h 893550"/>
                <a:gd name="connsiteX14" fmla="*/ 580808 w 1673918"/>
                <a:gd name="connsiteY14" fmla="*/ 845894 h 893550"/>
                <a:gd name="connsiteX15" fmla="*/ 691012 w 1673918"/>
                <a:gd name="connsiteY15" fmla="*/ 875679 h 893550"/>
                <a:gd name="connsiteX16" fmla="*/ 796757 w 1673918"/>
                <a:gd name="connsiteY16" fmla="*/ 893535 h 893550"/>
                <a:gd name="connsiteX17" fmla="*/ 872701 w 1673918"/>
                <a:gd name="connsiteY17" fmla="*/ 893550 h 893550"/>
                <a:gd name="connsiteX18" fmla="*/ 988863 w 1673918"/>
                <a:gd name="connsiteY18" fmla="*/ 872700 h 893550"/>
                <a:gd name="connsiteX19" fmla="*/ 1090865 w 1673918"/>
                <a:gd name="connsiteY19" fmla="*/ 844397 h 893550"/>
                <a:gd name="connsiteX20" fmla="*/ 1233100 w 1673918"/>
                <a:gd name="connsiteY20" fmla="*/ 792281 h 893550"/>
                <a:gd name="connsiteX21" fmla="*/ 1352240 w 1673918"/>
                <a:gd name="connsiteY21" fmla="*/ 717818 h 893550"/>
                <a:gd name="connsiteX22" fmla="*/ 1417767 w 1673918"/>
                <a:gd name="connsiteY22" fmla="*/ 643356 h 893550"/>
                <a:gd name="connsiteX23" fmla="*/ 1501165 w 1673918"/>
                <a:gd name="connsiteY23" fmla="*/ 565915 h 893550"/>
                <a:gd name="connsiteX24" fmla="*/ 1551799 w 1673918"/>
                <a:gd name="connsiteY24" fmla="*/ 476560 h 893550"/>
                <a:gd name="connsiteX25" fmla="*/ 1632219 w 1673918"/>
                <a:gd name="connsiteY25" fmla="*/ 327635 h 893550"/>
                <a:gd name="connsiteX26" fmla="*/ 1644133 w 1673918"/>
                <a:gd name="connsiteY26" fmla="*/ 217430 h 893550"/>
                <a:gd name="connsiteX27" fmla="*/ 1673918 w 1673918"/>
                <a:gd name="connsiteY27" fmla="*/ 71484 h 893550"/>
                <a:gd name="connsiteX28" fmla="*/ 1620305 w 1673918"/>
                <a:gd name="connsiteY28" fmla="*/ 175731 h 893550"/>
                <a:gd name="connsiteX29" fmla="*/ 1575627 w 1673918"/>
                <a:gd name="connsiteY29" fmla="*/ 217430 h 893550"/>
                <a:gd name="connsiteX30" fmla="*/ 1474358 w 1673918"/>
                <a:gd name="connsiteY30" fmla="*/ 285936 h 893550"/>
                <a:gd name="connsiteX31" fmla="*/ 1268842 w 1673918"/>
                <a:gd name="connsiteY31" fmla="*/ 354441 h 893550"/>
                <a:gd name="connsiteX32" fmla="*/ 1108003 w 1673918"/>
                <a:gd name="connsiteY32" fmla="*/ 399119 h 893550"/>
                <a:gd name="connsiteX33" fmla="*/ 801217 w 1673918"/>
                <a:gd name="connsiteY33" fmla="*/ 416990 h 893550"/>
                <a:gd name="connsiteX34" fmla="*/ 601657 w 1673918"/>
                <a:gd name="connsiteY34" fmla="*/ 408054 h 893550"/>
                <a:gd name="connsiteX35" fmla="*/ 497410 w 1673918"/>
                <a:gd name="connsiteY35" fmla="*/ 378269 h 893550"/>
                <a:gd name="connsiteX36" fmla="*/ 265087 w 1673918"/>
                <a:gd name="connsiteY36" fmla="*/ 312742 h 893550"/>
                <a:gd name="connsiteX37" fmla="*/ 116162 w 1673918"/>
                <a:gd name="connsiteY37" fmla="*/ 208495 h 893550"/>
                <a:gd name="connsiteX38" fmla="*/ 41699 w 1673918"/>
                <a:gd name="connsiteY38" fmla="*/ 98290 h 893550"/>
                <a:gd name="connsiteX39" fmla="*/ 0 w 1673918"/>
                <a:gd name="connsiteY39" fmla="*/ 0 h 893550"/>
                <a:gd name="connsiteX0" fmla="*/ 0 w 1673918"/>
                <a:gd name="connsiteY0" fmla="*/ 0 h 893550"/>
                <a:gd name="connsiteX1" fmla="*/ 0 w 1673918"/>
                <a:gd name="connsiteY1" fmla="*/ 59570 h 893550"/>
                <a:gd name="connsiteX2" fmla="*/ 5957 w 1673918"/>
                <a:gd name="connsiteY2" fmla="*/ 154882 h 893550"/>
                <a:gd name="connsiteX3" fmla="*/ 11914 w 1673918"/>
                <a:gd name="connsiteY3" fmla="*/ 208495 h 893550"/>
                <a:gd name="connsiteX4" fmla="*/ 20850 w 1673918"/>
                <a:gd name="connsiteY4" fmla="*/ 259129 h 893550"/>
                <a:gd name="connsiteX5" fmla="*/ 56592 w 1673918"/>
                <a:gd name="connsiteY5" fmla="*/ 354441 h 893550"/>
                <a:gd name="connsiteX6" fmla="*/ 86377 w 1673918"/>
                <a:gd name="connsiteY6" fmla="*/ 419968 h 893550"/>
                <a:gd name="connsiteX7" fmla="*/ 113183 w 1673918"/>
                <a:gd name="connsiteY7" fmla="*/ 461667 h 893550"/>
                <a:gd name="connsiteX8" fmla="*/ 160839 w 1673918"/>
                <a:gd name="connsiteY8" fmla="*/ 548044 h 893550"/>
                <a:gd name="connsiteX9" fmla="*/ 205517 w 1673918"/>
                <a:gd name="connsiteY9" fmla="*/ 607614 h 893550"/>
                <a:gd name="connsiteX10" fmla="*/ 288915 w 1673918"/>
                <a:gd name="connsiteY10" fmla="*/ 676119 h 893550"/>
                <a:gd name="connsiteX11" fmla="*/ 354442 w 1673918"/>
                <a:gd name="connsiteY11" fmla="*/ 729732 h 893550"/>
                <a:gd name="connsiteX12" fmla="*/ 431883 w 1673918"/>
                <a:gd name="connsiteY12" fmla="*/ 780367 h 893550"/>
                <a:gd name="connsiteX13" fmla="*/ 488474 w 1673918"/>
                <a:gd name="connsiteY13" fmla="*/ 807173 h 893550"/>
                <a:gd name="connsiteX14" fmla="*/ 580808 w 1673918"/>
                <a:gd name="connsiteY14" fmla="*/ 845894 h 893550"/>
                <a:gd name="connsiteX15" fmla="*/ 691012 w 1673918"/>
                <a:gd name="connsiteY15" fmla="*/ 875679 h 893550"/>
                <a:gd name="connsiteX16" fmla="*/ 796757 w 1673918"/>
                <a:gd name="connsiteY16" fmla="*/ 893535 h 893550"/>
                <a:gd name="connsiteX17" fmla="*/ 872701 w 1673918"/>
                <a:gd name="connsiteY17" fmla="*/ 893550 h 893550"/>
                <a:gd name="connsiteX18" fmla="*/ 988863 w 1673918"/>
                <a:gd name="connsiteY18" fmla="*/ 872700 h 893550"/>
                <a:gd name="connsiteX19" fmla="*/ 1090865 w 1673918"/>
                <a:gd name="connsiteY19" fmla="*/ 844397 h 893550"/>
                <a:gd name="connsiteX20" fmla="*/ 1233100 w 1673918"/>
                <a:gd name="connsiteY20" fmla="*/ 792281 h 893550"/>
                <a:gd name="connsiteX21" fmla="*/ 1352240 w 1673918"/>
                <a:gd name="connsiteY21" fmla="*/ 717818 h 893550"/>
                <a:gd name="connsiteX22" fmla="*/ 1419997 w 1673918"/>
                <a:gd name="connsiteY22" fmla="*/ 650047 h 893550"/>
                <a:gd name="connsiteX23" fmla="*/ 1501165 w 1673918"/>
                <a:gd name="connsiteY23" fmla="*/ 565915 h 893550"/>
                <a:gd name="connsiteX24" fmla="*/ 1551799 w 1673918"/>
                <a:gd name="connsiteY24" fmla="*/ 476560 h 893550"/>
                <a:gd name="connsiteX25" fmla="*/ 1632219 w 1673918"/>
                <a:gd name="connsiteY25" fmla="*/ 327635 h 893550"/>
                <a:gd name="connsiteX26" fmla="*/ 1644133 w 1673918"/>
                <a:gd name="connsiteY26" fmla="*/ 217430 h 893550"/>
                <a:gd name="connsiteX27" fmla="*/ 1673918 w 1673918"/>
                <a:gd name="connsiteY27" fmla="*/ 71484 h 893550"/>
                <a:gd name="connsiteX28" fmla="*/ 1620305 w 1673918"/>
                <a:gd name="connsiteY28" fmla="*/ 175731 h 893550"/>
                <a:gd name="connsiteX29" fmla="*/ 1575627 w 1673918"/>
                <a:gd name="connsiteY29" fmla="*/ 217430 h 893550"/>
                <a:gd name="connsiteX30" fmla="*/ 1474358 w 1673918"/>
                <a:gd name="connsiteY30" fmla="*/ 285936 h 893550"/>
                <a:gd name="connsiteX31" fmla="*/ 1268842 w 1673918"/>
                <a:gd name="connsiteY31" fmla="*/ 354441 h 893550"/>
                <a:gd name="connsiteX32" fmla="*/ 1108003 w 1673918"/>
                <a:gd name="connsiteY32" fmla="*/ 399119 h 893550"/>
                <a:gd name="connsiteX33" fmla="*/ 801217 w 1673918"/>
                <a:gd name="connsiteY33" fmla="*/ 416990 h 893550"/>
                <a:gd name="connsiteX34" fmla="*/ 601657 w 1673918"/>
                <a:gd name="connsiteY34" fmla="*/ 408054 h 893550"/>
                <a:gd name="connsiteX35" fmla="*/ 497410 w 1673918"/>
                <a:gd name="connsiteY35" fmla="*/ 378269 h 893550"/>
                <a:gd name="connsiteX36" fmla="*/ 265087 w 1673918"/>
                <a:gd name="connsiteY36" fmla="*/ 312742 h 893550"/>
                <a:gd name="connsiteX37" fmla="*/ 116162 w 1673918"/>
                <a:gd name="connsiteY37" fmla="*/ 208495 h 893550"/>
                <a:gd name="connsiteX38" fmla="*/ 41699 w 1673918"/>
                <a:gd name="connsiteY38" fmla="*/ 98290 h 893550"/>
                <a:gd name="connsiteX39" fmla="*/ 0 w 1673918"/>
                <a:gd name="connsiteY39" fmla="*/ 0 h 893550"/>
                <a:gd name="connsiteX0" fmla="*/ 0 w 1673918"/>
                <a:gd name="connsiteY0" fmla="*/ 0 h 893550"/>
                <a:gd name="connsiteX1" fmla="*/ 0 w 1673918"/>
                <a:gd name="connsiteY1" fmla="*/ 59570 h 893550"/>
                <a:gd name="connsiteX2" fmla="*/ 5957 w 1673918"/>
                <a:gd name="connsiteY2" fmla="*/ 154882 h 893550"/>
                <a:gd name="connsiteX3" fmla="*/ 11914 w 1673918"/>
                <a:gd name="connsiteY3" fmla="*/ 208495 h 893550"/>
                <a:gd name="connsiteX4" fmla="*/ 20850 w 1673918"/>
                <a:gd name="connsiteY4" fmla="*/ 259129 h 893550"/>
                <a:gd name="connsiteX5" fmla="*/ 56592 w 1673918"/>
                <a:gd name="connsiteY5" fmla="*/ 354441 h 893550"/>
                <a:gd name="connsiteX6" fmla="*/ 86377 w 1673918"/>
                <a:gd name="connsiteY6" fmla="*/ 419968 h 893550"/>
                <a:gd name="connsiteX7" fmla="*/ 113183 w 1673918"/>
                <a:gd name="connsiteY7" fmla="*/ 461667 h 893550"/>
                <a:gd name="connsiteX8" fmla="*/ 160839 w 1673918"/>
                <a:gd name="connsiteY8" fmla="*/ 548044 h 893550"/>
                <a:gd name="connsiteX9" fmla="*/ 205517 w 1673918"/>
                <a:gd name="connsiteY9" fmla="*/ 607614 h 893550"/>
                <a:gd name="connsiteX10" fmla="*/ 288915 w 1673918"/>
                <a:gd name="connsiteY10" fmla="*/ 676119 h 893550"/>
                <a:gd name="connsiteX11" fmla="*/ 354442 w 1673918"/>
                <a:gd name="connsiteY11" fmla="*/ 729732 h 893550"/>
                <a:gd name="connsiteX12" fmla="*/ 431883 w 1673918"/>
                <a:gd name="connsiteY12" fmla="*/ 780367 h 893550"/>
                <a:gd name="connsiteX13" fmla="*/ 488474 w 1673918"/>
                <a:gd name="connsiteY13" fmla="*/ 807173 h 893550"/>
                <a:gd name="connsiteX14" fmla="*/ 580808 w 1673918"/>
                <a:gd name="connsiteY14" fmla="*/ 845894 h 893550"/>
                <a:gd name="connsiteX15" fmla="*/ 691012 w 1673918"/>
                <a:gd name="connsiteY15" fmla="*/ 875679 h 893550"/>
                <a:gd name="connsiteX16" fmla="*/ 796757 w 1673918"/>
                <a:gd name="connsiteY16" fmla="*/ 893535 h 893550"/>
                <a:gd name="connsiteX17" fmla="*/ 872701 w 1673918"/>
                <a:gd name="connsiteY17" fmla="*/ 893550 h 893550"/>
                <a:gd name="connsiteX18" fmla="*/ 988863 w 1673918"/>
                <a:gd name="connsiteY18" fmla="*/ 872700 h 893550"/>
                <a:gd name="connsiteX19" fmla="*/ 1090865 w 1673918"/>
                <a:gd name="connsiteY19" fmla="*/ 844397 h 893550"/>
                <a:gd name="connsiteX20" fmla="*/ 1233100 w 1673918"/>
                <a:gd name="connsiteY20" fmla="*/ 792281 h 893550"/>
                <a:gd name="connsiteX21" fmla="*/ 1352240 w 1673918"/>
                <a:gd name="connsiteY21" fmla="*/ 717818 h 893550"/>
                <a:gd name="connsiteX22" fmla="*/ 1419997 w 1673918"/>
                <a:gd name="connsiteY22" fmla="*/ 650047 h 893550"/>
                <a:gd name="connsiteX23" fmla="*/ 1501165 w 1673918"/>
                <a:gd name="connsiteY23" fmla="*/ 565915 h 893550"/>
                <a:gd name="connsiteX24" fmla="*/ 1551799 w 1673918"/>
                <a:gd name="connsiteY24" fmla="*/ 476560 h 893550"/>
                <a:gd name="connsiteX25" fmla="*/ 1632219 w 1673918"/>
                <a:gd name="connsiteY25" fmla="*/ 327635 h 893550"/>
                <a:gd name="connsiteX26" fmla="*/ 1653054 w 1673918"/>
                <a:gd name="connsiteY26" fmla="*/ 217430 h 893550"/>
                <a:gd name="connsiteX27" fmla="*/ 1673918 w 1673918"/>
                <a:gd name="connsiteY27" fmla="*/ 71484 h 893550"/>
                <a:gd name="connsiteX28" fmla="*/ 1620305 w 1673918"/>
                <a:gd name="connsiteY28" fmla="*/ 175731 h 893550"/>
                <a:gd name="connsiteX29" fmla="*/ 1575627 w 1673918"/>
                <a:gd name="connsiteY29" fmla="*/ 217430 h 893550"/>
                <a:gd name="connsiteX30" fmla="*/ 1474358 w 1673918"/>
                <a:gd name="connsiteY30" fmla="*/ 285936 h 893550"/>
                <a:gd name="connsiteX31" fmla="*/ 1268842 w 1673918"/>
                <a:gd name="connsiteY31" fmla="*/ 354441 h 893550"/>
                <a:gd name="connsiteX32" fmla="*/ 1108003 w 1673918"/>
                <a:gd name="connsiteY32" fmla="*/ 399119 h 893550"/>
                <a:gd name="connsiteX33" fmla="*/ 801217 w 1673918"/>
                <a:gd name="connsiteY33" fmla="*/ 416990 h 893550"/>
                <a:gd name="connsiteX34" fmla="*/ 601657 w 1673918"/>
                <a:gd name="connsiteY34" fmla="*/ 408054 h 893550"/>
                <a:gd name="connsiteX35" fmla="*/ 497410 w 1673918"/>
                <a:gd name="connsiteY35" fmla="*/ 378269 h 893550"/>
                <a:gd name="connsiteX36" fmla="*/ 265087 w 1673918"/>
                <a:gd name="connsiteY36" fmla="*/ 312742 h 893550"/>
                <a:gd name="connsiteX37" fmla="*/ 116162 w 1673918"/>
                <a:gd name="connsiteY37" fmla="*/ 208495 h 893550"/>
                <a:gd name="connsiteX38" fmla="*/ 41699 w 1673918"/>
                <a:gd name="connsiteY38" fmla="*/ 98290 h 893550"/>
                <a:gd name="connsiteX39" fmla="*/ 0 w 1673918"/>
                <a:gd name="connsiteY39" fmla="*/ 0 h 893550"/>
                <a:gd name="connsiteX0" fmla="*/ 0 w 1673918"/>
                <a:gd name="connsiteY0" fmla="*/ 0 h 893550"/>
                <a:gd name="connsiteX1" fmla="*/ 0 w 1673918"/>
                <a:gd name="connsiteY1" fmla="*/ 59570 h 893550"/>
                <a:gd name="connsiteX2" fmla="*/ 5957 w 1673918"/>
                <a:gd name="connsiteY2" fmla="*/ 154882 h 893550"/>
                <a:gd name="connsiteX3" fmla="*/ 11914 w 1673918"/>
                <a:gd name="connsiteY3" fmla="*/ 208495 h 893550"/>
                <a:gd name="connsiteX4" fmla="*/ 20850 w 1673918"/>
                <a:gd name="connsiteY4" fmla="*/ 259129 h 893550"/>
                <a:gd name="connsiteX5" fmla="*/ 56592 w 1673918"/>
                <a:gd name="connsiteY5" fmla="*/ 354441 h 893550"/>
                <a:gd name="connsiteX6" fmla="*/ 86377 w 1673918"/>
                <a:gd name="connsiteY6" fmla="*/ 419968 h 893550"/>
                <a:gd name="connsiteX7" fmla="*/ 113183 w 1673918"/>
                <a:gd name="connsiteY7" fmla="*/ 461667 h 893550"/>
                <a:gd name="connsiteX8" fmla="*/ 160839 w 1673918"/>
                <a:gd name="connsiteY8" fmla="*/ 548044 h 893550"/>
                <a:gd name="connsiteX9" fmla="*/ 205517 w 1673918"/>
                <a:gd name="connsiteY9" fmla="*/ 607614 h 893550"/>
                <a:gd name="connsiteX10" fmla="*/ 288915 w 1673918"/>
                <a:gd name="connsiteY10" fmla="*/ 676119 h 893550"/>
                <a:gd name="connsiteX11" fmla="*/ 354442 w 1673918"/>
                <a:gd name="connsiteY11" fmla="*/ 729732 h 893550"/>
                <a:gd name="connsiteX12" fmla="*/ 431883 w 1673918"/>
                <a:gd name="connsiteY12" fmla="*/ 780367 h 893550"/>
                <a:gd name="connsiteX13" fmla="*/ 488474 w 1673918"/>
                <a:gd name="connsiteY13" fmla="*/ 807173 h 893550"/>
                <a:gd name="connsiteX14" fmla="*/ 580808 w 1673918"/>
                <a:gd name="connsiteY14" fmla="*/ 845894 h 893550"/>
                <a:gd name="connsiteX15" fmla="*/ 691012 w 1673918"/>
                <a:gd name="connsiteY15" fmla="*/ 875679 h 893550"/>
                <a:gd name="connsiteX16" fmla="*/ 796757 w 1673918"/>
                <a:gd name="connsiteY16" fmla="*/ 893535 h 893550"/>
                <a:gd name="connsiteX17" fmla="*/ 872701 w 1673918"/>
                <a:gd name="connsiteY17" fmla="*/ 893550 h 893550"/>
                <a:gd name="connsiteX18" fmla="*/ 988863 w 1673918"/>
                <a:gd name="connsiteY18" fmla="*/ 872700 h 893550"/>
                <a:gd name="connsiteX19" fmla="*/ 1090865 w 1673918"/>
                <a:gd name="connsiteY19" fmla="*/ 844397 h 893550"/>
                <a:gd name="connsiteX20" fmla="*/ 1233100 w 1673918"/>
                <a:gd name="connsiteY20" fmla="*/ 792281 h 893550"/>
                <a:gd name="connsiteX21" fmla="*/ 1352240 w 1673918"/>
                <a:gd name="connsiteY21" fmla="*/ 717818 h 893550"/>
                <a:gd name="connsiteX22" fmla="*/ 1419997 w 1673918"/>
                <a:gd name="connsiteY22" fmla="*/ 650047 h 893550"/>
                <a:gd name="connsiteX23" fmla="*/ 1501165 w 1673918"/>
                <a:gd name="connsiteY23" fmla="*/ 565915 h 893550"/>
                <a:gd name="connsiteX24" fmla="*/ 1558490 w 1673918"/>
                <a:gd name="connsiteY24" fmla="*/ 483251 h 893550"/>
                <a:gd name="connsiteX25" fmla="*/ 1632219 w 1673918"/>
                <a:gd name="connsiteY25" fmla="*/ 327635 h 893550"/>
                <a:gd name="connsiteX26" fmla="*/ 1653054 w 1673918"/>
                <a:gd name="connsiteY26" fmla="*/ 217430 h 893550"/>
                <a:gd name="connsiteX27" fmla="*/ 1673918 w 1673918"/>
                <a:gd name="connsiteY27" fmla="*/ 71484 h 893550"/>
                <a:gd name="connsiteX28" fmla="*/ 1620305 w 1673918"/>
                <a:gd name="connsiteY28" fmla="*/ 175731 h 893550"/>
                <a:gd name="connsiteX29" fmla="*/ 1575627 w 1673918"/>
                <a:gd name="connsiteY29" fmla="*/ 217430 h 893550"/>
                <a:gd name="connsiteX30" fmla="*/ 1474358 w 1673918"/>
                <a:gd name="connsiteY30" fmla="*/ 285936 h 893550"/>
                <a:gd name="connsiteX31" fmla="*/ 1268842 w 1673918"/>
                <a:gd name="connsiteY31" fmla="*/ 354441 h 893550"/>
                <a:gd name="connsiteX32" fmla="*/ 1108003 w 1673918"/>
                <a:gd name="connsiteY32" fmla="*/ 399119 h 893550"/>
                <a:gd name="connsiteX33" fmla="*/ 801217 w 1673918"/>
                <a:gd name="connsiteY33" fmla="*/ 416990 h 893550"/>
                <a:gd name="connsiteX34" fmla="*/ 601657 w 1673918"/>
                <a:gd name="connsiteY34" fmla="*/ 408054 h 893550"/>
                <a:gd name="connsiteX35" fmla="*/ 497410 w 1673918"/>
                <a:gd name="connsiteY35" fmla="*/ 378269 h 893550"/>
                <a:gd name="connsiteX36" fmla="*/ 265087 w 1673918"/>
                <a:gd name="connsiteY36" fmla="*/ 312742 h 893550"/>
                <a:gd name="connsiteX37" fmla="*/ 116162 w 1673918"/>
                <a:gd name="connsiteY37" fmla="*/ 208495 h 893550"/>
                <a:gd name="connsiteX38" fmla="*/ 41699 w 1673918"/>
                <a:gd name="connsiteY38" fmla="*/ 98290 h 893550"/>
                <a:gd name="connsiteX39" fmla="*/ 0 w 1673918"/>
                <a:gd name="connsiteY39" fmla="*/ 0 h 893550"/>
                <a:gd name="connsiteX0" fmla="*/ 0 w 1673918"/>
                <a:gd name="connsiteY0" fmla="*/ 0 h 893550"/>
                <a:gd name="connsiteX1" fmla="*/ 0 w 1673918"/>
                <a:gd name="connsiteY1" fmla="*/ 59570 h 893550"/>
                <a:gd name="connsiteX2" fmla="*/ 5957 w 1673918"/>
                <a:gd name="connsiteY2" fmla="*/ 154882 h 893550"/>
                <a:gd name="connsiteX3" fmla="*/ 11914 w 1673918"/>
                <a:gd name="connsiteY3" fmla="*/ 208495 h 893550"/>
                <a:gd name="connsiteX4" fmla="*/ 20850 w 1673918"/>
                <a:gd name="connsiteY4" fmla="*/ 259129 h 893550"/>
                <a:gd name="connsiteX5" fmla="*/ 56592 w 1673918"/>
                <a:gd name="connsiteY5" fmla="*/ 354441 h 893550"/>
                <a:gd name="connsiteX6" fmla="*/ 86377 w 1673918"/>
                <a:gd name="connsiteY6" fmla="*/ 419968 h 893550"/>
                <a:gd name="connsiteX7" fmla="*/ 113183 w 1673918"/>
                <a:gd name="connsiteY7" fmla="*/ 461667 h 893550"/>
                <a:gd name="connsiteX8" fmla="*/ 160839 w 1673918"/>
                <a:gd name="connsiteY8" fmla="*/ 548044 h 893550"/>
                <a:gd name="connsiteX9" fmla="*/ 205517 w 1673918"/>
                <a:gd name="connsiteY9" fmla="*/ 607614 h 893550"/>
                <a:gd name="connsiteX10" fmla="*/ 288915 w 1673918"/>
                <a:gd name="connsiteY10" fmla="*/ 676119 h 893550"/>
                <a:gd name="connsiteX11" fmla="*/ 354442 w 1673918"/>
                <a:gd name="connsiteY11" fmla="*/ 729732 h 893550"/>
                <a:gd name="connsiteX12" fmla="*/ 431883 w 1673918"/>
                <a:gd name="connsiteY12" fmla="*/ 780367 h 893550"/>
                <a:gd name="connsiteX13" fmla="*/ 488474 w 1673918"/>
                <a:gd name="connsiteY13" fmla="*/ 807173 h 893550"/>
                <a:gd name="connsiteX14" fmla="*/ 580808 w 1673918"/>
                <a:gd name="connsiteY14" fmla="*/ 845894 h 893550"/>
                <a:gd name="connsiteX15" fmla="*/ 691012 w 1673918"/>
                <a:gd name="connsiteY15" fmla="*/ 875679 h 893550"/>
                <a:gd name="connsiteX16" fmla="*/ 796757 w 1673918"/>
                <a:gd name="connsiteY16" fmla="*/ 891304 h 893550"/>
                <a:gd name="connsiteX17" fmla="*/ 872701 w 1673918"/>
                <a:gd name="connsiteY17" fmla="*/ 893550 h 893550"/>
                <a:gd name="connsiteX18" fmla="*/ 988863 w 1673918"/>
                <a:gd name="connsiteY18" fmla="*/ 872700 h 893550"/>
                <a:gd name="connsiteX19" fmla="*/ 1090865 w 1673918"/>
                <a:gd name="connsiteY19" fmla="*/ 844397 h 893550"/>
                <a:gd name="connsiteX20" fmla="*/ 1233100 w 1673918"/>
                <a:gd name="connsiteY20" fmla="*/ 792281 h 893550"/>
                <a:gd name="connsiteX21" fmla="*/ 1352240 w 1673918"/>
                <a:gd name="connsiteY21" fmla="*/ 717818 h 893550"/>
                <a:gd name="connsiteX22" fmla="*/ 1419997 w 1673918"/>
                <a:gd name="connsiteY22" fmla="*/ 650047 h 893550"/>
                <a:gd name="connsiteX23" fmla="*/ 1501165 w 1673918"/>
                <a:gd name="connsiteY23" fmla="*/ 565915 h 893550"/>
                <a:gd name="connsiteX24" fmla="*/ 1558490 w 1673918"/>
                <a:gd name="connsiteY24" fmla="*/ 483251 h 893550"/>
                <a:gd name="connsiteX25" fmla="*/ 1632219 w 1673918"/>
                <a:gd name="connsiteY25" fmla="*/ 327635 h 893550"/>
                <a:gd name="connsiteX26" fmla="*/ 1653054 w 1673918"/>
                <a:gd name="connsiteY26" fmla="*/ 217430 h 893550"/>
                <a:gd name="connsiteX27" fmla="*/ 1673918 w 1673918"/>
                <a:gd name="connsiteY27" fmla="*/ 71484 h 893550"/>
                <a:gd name="connsiteX28" fmla="*/ 1620305 w 1673918"/>
                <a:gd name="connsiteY28" fmla="*/ 175731 h 893550"/>
                <a:gd name="connsiteX29" fmla="*/ 1575627 w 1673918"/>
                <a:gd name="connsiteY29" fmla="*/ 217430 h 893550"/>
                <a:gd name="connsiteX30" fmla="*/ 1474358 w 1673918"/>
                <a:gd name="connsiteY30" fmla="*/ 285936 h 893550"/>
                <a:gd name="connsiteX31" fmla="*/ 1268842 w 1673918"/>
                <a:gd name="connsiteY31" fmla="*/ 354441 h 893550"/>
                <a:gd name="connsiteX32" fmla="*/ 1108003 w 1673918"/>
                <a:gd name="connsiteY32" fmla="*/ 399119 h 893550"/>
                <a:gd name="connsiteX33" fmla="*/ 801217 w 1673918"/>
                <a:gd name="connsiteY33" fmla="*/ 416990 h 893550"/>
                <a:gd name="connsiteX34" fmla="*/ 601657 w 1673918"/>
                <a:gd name="connsiteY34" fmla="*/ 408054 h 893550"/>
                <a:gd name="connsiteX35" fmla="*/ 497410 w 1673918"/>
                <a:gd name="connsiteY35" fmla="*/ 378269 h 893550"/>
                <a:gd name="connsiteX36" fmla="*/ 265087 w 1673918"/>
                <a:gd name="connsiteY36" fmla="*/ 312742 h 893550"/>
                <a:gd name="connsiteX37" fmla="*/ 116162 w 1673918"/>
                <a:gd name="connsiteY37" fmla="*/ 208495 h 893550"/>
                <a:gd name="connsiteX38" fmla="*/ 41699 w 1673918"/>
                <a:gd name="connsiteY38" fmla="*/ 98290 h 893550"/>
                <a:gd name="connsiteX39" fmla="*/ 0 w 1673918"/>
                <a:gd name="connsiteY39" fmla="*/ 0 h 893550"/>
                <a:gd name="connsiteX0" fmla="*/ 0 w 1673918"/>
                <a:gd name="connsiteY0" fmla="*/ 0 h 891304"/>
                <a:gd name="connsiteX1" fmla="*/ 0 w 1673918"/>
                <a:gd name="connsiteY1" fmla="*/ 59570 h 891304"/>
                <a:gd name="connsiteX2" fmla="*/ 5957 w 1673918"/>
                <a:gd name="connsiteY2" fmla="*/ 154882 h 891304"/>
                <a:gd name="connsiteX3" fmla="*/ 11914 w 1673918"/>
                <a:gd name="connsiteY3" fmla="*/ 208495 h 891304"/>
                <a:gd name="connsiteX4" fmla="*/ 20850 w 1673918"/>
                <a:gd name="connsiteY4" fmla="*/ 259129 h 891304"/>
                <a:gd name="connsiteX5" fmla="*/ 56592 w 1673918"/>
                <a:gd name="connsiteY5" fmla="*/ 354441 h 891304"/>
                <a:gd name="connsiteX6" fmla="*/ 86377 w 1673918"/>
                <a:gd name="connsiteY6" fmla="*/ 419968 h 891304"/>
                <a:gd name="connsiteX7" fmla="*/ 113183 w 1673918"/>
                <a:gd name="connsiteY7" fmla="*/ 461667 h 891304"/>
                <a:gd name="connsiteX8" fmla="*/ 160839 w 1673918"/>
                <a:gd name="connsiteY8" fmla="*/ 548044 h 891304"/>
                <a:gd name="connsiteX9" fmla="*/ 205517 w 1673918"/>
                <a:gd name="connsiteY9" fmla="*/ 607614 h 891304"/>
                <a:gd name="connsiteX10" fmla="*/ 288915 w 1673918"/>
                <a:gd name="connsiteY10" fmla="*/ 676119 h 891304"/>
                <a:gd name="connsiteX11" fmla="*/ 354442 w 1673918"/>
                <a:gd name="connsiteY11" fmla="*/ 729732 h 891304"/>
                <a:gd name="connsiteX12" fmla="*/ 431883 w 1673918"/>
                <a:gd name="connsiteY12" fmla="*/ 780367 h 891304"/>
                <a:gd name="connsiteX13" fmla="*/ 488474 w 1673918"/>
                <a:gd name="connsiteY13" fmla="*/ 807173 h 891304"/>
                <a:gd name="connsiteX14" fmla="*/ 580808 w 1673918"/>
                <a:gd name="connsiteY14" fmla="*/ 845894 h 891304"/>
                <a:gd name="connsiteX15" fmla="*/ 691012 w 1673918"/>
                <a:gd name="connsiteY15" fmla="*/ 875679 h 891304"/>
                <a:gd name="connsiteX16" fmla="*/ 796757 w 1673918"/>
                <a:gd name="connsiteY16" fmla="*/ 891304 h 891304"/>
                <a:gd name="connsiteX17" fmla="*/ 877161 w 1673918"/>
                <a:gd name="connsiteY17" fmla="*/ 886859 h 891304"/>
                <a:gd name="connsiteX18" fmla="*/ 988863 w 1673918"/>
                <a:gd name="connsiteY18" fmla="*/ 872700 h 891304"/>
                <a:gd name="connsiteX19" fmla="*/ 1090865 w 1673918"/>
                <a:gd name="connsiteY19" fmla="*/ 844397 h 891304"/>
                <a:gd name="connsiteX20" fmla="*/ 1233100 w 1673918"/>
                <a:gd name="connsiteY20" fmla="*/ 792281 h 891304"/>
                <a:gd name="connsiteX21" fmla="*/ 1352240 w 1673918"/>
                <a:gd name="connsiteY21" fmla="*/ 717818 h 891304"/>
                <a:gd name="connsiteX22" fmla="*/ 1419997 w 1673918"/>
                <a:gd name="connsiteY22" fmla="*/ 650047 h 891304"/>
                <a:gd name="connsiteX23" fmla="*/ 1501165 w 1673918"/>
                <a:gd name="connsiteY23" fmla="*/ 565915 h 891304"/>
                <a:gd name="connsiteX24" fmla="*/ 1558490 w 1673918"/>
                <a:gd name="connsiteY24" fmla="*/ 483251 h 891304"/>
                <a:gd name="connsiteX25" fmla="*/ 1632219 w 1673918"/>
                <a:gd name="connsiteY25" fmla="*/ 327635 h 891304"/>
                <a:gd name="connsiteX26" fmla="*/ 1653054 w 1673918"/>
                <a:gd name="connsiteY26" fmla="*/ 217430 h 891304"/>
                <a:gd name="connsiteX27" fmla="*/ 1673918 w 1673918"/>
                <a:gd name="connsiteY27" fmla="*/ 71484 h 891304"/>
                <a:gd name="connsiteX28" fmla="*/ 1620305 w 1673918"/>
                <a:gd name="connsiteY28" fmla="*/ 175731 h 891304"/>
                <a:gd name="connsiteX29" fmla="*/ 1575627 w 1673918"/>
                <a:gd name="connsiteY29" fmla="*/ 217430 h 891304"/>
                <a:gd name="connsiteX30" fmla="*/ 1474358 w 1673918"/>
                <a:gd name="connsiteY30" fmla="*/ 285936 h 891304"/>
                <a:gd name="connsiteX31" fmla="*/ 1268842 w 1673918"/>
                <a:gd name="connsiteY31" fmla="*/ 354441 h 891304"/>
                <a:gd name="connsiteX32" fmla="*/ 1108003 w 1673918"/>
                <a:gd name="connsiteY32" fmla="*/ 399119 h 891304"/>
                <a:gd name="connsiteX33" fmla="*/ 801217 w 1673918"/>
                <a:gd name="connsiteY33" fmla="*/ 416990 h 891304"/>
                <a:gd name="connsiteX34" fmla="*/ 601657 w 1673918"/>
                <a:gd name="connsiteY34" fmla="*/ 408054 h 891304"/>
                <a:gd name="connsiteX35" fmla="*/ 497410 w 1673918"/>
                <a:gd name="connsiteY35" fmla="*/ 378269 h 891304"/>
                <a:gd name="connsiteX36" fmla="*/ 265087 w 1673918"/>
                <a:gd name="connsiteY36" fmla="*/ 312742 h 891304"/>
                <a:gd name="connsiteX37" fmla="*/ 116162 w 1673918"/>
                <a:gd name="connsiteY37" fmla="*/ 208495 h 891304"/>
                <a:gd name="connsiteX38" fmla="*/ 41699 w 1673918"/>
                <a:gd name="connsiteY38" fmla="*/ 98290 h 891304"/>
                <a:gd name="connsiteX39" fmla="*/ 0 w 1673918"/>
                <a:gd name="connsiteY39" fmla="*/ 0 h 891304"/>
                <a:gd name="connsiteX0" fmla="*/ 0 w 1673918"/>
                <a:gd name="connsiteY0" fmla="*/ 0 h 895780"/>
                <a:gd name="connsiteX1" fmla="*/ 0 w 1673918"/>
                <a:gd name="connsiteY1" fmla="*/ 59570 h 895780"/>
                <a:gd name="connsiteX2" fmla="*/ 5957 w 1673918"/>
                <a:gd name="connsiteY2" fmla="*/ 154882 h 895780"/>
                <a:gd name="connsiteX3" fmla="*/ 11914 w 1673918"/>
                <a:gd name="connsiteY3" fmla="*/ 208495 h 895780"/>
                <a:gd name="connsiteX4" fmla="*/ 20850 w 1673918"/>
                <a:gd name="connsiteY4" fmla="*/ 259129 h 895780"/>
                <a:gd name="connsiteX5" fmla="*/ 56592 w 1673918"/>
                <a:gd name="connsiteY5" fmla="*/ 354441 h 895780"/>
                <a:gd name="connsiteX6" fmla="*/ 86377 w 1673918"/>
                <a:gd name="connsiteY6" fmla="*/ 419968 h 895780"/>
                <a:gd name="connsiteX7" fmla="*/ 113183 w 1673918"/>
                <a:gd name="connsiteY7" fmla="*/ 461667 h 895780"/>
                <a:gd name="connsiteX8" fmla="*/ 160839 w 1673918"/>
                <a:gd name="connsiteY8" fmla="*/ 548044 h 895780"/>
                <a:gd name="connsiteX9" fmla="*/ 205517 w 1673918"/>
                <a:gd name="connsiteY9" fmla="*/ 607614 h 895780"/>
                <a:gd name="connsiteX10" fmla="*/ 288915 w 1673918"/>
                <a:gd name="connsiteY10" fmla="*/ 676119 h 895780"/>
                <a:gd name="connsiteX11" fmla="*/ 354442 w 1673918"/>
                <a:gd name="connsiteY11" fmla="*/ 729732 h 895780"/>
                <a:gd name="connsiteX12" fmla="*/ 431883 w 1673918"/>
                <a:gd name="connsiteY12" fmla="*/ 780367 h 895780"/>
                <a:gd name="connsiteX13" fmla="*/ 488474 w 1673918"/>
                <a:gd name="connsiteY13" fmla="*/ 807173 h 895780"/>
                <a:gd name="connsiteX14" fmla="*/ 580808 w 1673918"/>
                <a:gd name="connsiteY14" fmla="*/ 845894 h 895780"/>
                <a:gd name="connsiteX15" fmla="*/ 691012 w 1673918"/>
                <a:gd name="connsiteY15" fmla="*/ 875679 h 895780"/>
                <a:gd name="connsiteX16" fmla="*/ 796757 w 1673918"/>
                <a:gd name="connsiteY16" fmla="*/ 891304 h 895780"/>
                <a:gd name="connsiteX17" fmla="*/ 883852 w 1673918"/>
                <a:gd name="connsiteY17" fmla="*/ 895780 h 895780"/>
                <a:gd name="connsiteX18" fmla="*/ 988863 w 1673918"/>
                <a:gd name="connsiteY18" fmla="*/ 872700 h 895780"/>
                <a:gd name="connsiteX19" fmla="*/ 1090865 w 1673918"/>
                <a:gd name="connsiteY19" fmla="*/ 844397 h 895780"/>
                <a:gd name="connsiteX20" fmla="*/ 1233100 w 1673918"/>
                <a:gd name="connsiteY20" fmla="*/ 792281 h 895780"/>
                <a:gd name="connsiteX21" fmla="*/ 1352240 w 1673918"/>
                <a:gd name="connsiteY21" fmla="*/ 717818 h 895780"/>
                <a:gd name="connsiteX22" fmla="*/ 1419997 w 1673918"/>
                <a:gd name="connsiteY22" fmla="*/ 650047 h 895780"/>
                <a:gd name="connsiteX23" fmla="*/ 1501165 w 1673918"/>
                <a:gd name="connsiteY23" fmla="*/ 565915 h 895780"/>
                <a:gd name="connsiteX24" fmla="*/ 1558490 w 1673918"/>
                <a:gd name="connsiteY24" fmla="*/ 483251 h 895780"/>
                <a:gd name="connsiteX25" fmla="*/ 1632219 w 1673918"/>
                <a:gd name="connsiteY25" fmla="*/ 327635 h 895780"/>
                <a:gd name="connsiteX26" fmla="*/ 1653054 w 1673918"/>
                <a:gd name="connsiteY26" fmla="*/ 217430 h 895780"/>
                <a:gd name="connsiteX27" fmla="*/ 1673918 w 1673918"/>
                <a:gd name="connsiteY27" fmla="*/ 71484 h 895780"/>
                <a:gd name="connsiteX28" fmla="*/ 1620305 w 1673918"/>
                <a:gd name="connsiteY28" fmla="*/ 175731 h 895780"/>
                <a:gd name="connsiteX29" fmla="*/ 1575627 w 1673918"/>
                <a:gd name="connsiteY29" fmla="*/ 217430 h 895780"/>
                <a:gd name="connsiteX30" fmla="*/ 1474358 w 1673918"/>
                <a:gd name="connsiteY30" fmla="*/ 285936 h 895780"/>
                <a:gd name="connsiteX31" fmla="*/ 1268842 w 1673918"/>
                <a:gd name="connsiteY31" fmla="*/ 354441 h 895780"/>
                <a:gd name="connsiteX32" fmla="*/ 1108003 w 1673918"/>
                <a:gd name="connsiteY32" fmla="*/ 399119 h 895780"/>
                <a:gd name="connsiteX33" fmla="*/ 801217 w 1673918"/>
                <a:gd name="connsiteY33" fmla="*/ 416990 h 895780"/>
                <a:gd name="connsiteX34" fmla="*/ 601657 w 1673918"/>
                <a:gd name="connsiteY34" fmla="*/ 408054 h 895780"/>
                <a:gd name="connsiteX35" fmla="*/ 497410 w 1673918"/>
                <a:gd name="connsiteY35" fmla="*/ 378269 h 895780"/>
                <a:gd name="connsiteX36" fmla="*/ 265087 w 1673918"/>
                <a:gd name="connsiteY36" fmla="*/ 312742 h 895780"/>
                <a:gd name="connsiteX37" fmla="*/ 116162 w 1673918"/>
                <a:gd name="connsiteY37" fmla="*/ 208495 h 895780"/>
                <a:gd name="connsiteX38" fmla="*/ 41699 w 1673918"/>
                <a:gd name="connsiteY38" fmla="*/ 98290 h 895780"/>
                <a:gd name="connsiteX39" fmla="*/ 0 w 1673918"/>
                <a:gd name="connsiteY39" fmla="*/ 0 h 895780"/>
                <a:gd name="connsiteX0" fmla="*/ 0 w 1673918"/>
                <a:gd name="connsiteY0" fmla="*/ 0 h 895780"/>
                <a:gd name="connsiteX1" fmla="*/ 0 w 1673918"/>
                <a:gd name="connsiteY1" fmla="*/ 59570 h 895780"/>
                <a:gd name="connsiteX2" fmla="*/ 5957 w 1673918"/>
                <a:gd name="connsiteY2" fmla="*/ 154882 h 895780"/>
                <a:gd name="connsiteX3" fmla="*/ 11914 w 1673918"/>
                <a:gd name="connsiteY3" fmla="*/ 208495 h 895780"/>
                <a:gd name="connsiteX4" fmla="*/ 20850 w 1673918"/>
                <a:gd name="connsiteY4" fmla="*/ 259129 h 895780"/>
                <a:gd name="connsiteX5" fmla="*/ 56592 w 1673918"/>
                <a:gd name="connsiteY5" fmla="*/ 354441 h 895780"/>
                <a:gd name="connsiteX6" fmla="*/ 86377 w 1673918"/>
                <a:gd name="connsiteY6" fmla="*/ 419968 h 895780"/>
                <a:gd name="connsiteX7" fmla="*/ 113183 w 1673918"/>
                <a:gd name="connsiteY7" fmla="*/ 461667 h 895780"/>
                <a:gd name="connsiteX8" fmla="*/ 160839 w 1673918"/>
                <a:gd name="connsiteY8" fmla="*/ 548044 h 895780"/>
                <a:gd name="connsiteX9" fmla="*/ 205517 w 1673918"/>
                <a:gd name="connsiteY9" fmla="*/ 607614 h 895780"/>
                <a:gd name="connsiteX10" fmla="*/ 288915 w 1673918"/>
                <a:gd name="connsiteY10" fmla="*/ 676119 h 895780"/>
                <a:gd name="connsiteX11" fmla="*/ 354442 w 1673918"/>
                <a:gd name="connsiteY11" fmla="*/ 729732 h 895780"/>
                <a:gd name="connsiteX12" fmla="*/ 431883 w 1673918"/>
                <a:gd name="connsiteY12" fmla="*/ 780367 h 895780"/>
                <a:gd name="connsiteX13" fmla="*/ 488474 w 1673918"/>
                <a:gd name="connsiteY13" fmla="*/ 807173 h 895780"/>
                <a:gd name="connsiteX14" fmla="*/ 580808 w 1673918"/>
                <a:gd name="connsiteY14" fmla="*/ 845894 h 895780"/>
                <a:gd name="connsiteX15" fmla="*/ 691012 w 1673918"/>
                <a:gd name="connsiteY15" fmla="*/ 875679 h 895780"/>
                <a:gd name="connsiteX16" fmla="*/ 796757 w 1673918"/>
                <a:gd name="connsiteY16" fmla="*/ 891304 h 895780"/>
                <a:gd name="connsiteX17" fmla="*/ 883852 w 1673918"/>
                <a:gd name="connsiteY17" fmla="*/ 895780 h 895780"/>
                <a:gd name="connsiteX18" fmla="*/ 988863 w 1673918"/>
                <a:gd name="connsiteY18" fmla="*/ 872700 h 895780"/>
                <a:gd name="connsiteX19" fmla="*/ 1090865 w 1673918"/>
                <a:gd name="connsiteY19" fmla="*/ 844397 h 895780"/>
                <a:gd name="connsiteX20" fmla="*/ 1233100 w 1673918"/>
                <a:gd name="connsiteY20" fmla="*/ 792281 h 895780"/>
                <a:gd name="connsiteX21" fmla="*/ 1352240 w 1673918"/>
                <a:gd name="connsiteY21" fmla="*/ 717818 h 895780"/>
                <a:gd name="connsiteX22" fmla="*/ 1419997 w 1673918"/>
                <a:gd name="connsiteY22" fmla="*/ 650047 h 895780"/>
                <a:gd name="connsiteX23" fmla="*/ 1501165 w 1673918"/>
                <a:gd name="connsiteY23" fmla="*/ 565915 h 895780"/>
                <a:gd name="connsiteX24" fmla="*/ 1558490 w 1673918"/>
                <a:gd name="connsiteY24" fmla="*/ 483251 h 895780"/>
                <a:gd name="connsiteX25" fmla="*/ 1632219 w 1673918"/>
                <a:gd name="connsiteY25" fmla="*/ 327635 h 895780"/>
                <a:gd name="connsiteX26" fmla="*/ 1653054 w 1673918"/>
                <a:gd name="connsiteY26" fmla="*/ 217430 h 895780"/>
                <a:gd name="connsiteX27" fmla="*/ 1673918 w 1673918"/>
                <a:gd name="connsiteY27" fmla="*/ 71484 h 895780"/>
                <a:gd name="connsiteX28" fmla="*/ 1620305 w 1673918"/>
                <a:gd name="connsiteY28" fmla="*/ 175731 h 895780"/>
                <a:gd name="connsiteX29" fmla="*/ 1575627 w 1673918"/>
                <a:gd name="connsiteY29" fmla="*/ 217430 h 895780"/>
                <a:gd name="connsiteX30" fmla="*/ 1474358 w 1673918"/>
                <a:gd name="connsiteY30" fmla="*/ 285936 h 895780"/>
                <a:gd name="connsiteX31" fmla="*/ 1268842 w 1673918"/>
                <a:gd name="connsiteY31" fmla="*/ 354441 h 895780"/>
                <a:gd name="connsiteX32" fmla="*/ 1108003 w 1673918"/>
                <a:gd name="connsiteY32" fmla="*/ 399119 h 895780"/>
                <a:gd name="connsiteX33" fmla="*/ 801217 w 1673918"/>
                <a:gd name="connsiteY33" fmla="*/ 416990 h 895780"/>
                <a:gd name="connsiteX34" fmla="*/ 601657 w 1673918"/>
                <a:gd name="connsiteY34" fmla="*/ 408054 h 895780"/>
                <a:gd name="connsiteX35" fmla="*/ 497410 w 1673918"/>
                <a:gd name="connsiteY35" fmla="*/ 378269 h 895780"/>
                <a:gd name="connsiteX36" fmla="*/ 265087 w 1673918"/>
                <a:gd name="connsiteY36" fmla="*/ 312742 h 895780"/>
                <a:gd name="connsiteX37" fmla="*/ 116162 w 1673918"/>
                <a:gd name="connsiteY37" fmla="*/ 208495 h 895780"/>
                <a:gd name="connsiteX38" fmla="*/ 41699 w 1673918"/>
                <a:gd name="connsiteY38" fmla="*/ 98290 h 895780"/>
                <a:gd name="connsiteX39" fmla="*/ 0 w 1673918"/>
                <a:gd name="connsiteY39" fmla="*/ 0 h 895780"/>
                <a:gd name="connsiteX0" fmla="*/ 0 w 1673918"/>
                <a:gd name="connsiteY0" fmla="*/ 0 h 906931"/>
                <a:gd name="connsiteX1" fmla="*/ 0 w 1673918"/>
                <a:gd name="connsiteY1" fmla="*/ 59570 h 906931"/>
                <a:gd name="connsiteX2" fmla="*/ 5957 w 1673918"/>
                <a:gd name="connsiteY2" fmla="*/ 154882 h 906931"/>
                <a:gd name="connsiteX3" fmla="*/ 11914 w 1673918"/>
                <a:gd name="connsiteY3" fmla="*/ 208495 h 906931"/>
                <a:gd name="connsiteX4" fmla="*/ 20850 w 1673918"/>
                <a:gd name="connsiteY4" fmla="*/ 259129 h 906931"/>
                <a:gd name="connsiteX5" fmla="*/ 56592 w 1673918"/>
                <a:gd name="connsiteY5" fmla="*/ 354441 h 906931"/>
                <a:gd name="connsiteX6" fmla="*/ 86377 w 1673918"/>
                <a:gd name="connsiteY6" fmla="*/ 419968 h 906931"/>
                <a:gd name="connsiteX7" fmla="*/ 113183 w 1673918"/>
                <a:gd name="connsiteY7" fmla="*/ 461667 h 906931"/>
                <a:gd name="connsiteX8" fmla="*/ 160839 w 1673918"/>
                <a:gd name="connsiteY8" fmla="*/ 548044 h 906931"/>
                <a:gd name="connsiteX9" fmla="*/ 205517 w 1673918"/>
                <a:gd name="connsiteY9" fmla="*/ 607614 h 906931"/>
                <a:gd name="connsiteX10" fmla="*/ 288915 w 1673918"/>
                <a:gd name="connsiteY10" fmla="*/ 676119 h 906931"/>
                <a:gd name="connsiteX11" fmla="*/ 354442 w 1673918"/>
                <a:gd name="connsiteY11" fmla="*/ 729732 h 906931"/>
                <a:gd name="connsiteX12" fmla="*/ 431883 w 1673918"/>
                <a:gd name="connsiteY12" fmla="*/ 780367 h 906931"/>
                <a:gd name="connsiteX13" fmla="*/ 488474 w 1673918"/>
                <a:gd name="connsiteY13" fmla="*/ 807173 h 906931"/>
                <a:gd name="connsiteX14" fmla="*/ 580808 w 1673918"/>
                <a:gd name="connsiteY14" fmla="*/ 845894 h 906931"/>
                <a:gd name="connsiteX15" fmla="*/ 691012 w 1673918"/>
                <a:gd name="connsiteY15" fmla="*/ 875679 h 906931"/>
                <a:gd name="connsiteX16" fmla="*/ 796757 w 1673918"/>
                <a:gd name="connsiteY16" fmla="*/ 891304 h 906931"/>
                <a:gd name="connsiteX17" fmla="*/ 886083 w 1673918"/>
                <a:gd name="connsiteY17" fmla="*/ 906931 h 906931"/>
                <a:gd name="connsiteX18" fmla="*/ 988863 w 1673918"/>
                <a:gd name="connsiteY18" fmla="*/ 872700 h 906931"/>
                <a:gd name="connsiteX19" fmla="*/ 1090865 w 1673918"/>
                <a:gd name="connsiteY19" fmla="*/ 844397 h 906931"/>
                <a:gd name="connsiteX20" fmla="*/ 1233100 w 1673918"/>
                <a:gd name="connsiteY20" fmla="*/ 792281 h 906931"/>
                <a:gd name="connsiteX21" fmla="*/ 1352240 w 1673918"/>
                <a:gd name="connsiteY21" fmla="*/ 717818 h 906931"/>
                <a:gd name="connsiteX22" fmla="*/ 1419997 w 1673918"/>
                <a:gd name="connsiteY22" fmla="*/ 650047 h 906931"/>
                <a:gd name="connsiteX23" fmla="*/ 1501165 w 1673918"/>
                <a:gd name="connsiteY23" fmla="*/ 565915 h 906931"/>
                <a:gd name="connsiteX24" fmla="*/ 1558490 w 1673918"/>
                <a:gd name="connsiteY24" fmla="*/ 483251 h 906931"/>
                <a:gd name="connsiteX25" fmla="*/ 1632219 w 1673918"/>
                <a:gd name="connsiteY25" fmla="*/ 327635 h 906931"/>
                <a:gd name="connsiteX26" fmla="*/ 1653054 w 1673918"/>
                <a:gd name="connsiteY26" fmla="*/ 217430 h 906931"/>
                <a:gd name="connsiteX27" fmla="*/ 1673918 w 1673918"/>
                <a:gd name="connsiteY27" fmla="*/ 71484 h 906931"/>
                <a:gd name="connsiteX28" fmla="*/ 1620305 w 1673918"/>
                <a:gd name="connsiteY28" fmla="*/ 175731 h 906931"/>
                <a:gd name="connsiteX29" fmla="*/ 1575627 w 1673918"/>
                <a:gd name="connsiteY29" fmla="*/ 217430 h 906931"/>
                <a:gd name="connsiteX30" fmla="*/ 1474358 w 1673918"/>
                <a:gd name="connsiteY30" fmla="*/ 285936 h 906931"/>
                <a:gd name="connsiteX31" fmla="*/ 1268842 w 1673918"/>
                <a:gd name="connsiteY31" fmla="*/ 354441 h 906931"/>
                <a:gd name="connsiteX32" fmla="*/ 1108003 w 1673918"/>
                <a:gd name="connsiteY32" fmla="*/ 399119 h 906931"/>
                <a:gd name="connsiteX33" fmla="*/ 801217 w 1673918"/>
                <a:gd name="connsiteY33" fmla="*/ 416990 h 906931"/>
                <a:gd name="connsiteX34" fmla="*/ 601657 w 1673918"/>
                <a:gd name="connsiteY34" fmla="*/ 408054 h 906931"/>
                <a:gd name="connsiteX35" fmla="*/ 497410 w 1673918"/>
                <a:gd name="connsiteY35" fmla="*/ 378269 h 906931"/>
                <a:gd name="connsiteX36" fmla="*/ 265087 w 1673918"/>
                <a:gd name="connsiteY36" fmla="*/ 312742 h 906931"/>
                <a:gd name="connsiteX37" fmla="*/ 116162 w 1673918"/>
                <a:gd name="connsiteY37" fmla="*/ 208495 h 906931"/>
                <a:gd name="connsiteX38" fmla="*/ 41699 w 1673918"/>
                <a:gd name="connsiteY38" fmla="*/ 98290 h 906931"/>
                <a:gd name="connsiteX39" fmla="*/ 0 w 1673918"/>
                <a:gd name="connsiteY39" fmla="*/ 0 h 906931"/>
                <a:gd name="connsiteX0" fmla="*/ 0 w 1673918"/>
                <a:gd name="connsiteY0" fmla="*/ 0 h 906931"/>
                <a:gd name="connsiteX1" fmla="*/ 0 w 1673918"/>
                <a:gd name="connsiteY1" fmla="*/ 59570 h 906931"/>
                <a:gd name="connsiteX2" fmla="*/ 5957 w 1673918"/>
                <a:gd name="connsiteY2" fmla="*/ 154882 h 906931"/>
                <a:gd name="connsiteX3" fmla="*/ 11914 w 1673918"/>
                <a:gd name="connsiteY3" fmla="*/ 208495 h 906931"/>
                <a:gd name="connsiteX4" fmla="*/ 20850 w 1673918"/>
                <a:gd name="connsiteY4" fmla="*/ 259129 h 906931"/>
                <a:gd name="connsiteX5" fmla="*/ 56592 w 1673918"/>
                <a:gd name="connsiteY5" fmla="*/ 354441 h 906931"/>
                <a:gd name="connsiteX6" fmla="*/ 86377 w 1673918"/>
                <a:gd name="connsiteY6" fmla="*/ 419968 h 906931"/>
                <a:gd name="connsiteX7" fmla="*/ 113183 w 1673918"/>
                <a:gd name="connsiteY7" fmla="*/ 461667 h 906931"/>
                <a:gd name="connsiteX8" fmla="*/ 160839 w 1673918"/>
                <a:gd name="connsiteY8" fmla="*/ 548044 h 906931"/>
                <a:gd name="connsiteX9" fmla="*/ 205517 w 1673918"/>
                <a:gd name="connsiteY9" fmla="*/ 607614 h 906931"/>
                <a:gd name="connsiteX10" fmla="*/ 288915 w 1673918"/>
                <a:gd name="connsiteY10" fmla="*/ 676119 h 906931"/>
                <a:gd name="connsiteX11" fmla="*/ 354442 w 1673918"/>
                <a:gd name="connsiteY11" fmla="*/ 729732 h 906931"/>
                <a:gd name="connsiteX12" fmla="*/ 431883 w 1673918"/>
                <a:gd name="connsiteY12" fmla="*/ 780367 h 906931"/>
                <a:gd name="connsiteX13" fmla="*/ 488474 w 1673918"/>
                <a:gd name="connsiteY13" fmla="*/ 807173 h 906931"/>
                <a:gd name="connsiteX14" fmla="*/ 580808 w 1673918"/>
                <a:gd name="connsiteY14" fmla="*/ 845894 h 906931"/>
                <a:gd name="connsiteX15" fmla="*/ 691012 w 1673918"/>
                <a:gd name="connsiteY15" fmla="*/ 875679 h 906931"/>
                <a:gd name="connsiteX16" fmla="*/ 796757 w 1673918"/>
                <a:gd name="connsiteY16" fmla="*/ 891304 h 906931"/>
                <a:gd name="connsiteX17" fmla="*/ 886083 w 1673918"/>
                <a:gd name="connsiteY17" fmla="*/ 906931 h 906931"/>
                <a:gd name="connsiteX18" fmla="*/ 988863 w 1673918"/>
                <a:gd name="connsiteY18" fmla="*/ 872700 h 906931"/>
                <a:gd name="connsiteX19" fmla="*/ 1090865 w 1673918"/>
                <a:gd name="connsiteY19" fmla="*/ 844397 h 906931"/>
                <a:gd name="connsiteX20" fmla="*/ 1233100 w 1673918"/>
                <a:gd name="connsiteY20" fmla="*/ 792281 h 906931"/>
                <a:gd name="connsiteX21" fmla="*/ 1352240 w 1673918"/>
                <a:gd name="connsiteY21" fmla="*/ 717818 h 906931"/>
                <a:gd name="connsiteX22" fmla="*/ 1419997 w 1673918"/>
                <a:gd name="connsiteY22" fmla="*/ 650047 h 906931"/>
                <a:gd name="connsiteX23" fmla="*/ 1501165 w 1673918"/>
                <a:gd name="connsiteY23" fmla="*/ 565915 h 906931"/>
                <a:gd name="connsiteX24" fmla="*/ 1558490 w 1673918"/>
                <a:gd name="connsiteY24" fmla="*/ 483251 h 906931"/>
                <a:gd name="connsiteX25" fmla="*/ 1632219 w 1673918"/>
                <a:gd name="connsiteY25" fmla="*/ 327635 h 906931"/>
                <a:gd name="connsiteX26" fmla="*/ 1653054 w 1673918"/>
                <a:gd name="connsiteY26" fmla="*/ 217430 h 906931"/>
                <a:gd name="connsiteX27" fmla="*/ 1673918 w 1673918"/>
                <a:gd name="connsiteY27" fmla="*/ 71484 h 906931"/>
                <a:gd name="connsiteX28" fmla="*/ 1620305 w 1673918"/>
                <a:gd name="connsiteY28" fmla="*/ 175731 h 906931"/>
                <a:gd name="connsiteX29" fmla="*/ 1575627 w 1673918"/>
                <a:gd name="connsiteY29" fmla="*/ 217430 h 906931"/>
                <a:gd name="connsiteX30" fmla="*/ 1474358 w 1673918"/>
                <a:gd name="connsiteY30" fmla="*/ 285936 h 906931"/>
                <a:gd name="connsiteX31" fmla="*/ 1268842 w 1673918"/>
                <a:gd name="connsiteY31" fmla="*/ 354441 h 906931"/>
                <a:gd name="connsiteX32" fmla="*/ 1108003 w 1673918"/>
                <a:gd name="connsiteY32" fmla="*/ 399119 h 906931"/>
                <a:gd name="connsiteX33" fmla="*/ 801217 w 1673918"/>
                <a:gd name="connsiteY33" fmla="*/ 416990 h 906931"/>
                <a:gd name="connsiteX34" fmla="*/ 601657 w 1673918"/>
                <a:gd name="connsiteY34" fmla="*/ 408054 h 906931"/>
                <a:gd name="connsiteX35" fmla="*/ 497410 w 1673918"/>
                <a:gd name="connsiteY35" fmla="*/ 378269 h 906931"/>
                <a:gd name="connsiteX36" fmla="*/ 265087 w 1673918"/>
                <a:gd name="connsiteY36" fmla="*/ 312742 h 906931"/>
                <a:gd name="connsiteX37" fmla="*/ 116162 w 1673918"/>
                <a:gd name="connsiteY37" fmla="*/ 208495 h 906931"/>
                <a:gd name="connsiteX38" fmla="*/ 41699 w 1673918"/>
                <a:gd name="connsiteY38" fmla="*/ 98290 h 906931"/>
                <a:gd name="connsiteX39" fmla="*/ 0 w 1673918"/>
                <a:gd name="connsiteY39" fmla="*/ 0 h 906931"/>
                <a:gd name="connsiteX0" fmla="*/ 0 w 1673918"/>
                <a:gd name="connsiteY0" fmla="*/ 0 h 891304"/>
                <a:gd name="connsiteX1" fmla="*/ 0 w 1673918"/>
                <a:gd name="connsiteY1" fmla="*/ 59570 h 891304"/>
                <a:gd name="connsiteX2" fmla="*/ 5957 w 1673918"/>
                <a:gd name="connsiteY2" fmla="*/ 154882 h 891304"/>
                <a:gd name="connsiteX3" fmla="*/ 11914 w 1673918"/>
                <a:gd name="connsiteY3" fmla="*/ 208495 h 891304"/>
                <a:gd name="connsiteX4" fmla="*/ 20850 w 1673918"/>
                <a:gd name="connsiteY4" fmla="*/ 259129 h 891304"/>
                <a:gd name="connsiteX5" fmla="*/ 56592 w 1673918"/>
                <a:gd name="connsiteY5" fmla="*/ 354441 h 891304"/>
                <a:gd name="connsiteX6" fmla="*/ 86377 w 1673918"/>
                <a:gd name="connsiteY6" fmla="*/ 419968 h 891304"/>
                <a:gd name="connsiteX7" fmla="*/ 113183 w 1673918"/>
                <a:gd name="connsiteY7" fmla="*/ 461667 h 891304"/>
                <a:gd name="connsiteX8" fmla="*/ 160839 w 1673918"/>
                <a:gd name="connsiteY8" fmla="*/ 548044 h 891304"/>
                <a:gd name="connsiteX9" fmla="*/ 205517 w 1673918"/>
                <a:gd name="connsiteY9" fmla="*/ 607614 h 891304"/>
                <a:gd name="connsiteX10" fmla="*/ 288915 w 1673918"/>
                <a:gd name="connsiteY10" fmla="*/ 676119 h 891304"/>
                <a:gd name="connsiteX11" fmla="*/ 354442 w 1673918"/>
                <a:gd name="connsiteY11" fmla="*/ 729732 h 891304"/>
                <a:gd name="connsiteX12" fmla="*/ 431883 w 1673918"/>
                <a:gd name="connsiteY12" fmla="*/ 780367 h 891304"/>
                <a:gd name="connsiteX13" fmla="*/ 488474 w 1673918"/>
                <a:gd name="connsiteY13" fmla="*/ 807173 h 891304"/>
                <a:gd name="connsiteX14" fmla="*/ 580808 w 1673918"/>
                <a:gd name="connsiteY14" fmla="*/ 845894 h 891304"/>
                <a:gd name="connsiteX15" fmla="*/ 691012 w 1673918"/>
                <a:gd name="connsiteY15" fmla="*/ 875679 h 891304"/>
                <a:gd name="connsiteX16" fmla="*/ 796757 w 1673918"/>
                <a:gd name="connsiteY16" fmla="*/ 891304 h 891304"/>
                <a:gd name="connsiteX17" fmla="*/ 886083 w 1673918"/>
                <a:gd name="connsiteY17" fmla="*/ 882398 h 891304"/>
                <a:gd name="connsiteX18" fmla="*/ 988863 w 1673918"/>
                <a:gd name="connsiteY18" fmla="*/ 872700 h 891304"/>
                <a:gd name="connsiteX19" fmla="*/ 1090865 w 1673918"/>
                <a:gd name="connsiteY19" fmla="*/ 844397 h 891304"/>
                <a:gd name="connsiteX20" fmla="*/ 1233100 w 1673918"/>
                <a:gd name="connsiteY20" fmla="*/ 792281 h 891304"/>
                <a:gd name="connsiteX21" fmla="*/ 1352240 w 1673918"/>
                <a:gd name="connsiteY21" fmla="*/ 717818 h 891304"/>
                <a:gd name="connsiteX22" fmla="*/ 1419997 w 1673918"/>
                <a:gd name="connsiteY22" fmla="*/ 650047 h 891304"/>
                <a:gd name="connsiteX23" fmla="*/ 1501165 w 1673918"/>
                <a:gd name="connsiteY23" fmla="*/ 565915 h 891304"/>
                <a:gd name="connsiteX24" fmla="*/ 1558490 w 1673918"/>
                <a:gd name="connsiteY24" fmla="*/ 483251 h 891304"/>
                <a:gd name="connsiteX25" fmla="*/ 1632219 w 1673918"/>
                <a:gd name="connsiteY25" fmla="*/ 327635 h 891304"/>
                <a:gd name="connsiteX26" fmla="*/ 1653054 w 1673918"/>
                <a:gd name="connsiteY26" fmla="*/ 217430 h 891304"/>
                <a:gd name="connsiteX27" fmla="*/ 1673918 w 1673918"/>
                <a:gd name="connsiteY27" fmla="*/ 71484 h 891304"/>
                <a:gd name="connsiteX28" fmla="*/ 1620305 w 1673918"/>
                <a:gd name="connsiteY28" fmla="*/ 175731 h 891304"/>
                <a:gd name="connsiteX29" fmla="*/ 1575627 w 1673918"/>
                <a:gd name="connsiteY29" fmla="*/ 217430 h 891304"/>
                <a:gd name="connsiteX30" fmla="*/ 1474358 w 1673918"/>
                <a:gd name="connsiteY30" fmla="*/ 285936 h 891304"/>
                <a:gd name="connsiteX31" fmla="*/ 1268842 w 1673918"/>
                <a:gd name="connsiteY31" fmla="*/ 354441 h 891304"/>
                <a:gd name="connsiteX32" fmla="*/ 1108003 w 1673918"/>
                <a:gd name="connsiteY32" fmla="*/ 399119 h 891304"/>
                <a:gd name="connsiteX33" fmla="*/ 801217 w 1673918"/>
                <a:gd name="connsiteY33" fmla="*/ 416990 h 891304"/>
                <a:gd name="connsiteX34" fmla="*/ 601657 w 1673918"/>
                <a:gd name="connsiteY34" fmla="*/ 408054 h 891304"/>
                <a:gd name="connsiteX35" fmla="*/ 497410 w 1673918"/>
                <a:gd name="connsiteY35" fmla="*/ 378269 h 891304"/>
                <a:gd name="connsiteX36" fmla="*/ 265087 w 1673918"/>
                <a:gd name="connsiteY36" fmla="*/ 312742 h 891304"/>
                <a:gd name="connsiteX37" fmla="*/ 116162 w 1673918"/>
                <a:gd name="connsiteY37" fmla="*/ 208495 h 891304"/>
                <a:gd name="connsiteX38" fmla="*/ 41699 w 1673918"/>
                <a:gd name="connsiteY38" fmla="*/ 98290 h 891304"/>
                <a:gd name="connsiteX39" fmla="*/ 0 w 1673918"/>
                <a:gd name="connsiteY39" fmla="*/ 0 h 891304"/>
                <a:gd name="connsiteX0" fmla="*/ 0 w 1673918"/>
                <a:gd name="connsiteY0" fmla="*/ 0 h 891304"/>
                <a:gd name="connsiteX1" fmla="*/ 0 w 1673918"/>
                <a:gd name="connsiteY1" fmla="*/ 59570 h 891304"/>
                <a:gd name="connsiteX2" fmla="*/ 5957 w 1673918"/>
                <a:gd name="connsiteY2" fmla="*/ 154882 h 891304"/>
                <a:gd name="connsiteX3" fmla="*/ 11914 w 1673918"/>
                <a:gd name="connsiteY3" fmla="*/ 208495 h 891304"/>
                <a:gd name="connsiteX4" fmla="*/ 20850 w 1673918"/>
                <a:gd name="connsiteY4" fmla="*/ 259129 h 891304"/>
                <a:gd name="connsiteX5" fmla="*/ 56592 w 1673918"/>
                <a:gd name="connsiteY5" fmla="*/ 354441 h 891304"/>
                <a:gd name="connsiteX6" fmla="*/ 86377 w 1673918"/>
                <a:gd name="connsiteY6" fmla="*/ 419968 h 891304"/>
                <a:gd name="connsiteX7" fmla="*/ 113183 w 1673918"/>
                <a:gd name="connsiteY7" fmla="*/ 461667 h 891304"/>
                <a:gd name="connsiteX8" fmla="*/ 160839 w 1673918"/>
                <a:gd name="connsiteY8" fmla="*/ 548044 h 891304"/>
                <a:gd name="connsiteX9" fmla="*/ 205517 w 1673918"/>
                <a:gd name="connsiteY9" fmla="*/ 607614 h 891304"/>
                <a:gd name="connsiteX10" fmla="*/ 288915 w 1673918"/>
                <a:gd name="connsiteY10" fmla="*/ 676119 h 891304"/>
                <a:gd name="connsiteX11" fmla="*/ 354442 w 1673918"/>
                <a:gd name="connsiteY11" fmla="*/ 729732 h 891304"/>
                <a:gd name="connsiteX12" fmla="*/ 431883 w 1673918"/>
                <a:gd name="connsiteY12" fmla="*/ 780367 h 891304"/>
                <a:gd name="connsiteX13" fmla="*/ 488474 w 1673918"/>
                <a:gd name="connsiteY13" fmla="*/ 807173 h 891304"/>
                <a:gd name="connsiteX14" fmla="*/ 580808 w 1673918"/>
                <a:gd name="connsiteY14" fmla="*/ 845894 h 891304"/>
                <a:gd name="connsiteX15" fmla="*/ 691012 w 1673918"/>
                <a:gd name="connsiteY15" fmla="*/ 875679 h 891304"/>
                <a:gd name="connsiteX16" fmla="*/ 796757 w 1673918"/>
                <a:gd name="connsiteY16" fmla="*/ 891304 h 891304"/>
                <a:gd name="connsiteX17" fmla="*/ 886083 w 1673918"/>
                <a:gd name="connsiteY17" fmla="*/ 889088 h 891304"/>
                <a:gd name="connsiteX18" fmla="*/ 988863 w 1673918"/>
                <a:gd name="connsiteY18" fmla="*/ 872700 h 891304"/>
                <a:gd name="connsiteX19" fmla="*/ 1090865 w 1673918"/>
                <a:gd name="connsiteY19" fmla="*/ 844397 h 891304"/>
                <a:gd name="connsiteX20" fmla="*/ 1233100 w 1673918"/>
                <a:gd name="connsiteY20" fmla="*/ 792281 h 891304"/>
                <a:gd name="connsiteX21" fmla="*/ 1352240 w 1673918"/>
                <a:gd name="connsiteY21" fmla="*/ 717818 h 891304"/>
                <a:gd name="connsiteX22" fmla="*/ 1419997 w 1673918"/>
                <a:gd name="connsiteY22" fmla="*/ 650047 h 891304"/>
                <a:gd name="connsiteX23" fmla="*/ 1501165 w 1673918"/>
                <a:gd name="connsiteY23" fmla="*/ 565915 h 891304"/>
                <a:gd name="connsiteX24" fmla="*/ 1558490 w 1673918"/>
                <a:gd name="connsiteY24" fmla="*/ 483251 h 891304"/>
                <a:gd name="connsiteX25" fmla="*/ 1632219 w 1673918"/>
                <a:gd name="connsiteY25" fmla="*/ 327635 h 891304"/>
                <a:gd name="connsiteX26" fmla="*/ 1653054 w 1673918"/>
                <a:gd name="connsiteY26" fmla="*/ 217430 h 891304"/>
                <a:gd name="connsiteX27" fmla="*/ 1673918 w 1673918"/>
                <a:gd name="connsiteY27" fmla="*/ 71484 h 891304"/>
                <a:gd name="connsiteX28" fmla="*/ 1620305 w 1673918"/>
                <a:gd name="connsiteY28" fmla="*/ 175731 h 891304"/>
                <a:gd name="connsiteX29" fmla="*/ 1575627 w 1673918"/>
                <a:gd name="connsiteY29" fmla="*/ 217430 h 891304"/>
                <a:gd name="connsiteX30" fmla="*/ 1474358 w 1673918"/>
                <a:gd name="connsiteY30" fmla="*/ 285936 h 891304"/>
                <a:gd name="connsiteX31" fmla="*/ 1268842 w 1673918"/>
                <a:gd name="connsiteY31" fmla="*/ 354441 h 891304"/>
                <a:gd name="connsiteX32" fmla="*/ 1108003 w 1673918"/>
                <a:gd name="connsiteY32" fmla="*/ 399119 h 891304"/>
                <a:gd name="connsiteX33" fmla="*/ 801217 w 1673918"/>
                <a:gd name="connsiteY33" fmla="*/ 416990 h 891304"/>
                <a:gd name="connsiteX34" fmla="*/ 601657 w 1673918"/>
                <a:gd name="connsiteY34" fmla="*/ 408054 h 891304"/>
                <a:gd name="connsiteX35" fmla="*/ 497410 w 1673918"/>
                <a:gd name="connsiteY35" fmla="*/ 378269 h 891304"/>
                <a:gd name="connsiteX36" fmla="*/ 265087 w 1673918"/>
                <a:gd name="connsiteY36" fmla="*/ 312742 h 891304"/>
                <a:gd name="connsiteX37" fmla="*/ 116162 w 1673918"/>
                <a:gd name="connsiteY37" fmla="*/ 208495 h 891304"/>
                <a:gd name="connsiteX38" fmla="*/ 41699 w 1673918"/>
                <a:gd name="connsiteY38" fmla="*/ 98290 h 891304"/>
                <a:gd name="connsiteX39" fmla="*/ 0 w 1673918"/>
                <a:gd name="connsiteY39" fmla="*/ 0 h 891304"/>
                <a:gd name="connsiteX0" fmla="*/ 0 w 1673918"/>
                <a:gd name="connsiteY0" fmla="*/ 0 h 889088"/>
                <a:gd name="connsiteX1" fmla="*/ 0 w 1673918"/>
                <a:gd name="connsiteY1" fmla="*/ 59570 h 889088"/>
                <a:gd name="connsiteX2" fmla="*/ 5957 w 1673918"/>
                <a:gd name="connsiteY2" fmla="*/ 154882 h 889088"/>
                <a:gd name="connsiteX3" fmla="*/ 11914 w 1673918"/>
                <a:gd name="connsiteY3" fmla="*/ 208495 h 889088"/>
                <a:gd name="connsiteX4" fmla="*/ 20850 w 1673918"/>
                <a:gd name="connsiteY4" fmla="*/ 259129 h 889088"/>
                <a:gd name="connsiteX5" fmla="*/ 56592 w 1673918"/>
                <a:gd name="connsiteY5" fmla="*/ 354441 h 889088"/>
                <a:gd name="connsiteX6" fmla="*/ 86377 w 1673918"/>
                <a:gd name="connsiteY6" fmla="*/ 419968 h 889088"/>
                <a:gd name="connsiteX7" fmla="*/ 113183 w 1673918"/>
                <a:gd name="connsiteY7" fmla="*/ 461667 h 889088"/>
                <a:gd name="connsiteX8" fmla="*/ 160839 w 1673918"/>
                <a:gd name="connsiteY8" fmla="*/ 548044 h 889088"/>
                <a:gd name="connsiteX9" fmla="*/ 205517 w 1673918"/>
                <a:gd name="connsiteY9" fmla="*/ 607614 h 889088"/>
                <a:gd name="connsiteX10" fmla="*/ 288915 w 1673918"/>
                <a:gd name="connsiteY10" fmla="*/ 676119 h 889088"/>
                <a:gd name="connsiteX11" fmla="*/ 354442 w 1673918"/>
                <a:gd name="connsiteY11" fmla="*/ 729732 h 889088"/>
                <a:gd name="connsiteX12" fmla="*/ 431883 w 1673918"/>
                <a:gd name="connsiteY12" fmla="*/ 780367 h 889088"/>
                <a:gd name="connsiteX13" fmla="*/ 488474 w 1673918"/>
                <a:gd name="connsiteY13" fmla="*/ 807173 h 889088"/>
                <a:gd name="connsiteX14" fmla="*/ 580808 w 1673918"/>
                <a:gd name="connsiteY14" fmla="*/ 845894 h 889088"/>
                <a:gd name="connsiteX15" fmla="*/ 691012 w 1673918"/>
                <a:gd name="connsiteY15" fmla="*/ 875679 h 889088"/>
                <a:gd name="connsiteX16" fmla="*/ 803448 w 1673918"/>
                <a:gd name="connsiteY16" fmla="*/ 886844 h 889088"/>
                <a:gd name="connsiteX17" fmla="*/ 886083 w 1673918"/>
                <a:gd name="connsiteY17" fmla="*/ 889088 h 889088"/>
                <a:gd name="connsiteX18" fmla="*/ 988863 w 1673918"/>
                <a:gd name="connsiteY18" fmla="*/ 872700 h 889088"/>
                <a:gd name="connsiteX19" fmla="*/ 1090865 w 1673918"/>
                <a:gd name="connsiteY19" fmla="*/ 844397 h 889088"/>
                <a:gd name="connsiteX20" fmla="*/ 1233100 w 1673918"/>
                <a:gd name="connsiteY20" fmla="*/ 792281 h 889088"/>
                <a:gd name="connsiteX21" fmla="*/ 1352240 w 1673918"/>
                <a:gd name="connsiteY21" fmla="*/ 717818 h 889088"/>
                <a:gd name="connsiteX22" fmla="*/ 1419997 w 1673918"/>
                <a:gd name="connsiteY22" fmla="*/ 650047 h 889088"/>
                <a:gd name="connsiteX23" fmla="*/ 1501165 w 1673918"/>
                <a:gd name="connsiteY23" fmla="*/ 565915 h 889088"/>
                <a:gd name="connsiteX24" fmla="*/ 1558490 w 1673918"/>
                <a:gd name="connsiteY24" fmla="*/ 483251 h 889088"/>
                <a:gd name="connsiteX25" fmla="*/ 1632219 w 1673918"/>
                <a:gd name="connsiteY25" fmla="*/ 327635 h 889088"/>
                <a:gd name="connsiteX26" fmla="*/ 1653054 w 1673918"/>
                <a:gd name="connsiteY26" fmla="*/ 217430 h 889088"/>
                <a:gd name="connsiteX27" fmla="*/ 1673918 w 1673918"/>
                <a:gd name="connsiteY27" fmla="*/ 71484 h 889088"/>
                <a:gd name="connsiteX28" fmla="*/ 1620305 w 1673918"/>
                <a:gd name="connsiteY28" fmla="*/ 175731 h 889088"/>
                <a:gd name="connsiteX29" fmla="*/ 1575627 w 1673918"/>
                <a:gd name="connsiteY29" fmla="*/ 217430 h 889088"/>
                <a:gd name="connsiteX30" fmla="*/ 1474358 w 1673918"/>
                <a:gd name="connsiteY30" fmla="*/ 285936 h 889088"/>
                <a:gd name="connsiteX31" fmla="*/ 1268842 w 1673918"/>
                <a:gd name="connsiteY31" fmla="*/ 354441 h 889088"/>
                <a:gd name="connsiteX32" fmla="*/ 1108003 w 1673918"/>
                <a:gd name="connsiteY32" fmla="*/ 399119 h 889088"/>
                <a:gd name="connsiteX33" fmla="*/ 801217 w 1673918"/>
                <a:gd name="connsiteY33" fmla="*/ 416990 h 889088"/>
                <a:gd name="connsiteX34" fmla="*/ 601657 w 1673918"/>
                <a:gd name="connsiteY34" fmla="*/ 408054 h 889088"/>
                <a:gd name="connsiteX35" fmla="*/ 497410 w 1673918"/>
                <a:gd name="connsiteY35" fmla="*/ 378269 h 889088"/>
                <a:gd name="connsiteX36" fmla="*/ 265087 w 1673918"/>
                <a:gd name="connsiteY36" fmla="*/ 312742 h 889088"/>
                <a:gd name="connsiteX37" fmla="*/ 116162 w 1673918"/>
                <a:gd name="connsiteY37" fmla="*/ 208495 h 889088"/>
                <a:gd name="connsiteX38" fmla="*/ 41699 w 1673918"/>
                <a:gd name="connsiteY38" fmla="*/ 98290 h 889088"/>
                <a:gd name="connsiteX39" fmla="*/ 0 w 1673918"/>
                <a:gd name="connsiteY39" fmla="*/ 0 h 889088"/>
                <a:gd name="connsiteX0" fmla="*/ 0 w 1669457"/>
                <a:gd name="connsiteY0" fmla="*/ 0 h 889088"/>
                <a:gd name="connsiteX1" fmla="*/ 0 w 1669457"/>
                <a:gd name="connsiteY1" fmla="*/ 59570 h 889088"/>
                <a:gd name="connsiteX2" fmla="*/ 5957 w 1669457"/>
                <a:gd name="connsiteY2" fmla="*/ 154882 h 889088"/>
                <a:gd name="connsiteX3" fmla="*/ 11914 w 1669457"/>
                <a:gd name="connsiteY3" fmla="*/ 208495 h 889088"/>
                <a:gd name="connsiteX4" fmla="*/ 20850 w 1669457"/>
                <a:gd name="connsiteY4" fmla="*/ 259129 h 889088"/>
                <a:gd name="connsiteX5" fmla="*/ 56592 w 1669457"/>
                <a:gd name="connsiteY5" fmla="*/ 354441 h 889088"/>
                <a:gd name="connsiteX6" fmla="*/ 86377 w 1669457"/>
                <a:gd name="connsiteY6" fmla="*/ 419968 h 889088"/>
                <a:gd name="connsiteX7" fmla="*/ 113183 w 1669457"/>
                <a:gd name="connsiteY7" fmla="*/ 461667 h 889088"/>
                <a:gd name="connsiteX8" fmla="*/ 160839 w 1669457"/>
                <a:gd name="connsiteY8" fmla="*/ 548044 h 889088"/>
                <a:gd name="connsiteX9" fmla="*/ 205517 w 1669457"/>
                <a:gd name="connsiteY9" fmla="*/ 607614 h 889088"/>
                <a:gd name="connsiteX10" fmla="*/ 288915 w 1669457"/>
                <a:gd name="connsiteY10" fmla="*/ 676119 h 889088"/>
                <a:gd name="connsiteX11" fmla="*/ 354442 w 1669457"/>
                <a:gd name="connsiteY11" fmla="*/ 729732 h 889088"/>
                <a:gd name="connsiteX12" fmla="*/ 431883 w 1669457"/>
                <a:gd name="connsiteY12" fmla="*/ 780367 h 889088"/>
                <a:gd name="connsiteX13" fmla="*/ 488474 w 1669457"/>
                <a:gd name="connsiteY13" fmla="*/ 807173 h 889088"/>
                <a:gd name="connsiteX14" fmla="*/ 580808 w 1669457"/>
                <a:gd name="connsiteY14" fmla="*/ 845894 h 889088"/>
                <a:gd name="connsiteX15" fmla="*/ 691012 w 1669457"/>
                <a:gd name="connsiteY15" fmla="*/ 875679 h 889088"/>
                <a:gd name="connsiteX16" fmla="*/ 803448 w 1669457"/>
                <a:gd name="connsiteY16" fmla="*/ 886844 h 889088"/>
                <a:gd name="connsiteX17" fmla="*/ 886083 w 1669457"/>
                <a:gd name="connsiteY17" fmla="*/ 889088 h 889088"/>
                <a:gd name="connsiteX18" fmla="*/ 988863 w 1669457"/>
                <a:gd name="connsiteY18" fmla="*/ 872700 h 889088"/>
                <a:gd name="connsiteX19" fmla="*/ 1090865 w 1669457"/>
                <a:gd name="connsiteY19" fmla="*/ 844397 h 889088"/>
                <a:gd name="connsiteX20" fmla="*/ 1233100 w 1669457"/>
                <a:gd name="connsiteY20" fmla="*/ 792281 h 889088"/>
                <a:gd name="connsiteX21" fmla="*/ 1352240 w 1669457"/>
                <a:gd name="connsiteY21" fmla="*/ 717818 h 889088"/>
                <a:gd name="connsiteX22" fmla="*/ 1419997 w 1669457"/>
                <a:gd name="connsiteY22" fmla="*/ 650047 h 889088"/>
                <a:gd name="connsiteX23" fmla="*/ 1501165 w 1669457"/>
                <a:gd name="connsiteY23" fmla="*/ 565915 h 889088"/>
                <a:gd name="connsiteX24" fmla="*/ 1558490 w 1669457"/>
                <a:gd name="connsiteY24" fmla="*/ 483251 h 889088"/>
                <a:gd name="connsiteX25" fmla="*/ 1632219 w 1669457"/>
                <a:gd name="connsiteY25" fmla="*/ 327635 h 889088"/>
                <a:gd name="connsiteX26" fmla="*/ 1653054 w 1669457"/>
                <a:gd name="connsiteY26" fmla="*/ 217430 h 889088"/>
                <a:gd name="connsiteX27" fmla="*/ 1669457 w 1669457"/>
                <a:gd name="connsiteY27" fmla="*/ 73714 h 889088"/>
                <a:gd name="connsiteX28" fmla="*/ 1620305 w 1669457"/>
                <a:gd name="connsiteY28" fmla="*/ 175731 h 889088"/>
                <a:gd name="connsiteX29" fmla="*/ 1575627 w 1669457"/>
                <a:gd name="connsiteY29" fmla="*/ 217430 h 889088"/>
                <a:gd name="connsiteX30" fmla="*/ 1474358 w 1669457"/>
                <a:gd name="connsiteY30" fmla="*/ 285936 h 889088"/>
                <a:gd name="connsiteX31" fmla="*/ 1268842 w 1669457"/>
                <a:gd name="connsiteY31" fmla="*/ 354441 h 889088"/>
                <a:gd name="connsiteX32" fmla="*/ 1108003 w 1669457"/>
                <a:gd name="connsiteY32" fmla="*/ 399119 h 889088"/>
                <a:gd name="connsiteX33" fmla="*/ 801217 w 1669457"/>
                <a:gd name="connsiteY33" fmla="*/ 416990 h 889088"/>
                <a:gd name="connsiteX34" fmla="*/ 601657 w 1669457"/>
                <a:gd name="connsiteY34" fmla="*/ 408054 h 889088"/>
                <a:gd name="connsiteX35" fmla="*/ 497410 w 1669457"/>
                <a:gd name="connsiteY35" fmla="*/ 378269 h 889088"/>
                <a:gd name="connsiteX36" fmla="*/ 265087 w 1669457"/>
                <a:gd name="connsiteY36" fmla="*/ 312742 h 889088"/>
                <a:gd name="connsiteX37" fmla="*/ 116162 w 1669457"/>
                <a:gd name="connsiteY37" fmla="*/ 208495 h 889088"/>
                <a:gd name="connsiteX38" fmla="*/ 41699 w 1669457"/>
                <a:gd name="connsiteY38" fmla="*/ 98290 h 889088"/>
                <a:gd name="connsiteX39" fmla="*/ 0 w 1669457"/>
                <a:gd name="connsiteY39" fmla="*/ 0 h 889088"/>
                <a:gd name="connsiteX0" fmla="*/ 0 w 1662766"/>
                <a:gd name="connsiteY0" fmla="*/ 0 h 889088"/>
                <a:gd name="connsiteX1" fmla="*/ 0 w 1662766"/>
                <a:gd name="connsiteY1" fmla="*/ 59570 h 889088"/>
                <a:gd name="connsiteX2" fmla="*/ 5957 w 1662766"/>
                <a:gd name="connsiteY2" fmla="*/ 154882 h 889088"/>
                <a:gd name="connsiteX3" fmla="*/ 11914 w 1662766"/>
                <a:gd name="connsiteY3" fmla="*/ 208495 h 889088"/>
                <a:gd name="connsiteX4" fmla="*/ 20850 w 1662766"/>
                <a:gd name="connsiteY4" fmla="*/ 259129 h 889088"/>
                <a:gd name="connsiteX5" fmla="*/ 56592 w 1662766"/>
                <a:gd name="connsiteY5" fmla="*/ 354441 h 889088"/>
                <a:gd name="connsiteX6" fmla="*/ 86377 w 1662766"/>
                <a:gd name="connsiteY6" fmla="*/ 419968 h 889088"/>
                <a:gd name="connsiteX7" fmla="*/ 113183 w 1662766"/>
                <a:gd name="connsiteY7" fmla="*/ 461667 h 889088"/>
                <a:gd name="connsiteX8" fmla="*/ 160839 w 1662766"/>
                <a:gd name="connsiteY8" fmla="*/ 548044 h 889088"/>
                <a:gd name="connsiteX9" fmla="*/ 205517 w 1662766"/>
                <a:gd name="connsiteY9" fmla="*/ 607614 h 889088"/>
                <a:gd name="connsiteX10" fmla="*/ 288915 w 1662766"/>
                <a:gd name="connsiteY10" fmla="*/ 676119 h 889088"/>
                <a:gd name="connsiteX11" fmla="*/ 354442 w 1662766"/>
                <a:gd name="connsiteY11" fmla="*/ 729732 h 889088"/>
                <a:gd name="connsiteX12" fmla="*/ 431883 w 1662766"/>
                <a:gd name="connsiteY12" fmla="*/ 780367 h 889088"/>
                <a:gd name="connsiteX13" fmla="*/ 488474 w 1662766"/>
                <a:gd name="connsiteY13" fmla="*/ 807173 h 889088"/>
                <a:gd name="connsiteX14" fmla="*/ 580808 w 1662766"/>
                <a:gd name="connsiteY14" fmla="*/ 845894 h 889088"/>
                <a:gd name="connsiteX15" fmla="*/ 691012 w 1662766"/>
                <a:gd name="connsiteY15" fmla="*/ 875679 h 889088"/>
                <a:gd name="connsiteX16" fmla="*/ 803448 w 1662766"/>
                <a:gd name="connsiteY16" fmla="*/ 886844 h 889088"/>
                <a:gd name="connsiteX17" fmla="*/ 886083 w 1662766"/>
                <a:gd name="connsiteY17" fmla="*/ 889088 h 889088"/>
                <a:gd name="connsiteX18" fmla="*/ 988863 w 1662766"/>
                <a:gd name="connsiteY18" fmla="*/ 872700 h 889088"/>
                <a:gd name="connsiteX19" fmla="*/ 1090865 w 1662766"/>
                <a:gd name="connsiteY19" fmla="*/ 844397 h 889088"/>
                <a:gd name="connsiteX20" fmla="*/ 1233100 w 1662766"/>
                <a:gd name="connsiteY20" fmla="*/ 792281 h 889088"/>
                <a:gd name="connsiteX21" fmla="*/ 1352240 w 1662766"/>
                <a:gd name="connsiteY21" fmla="*/ 717818 h 889088"/>
                <a:gd name="connsiteX22" fmla="*/ 1419997 w 1662766"/>
                <a:gd name="connsiteY22" fmla="*/ 650047 h 889088"/>
                <a:gd name="connsiteX23" fmla="*/ 1501165 w 1662766"/>
                <a:gd name="connsiteY23" fmla="*/ 565915 h 889088"/>
                <a:gd name="connsiteX24" fmla="*/ 1558490 w 1662766"/>
                <a:gd name="connsiteY24" fmla="*/ 483251 h 889088"/>
                <a:gd name="connsiteX25" fmla="*/ 1632219 w 1662766"/>
                <a:gd name="connsiteY25" fmla="*/ 327635 h 889088"/>
                <a:gd name="connsiteX26" fmla="*/ 1653054 w 1662766"/>
                <a:gd name="connsiteY26" fmla="*/ 217430 h 889088"/>
                <a:gd name="connsiteX27" fmla="*/ 1662766 w 1662766"/>
                <a:gd name="connsiteY27" fmla="*/ 73714 h 889088"/>
                <a:gd name="connsiteX28" fmla="*/ 1620305 w 1662766"/>
                <a:gd name="connsiteY28" fmla="*/ 175731 h 889088"/>
                <a:gd name="connsiteX29" fmla="*/ 1575627 w 1662766"/>
                <a:gd name="connsiteY29" fmla="*/ 217430 h 889088"/>
                <a:gd name="connsiteX30" fmla="*/ 1474358 w 1662766"/>
                <a:gd name="connsiteY30" fmla="*/ 285936 h 889088"/>
                <a:gd name="connsiteX31" fmla="*/ 1268842 w 1662766"/>
                <a:gd name="connsiteY31" fmla="*/ 354441 h 889088"/>
                <a:gd name="connsiteX32" fmla="*/ 1108003 w 1662766"/>
                <a:gd name="connsiteY32" fmla="*/ 399119 h 889088"/>
                <a:gd name="connsiteX33" fmla="*/ 801217 w 1662766"/>
                <a:gd name="connsiteY33" fmla="*/ 416990 h 889088"/>
                <a:gd name="connsiteX34" fmla="*/ 601657 w 1662766"/>
                <a:gd name="connsiteY34" fmla="*/ 408054 h 889088"/>
                <a:gd name="connsiteX35" fmla="*/ 497410 w 1662766"/>
                <a:gd name="connsiteY35" fmla="*/ 378269 h 889088"/>
                <a:gd name="connsiteX36" fmla="*/ 265087 w 1662766"/>
                <a:gd name="connsiteY36" fmla="*/ 312742 h 889088"/>
                <a:gd name="connsiteX37" fmla="*/ 116162 w 1662766"/>
                <a:gd name="connsiteY37" fmla="*/ 208495 h 889088"/>
                <a:gd name="connsiteX38" fmla="*/ 41699 w 1662766"/>
                <a:gd name="connsiteY38" fmla="*/ 98290 h 889088"/>
                <a:gd name="connsiteX39" fmla="*/ 0 w 1662766"/>
                <a:gd name="connsiteY39" fmla="*/ 0 h 889088"/>
                <a:gd name="connsiteX0" fmla="*/ 15612 w 1662766"/>
                <a:gd name="connsiteY0" fmla="*/ 0 h 880167"/>
                <a:gd name="connsiteX1" fmla="*/ 0 w 1662766"/>
                <a:gd name="connsiteY1" fmla="*/ 50649 h 880167"/>
                <a:gd name="connsiteX2" fmla="*/ 5957 w 1662766"/>
                <a:gd name="connsiteY2" fmla="*/ 145961 h 880167"/>
                <a:gd name="connsiteX3" fmla="*/ 11914 w 1662766"/>
                <a:gd name="connsiteY3" fmla="*/ 199574 h 880167"/>
                <a:gd name="connsiteX4" fmla="*/ 20850 w 1662766"/>
                <a:gd name="connsiteY4" fmla="*/ 250208 h 880167"/>
                <a:gd name="connsiteX5" fmla="*/ 56592 w 1662766"/>
                <a:gd name="connsiteY5" fmla="*/ 345520 h 880167"/>
                <a:gd name="connsiteX6" fmla="*/ 86377 w 1662766"/>
                <a:gd name="connsiteY6" fmla="*/ 411047 h 880167"/>
                <a:gd name="connsiteX7" fmla="*/ 113183 w 1662766"/>
                <a:gd name="connsiteY7" fmla="*/ 452746 h 880167"/>
                <a:gd name="connsiteX8" fmla="*/ 160839 w 1662766"/>
                <a:gd name="connsiteY8" fmla="*/ 539123 h 880167"/>
                <a:gd name="connsiteX9" fmla="*/ 205517 w 1662766"/>
                <a:gd name="connsiteY9" fmla="*/ 598693 h 880167"/>
                <a:gd name="connsiteX10" fmla="*/ 288915 w 1662766"/>
                <a:gd name="connsiteY10" fmla="*/ 667198 h 880167"/>
                <a:gd name="connsiteX11" fmla="*/ 354442 w 1662766"/>
                <a:gd name="connsiteY11" fmla="*/ 720811 h 880167"/>
                <a:gd name="connsiteX12" fmla="*/ 431883 w 1662766"/>
                <a:gd name="connsiteY12" fmla="*/ 771446 h 880167"/>
                <a:gd name="connsiteX13" fmla="*/ 488474 w 1662766"/>
                <a:gd name="connsiteY13" fmla="*/ 798252 h 880167"/>
                <a:gd name="connsiteX14" fmla="*/ 580808 w 1662766"/>
                <a:gd name="connsiteY14" fmla="*/ 836973 h 880167"/>
                <a:gd name="connsiteX15" fmla="*/ 691012 w 1662766"/>
                <a:gd name="connsiteY15" fmla="*/ 866758 h 880167"/>
                <a:gd name="connsiteX16" fmla="*/ 803448 w 1662766"/>
                <a:gd name="connsiteY16" fmla="*/ 877923 h 880167"/>
                <a:gd name="connsiteX17" fmla="*/ 886083 w 1662766"/>
                <a:gd name="connsiteY17" fmla="*/ 880167 h 880167"/>
                <a:gd name="connsiteX18" fmla="*/ 988863 w 1662766"/>
                <a:gd name="connsiteY18" fmla="*/ 863779 h 880167"/>
                <a:gd name="connsiteX19" fmla="*/ 1090865 w 1662766"/>
                <a:gd name="connsiteY19" fmla="*/ 835476 h 880167"/>
                <a:gd name="connsiteX20" fmla="*/ 1233100 w 1662766"/>
                <a:gd name="connsiteY20" fmla="*/ 783360 h 880167"/>
                <a:gd name="connsiteX21" fmla="*/ 1352240 w 1662766"/>
                <a:gd name="connsiteY21" fmla="*/ 708897 h 880167"/>
                <a:gd name="connsiteX22" fmla="*/ 1419997 w 1662766"/>
                <a:gd name="connsiteY22" fmla="*/ 641126 h 880167"/>
                <a:gd name="connsiteX23" fmla="*/ 1501165 w 1662766"/>
                <a:gd name="connsiteY23" fmla="*/ 556994 h 880167"/>
                <a:gd name="connsiteX24" fmla="*/ 1558490 w 1662766"/>
                <a:gd name="connsiteY24" fmla="*/ 474330 h 880167"/>
                <a:gd name="connsiteX25" fmla="*/ 1632219 w 1662766"/>
                <a:gd name="connsiteY25" fmla="*/ 318714 h 880167"/>
                <a:gd name="connsiteX26" fmla="*/ 1653054 w 1662766"/>
                <a:gd name="connsiteY26" fmla="*/ 208509 h 880167"/>
                <a:gd name="connsiteX27" fmla="*/ 1662766 w 1662766"/>
                <a:gd name="connsiteY27" fmla="*/ 64793 h 880167"/>
                <a:gd name="connsiteX28" fmla="*/ 1620305 w 1662766"/>
                <a:gd name="connsiteY28" fmla="*/ 166810 h 880167"/>
                <a:gd name="connsiteX29" fmla="*/ 1575627 w 1662766"/>
                <a:gd name="connsiteY29" fmla="*/ 208509 h 880167"/>
                <a:gd name="connsiteX30" fmla="*/ 1474358 w 1662766"/>
                <a:gd name="connsiteY30" fmla="*/ 277015 h 880167"/>
                <a:gd name="connsiteX31" fmla="*/ 1268842 w 1662766"/>
                <a:gd name="connsiteY31" fmla="*/ 345520 h 880167"/>
                <a:gd name="connsiteX32" fmla="*/ 1108003 w 1662766"/>
                <a:gd name="connsiteY32" fmla="*/ 390198 h 880167"/>
                <a:gd name="connsiteX33" fmla="*/ 801217 w 1662766"/>
                <a:gd name="connsiteY33" fmla="*/ 408069 h 880167"/>
                <a:gd name="connsiteX34" fmla="*/ 601657 w 1662766"/>
                <a:gd name="connsiteY34" fmla="*/ 399133 h 880167"/>
                <a:gd name="connsiteX35" fmla="*/ 497410 w 1662766"/>
                <a:gd name="connsiteY35" fmla="*/ 369348 h 880167"/>
                <a:gd name="connsiteX36" fmla="*/ 265087 w 1662766"/>
                <a:gd name="connsiteY36" fmla="*/ 303821 h 880167"/>
                <a:gd name="connsiteX37" fmla="*/ 116162 w 1662766"/>
                <a:gd name="connsiteY37" fmla="*/ 199574 h 880167"/>
                <a:gd name="connsiteX38" fmla="*/ 41699 w 1662766"/>
                <a:gd name="connsiteY38" fmla="*/ 89369 h 880167"/>
                <a:gd name="connsiteX39" fmla="*/ 15612 w 1662766"/>
                <a:gd name="connsiteY39" fmla="*/ 0 h 880167"/>
                <a:gd name="connsiteX0" fmla="*/ 15612 w 1669457"/>
                <a:gd name="connsiteY0" fmla="*/ 0 h 880167"/>
                <a:gd name="connsiteX1" fmla="*/ 0 w 1669457"/>
                <a:gd name="connsiteY1" fmla="*/ 50649 h 880167"/>
                <a:gd name="connsiteX2" fmla="*/ 5957 w 1669457"/>
                <a:gd name="connsiteY2" fmla="*/ 145961 h 880167"/>
                <a:gd name="connsiteX3" fmla="*/ 11914 w 1669457"/>
                <a:gd name="connsiteY3" fmla="*/ 199574 h 880167"/>
                <a:gd name="connsiteX4" fmla="*/ 20850 w 1669457"/>
                <a:gd name="connsiteY4" fmla="*/ 250208 h 880167"/>
                <a:gd name="connsiteX5" fmla="*/ 56592 w 1669457"/>
                <a:gd name="connsiteY5" fmla="*/ 345520 h 880167"/>
                <a:gd name="connsiteX6" fmla="*/ 86377 w 1669457"/>
                <a:gd name="connsiteY6" fmla="*/ 411047 h 880167"/>
                <a:gd name="connsiteX7" fmla="*/ 113183 w 1669457"/>
                <a:gd name="connsiteY7" fmla="*/ 452746 h 880167"/>
                <a:gd name="connsiteX8" fmla="*/ 160839 w 1669457"/>
                <a:gd name="connsiteY8" fmla="*/ 539123 h 880167"/>
                <a:gd name="connsiteX9" fmla="*/ 205517 w 1669457"/>
                <a:gd name="connsiteY9" fmla="*/ 598693 h 880167"/>
                <a:gd name="connsiteX10" fmla="*/ 288915 w 1669457"/>
                <a:gd name="connsiteY10" fmla="*/ 667198 h 880167"/>
                <a:gd name="connsiteX11" fmla="*/ 354442 w 1669457"/>
                <a:gd name="connsiteY11" fmla="*/ 720811 h 880167"/>
                <a:gd name="connsiteX12" fmla="*/ 431883 w 1669457"/>
                <a:gd name="connsiteY12" fmla="*/ 771446 h 880167"/>
                <a:gd name="connsiteX13" fmla="*/ 488474 w 1669457"/>
                <a:gd name="connsiteY13" fmla="*/ 798252 h 880167"/>
                <a:gd name="connsiteX14" fmla="*/ 580808 w 1669457"/>
                <a:gd name="connsiteY14" fmla="*/ 836973 h 880167"/>
                <a:gd name="connsiteX15" fmla="*/ 691012 w 1669457"/>
                <a:gd name="connsiteY15" fmla="*/ 866758 h 880167"/>
                <a:gd name="connsiteX16" fmla="*/ 803448 w 1669457"/>
                <a:gd name="connsiteY16" fmla="*/ 877923 h 880167"/>
                <a:gd name="connsiteX17" fmla="*/ 886083 w 1669457"/>
                <a:gd name="connsiteY17" fmla="*/ 880167 h 880167"/>
                <a:gd name="connsiteX18" fmla="*/ 988863 w 1669457"/>
                <a:gd name="connsiteY18" fmla="*/ 863779 h 880167"/>
                <a:gd name="connsiteX19" fmla="*/ 1090865 w 1669457"/>
                <a:gd name="connsiteY19" fmla="*/ 835476 h 880167"/>
                <a:gd name="connsiteX20" fmla="*/ 1233100 w 1669457"/>
                <a:gd name="connsiteY20" fmla="*/ 783360 h 880167"/>
                <a:gd name="connsiteX21" fmla="*/ 1352240 w 1669457"/>
                <a:gd name="connsiteY21" fmla="*/ 708897 h 880167"/>
                <a:gd name="connsiteX22" fmla="*/ 1419997 w 1669457"/>
                <a:gd name="connsiteY22" fmla="*/ 641126 h 880167"/>
                <a:gd name="connsiteX23" fmla="*/ 1501165 w 1669457"/>
                <a:gd name="connsiteY23" fmla="*/ 556994 h 880167"/>
                <a:gd name="connsiteX24" fmla="*/ 1558490 w 1669457"/>
                <a:gd name="connsiteY24" fmla="*/ 474330 h 880167"/>
                <a:gd name="connsiteX25" fmla="*/ 1632219 w 1669457"/>
                <a:gd name="connsiteY25" fmla="*/ 318714 h 880167"/>
                <a:gd name="connsiteX26" fmla="*/ 1653054 w 1669457"/>
                <a:gd name="connsiteY26" fmla="*/ 208509 h 880167"/>
                <a:gd name="connsiteX27" fmla="*/ 1669457 w 1669457"/>
                <a:gd name="connsiteY27" fmla="*/ 75944 h 880167"/>
                <a:gd name="connsiteX28" fmla="*/ 1620305 w 1669457"/>
                <a:gd name="connsiteY28" fmla="*/ 166810 h 880167"/>
                <a:gd name="connsiteX29" fmla="*/ 1575627 w 1669457"/>
                <a:gd name="connsiteY29" fmla="*/ 208509 h 880167"/>
                <a:gd name="connsiteX30" fmla="*/ 1474358 w 1669457"/>
                <a:gd name="connsiteY30" fmla="*/ 277015 h 880167"/>
                <a:gd name="connsiteX31" fmla="*/ 1268842 w 1669457"/>
                <a:gd name="connsiteY31" fmla="*/ 345520 h 880167"/>
                <a:gd name="connsiteX32" fmla="*/ 1108003 w 1669457"/>
                <a:gd name="connsiteY32" fmla="*/ 390198 h 880167"/>
                <a:gd name="connsiteX33" fmla="*/ 801217 w 1669457"/>
                <a:gd name="connsiteY33" fmla="*/ 408069 h 880167"/>
                <a:gd name="connsiteX34" fmla="*/ 601657 w 1669457"/>
                <a:gd name="connsiteY34" fmla="*/ 399133 h 880167"/>
                <a:gd name="connsiteX35" fmla="*/ 497410 w 1669457"/>
                <a:gd name="connsiteY35" fmla="*/ 369348 h 880167"/>
                <a:gd name="connsiteX36" fmla="*/ 265087 w 1669457"/>
                <a:gd name="connsiteY36" fmla="*/ 303821 h 880167"/>
                <a:gd name="connsiteX37" fmla="*/ 116162 w 1669457"/>
                <a:gd name="connsiteY37" fmla="*/ 199574 h 880167"/>
                <a:gd name="connsiteX38" fmla="*/ 41699 w 1669457"/>
                <a:gd name="connsiteY38" fmla="*/ 89369 h 880167"/>
                <a:gd name="connsiteX39" fmla="*/ 15612 w 1669457"/>
                <a:gd name="connsiteY39" fmla="*/ 0 h 880167"/>
                <a:gd name="connsiteX0" fmla="*/ 28312 w 1669457"/>
                <a:gd name="connsiteY0" fmla="*/ 0 h 880167"/>
                <a:gd name="connsiteX1" fmla="*/ 0 w 1669457"/>
                <a:gd name="connsiteY1" fmla="*/ 50649 h 880167"/>
                <a:gd name="connsiteX2" fmla="*/ 5957 w 1669457"/>
                <a:gd name="connsiteY2" fmla="*/ 145961 h 880167"/>
                <a:gd name="connsiteX3" fmla="*/ 11914 w 1669457"/>
                <a:gd name="connsiteY3" fmla="*/ 199574 h 880167"/>
                <a:gd name="connsiteX4" fmla="*/ 20850 w 1669457"/>
                <a:gd name="connsiteY4" fmla="*/ 250208 h 880167"/>
                <a:gd name="connsiteX5" fmla="*/ 56592 w 1669457"/>
                <a:gd name="connsiteY5" fmla="*/ 345520 h 880167"/>
                <a:gd name="connsiteX6" fmla="*/ 86377 w 1669457"/>
                <a:gd name="connsiteY6" fmla="*/ 411047 h 880167"/>
                <a:gd name="connsiteX7" fmla="*/ 113183 w 1669457"/>
                <a:gd name="connsiteY7" fmla="*/ 452746 h 880167"/>
                <a:gd name="connsiteX8" fmla="*/ 160839 w 1669457"/>
                <a:gd name="connsiteY8" fmla="*/ 539123 h 880167"/>
                <a:gd name="connsiteX9" fmla="*/ 205517 w 1669457"/>
                <a:gd name="connsiteY9" fmla="*/ 598693 h 880167"/>
                <a:gd name="connsiteX10" fmla="*/ 288915 w 1669457"/>
                <a:gd name="connsiteY10" fmla="*/ 667198 h 880167"/>
                <a:gd name="connsiteX11" fmla="*/ 354442 w 1669457"/>
                <a:gd name="connsiteY11" fmla="*/ 720811 h 880167"/>
                <a:gd name="connsiteX12" fmla="*/ 431883 w 1669457"/>
                <a:gd name="connsiteY12" fmla="*/ 771446 h 880167"/>
                <a:gd name="connsiteX13" fmla="*/ 488474 w 1669457"/>
                <a:gd name="connsiteY13" fmla="*/ 798252 h 880167"/>
                <a:gd name="connsiteX14" fmla="*/ 580808 w 1669457"/>
                <a:gd name="connsiteY14" fmla="*/ 836973 h 880167"/>
                <a:gd name="connsiteX15" fmla="*/ 691012 w 1669457"/>
                <a:gd name="connsiteY15" fmla="*/ 866758 h 880167"/>
                <a:gd name="connsiteX16" fmla="*/ 803448 w 1669457"/>
                <a:gd name="connsiteY16" fmla="*/ 877923 h 880167"/>
                <a:gd name="connsiteX17" fmla="*/ 886083 w 1669457"/>
                <a:gd name="connsiteY17" fmla="*/ 880167 h 880167"/>
                <a:gd name="connsiteX18" fmla="*/ 988863 w 1669457"/>
                <a:gd name="connsiteY18" fmla="*/ 863779 h 880167"/>
                <a:gd name="connsiteX19" fmla="*/ 1090865 w 1669457"/>
                <a:gd name="connsiteY19" fmla="*/ 835476 h 880167"/>
                <a:gd name="connsiteX20" fmla="*/ 1233100 w 1669457"/>
                <a:gd name="connsiteY20" fmla="*/ 783360 h 880167"/>
                <a:gd name="connsiteX21" fmla="*/ 1352240 w 1669457"/>
                <a:gd name="connsiteY21" fmla="*/ 708897 h 880167"/>
                <a:gd name="connsiteX22" fmla="*/ 1419997 w 1669457"/>
                <a:gd name="connsiteY22" fmla="*/ 641126 h 880167"/>
                <a:gd name="connsiteX23" fmla="*/ 1501165 w 1669457"/>
                <a:gd name="connsiteY23" fmla="*/ 556994 h 880167"/>
                <a:gd name="connsiteX24" fmla="*/ 1558490 w 1669457"/>
                <a:gd name="connsiteY24" fmla="*/ 474330 h 880167"/>
                <a:gd name="connsiteX25" fmla="*/ 1632219 w 1669457"/>
                <a:gd name="connsiteY25" fmla="*/ 318714 h 880167"/>
                <a:gd name="connsiteX26" fmla="*/ 1653054 w 1669457"/>
                <a:gd name="connsiteY26" fmla="*/ 208509 h 880167"/>
                <a:gd name="connsiteX27" fmla="*/ 1669457 w 1669457"/>
                <a:gd name="connsiteY27" fmla="*/ 75944 h 880167"/>
                <a:gd name="connsiteX28" fmla="*/ 1620305 w 1669457"/>
                <a:gd name="connsiteY28" fmla="*/ 166810 h 880167"/>
                <a:gd name="connsiteX29" fmla="*/ 1575627 w 1669457"/>
                <a:gd name="connsiteY29" fmla="*/ 208509 h 880167"/>
                <a:gd name="connsiteX30" fmla="*/ 1474358 w 1669457"/>
                <a:gd name="connsiteY30" fmla="*/ 277015 h 880167"/>
                <a:gd name="connsiteX31" fmla="*/ 1268842 w 1669457"/>
                <a:gd name="connsiteY31" fmla="*/ 345520 h 880167"/>
                <a:gd name="connsiteX32" fmla="*/ 1108003 w 1669457"/>
                <a:gd name="connsiteY32" fmla="*/ 390198 h 880167"/>
                <a:gd name="connsiteX33" fmla="*/ 801217 w 1669457"/>
                <a:gd name="connsiteY33" fmla="*/ 408069 h 880167"/>
                <a:gd name="connsiteX34" fmla="*/ 601657 w 1669457"/>
                <a:gd name="connsiteY34" fmla="*/ 399133 h 880167"/>
                <a:gd name="connsiteX35" fmla="*/ 497410 w 1669457"/>
                <a:gd name="connsiteY35" fmla="*/ 369348 h 880167"/>
                <a:gd name="connsiteX36" fmla="*/ 265087 w 1669457"/>
                <a:gd name="connsiteY36" fmla="*/ 303821 h 880167"/>
                <a:gd name="connsiteX37" fmla="*/ 116162 w 1669457"/>
                <a:gd name="connsiteY37" fmla="*/ 199574 h 880167"/>
                <a:gd name="connsiteX38" fmla="*/ 41699 w 1669457"/>
                <a:gd name="connsiteY38" fmla="*/ 89369 h 880167"/>
                <a:gd name="connsiteX39" fmla="*/ 28312 w 1669457"/>
                <a:gd name="connsiteY39" fmla="*/ 0 h 880167"/>
                <a:gd name="connsiteX0" fmla="*/ 22355 w 1663500"/>
                <a:gd name="connsiteY0" fmla="*/ 0 h 880167"/>
                <a:gd name="connsiteX1" fmla="*/ 11823 w 1663500"/>
                <a:gd name="connsiteY1" fmla="*/ 53189 h 880167"/>
                <a:gd name="connsiteX2" fmla="*/ 0 w 1663500"/>
                <a:gd name="connsiteY2" fmla="*/ 145961 h 880167"/>
                <a:gd name="connsiteX3" fmla="*/ 5957 w 1663500"/>
                <a:gd name="connsiteY3" fmla="*/ 199574 h 880167"/>
                <a:gd name="connsiteX4" fmla="*/ 14893 w 1663500"/>
                <a:gd name="connsiteY4" fmla="*/ 250208 h 880167"/>
                <a:gd name="connsiteX5" fmla="*/ 50635 w 1663500"/>
                <a:gd name="connsiteY5" fmla="*/ 345520 h 880167"/>
                <a:gd name="connsiteX6" fmla="*/ 80420 w 1663500"/>
                <a:gd name="connsiteY6" fmla="*/ 411047 h 880167"/>
                <a:gd name="connsiteX7" fmla="*/ 107226 w 1663500"/>
                <a:gd name="connsiteY7" fmla="*/ 452746 h 880167"/>
                <a:gd name="connsiteX8" fmla="*/ 154882 w 1663500"/>
                <a:gd name="connsiteY8" fmla="*/ 539123 h 880167"/>
                <a:gd name="connsiteX9" fmla="*/ 199560 w 1663500"/>
                <a:gd name="connsiteY9" fmla="*/ 598693 h 880167"/>
                <a:gd name="connsiteX10" fmla="*/ 282958 w 1663500"/>
                <a:gd name="connsiteY10" fmla="*/ 667198 h 880167"/>
                <a:gd name="connsiteX11" fmla="*/ 348485 w 1663500"/>
                <a:gd name="connsiteY11" fmla="*/ 720811 h 880167"/>
                <a:gd name="connsiteX12" fmla="*/ 425926 w 1663500"/>
                <a:gd name="connsiteY12" fmla="*/ 771446 h 880167"/>
                <a:gd name="connsiteX13" fmla="*/ 482517 w 1663500"/>
                <a:gd name="connsiteY13" fmla="*/ 798252 h 880167"/>
                <a:gd name="connsiteX14" fmla="*/ 574851 w 1663500"/>
                <a:gd name="connsiteY14" fmla="*/ 836973 h 880167"/>
                <a:gd name="connsiteX15" fmla="*/ 685055 w 1663500"/>
                <a:gd name="connsiteY15" fmla="*/ 866758 h 880167"/>
                <a:gd name="connsiteX16" fmla="*/ 797491 w 1663500"/>
                <a:gd name="connsiteY16" fmla="*/ 877923 h 880167"/>
                <a:gd name="connsiteX17" fmla="*/ 880126 w 1663500"/>
                <a:gd name="connsiteY17" fmla="*/ 880167 h 880167"/>
                <a:gd name="connsiteX18" fmla="*/ 982906 w 1663500"/>
                <a:gd name="connsiteY18" fmla="*/ 863779 h 880167"/>
                <a:gd name="connsiteX19" fmla="*/ 1084908 w 1663500"/>
                <a:gd name="connsiteY19" fmla="*/ 835476 h 880167"/>
                <a:gd name="connsiteX20" fmla="*/ 1227143 w 1663500"/>
                <a:gd name="connsiteY20" fmla="*/ 783360 h 880167"/>
                <a:gd name="connsiteX21" fmla="*/ 1346283 w 1663500"/>
                <a:gd name="connsiteY21" fmla="*/ 708897 h 880167"/>
                <a:gd name="connsiteX22" fmla="*/ 1414040 w 1663500"/>
                <a:gd name="connsiteY22" fmla="*/ 641126 h 880167"/>
                <a:gd name="connsiteX23" fmla="*/ 1495208 w 1663500"/>
                <a:gd name="connsiteY23" fmla="*/ 556994 h 880167"/>
                <a:gd name="connsiteX24" fmla="*/ 1552533 w 1663500"/>
                <a:gd name="connsiteY24" fmla="*/ 474330 h 880167"/>
                <a:gd name="connsiteX25" fmla="*/ 1626262 w 1663500"/>
                <a:gd name="connsiteY25" fmla="*/ 318714 h 880167"/>
                <a:gd name="connsiteX26" fmla="*/ 1647097 w 1663500"/>
                <a:gd name="connsiteY26" fmla="*/ 208509 h 880167"/>
                <a:gd name="connsiteX27" fmla="*/ 1663500 w 1663500"/>
                <a:gd name="connsiteY27" fmla="*/ 75944 h 880167"/>
                <a:gd name="connsiteX28" fmla="*/ 1614348 w 1663500"/>
                <a:gd name="connsiteY28" fmla="*/ 166810 h 880167"/>
                <a:gd name="connsiteX29" fmla="*/ 1569670 w 1663500"/>
                <a:gd name="connsiteY29" fmla="*/ 208509 h 880167"/>
                <a:gd name="connsiteX30" fmla="*/ 1468401 w 1663500"/>
                <a:gd name="connsiteY30" fmla="*/ 277015 h 880167"/>
                <a:gd name="connsiteX31" fmla="*/ 1262885 w 1663500"/>
                <a:gd name="connsiteY31" fmla="*/ 345520 h 880167"/>
                <a:gd name="connsiteX32" fmla="*/ 1102046 w 1663500"/>
                <a:gd name="connsiteY32" fmla="*/ 390198 h 880167"/>
                <a:gd name="connsiteX33" fmla="*/ 795260 w 1663500"/>
                <a:gd name="connsiteY33" fmla="*/ 408069 h 880167"/>
                <a:gd name="connsiteX34" fmla="*/ 595700 w 1663500"/>
                <a:gd name="connsiteY34" fmla="*/ 399133 h 880167"/>
                <a:gd name="connsiteX35" fmla="*/ 491453 w 1663500"/>
                <a:gd name="connsiteY35" fmla="*/ 369348 h 880167"/>
                <a:gd name="connsiteX36" fmla="*/ 259130 w 1663500"/>
                <a:gd name="connsiteY36" fmla="*/ 303821 h 880167"/>
                <a:gd name="connsiteX37" fmla="*/ 110205 w 1663500"/>
                <a:gd name="connsiteY37" fmla="*/ 199574 h 880167"/>
                <a:gd name="connsiteX38" fmla="*/ 35742 w 1663500"/>
                <a:gd name="connsiteY38" fmla="*/ 89369 h 880167"/>
                <a:gd name="connsiteX39" fmla="*/ 22355 w 1663500"/>
                <a:gd name="connsiteY39" fmla="*/ 0 h 880167"/>
                <a:gd name="connsiteX0" fmla="*/ 16398 w 1657543"/>
                <a:gd name="connsiteY0" fmla="*/ 0 h 880167"/>
                <a:gd name="connsiteX1" fmla="*/ 5866 w 1657543"/>
                <a:gd name="connsiteY1" fmla="*/ 53189 h 880167"/>
                <a:gd name="connsiteX2" fmla="*/ 4203 w 1657543"/>
                <a:gd name="connsiteY2" fmla="*/ 145961 h 880167"/>
                <a:gd name="connsiteX3" fmla="*/ 0 w 1657543"/>
                <a:gd name="connsiteY3" fmla="*/ 199574 h 880167"/>
                <a:gd name="connsiteX4" fmla="*/ 8936 w 1657543"/>
                <a:gd name="connsiteY4" fmla="*/ 250208 h 880167"/>
                <a:gd name="connsiteX5" fmla="*/ 44678 w 1657543"/>
                <a:gd name="connsiteY5" fmla="*/ 345520 h 880167"/>
                <a:gd name="connsiteX6" fmla="*/ 74463 w 1657543"/>
                <a:gd name="connsiteY6" fmla="*/ 411047 h 880167"/>
                <a:gd name="connsiteX7" fmla="*/ 101269 w 1657543"/>
                <a:gd name="connsiteY7" fmla="*/ 452746 h 880167"/>
                <a:gd name="connsiteX8" fmla="*/ 148925 w 1657543"/>
                <a:gd name="connsiteY8" fmla="*/ 539123 h 880167"/>
                <a:gd name="connsiteX9" fmla="*/ 193603 w 1657543"/>
                <a:gd name="connsiteY9" fmla="*/ 598693 h 880167"/>
                <a:gd name="connsiteX10" fmla="*/ 277001 w 1657543"/>
                <a:gd name="connsiteY10" fmla="*/ 667198 h 880167"/>
                <a:gd name="connsiteX11" fmla="*/ 342528 w 1657543"/>
                <a:gd name="connsiteY11" fmla="*/ 720811 h 880167"/>
                <a:gd name="connsiteX12" fmla="*/ 419969 w 1657543"/>
                <a:gd name="connsiteY12" fmla="*/ 771446 h 880167"/>
                <a:gd name="connsiteX13" fmla="*/ 476560 w 1657543"/>
                <a:gd name="connsiteY13" fmla="*/ 798252 h 880167"/>
                <a:gd name="connsiteX14" fmla="*/ 568894 w 1657543"/>
                <a:gd name="connsiteY14" fmla="*/ 836973 h 880167"/>
                <a:gd name="connsiteX15" fmla="*/ 679098 w 1657543"/>
                <a:gd name="connsiteY15" fmla="*/ 866758 h 880167"/>
                <a:gd name="connsiteX16" fmla="*/ 791534 w 1657543"/>
                <a:gd name="connsiteY16" fmla="*/ 877923 h 880167"/>
                <a:gd name="connsiteX17" fmla="*/ 874169 w 1657543"/>
                <a:gd name="connsiteY17" fmla="*/ 880167 h 880167"/>
                <a:gd name="connsiteX18" fmla="*/ 976949 w 1657543"/>
                <a:gd name="connsiteY18" fmla="*/ 863779 h 880167"/>
                <a:gd name="connsiteX19" fmla="*/ 1078951 w 1657543"/>
                <a:gd name="connsiteY19" fmla="*/ 835476 h 880167"/>
                <a:gd name="connsiteX20" fmla="*/ 1221186 w 1657543"/>
                <a:gd name="connsiteY20" fmla="*/ 783360 h 880167"/>
                <a:gd name="connsiteX21" fmla="*/ 1340326 w 1657543"/>
                <a:gd name="connsiteY21" fmla="*/ 708897 h 880167"/>
                <a:gd name="connsiteX22" fmla="*/ 1408083 w 1657543"/>
                <a:gd name="connsiteY22" fmla="*/ 641126 h 880167"/>
                <a:gd name="connsiteX23" fmla="*/ 1489251 w 1657543"/>
                <a:gd name="connsiteY23" fmla="*/ 556994 h 880167"/>
                <a:gd name="connsiteX24" fmla="*/ 1546576 w 1657543"/>
                <a:gd name="connsiteY24" fmla="*/ 474330 h 880167"/>
                <a:gd name="connsiteX25" fmla="*/ 1620305 w 1657543"/>
                <a:gd name="connsiteY25" fmla="*/ 318714 h 880167"/>
                <a:gd name="connsiteX26" fmla="*/ 1641140 w 1657543"/>
                <a:gd name="connsiteY26" fmla="*/ 208509 h 880167"/>
                <a:gd name="connsiteX27" fmla="*/ 1657543 w 1657543"/>
                <a:gd name="connsiteY27" fmla="*/ 75944 h 880167"/>
                <a:gd name="connsiteX28" fmla="*/ 1608391 w 1657543"/>
                <a:gd name="connsiteY28" fmla="*/ 166810 h 880167"/>
                <a:gd name="connsiteX29" fmla="*/ 1563713 w 1657543"/>
                <a:gd name="connsiteY29" fmla="*/ 208509 h 880167"/>
                <a:gd name="connsiteX30" fmla="*/ 1462444 w 1657543"/>
                <a:gd name="connsiteY30" fmla="*/ 277015 h 880167"/>
                <a:gd name="connsiteX31" fmla="*/ 1256928 w 1657543"/>
                <a:gd name="connsiteY31" fmla="*/ 345520 h 880167"/>
                <a:gd name="connsiteX32" fmla="*/ 1096089 w 1657543"/>
                <a:gd name="connsiteY32" fmla="*/ 390198 h 880167"/>
                <a:gd name="connsiteX33" fmla="*/ 789303 w 1657543"/>
                <a:gd name="connsiteY33" fmla="*/ 408069 h 880167"/>
                <a:gd name="connsiteX34" fmla="*/ 589743 w 1657543"/>
                <a:gd name="connsiteY34" fmla="*/ 399133 h 880167"/>
                <a:gd name="connsiteX35" fmla="*/ 485496 w 1657543"/>
                <a:gd name="connsiteY35" fmla="*/ 369348 h 880167"/>
                <a:gd name="connsiteX36" fmla="*/ 253173 w 1657543"/>
                <a:gd name="connsiteY36" fmla="*/ 303821 h 880167"/>
                <a:gd name="connsiteX37" fmla="*/ 104248 w 1657543"/>
                <a:gd name="connsiteY37" fmla="*/ 199574 h 880167"/>
                <a:gd name="connsiteX38" fmla="*/ 29785 w 1657543"/>
                <a:gd name="connsiteY38" fmla="*/ 89369 h 880167"/>
                <a:gd name="connsiteX39" fmla="*/ 16398 w 1657543"/>
                <a:gd name="connsiteY39" fmla="*/ 0 h 880167"/>
                <a:gd name="connsiteX0" fmla="*/ 12195 w 1653340"/>
                <a:gd name="connsiteY0" fmla="*/ 0 h 880167"/>
                <a:gd name="connsiteX1" fmla="*/ 1663 w 1653340"/>
                <a:gd name="connsiteY1" fmla="*/ 53189 h 880167"/>
                <a:gd name="connsiteX2" fmla="*/ 0 w 1653340"/>
                <a:gd name="connsiteY2" fmla="*/ 145961 h 880167"/>
                <a:gd name="connsiteX3" fmla="*/ 13577 w 1653340"/>
                <a:gd name="connsiteY3" fmla="*/ 199574 h 880167"/>
                <a:gd name="connsiteX4" fmla="*/ 4733 w 1653340"/>
                <a:gd name="connsiteY4" fmla="*/ 250208 h 880167"/>
                <a:gd name="connsiteX5" fmla="*/ 40475 w 1653340"/>
                <a:gd name="connsiteY5" fmla="*/ 345520 h 880167"/>
                <a:gd name="connsiteX6" fmla="*/ 70260 w 1653340"/>
                <a:gd name="connsiteY6" fmla="*/ 411047 h 880167"/>
                <a:gd name="connsiteX7" fmla="*/ 97066 w 1653340"/>
                <a:gd name="connsiteY7" fmla="*/ 452746 h 880167"/>
                <a:gd name="connsiteX8" fmla="*/ 144722 w 1653340"/>
                <a:gd name="connsiteY8" fmla="*/ 539123 h 880167"/>
                <a:gd name="connsiteX9" fmla="*/ 189400 w 1653340"/>
                <a:gd name="connsiteY9" fmla="*/ 598693 h 880167"/>
                <a:gd name="connsiteX10" fmla="*/ 272798 w 1653340"/>
                <a:gd name="connsiteY10" fmla="*/ 667198 h 880167"/>
                <a:gd name="connsiteX11" fmla="*/ 338325 w 1653340"/>
                <a:gd name="connsiteY11" fmla="*/ 720811 h 880167"/>
                <a:gd name="connsiteX12" fmla="*/ 415766 w 1653340"/>
                <a:gd name="connsiteY12" fmla="*/ 771446 h 880167"/>
                <a:gd name="connsiteX13" fmla="*/ 472357 w 1653340"/>
                <a:gd name="connsiteY13" fmla="*/ 798252 h 880167"/>
                <a:gd name="connsiteX14" fmla="*/ 564691 w 1653340"/>
                <a:gd name="connsiteY14" fmla="*/ 836973 h 880167"/>
                <a:gd name="connsiteX15" fmla="*/ 674895 w 1653340"/>
                <a:gd name="connsiteY15" fmla="*/ 866758 h 880167"/>
                <a:gd name="connsiteX16" fmla="*/ 787331 w 1653340"/>
                <a:gd name="connsiteY16" fmla="*/ 877923 h 880167"/>
                <a:gd name="connsiteX17" fmla="*/ 869966 w 1653340"/>
                <a:gd name="connsiteY17" fmla="*/ 880167 h 880167"/>
                <a:gd name="connsiteX18" fmla="*/ 972746 w 1653340"/>
                <a:gd name="connsiteY18" fmla="*/ 863779 h 880167"/>
                <a:gd name="connsiteX19" fmla="*/ 1074748 w 1653340"/>
                <a:gd name="connsiteY19" fmla="*/ 835476 h 880167"/>
                <a:gd name="connsiteX20" fmla="*/ 1216983 w 1653340"/>
                <a:gd name="connsiteY20" fmla="*/ 783360 h 880167"/>
                <a:gd name="connsiteX21" fmla="*/ 1336123 w 1653340"/>
                <a:gd name="connsiteY21" fmla="*/ 708897 h 880167"/>
                <a:gd name="connsiteX22" fmla="*/ 1403880 w 1653340"/>
                <a:gd name="connsiteY22" fmla="*/ 641126 h 880167"/>
                <a:gd name="connsiteX23" fmla="*/ 1485048 w 1653340"/>
                <a:gd name="connsiteY23" fmla="*/ 556994 h 880167"/>
                <a:gd name="connsiteX24" fmla="*/ 1542373 w 1653340"/>
                <a:gd name="connsiteY24" fmla="*/ 474330 h 880167"/>
                <a:gd name="connsiteX25" fmla="*/ 1616102 w 1653340"/>
                <a:gd name="connsiteY25" fmla="*/ 318714 h 880167"/>
                <a:gd name="connsiteX26" fmla="*/ 1636937 w 1653340"/>
                <a:gd name="connsiteY26" fmla="*/ 208509 h 880167"/>
                <a:gd name="connsiteX27" fmla="*/ 1653340 w 1653340"/>
                <a:gd name="connsiteY27" fmla="*/ 75944 h 880167"/>
                <a:gd name="connsiteX28" fmla="*/ 1604188 w 1653340"/>
                <a:gd name="connsiteY28" fmla="*/ 166810 h 880167"/>
                <a:gd name="connsiteX29" fmla="*/ 1559510 w 1653340"/>
                <a:gd name="connsiteY29" fmla="*/ 208509 h 880167"/>
                <a:gd name="connsiteX30" fmla="*/ 1458241 w 1653340"/>
                <a:gd name="connsiteY30" fmla="*/ 277015 h 880167"/>
                <a:gd name="connsiteX31" fmla="*/ 1252725 w 1653340"/>
                <a:gd name="connsiteY31" fmla="*/ 345520 h 880167"/>
                <a:gd name="connsiteX32" fmla="*/ 1091886 w 1653340"/>
                <a:gd name="connsiteY32" fmla="*/ 390198 h 880167"/>
                <a:gd name="connsiteX33" fmla="*/ 785100 w 1653340"/>
                <a:gd name="connsiteY33" fmla="*/ 408069 h 880167"/>
                <a:gd name="connsiteX34" fmla="*/ 585540 w 1653340"/>
                <a:gd name="connsiteY34" fmla="*/ 399133 h 880167"/>
                <a:gd name="connsiteX35" fmla="*/ 481293 w 1653340"/>
                <a:gd name="connsiteY35" fmla="*/ 369348 h 880167"/>
                <a:gd name="connsiteX36" fmla="*/ 248970 w 1653340"/>
                <a:gd name="connsiteY36" fmla="*/ 303821 h 880167"/>
                <a:gd name="connsiteX37" fmla="*/ 100045 w 1653340"/>
                <a:gd name="connsiteY37" fmla="*/ 199574 h 880167"/>
                <a:gd name="connsiteX38" fmla="*/ 25582 w 1653340"/>
                <a:gd name="connsiteY38" fmla="*/ 89369 h 880167"/>
                <a:gd name="connsiteX39" fmla="*/ 12195 w 1653340"/>
                <a:gd name="connsiteY39" fmla="*/ 0 h 880167"/>
                <a:gd name="connsiteX0" fmla="*/ 12195 w 1653340"/>
                <a:gd name="connsiteY0" fmla="*/ 0 h 880167"/>
                <a:gd name="connsiteX1" fmla="*/ 1663 w 1653340"/>
                <a:gd name="connsiteY1" fmla="*/ 53189 h 880167"/>
                <a:gd name="connsiteX2" fmla="*/ 0 w 1653340"/>
                <a:gd name="connsiteY2" fmla="*/ 145961 h 880167"/>
                <a:gd name="connsiteX3" fmla="*/ 13577 w 1653340"/>
                <a:gd name="connsiteY3" fmla="*/ 199574 h 880167"/>
                <a:gd name="connsiteX4" fmla="*/ 14893 w 1653340"/>
                <a:gd name="connsiteY4" fmla="*/ 245128 h 880167"/>
                <a:gd name="connsiteX5" fmla="*/ 40475 w 1653340"/>
                <a:gd name="connsiteY5" fmla="*/ 345520 h 880167"/>
                <a:gd name="connsiteX6" fmla="*/ 70260 w 1653340"/>
                <a:gd name="connsiteY6" fmla="*/ 411047 h 880167"/>
                <a:gd name="connsiteX7" fmla="*/ 97066 w 1653340"/>
                <a:gd name="connsiteY7" fmla="*/ 452746 h 880167"/>
                <a:gd name="connsiteX8" fmla="*/ 144722 w 1653340"/>
                <a:gd name="connsiteY8" fmla="*/ 539123 h 880167"/>
                <a:gd name="connsiteX9" fmla="*/ 189400 w 1653340"/>
                <a:gd name="connsiteY9" fmla="*/ 598693 h 880167"/>
                <a:gd name="connsiteX10" fmla="*/ 272798 w 1653340"/>
                <a:gd name="connsiteY10" fmla="*/ 667198 h 880167"/>
                <a:gd name="connsiteX11" fmla="*/ 338325 w 1653340"/>
                <a:gd name="connsiteY11" fmla="*/ 720811 h 880167"/>
                <a:gd name="connsiteX12" fmla="*/ 415766 w 1653340"/>
                <a:gd name="connsiteY12" fmla="*/ 771446 h 880167"/>
                <a:gd name="connsiteX13" fmla="*/ 472357 w 1653340"/>
                <a:gd name="connsiteY13" fmla="*/ 798252 h 880167"/>
                <a:gd name="connsiteX14" fmla="*/ 564691 w 1653340"/>
                <a:gd name="connsiteY14" fmla="*/ 836973 h 880167"/>
                <a:gd name="connsiteX15" fmla="*/ 674895 w 1653340"/>
                <a:gd name="connsiteY15" fmla="*/ 866758 h 880167"/>
                <a:gd name="connsiteX16" fmla="*/ 787331 w 1653340"/>
                <a:gd name="connsiteY16" fmla="*/ 877923 h 880167"/>
                <a:gd name="connsiteX17" fmla="*/ 869966 w 1653340"/>
                <a:gd name="connsiteY17" fmla="*/ 880167 h 880167"/>
                <a:gd name="connsiteX18" fmla="*/ 972746 w 1653340"/>
                <a:gd name="connsiteY18" fmla="*/ 863779 h 880167"/>
                <a:gd name="connsiteX19" fmla="*/ 1074748 w 1653340"/>
                <a:gd name="connsiteY19" fmla="*/ 835476 h 880167"/>
                <a:gd name="connsiteX20" fmla="*/ 1216983 w 1653340"/>
                <a:gd name="connsiteY20" fmla="*/ 783360 h 880167"/>
                <a:gd name="connsiteX21" fmla="*/ 1336123 w 1653340"/>
                <a:gd name="connsiteY21" fmla="*/ 708897 h 880167"/>
                <a:gd name="connsiteX22" fmla="*/ 1403880 w 1653340"/>
                <a:gd name="connsiteY22" fmla="*/ 641126 h 880167"/>
                <a:gd name="connsiteX23" fmla="*/ 1485048 w 1653340"/>
                <a:gd name="connsiteY23" fmla="*/ 556994 h 880167"/>
                <a:gd name="connsiteX24" fmla="*/ 1542373 w 1653340"/>
                <a:gd name="connsiteY24" fmla="*/ 474330 h 880167"/>
                <a:gd name="connsiteX25" fmla="*/ 1616102 w 1653340"/>
                <a:gd name="connsiteY25" fmla="*/ 318714 h 880167"/>
                <a:gd name="connsiteX26" fmla="*/ 1636937 w 1653340"/>
                <a:gd name="connsiteY26" fmla="*/ 208509 h 880167"/>
                <a:gd name="connsiteX27" fmla="*/ 1653340 w 1653340"/>
                <a:gd name="connsiteY27" fmla="*/ 75944 h 880167"/>
                <a:gd name="connsiteX28" fmla="*/ 1604188 w 1653340"/>
                <a:gd name="connsiteY28" fmla="*/ 166810 h 880167"/>
                <a:gd name="connsiteX29" fmla="*/ 1559510 w 1653340"/>
                <a:gd name="connsiteY29" fmla="*/ 208509 h 880167"/>
                <a:gd name="connsiteX30" fmla="*/ 1458241 w 1653340"/>
                <a:gd name="connsiteY30" fmla="*/ 277015 h 880167"/>
                <a:gd name="connsiteX31" fmla="*/ 1252725 w 1653340"/>
                <a:gd name="connsiteY31" fmla="*/ 345520 h 880167"/>
                <a:gd name="connsiteX32" fmla="*/ 1091886 w 1653340"/>
                <a:gd name="connsiteY32" fmla="*/ 390198 h 880167"/>
                <a:gd name="connsiteX33" fmla="*/ 785100 w 1653340"/>
                <a:gd name="connsiteY33" fmla="*/ 408069 h 880167"/>
                <a:gd name="connsiteX34" fmla="*/ 585540 w 1653340"/>
                <a:gd name="connsiteY34" fmla="*/ 399133 h 880167"/>
                <a:gd name="connsiteX35" fmla="*/ 481293 w 1653340"/>
                <a:gd name="connsiteY35" fmla="*/ 369348 h 880167"/>
                <a:gd name="connsiteX36" fmla="*/ 248970 w 1653340"/>
                <a:gd name="connsiteY36" fmla="*/ 303821 h 880167"/>
                <a:gd name="connsiteX37" fmla="*/ 100045 w 1653340"/>
                <a:gd name="connsiteY37" fmla="*/ 199574 h 880167"/>
                <a:gd name="connsiteX38" fmla="*/ 25582 w 1653340"/>
                <a:gd name="connsiteY38" fmla="*/ 89369 h 880167"/>
                <a:gd name="connsiteX39" fmla="*/ 12195 w 1653340"/>
                <a:gd name="connsiteY39" fmla="*/ 0 h 880167"/>
                <a:gd name="connsiteX0" fmla="*/ 10556 w 1651701"/>
                <a:gd name="connsiteY0" fmla="*/ 0 h 880167"/>
                <a:gd name="connsiteX1" fmla="*/ 24 w 1651701"/>
                <a:gd name="connsiteY1" fmla="*/ 53189 h 880167"/>
                <a:gd name="connsiteX2" fmla="*/ 8521 w 1651701"/>
                <a:gd name="connsiteY2" fmla="*/ 151041 h 880167"/>
                <a:gd name="connsiteX3" fmla="*/ 11938 w 1651701"/>
                <a:gd name="connsiteY3" fmla="*/ 199574 h 880167"/>
                <a:gd name="connsiteX4" fmla="*/ 13254 w 1651701"/>
                <a:gd name="connsiteY4" fmla="*/ 245128 h 880167"/>
                <a:gd name="connsiteX5" fmla="*/ 38836 w 1651701"/>
                <a:gd name="connsiteY5" fmla="*/ 345520 h 880167"/>
                <a:gd name="connsiteX6" fmla="*/ 68621 w 1651701"/>
                <a:gd name="connsiteY6" fmla="*/ 411047 h 880167"/>
                <a:gd name="connsiteX7" fmla="*/ 95427 w 1651701"/>
                <a:gd name="connsiteY7" fmla="*/ 452746 h 880167"/>
                <a:gd name="connsiteX8" fmla="*/ 143083 w 1651701"/>
                <a:gd name="connsiteY8" fmla="*/ 539123 h 880167"/>
                <a:gd name="connsiteX9" fmla="*/ 187761 w 1651701"/>
                <a:gd name="connsiteY9" fmla="*/ 598693 h 880167"/>
                <a:gd name="connsiteX10" fmla="*/ 271159 w 1651701"/>
                <a:gd name="connsiteY10" fmla="*/ 667198 h 880167"/>
                <a:gd name="connsiteX11" fmla="*/ 336686 w 1651701"/>
                <a:gd name="connsiteY11" fmla="*/ 720811 h 880167"/>
                <a:gd name="connsiteX12" fmla="*/ 414127 w 1651701"/>
                <a:gd name="connsiteY12" fmla="*/ 771446 h 880167"/>
                <a:gd name="connsiteX13" fmla="*/ 470718 w 1651701"/>
                <a:gd name="connsiteY13" fmla="*/ 798252 h 880167"/>
                <a:gd name="connsiteX14" fmla="*/ 563052 w 1651701"/>
                <a:gd name="connsiteY14" fmla="*/ 836973 h 880167"/>
                <a:gd name="connsiteX15" fmla="*/ 673256 w 1651701"/>
                <a:gd name="connsiteY15" fmla="*/ 866758 h 880167"/>
                <a:gd name="connsiteX16" fmla="*/ 785692 w 1651701"/>
                <a:gd name="connsiteY16" fmla="*/ 877923 h 880167"/>
                <a:gd name="connsiteX17" fmla="*/ 868327 w 1651701"/>
                <a:gd name="connsiteY17" fmla="*/ 880167 h 880167"/>
                <a:gd name="connsiteX18" fmla="*/ 971107 w 1651701"/>
                <a:gd name="connsiteY18" fmla="*/ 863779 h 880167"/>
                <a:gd name="connsiteX19" fmla="*/ 1073109 w 1651701"/>
                <a:gd name="connsiteY19" fmla="*/ 835476 h 880167"/>
                <a:gd name="connsiteX20" fmla="*/ 1215344 w 1651701"/>
                <a:gd name="connsiteY20" fmla="*/ 783360 h 880167"/>
                <a:gd name="connsiteX21" fmla="*/ 1334484 w 1651701"/>
                <a:gd name="connsiteY21" fmla="*/ 708897 h 880167"/>
                <a:gd name="connsiteX22" fmla="*/ 1402241 w 1651701"/>
                <a:gd name="connsiteY22" fmla="*/ 641126 h 880167"/>
                <a:gd name="connsiteX23" fmla="*/ 1483409 w 1651701"/>
                <a:gd name="connsiteY23" fmla="*/ 556994 h 880167"/>
                <a:gd name="connsiteX24" fmla="*/ 1540734 w 1651701"/>
                <a:gd name="connsiteY24" fmla="*/ 474330 h 880167"/>
                <a:gd name="connsiteX25" fmla="*/ 1614463 w 1651701"/>
                <a:gd name="connsiteY25" fmla="*/ 318714 h 880167"/>
                <a:gd name="connsiteX26" fmla="*/ 1635298 w 1651701"/>
                <a:gd name="connsiteY26" fmla="*/ 208509 h 880167"/>
                <a:gd name="connsiteX27" fmla="*/ 1651701 w 1651701"/>
                <a:gd name="connsiteY27" fmla="*/ 75944 h 880167"/>
                <a:gd name="connsiteX28" fmla="*/ 1602549 w 1651701"/>
                <a:gd name="connsiteY28" fmla="*/ 166810 h 880167"/>
                <a:gd name="connsiteX29" fmla="*/ 1557871 w 1651701"/>
                <a:gd name="connsiteY29" fmla="*/ 208509 h 880167"/>
                <a:gd name="connsiteX30" fmla="*/ 1456602 w 1651701"/>
                <a:gd name="connsiteY30" fmla="*/ 277015 h 880167"/>
                <a:gd name="connsiteX31" fmla="*/ 1251086 w 1651701"/>
                <a:gd name="connsiteY31" fmla="*/ 345520 h 880167"/>
                <a:gd name="connsiteX32" fmla="*/ 1090247 w 1651701"/>
                <a:gd name="connsiteY32" fmla="*/ 390198 h 880167"/>
                <a:gd name="connsiteX33" fmla="*/ 783461 w 1651701"/>
                <a:gd name="connsiteY33" fmla="*/ 408069 h 880167"/>
                <a:gd name="connsiteX34" fmla="*/ 583901 w 1651701"/>
                <a:gd name="connsiteY34" fmla="*/ 399133 h 880167"/>
                <a:gd name="connsiteX35" fmla="*/ 479654 w 1651701"/>
                <a:gd name="connsiteY35" fmla="*/ 369348 h 880167"/>
                <a:gd name="connsiteX36" fmla="*/ 247331 w 1651701"/>
                <a:gd name="connsiteY36" fmla="*/ 303821 h 880167"/>
                <a:gd name="connsiteX37" fmla="*/ 98406 w 1651701"/>
                <a:gd name="connsiteY37" fmla="*/ 199574 h 880167"/>
                <a:gd name="connsiteX38" fmla="*/ 23943 w 1651701"/>
                <a:gd name="connsiteY38" fmla="*/ 89369 h 880167"/>
                <a:gd name="connsiteX39" fmla="*/ 10556 w 1651701"/>
                <a:gd name="connsiteY39" fmla="*/ 0 h 880167"/>
                <a:gd name="connsiteX0" fmla="*/ 10556 w 1651701"/>
                <a:gd name="connsiteY0" fmla="*/ 0 h 880167"/>
                <a:gd name="connsiteX1" fmla="*/ 24 w 1651701"/>
                <a:gd name="connsiteY1" fmla="*/ 53189 h 880167"/>
                <a:gd name="connsiteX2" fmla="*/ 8521 w 1651701"/>
                <a:gd name="connsiteY2" fmla="*/ 151041 h 880167"/>
                <a:gd name="connsiteX3" fmla="*/ 11938 w 1651701"/>
                <a:gd name="connsiteY3" fmla="*/ 199574 h 880167"/>
                <a:gd name="connsiteX4" fmla="*/ 25954 w 1651701"/>
                <a:gd name="connsiteY4" fmla="*/ 245128 h 880167"/>
                <a:gd name="connsiteX5" fmla="*/ 38836 w 1651701"/>
                <a:gd name="connsiteY5" fmla="*/ 345520 h 880167"/>
                <a:gd name="connsiteX6" fmla="*/ 68621 w 1651701"/>
                <a:gd name="connsiteY6" fmla="*/ 411047 h 880167"/>
                <a:gd name="connsiteX7" fmla="*/ 95427 w 1651701"/>
                <a:gd name="connsiteY7" fmla="*/ 452746 h 880167"/>
                <a:gd name="connsiteX8" fmla="*/ 143083 w 1651701"/>
                <a:gd name="connsiteY8" fmla="*/ 539123 h 880167"/>
                <a:gd name="connsiteX9" fmla="*/ 187761 w 1651701"/>
                <a:gd name="connsiteY9" fmla="*/ 598693 h 880167"/>
                <a:gd name="connsiteX10" fmla="*/ 271159 w 1651701"/>
                <a:gd name="connsiteY10" fmla="*/ 667198 h 880167"/>
                <a:gd name="connsiteX11" fmla="*/ 336686 w 1651701"/>
                <a:gd name="connsiteY11" fmla="*/ 720811 h 880167"/>
                <a:gd name="connsiteX12" fmla="*/ 414127 w 1651701"/>
                <a:gd name="connsiteY12" fmla="*/ 771446 h 880167"/>
                <a:gd name="connsiteX13" fmla="*/ 470718 w 1651701"/>
                <a:gd name="connsiteY13" fmla="*/ 798252 h 880167"/>
                <a:gd name="connsiteX14" fmla="*/ 563052 w 1651701"/>
                <a:gd name="connsiteY14" fmla="*/ 836973 h 880167"/>
                <a:gd name="connsiteX15" fmla="*/ 673256 w 1651701"/>
                <a:gd name="connsiteY15" fmla="*/ 866758 h 880167"/>
                <a:gd name="connsiteX16" fmla="*/ 785692 w 1651701"/>
                <a:gd name="connsiteY16" fmla="*/ 877923 h 880167"/>
                <a:gd name="connsiteX17" fmla="*/ 868327 w 1651701"/>
                <a:gd name="connsiteY17" fmla="*/ 880167 h 880167"/>
                <a:gd name="connsiteX18" fmla="*/ 971107 w 1651701"/>
                <a:gd name="connsiteY18" fmla="*/ 863779 h 880167"/>
                <a:gd name="connsiteX19" fmla="*/ 1073109 w 1651701"/>
                <a:gd name="connsiteY19" fmla="*/ 835476 h 880167"/>
                <a:gd name="connsiteX20" fmla="*/ 1215344 w 1651701"/>
                <a:gd name="connsiteY20" fmla="*/ 783360 h 880167"/>
                <a:gd name="connsiteX21" fmla="*/ 1334484 w 1651701"/>
                <a:gd name="connsiteY21" fmla="*/ 708897 h 880167"/>
                <a:gd name="connsiteX22" fmla="*/ 1402241 w 1651701"/>
                <a:gd name="connsiteY22" fmla="*/ 641126 h 880167"/>
                <a:gd name="connsiteX23" fmla="*/ 1483409 w 1651701"/>
                <a:gd name="connsiteY23" fmla="*/ 556994 h 880167"/>
                <a:gd name="connsiteX24" fmla="*/ 1540734 w 1651701"/>
                <a:gd name="connsiteY24" fmla="*/ 474330 h 880167"/>
                <a:gd name="connsiteX25" fmla="*/ 1614463 w 1651701"/>
                <a:gd name="connsiteY25" fmla="*/ 318714 h 880167"/>
                <a:gd name="connsiteX26" fmla="*/ 1635298 w 1651701"/>
                <a:gd name="connsiteY26" fmla="*/ 208509 h 880167"/>
                <a:gd name="connsiteX27" fmla="*/ 1651701 w 1651701"/>
                <a:gd name="connsiteY27" fmla="*/ 75944 h 880167"/>
                <a:gd name="connsiteX28" fmla="*/ 1602549 w 1651701"/>
                <a:gd name="connsiteY28" fmla="*/ 166810 h 880167"/>
                <a:gd name="connsiteX29" fmla="*/ 1557871 w 1651701"/>
                <a:gd name="connsiteY29" fmla="*/ 208509 h 880167"/>
                <a:gd name="connsiteX30" fmla="*/ 1456602 w 1651701"/>
                <a:gd name="connsiteY30" fmla="*/ 277015 h 880167"/>
                <a:gd name="connsiteX31" fmla="*/ 1251086 w 1651701"/>
                <a:gd name="connsiteY31" fmla="*/ 345520 h 880167"/>
                <a:gd name="connsiteX32" fmla="*/ 1090247 w 1651701"/>
                <a:gd name="connsiteY32" fmla="*/ 390198 h 880167"/>
                <a:gd name="connsiteX33" fmla="*/ 783461 w 1651701"/>
                <a:gd name="connsiteY33" fmla="*/ 408069 h 880167"/>
                <a:gd name="connsiteX34" fmla="*/ 583901 w 1651701"/>
                <a:gd name="connsiteY34" fmla="*/ 399133 h 880167"/>
                <a:gd name="connsiteX35" fmla="*/ 479654 w 1651701"/>
                <a:gd name="connsiteY35" fmla="*/ 369348 h 880167"/>
                <a:gd name="connsiteX36" fmla="*/ 247331 w 1651701"/>
                <a:gd name="connsiteY36" fmla="*/ 303821 h 880167"/>
                <a:gd name="connsiteX37" fmla="*/ 98406 w 1651701"/>
                <a:gd name="connsiteY37" fmla="*/ 199574 h 880167"/>
                <a:gd name="connsiteX38" fmla="*/ 23943 w 1651701"/>
                <a:gd name="connsiteY38" fmla="*/ 89369 h 880167"/>
                <a:gd name="connsiteX39" fmla="*/ 10556 w 1651701"/>
                <a:gd name="connsiteY39" fmla="*/ 0 h 880167"/>
                <a:gd name="connsiteX0" fmla="*/ 8023 w 1649168"/>
                <a:gd name="connsiteY0" fmla="*/ 0 h 880167"/>
                <a:gd name="connsiteX1" fmla="*/ 31 w 1649168"/>
                <a:gd name="connsiteY1" fmla="*/ 83669 h 880167"/>
                <a:gd name="connsiteX2" fmla="*/ 5988 w 1649168"/>
                <a:gd name="connsiteY2" fmla="*/ 151041 h 880167"/>
                <a:gd name="connsiteX3" fmla="*/ 9405 w 1649168"/>
                <a:gd name="connsiteY3" fmla="*/ 199574 h 880167"/>
                <a:gd name="connsiteX4" fmla="*/ 23421 w 1649168"/>
                <a:gd name="connsiteY4" fmla="*/ 245128 h 880167"/>
                <a:gd name="connsiteX5" fmla="*/ 36303 w 1649168"/>
                <a:gd name="connsiteY5" fmla="*/ 345520 h 880167"/>
                <a:gd name="connsiteX6" fmla="*/ 66088 w 1649168"/>
                <a:gd name="connsiteY6" fmla="*/ 411047 h 880167"/>
                <a:gd name="connsiteX7" fmla="*/ 92894 w 1649168"/>
                <a:gd name="connsiteY7" fmla="*/ 452746 h 880167"/>
                <a:gd name="connsiteX8" fmla="*/ 140550 w 1649168"/>
                <a:gd name="connsiteY8" fmla="*/ 539123 h 880167"/>
                <a:gd name="connsiteX9" fmla="*/ 185228 w 1649168"/>
                <a:gd name="connsiteY9" fmla="*/ 598693 h 880167"/>
                <a:gd name="connsiteX10" fmla="*/ 268626 w 1649168"/>
                <a:gd name="connsiteY10" fmla="*/ 667198 h 880167"/>
                <a:gd name="connsiteX11" fmla="*/ 334153 w 1649168"/>
                <a:gd name="connsiteY11" fmla="*/ 720811 h 880167"/>
                <a:gd name="connsiteX12" fmla="*/ 411594 w 1649168"/>
                <a:gd name="connsiteY12" fmla="*/ 771446 h 880167"/>
                <a:gd name="connsiteX13" fmla="*/ 468185 w 1649168"/>
                <a:gd name="connsiteY13" fmla="*/ 798252 h 880167"/>
                <a:gd name="connsiteX14" fmla="*/ 560519 w 1649168"/>
                <a:gd name="connsiteY14" fmla="*/ 836973 h 880167"/>
                <a:gd name="connsiteX15" fmla="*/ 670723 w 1649168"/>
                <a:gd name="connsiteY15" fmla="*/ 866758 h 880167"/>
                <a:gd name="connsiteX16" fmla="*/ 783159 w 1649168"/>
                <a:gd name="connsiteY16" fmla="*/ 877923 h 880167"/>
                <a:gd name="connsiteX17" fmla="*/ 865794 w 1649168"/>
                <a:gd name="connsiteY17" fmla="*/ 880167 h 880167"/>
                <a:gd name="connsiteX18" fmla="*/ 968574 w 1649168"/>
                <a:gd name="connsiteY18" fmla="*/ 863779 h 880167"/>
                <a:gd name="connsiteX19" fmla="*/ 1070576 w 1649168"/>
                <a:gd name="connsiteY19" fmla="*/ 835476 h 880167"/>
                <a:gd name="connsiteX20" fmla="*/ 1212811 w 1649168"/>
                <a:gd name="connsiteY20" fmla="*/ 783360 h 880167"/>
                <a:gd name="connsiteX21" fmla="*/ 1331951 w 1649168"/>
                <a:gd name="connsiteY21" fmla="*/ 708897 h 880167"/>
                <a:gd name="connsiteX22" fmla="*/ 1399708 w 1649168"/>
                <a:gd name="connsiteY22" fmla="*/ 641126 h 880167"/>
                <a:gd name="connsiteX23" fmla="*/ 1480876 w 1649168"/>
                <a:gd name="connsiteY23" fmla="*/ 556994 h 880167"/>
                <a:gd name="connsiteX24" fmla="*/ 1538201 w 1649168"/>
                <a:gd name="connsiteY24" fmla="*/ 474330 h 880167"/>
                <a:gd name="connsiteX25" fmla="*/ 1611930 w 1649168"/>
                <a:gd name="connsiteY25" fmla="*/ 318714 h 880167"/>
                <a:gd name="connsiteX26" fmla="*/ 1632765 w 1649168"/>
                <a:gd name="connsiteY26" fmla="*/ 208509 h 880167"/>
                <a:gd name="connsiteX27" fmla="*/ 1649168 w 1649168"/>
                <a:gd name="connsiteY27" fmla="*/ 75944 h 880167"/>
                <a:gd name="connsiteX28" fmla="*/ 1600016 w 1649168"/>
                <a:gd name="connsiteY28" fmla="*/ 166810 h 880167"/>
                <a:gd name="connsiteX29" fmla="*/ 1555338 w 1649168"/>
                <a:gd name="connsiteY29" fmla="*/ 208509 h 880167"/>
                <a:gd name="connsiteX30" fmla="*/ 1454069 w 1649168"/>
                <a:gd name="connsiteY30" fmla="*/ 277015 h 880167"/>
                <a:gd name="connsiteX31" fmla="*/ 1248553 w 1649168"/>
                <a:gd name="connsiteY31" fmla="*/ 345520 h 880167"/>
                <a:gd name="connsiteX32" fmla="*/ 1087714 w 1649168"/>
                <a:gd name="connsiteY32" fmla="*/ 390198 h 880167"/>
                <a:gd name="connsiteX33" fmla="*/ 780928 w 1649168"/>
                <a:gd name="connsiteY33" fmla="*/ 408069 h 880167"/>
                <a:gd name="connsiteX34" fmla="*/ 581368 w 1649168"/>
                <a:gd name="connsiteY34" fmla="*/ 399133 h 880167"/>
                <a:gd name="connsiteX35" fmla="*/ 477121 w 1649168"/>
                <a:gd name="connsiteY35" fmla="*/ 369348 h 880167"/>
                <a:gd name="connsiteX36" fmla="*/ 244798 w 1649168"/>
                <a:gd name="connsiteY36" fmla="*/ 303821 h 880167"/>
                <a:gd name="connsiteX37" fmla="*/ 95873 w 1649168"/>
                <a:gd name="connsiteY37" fmla="*/ 199574 h 880167"/>
                <a:gd name="connsiteX38" fmla="*/ 21410 w 1649168"/>
                <a:gd name="connsiteY38" fmla="*/ 89369 h 880167"/>
                <a:gd name="connsiteX39" fmla="*/ 8023 w 1649168"/>
                <a:gd name="connsiteY39" fmla="*/ 0 h 880167"/>
                <a:gd name="connsiteX0" fmla="*/ 8023 w 1649168"/>
                <a:gd name="connsiteY0" fmla="*/ 0 h 880167"/>
                <a:gd name="connsiteX1" fmla="*/ 31 w 1649168"/>
                <a:gd name="connsiteY1" fmla="*/ 83669 h 880167"/>
                <a:gd name="connsiteX2" fmla="*/ 5988 w 1649168"/>
                <a:gd name="connsiteY2" fmla="*/ 151041 h 880167"/>
                <a:gd name="connsiteX3" fmla="*/ 9405 w 1649168"/>
                <a:gd name="connsiteY3" fmla="*/ 199574 h 880167"/>
                <a:gd name="connsiteX4" fmla="*/ 15801 w 1649168"/>
                <a:gd name="connsiteY4" fmla="*/ 255288 h 880167"/>
                <a:gd name="connsiteX5" fmla="*/ 36303 w 1649168"/>
                <a:gd name="connsiteY5" fmla="*/ 345520 h 880167"/>
                <a:gd name="connsiteX6" fmla="*/ 66088 w 1649168"/>
                <a:gd name="connsiteY6" fmla="*/ 411047 h 880167"/>
                <a:gd name="connsiteX7" fmla="*/ 92894 w 1649168"/>
                <a:gd name="connsiteY7" fmla="*/ 452746 h 880167"/>
                <a:gd name="connsiteX8" fmla="*/ 140550 w 1649168"/>
                <a:gd name="connsiteY8" fmla="*/ 539123 h 880167"/>
                <a:gd name="connsiteX9" fmla="*/ 185228 w 1649168"/>
                <a:gd name="connsiteY9" fmla="*/ 598693 h 880167"/>
                <a:gd name="connsiteX10" fmla="*/ 268626 w 1649168"/>
                <a:gd name="connsiteY10" fmla="*/ 667198 h 880167"/>
                <a:gd name="connsiteX11" fmla="*/ 334153 w 1649168"/>
                <a:gd name="connsiteY11" fmla="*/ 720811 h 880167"/>
                <a:gd name="connsiteX12" fmla="*/ 411594 w 1649168"/>
                <a:gd name="connsiteY12" fmla="*/ 771446 h 880167"/>
                <a:gd name="connsiteX13" fmla="*/ 468185 w 1649168"/>
                <a:gd name="connsiteY13" fmla="*/ 798252 h 880167"/>
                <a:gd name="connsiteX14" fmla="*/ 560519 w 1649168"/>
                <a:gd name="connsiteY14" fmla="*/ 836973 h 880167"/>
                <a:gd name="connsiteX15" fmla="*/ 670723 w 1649168"/>
                <a:gd name="connsiteY15" fmla="*/ 866758 h 880167"/>
                <a:gd name="connsiteX16" fmla="*/ 783159 w 1649168"/>
                <a:gd name="connsiteY16" fmla="*/ 877923 h 880167"/>
                <a:gd name="connsiteX17" fmla="*/ 865794 w 1649168"/>
                <a:gd name="connsiteY17" fmla="*/ 880167 h 880167"/>
                <a:gd name="connsiteX18" fmla="*/ 968574 w 1649168"/>
                <a:gd name="connsiteY18" fmla="*/ 863779 h 880167"/>
                <a:gd name="connsiteX19" fmla="*/ 1070576 w 1649168"/>
                <a:gd name="connsiteY19" fmla="*/ 835476 h 880167"/>
                <a:gd name="connsiteX20" fmla="*/ 1212811 w 1649168"/>
                <a:gd name="connsiteY20" fmla="*/ 783360 h 880167"/>
                <a:gd name="connsiteX21" fmla="*/ 1331951 w 1649168"/>
                <a:gd name="connsiteY21" fmla="*/ 708897 h 880167"/>
                <a:gd name="connsiteX22" fmla="*/ 1399708 w 1649168"/>
                <a:gd name="connsiteY22" fmla="*/ 641126 h 880167"/>
                <a:gd name="connsiteX23" fmla="*/ 1480876 w 1649168"/>
                <a:gd name="connsiteY23" fmla="*/ 556994 h 880167"/>
                <a:gd name="connsiteX24" fmla="*/ 1538201 w 1649168"/>
                <a:gd name="connsiteY24" fmla="*/ 474330 h 880167"/>
                <a:gd name="connsiteX25" fmla="*/ 1611930 w 1649168"/>
                <a:gd name="connsiteY25" fmla="*/ 318714 h 880167"/>
                <a:gd name="connsiteX26" fmla="*/ 1632765 w 1649168"/>
                <a:gd name="connsiteY26" fmla="*/ 208509 h 880167"/>
                <a:gd name="connsiteX27" fmla="*/ 1649168 w 1649168"/>
                <a:gd name="connsiteY27" fmla="*/ 75944 h 880167"/>
                <a:gd name="connsiteX28" fmla="*/ 1600016 w 1649168"/>
                <a:gd name="connsiteY28" fmla="*/ 166810 h 880167"/>
                <a:gd name="connsiteX29" fmla="*/ 1555338 w 1649168"/>
                <a:gd name="connsiteY29" fmla="*/ 208509 h 880167"/>
                <a:gd name="connsiteX30" fmla="*/ 1454069 w 1649168"/>
                <a:gd name="connsiteY30" fmla="*/ 277015 h 880167"/>
                <a:gd name="connsiteX31" fmla="*/ 1248553 w 1649168"/>
                <a:gd name="connsiteY31" fmla="*/ 345520 h 880167"/>
                <a:gd name="connsiteX32" fmla="*/ 1087714 w 1649168"/>
                <a:gd name="connsiteY32" fmla="*/ 390198 h 880167"/>
                <a:gd name="connsiteX33" fmla="*/ 780928 w 1649168"/>
                <a:gd name="connsiteY33" fmla="*/ 408069 h 880167"/>
                <a:gd name="connsiteX34" fmla="*/ 581368 w 1649168"/>
                <a:gd name="connsiteY34" fmla="*/ 399133 h 880167"/>
                <a:gd name="connsiteX35" fmla="*/ 477121 w 1649168"/>
                <a:gd name="connsiteY35" fmla="*/ 369348 h 880167"/>
                <a:gd name="connsiteX36" fmla="*/ 244798 w 1649168"/>
                <a:gd name="connsiteY36" fmla="*/ 303821 h 880167"/>
                <a:gd name="connsiteX37" fmla="*/ 95873 w 1649168"/>
                <a:gd name="connsiteY37" fmla="*/ 199574 h 880167"/>
                <a:gd name="connsiteX38" fmla="*/ 21410 w 1649168"/>
                <a:gd name="connsiteY38" fmla="*/ 89369 h 880167"/>
                <a:gd name="connsiteX39" fmla="*/ 8023 w 1649168"/>
                <a:gd name="connsiteY39" fmla="*/ 0 h 880167"/>
                <a:gd name="connsiteX0" fmla="*/ 12195 w 1653340"/>
                <a:gd name="connsiteY0" fmla="*/ 0 h 880167"/>
                <a:gd name="connsiteX1" fmla="*/ 4203 w 1653340"/>
                <a:gd name="connsiteY1" fmla="*/ 83669 h 880167"/>
                <a:gd name="connsiteX2" fmla="*/ 0 w 1653340"/>
                <a:gd name="connsiteY2" fmla="*/ 156121 h 880167"/>
                <a:gd name="connsiteX3" fmla="*/ 13577 w 1653340"/>
                <a:gd name="connsiteY3" fmla="*/ 199574 h 880167"/>
                <a:gd name="connsiteX4" fmla="*/ 19973 w 1653340"/>
                <a:gd name="connsiteY4" fmla="*/ 255288 h 880167"/>
                <a:gd name="connsiteX5" fmla="*/ 40475 w 1653340"/>
                <a:gd name="connsiteY5" fmla="*/ 345520 h 880167"/>
                <a:gd name="connsiteX6" fmla="*/ 70260 w 1653340"/>
                <a:gd name="connsiteY6" fmla="*/ 411047 h 880167"/>
                <a:gd name="connsiteX7" fmla="*/ 97066 w 1653340"/>
                <a:gd name="connsiteY7" fmla="*/ 452746 h 880167"/>
                <a:gd name="connsiteX8" fmla="*/ 144722 w 1653340"/>
                <a:gd name="connsiteY8" fmla="*/ 539123 h 880167"/>
                <a:gd name="connsiteX9" fmla="*/ 189400 w 1653340"/>
                <a:gd name="connsiteY9" fmla="*/ 598693 h 880167"/>
                <a:gd name="connsiteX10" fmla="*/ 272798 w 1653340"/>
                <a:gd name="connsiteY10" fmla="*/ 667198 h 880167"/>
                <a:gd name="connsiteX11" fmla="*/ 338325 w 1653340"/>
                <a:gd name="connsiteY11" fmla="*/ 720811 h 880167"/>
                <a:gd name="connsiteX12" fmla="*/ 415766 w 1653340"/>
                <a:gd name="connsiteY12" fmla="*/ 771446 h 880167"/>
                <a:gd name="connsiteX13" fmla="*/ 472357 w 1653340"/>
                <a:gd name="connsiteY13" fmla="*/ 798252 h 880167"/>
                <a:gd name="connsiteX14" fmla="*/ 564691 w 1653340"/>
                <a:gd name="connsiteY14" fmla="*/ 836973 h 880167"/>
                <a:gd name="connsiteX15" fmla="*/ 674895 w 1653340"/>
                <a:gd name="connsiteY15" fmla="*/ 866758 h 880167"/>
                <a:gd name="connsiteX16" fmla="*/ 787331 w 1653340"/>
                <a:gd name="connsiteY16" fmla="*/ 877923 h 880167"/>
                <a:gd name="connsiteX17" fmla="*/ 869966 w 1653340"/>
                <a:gd name="connsiteY17" fmla="*/ 880167 h 880167"/>
                <a:gd name="connsiteX18" fmla="*/ 972746 w 1653340"/>
                <a:gd name="connsiteY18" fmla="*/ 863779 h 880167"/>
                <a:gd name="connsiteX19" fmla="*/ 1074748 w 1653340"/>
                <a:gd name="connsiteY19" fmla="*/ 835476 h 880167"/>
                <a:gd name="connsiteX20" fmla="*/ 1216983 w 1653340"/>
                <a:gd name="connsiteY20" fmla="*/ 783360 h 880167"/>
                <a:gd name="connsiteX21" fmla="*/ 1336123 w 1653340"/>
                <a:gd name="connsiteY21" fmla="*/ 708897 h 880167"/>
                <a:gd name="connsiteX22" fmla="*/ 1403880 w 1653340"/>
                <a:gd name="connsiteY22" fmla="*/ 641126 h 880167"/>
                <a:gd name="connsiteX23" fmla="*/ 1485048 w 1653340"/>
                <a:gd name="connsiteY23" fmla="*/ 556994 h 880167"/>
                <a:gd name="connsiteX24" fmla="*/ 1542373 w 1653340"/>
                <a:gd name="connsiteY24" fmla="*/ 474330 h 880167"/>
                <a:gd name="connsiteX25" fmla="*/ 1616102 w 1653340"/>
                <a:gd name="connsiteY25" fmla="*/ 318714 h 880167"/>
                <a:gd name="connsiteX26" fmla="*/ 1636937 w 1653340"/>
                <a:gd name="connsiteY26" fmla="*/ 208509 h 880167"/>
                <a:gd name="connsiteX27" fmla="*/ 1653340 w 1653340"/>
                <a:gd name="connsiteY27" fmla="*/ 75944 h 880167"/>
                <a:gd name="connsiteX28" fmla="*/ 1604188 w 1653340"/>
                <a:gd name="connsiteY28" fmla="*/ 166810 h 880167"/>
                <a:gd name="connsiteX29" fmla="*/ 1559510 w 1653340"/>
                <a:gd name="connsiteY29" fmla="*/ 208509 h 880167"/>
                <a:gd name="connsiteX30" fmla="*/ 1458241 w 1653340"/>
                <a:gd name="connsiteY30" fmla="*/ 277015 h 880167"/>
                <a:gd name="connsiteX31" fmla="*/ 1252725 w 1653340"/>
                <a:gd name="connsiteY31" fmla="*/ 345520 h 880167"/>
                <a:gd name="connsiteX32" fmla="*/ 1091886 w 1653340"/>
                <a:gd name="connsiteY32" fmla="*/ 390198 h 880167"/>
                <a:gd name="connsiteX33" fmla="*/ 785100 w 1653340"/>
                <a:gd name="connsiteY33" fmla="*/ 408069 h 880167"/>
                <a:gd name="connsiteX34" fmla="*/ 585540 w 1653340"/>
                <a:gd name="connsiteY34" fmla="*/ 399133 h 880167"/>
                <a:gd name="connsiteX35" fmla="*/ 481293 w 1653340"/>
                <a:gd name="connsiteY35" fmla="*/ 369348 h 880167"/>
                <a:gd name="connsiteX36" fmla="*/ 248970 w 1653340"/>
                <a:gd name="connsiteY36" fmla="*/ 303821 h 880167"/>
                <a:gd name="connsiteX37" fmla="*/ 100045 w 1653340"/>
                <a:gd name="connsiteY37" fmla="*/ 199574 h 880167"/>
                <a:gd name="connsiteX38" fmla="*/ 25582 w 1653340"/>
                <a:gd name="connsiteY38" fmla="*/ 89369 h 880167"/>
                <a:gd name="connsiteX39" fmla="*/ 12195 w 1653340"/>
                <a:gd name="connsiteY39" fmla="*/ 0 h 880167"/>
                <a:gd name="connsiteX0" fmla="*/ 8091 w 1649236"/>
                <a:gd name="connsiteY0" fmla="*/ 0 h 880167"/>
                <a:gd name="connsiteX1" fmla="*/ 99 w 1649236"/>
                <a:gd name="connsiteY1" fmla="*/ 83669 h 880167"/>
                <a:gd name="connsiteX2" fmla="*/ 976 w 1649236"/>
                <a:gd name="connsiteY2" fmla="*/ 158661 h 880167"/>
                <a:gd name="connsiteX3" fmla="*/ 9473 w 1649236"/>
                <a:gd name="connsiteY3" fmla="*/ 199574 h 880167"/>
                <a:gd name="connsiteX4" fmla="*/ 15869 w 1649236"/>
                <a:gd name="connsiteY4" fmla="*/ 255288 h 880167"/>
                <a:gd name="connsiteX5" fmla="*/ 36371 w 1649236"/>
                <a:gd name="connsiteY5" fmla="*/ 345520 h 880167"/>
                <a:gd name="connsiteX6" fmla="*/ 66156 w 1649236"/>
                <a:gd name="connsiteY6" fmla="*/ 411047 h 880167"/>
                <a:gd name="connsiteX7" fmla="*/ 92962 w 1649236"/>
                <a:gd name="connsiteY7" fmla="*/ 452746 h 880167"/>
                <a:gd name="connsiteX8" fmla="*/ 140618 w 1649236"/>
                <a:gd name="connsiteY8" fmla="*/ 539123 h 880167"/>
                <a:gd name="connsiteX9" fmla="*/ 185296 w 1649236"/>
                <a:gd name="connsiteY9" fmla="*/ 598693 h 880167"/>
                <a:gd name="connsiteX10" fmla="*/ 268694 w 1649236"/>
                <a:gd name="connsiteY10" fmla="*/ 667198 h 880167"/>
                <a:gd name="connsiteX11" fmla="*/ 334221 w 1649236"/>
                <a:gd name="connsiteY11" fmla="*/ 720811 h 880167"/>
                <a:gd name="connsiteX12" fmla="*/ 411662 w 1649236"/>
                <a:gd name="connsiteY12" fmla="*/ 771446 h 880167"/>
                <a:gd name="connsiteX13" fmla="*/ 468253 w 1649236"/>
                <a:gd name="connsiteY13" fmla="*/ 798252 h 880167"/>
                <a:gd name="connsiteX14" fmla="*/ 560587 w 1649236"/>
                <a:gd name="connsiteY14" fmla="*/ 836973 h 880167"/>
                <a:gd name="connsiteX15" fmla="*/ 670791 w 1649236"/>
                <a:gd name="connsiteY15" fmla="*/ 866758 h 880167"/>
                <a:gd name="connsiteX16" fmla="*/ 783227 w 1649236"/>
                <a:gd name="connsiteY16" fmla="*/ 877923 h 880167"/>
                <a:gd name="connsiteX17" fmla="*/ 865862 w 1649236"/>
                <a:gd name="connsiteY17" fmla="*/ 880167 h 880167"/>
                <a:gd name="connsiteX18" fmla="*/ 968642 w 1649236"/>
                <a:gd name="connsiteY18" fmla="*/ 863779 h 880167"/>
                <a:gd name="connsiteX19" fmla="*/ 1070644 w 1649236"/>
                <a:gd name="connsiteY19" fmla="*/ 835476 h 880167"/>
                <a:gd name="connsiteX20" fmla="*/ 1212879 w 1649236"/>
                <a:gd name="connsiteY20" fmla="*/ 783360 h 880167"/>
                <a:gd name="connsiteX21" fmla="*/ 1332019 w 1649236"/>
                <a:gd name="connsiteY21" fmla="*/ 708897 h 880167"/>
                <a:gd name="connsiteX22" fmla="*/ 1399776 w 1649236"/>
                <a:gd name="connsiteY22" fmla="*/ 641126 h 880167"/>
                <a:gd name="connsiteX23" fmla="*/ 1480944 w 1649236"/>
                <a:gd name="connsiteY23" fmla="*/ 556994 h 880167"/>
                <a:gd name="connsiteX24" fmla="*/ 1538269 w 1649236"/>
                <a:gd name="connsiteY24" fmla="*/ 474330 h 880167"/>
                <a:gd name="connsiteX25" fmla="*/ 1611998 w 1649236"/>
                <a:gd name="connsiteY25" fmla="*/ 318714 h 880167"/>
                <a:gd name="connsiteX26" fmla="*/ 1632833 w 1649236"/>
                <a:gd name="connsiteY26" fmla="*/ 208509 h 880167"/>
                <a:gd name="connsiteX27" fmla="*/ 1649236 w 1649236"/>
                <a:gd name="connsiteY27" fmla="*/ 75944 h 880167"/>
                <a:gd name="connsiteX28" fmla="*/ 1600084 w 1649236"/>
                <a:gd name="connsiteY28" fmla="*/ 166810 h 880167"/>
                <a:gd name="connsiteX29" fmla="*/ 1555406 w 1649236"/>
                <a:gd name="connsiteY29" fmla="*/ 208509 h 880167"/>
                <a:gd name="connsiteX30" fmla="*/ 1454137 w 1649236"/>
                <a:gd name="connsiteY30" fmla="*/ 277015 h 880167"/>
                <a:gd name="connsiteX31" fmla="*/ 1248621 w 1649236"/>
                <a:gd name="connsiteY31" fmla="*/ 345520 h 880167"/>
                <a:gd name="connsiteX32" fmla="*/ 1087782 w 1649236"/>
                <a:gd name="connsiteY32" fmla="*/ 390198 h 880167"/>
                <a:gd name="connsiteX33" fmla="*/ 780996 w 1649236"/>
                <a:gd name="connsiteY33" fmla="*/ 408069 h 880167"/>
                <a:gd name="connsiteX34" fmla="*/ 581436 w 1649236"/>
                <a:gd name="connsiteY34" fmla="*/ 399133 h 880167"/>
                <a:gd name="connsiteX35" fmla="*/ 477189 w 1649236"/>
                <a:gd name="connsiteY35" fmla="*/ 369348 h 880167"/>
                <a:gd name="connsiteX36" fmla="*/ 244866 w 1649236"/>
                <a:gd name="connsiteY36" fmla="*/ 303821 h 880167"/>
                <a:gd name="connsiteX37" fmla="*/ 95941 w 1649236"/>
                <a:gd name="connsiteY37" fmla="*/ 199574 h 880167"/>
                <a:gd name="connsiteX38" fmla="*/ 21478 w 1649236"/>
                <a:gd name="connsiteY38" fmla="*/ 89369 h 880167"/>
                <a:gd name="connsiteX39" fmla="*/ 8091 w 1649236"/>
                <a:gd name="connsiteY39" fmla="*/ 0 h 880167"/>
                <a:gd name="connsiteX0" fmla="*/ 8091 w 1639076"/>
                <a:gd name="connsiteY0" fmla="*/ 0 h 880167"/>
                <a:gd name="connsiteX1" fmla="*/ 99 w 1639076"/>
                <a:gd name="connsiteY1" fmla="*/ 83669 h 880167"/>
                <a:gd name="connsiteX2" fmla="*/ 976 w 1639076"/>
                <a:gd name="connsiteY2" fmla="*/ 158661 h 880167"/>
                <a:gd name="connsiteX3" fmla="*/ 9473 w 1639076"/>
                <a:gd name="connsiteY3" fmla="*/ 199574 h 880167"/>
                <a:gd name="connsiteX4" fmla="*/ 15869 w 1639076"/>
                <a:gd name="connsiteY4" fmla="*/ 255288 h 880167"/>
                <a:gd name="connsiteX5" fmla="*/ 36371 w 1639076"/>
                <a:gd name="connsiteY5" fmla="*/ 345520 h 880167"/>
                <a:gd name="connsiteX6" fmla="*/ 66156 w 1639076"/>
                <a:gd name="connsiteY6" fmla="*/ 411047 h 880167"/>
                <a:gd name="connsiteX7" fmla="*/ 92962 w 1639076"/>
                <a:gd name="connsiteY7" fmla="*/ 452746 h 880167"/>
                <a:gd name="connsiteX8" fmla="*/ 140618 w 1639076"/>
                <a:gd name="connsiteY8" fmla="*/ 539123 h 880167"/>
                <a:gd name="connsiteX9" fmla="*/ 185296 w 1639076"/>
                <a:gd name="connsiteY9" fmla="*/ 598693 h 880167"/>
                <a:gd name="connsiteX10" fmla="*/ 268694 w 1639076"/>
                <a:gd name="connsiteY10" fmla="*/ 667198 h 880167"/>
                <a:gd name="connsiteX11" fmla="*/ 334221 w 1639076"/>
                <a:gd name="connsiteY11" fmla="*/ 720811 h 880167"/>
                <a:gd name="connsiteX12" fmla="*/ 411662 w 1639076"/>
                <a:gd name="connsiteY12" fmla="*/ 771446 h 880167"/>
                <a:gd name="connsiteX13" fmla="*/ 468253 w 1639076"/>
                <a:gd name="connsiteY13" fmla="*/ 798252 h 880167"/>
                <a:gd name="connsiteX14" fmla="*/ 560587 w 1639076"/>
                <a:gd name="connsiteY14" fmla="*/ 836973 h 880167"/>
                <a:gd name="connsiteX15" fmla="*/ 670791 w 1639076"/>
                <a:gd name="connsiteY15" fmla="*/ 866758 h 880167"/>
                <a:gd name="connsiteX16" fmla="*/ 783227 w 1639076"/>
                <a:gd name="connsiteY16" fmla="*/ 877923 h 880167"/>
                <a:gd name="connsiteX17" fmla="*/ 865862 w 1639076"/>
                <a:gd name="connsiteY17" fmla="*/ 880167 h 880167"/>
                <a:gd name="connsiteX18" fmla="*/ 968642 w 1639076"/>
                <a:gd name="connsiteY18" fmla="*/ 863779 h 880167"/>
                <a:gd name="connsiteX19" fmla="*/ 1070644 w 1639076"/>
                <a:gd name="connsiteY19" fmla="*/ 835476 h 880167"/>
                <a:gd name="connsiteX20" fmla="*/ 1212879 w 1639076"/>
                <a:gd name="connsiteY20" fmla="*/ 783360 h 880167"/>
                <a:gd name="connsiteX21" fmla="*/ 1332019 w 1639076"/>
                <a:gd name="connsiteY21" fmla="*/ 708897 h 880167"/>
                <a:gd name="connsiteX22" fmla="*/ 1399776 w 1639076"/>
                <a:gd name="connsiteY22" fmla="*/ 641126 h 880167"/>
                <a:gd name="connsiteX23" fmla="*/ 1480944 w 1639076"/>
                <a:gd name="connsiteY23" fmla="*/ 556994 h 880167"/>
                <a:gd name="connsiteX24" fmla="*/ 1538269 w 1639076"/>
                <a:gd name="connsiteY24" fmla="*/ 474330 h 880167"/>
                <a:gd name="connsiteX25" fmla="*/ 1611998 w 1639076"/>
                <a:gd name="connsiteY25" fmla="*/ 318714 h 880167"/>
                <a:gd name="connsiteX26" fmla="*/ 1632833 w 1639076"/>
                <a:gd name="connsiteY26" fmla="*/ 208509 h 880167"/>
                <a:gd name="connsiteX27" fmla="*/ 1639076 w 1639076"/>
                <a:gd name="connsiteY27" fmla="*/ 75944 h 880167"/>
                <a:gd name="connsiteX28" fmla="*/ 1600084 w 1639076"/>
                <a:gd name="connsiteY28" fmla="*/ 166810 h 880167"/>
                <a:gd name="connsiteX29" fmla="*/ 1555406 w 1639076"/>
                <a:gd name="connsiteY29" fmla="*/ 208509 h 880167"/>
                <a:gd name="connsiteX30" fmla="*/ 1454137 w 1639076"/>
                <a:gd name="connsiteY30" fmla="*/ 277015 h 880167"/>
                <a:gd name="connsiteX31" fmla="*/ 1248621 w 1639076"/>
                <a:gd name="connsiteY31" fmla="*/ 345520 h 880167"/>
                <a:gd name="connsiteX32" fmla="*/ 1087782 w 1639076"/>
                <a:gd name="connsiteY32" fmla="*/ 390198 h 880167"/>
                <a:gd name="connsiteX33" fmla="*/ 780996 w 1639076"/>
                <a:gd name="connsiteY33" fmla="*/ 408069 h 880167"/>
                <a:gd name="connsiteX34" fmla="*/ 581436 w 1639076"/>
                <a:gd name="connsiteY34" fmla="*/ 399133 h 880167"/>
                <a:gd name="connsiteX35" fmla="*/ 477189 w 1639076"/>
                <a:gd name="connsiteY35" fmla="*/ 369348 h 880167"/>
                <a:gd name="connsiteX36" fmla="*/ 244866 w 1639076"/>
                <a:gd name="connsiteY36" fmla="*/ 303821 h 880167"/>
                <a:gd name="connsiteX37" fmla="*/ 95941 w 1639076"/>
                <a:gd name="connsiteY37" fmla="*/ 199574 h 880167"/>
                <a:gd name="connsiteX38" fmla="*/ 21478 w 1639076"/>
                <a:gd name="connsiteY38" fmla="*/ 89369 h 880167"/>
                <a:gd name="connsiteX39" fmla="*/ 8091 w 1639076"/>
                <a:gd name="connsiteY39" fmla="*/ 0 h 880167"/>
                <a:gd name="connsiteX0" fmla="*/ 8091 w 1646696"/>
                <a:gd name="connsiteY0" fmla="*/ 0 h 880167"/>
                <a:gd name="connsiteX1" fmla="*/ 99 w 1646696"/>
                <a:gd name="connsiteY1" fmla="*/ 83669 h 880167"/>
                <a:gd name="connsiteX2" fmla="*/ 976 w 1646696"/>
                <a:gd name="connsiteY2" fmla="*/ 158661 h 880167"/>
                <a:gd name="connsiteX3" fmla="*/ 9473 w 1646696"/>
                <a:gd name="connsiteY3" fmla="*/ 199574 h 880167"/>
                <a:gd name="connsiteX4" fmla="*/ 15869 w 1646696"/>
                <a:gd name="connsiteY4" fmla="*/ 255288 h 880167"/>
                <a:gd name="connsiteX5" fmla="*/ 36371 w 1646696"/>
                <a:gd name="connsiteY5" fmla="*/ 345520 h 880167"/>
                <a:gd name="connsiteX6" fmla="*/ 66156 w 1646696"/>
                <a:gd name="connsiteY6" fmla="*/ 411047 h 880167"/>
                <a:gd name="connsiteX7" fmla="*/ 92962 w 1646696"/>
                <a:gd name="connsiteY7" fmla="*/ 452746 h 880167"/>
                <a:gd name="connsiteX8" fmla="*/ 140618 w 1646696"/>
                <a:gd name="connsiteY8" fmla="*/ 539123 h 880167"/>
                <a:gd name="connsiteX9" fmla="*/ 185296 w 1646696"/>
                <a:gd name="connsiteY9" fmla="*/ 598693 h 880167"/>
                <a:gd name="connsiteX10" fmla="*/ 268694 w 1646696"/>
                <a:gd name="connsiteY10" fmla="*/ 667198 h 880167"/>
                <a:gd name="connsiteX11" fmla="*/ 334221 w 1646696"/>
                <a:gd name="connsiteY11" fmla="*/ 720811 h 880167"/>
                <a:gd name="connsiteX12" fmla="*/ 411662 w 1646696"/>
                <a:gd name="connsiteY12" fmla="*/ 771446 h 880167"/>
                <a:gd name="connsiteX13" fmla="*/ 468253 w 1646696"/>
                <a:gd name="connsiteY13" fmla="*/ 798252 h 880167"/>
                <a:gd name="connsiteX14" fmla="*/ 560587 w 1646696"/>
                <a:gd name="connsiteY14" fmla="*/ 836973 h 880167"/>
                <a:gd name="connsiteX15" fmla="*/ 670791 w 1646696"/>
                <a:gd name="connsiteY15" fmla="*/ 866758 h 880167"/>
                <a:gd name="connsiteX16" fmla="*/ 783227 w 1646696"/>
                <a:gd name="connsiteY16" fmla="*/ 877923 h 880167"/>
                <a:gd name="connsiteX17" fmla="*/ 865862 w 1646696"/>
                <a:gd name="connsiteY17" fmla="*/ 880167 h 880167"/>
                <a:gd name="connsiteX18" fmla="*/ 968642 w 1646696"/>
                <a:gd name="connsiteY18" fmla="*/ 863779 h 880167"/>
                <a:gd name="connsiteX19" fmla="*/ 1070644 w 1646696"/>
                <a:gd name="connsiteY19" fmla="*/ 835476 h 880167"/>
                <a:gd name="connsiteX20" fmla="*/ 1212879 w 1646696"/>
                <a:gd name="connsiteY20" fmla="*/ 783360 h 880167"/>
                <a:gd name="connsiteX21" fmla="*/ 1332019 w 1646696"/>
                <a:gd name="connsiteY21" fmla="*/ 708897 h 880167"/>
                <a:gd name="connsiteX22" fmla="*/ 1399776 w 1646696"/>
                <a:gd name="connsiteY22" fmla="*/ 641126 h 880167"/>
                <a:gd name="connsiteX23" fmla="*/ 1480944 w 1646696"/>
                <a:gd name="connsiteY23" fmla="*/ 556994 h 880167"/>
                <a:gd name="connsiteX24" fmla="*/ 1538269 w 1646696"/>
                <a:gd name="connsiteY24" fmla="*/ 474330 h 880167"/>
                <a:gd name="connsiteX25" fmla="*/ 1611998 w 1646696"/>
                <a:gd name="connsiteY25" fmla="*/ 318714 h 880167"/>
                <a:gd name="connsiteX26" fmla="*/ 1632833 w 1646696"/>
                <a:gd name="connsiteY26" fmla="*/ 208509 h 880167"/>
                <a:gd name="connsiteX27" fmla="*/ 1646696 w 1646696"/>
                <a:gd name="connsiteY27" fmla="*/ 78484 h 880167"/>
                <a:gd name="connsiteX28" fmla="*/ 1600084 w 1646696"/>
                <a:gd name="connsiteY28" fmla="*/ 166810 h 880167"/>
                <a:gd name="connsiteX29" fmla="*/ 1555406 w 1646696"/>
                <a:gd name="connsiteY29" fmla="*/ 208509 h 880167"/>
                <a:gd name="connsiteX30" fmla="*/ 1454137 w 1646696"/>
                <a:gd name="connsiteY30" fmla="*/ 277015 h 880167"/>
                <a:gd name="connsiteX31" fmla="*/ 1248621 w 1646696"/>
                <a:gd name="connsiteY31" fmla="*/ 345520 h 880167"/>
                <a:gd name="connsiteX32" fmla="*/ 1087782 w 1646696"/>
                <a:gd name="connsiteY32" fmla="*/ 390198 h 880167"/>
                <a:gd name="connsiteX33" fmla="*/ 780996 w 1646696"/>
                <a:gd name="connsiteY33" fmla="*/ 408069 h 880167"/>
                <a:gd name="connsiteX34" fmla="*/ 581436 w 1646696"/>
                <a:gd name="connsiteY34" fmla="*/ 399133 h 880167"/>
                <a:gd name="connsiteX35" fmla="*/ 477189 w 1646696"/>
                <a:gd name="connsiteY35" fmla="*/ 369348 h 880167"/>
                <a:gd name="connsiteX36" fmla="*/ 244866 w 1646696"/>
                <a:gd name="connsiteY36" fmla="*/ 303821 h 880167"/>
                <a:gd name="connsiteX37" fmla="*/ 95941 w 1646696"/>
                <a:gd name="connsiteY37" fmla="*/ 199574 h 880167"/>
                <a:gd name="connsiteX38" fmla="*/ 21478 w 1646696"/>
                <a:gd name="connsiteY38" fmla="*/ 89369 h 880167"/>
                <a:gd name="connsiteX39" fmla="*/ 8091 w 1646696"/>
                <a:gd name="connsiteY39" fmla="*/ 0 h 880167"/>
                <a:gd name="connsiteX0" fmla="*/ 8091 w 1639076"/>
                <a:gd name="connsiteY0" fmla="*/ 0 h 880167"/>
                <a:gd name="connsiteX1" fmla="*/ 99 w 1639076"/>
                <a:gd name="connsiteY1" fmla="*/ 83669 h 880167"/>
                <a:gd name="connsiteX2" fmla="*/ 976 w 1639076"/>
                <a:gd name="connsiteY2" fmla="*/ 158661 h 880167"/>
                <a:gd name="connsiteX3" fmla="*/ 9473 w 1639076"/>
                <a:gd name="connsiteY3" fmla="*/ 199574 h 880167"/>
                <a:gd name="connsiteX4" fmla="*/ 15869 w 1639076"/>
                <a:gd name="connsiteY4" fmla="*/ 255288 h 880167"/>
                <a:gd name="connsiteX5" fmla="*/ 36371 w 1639076"/>
                <a:gd name="connsiteY5" fmla="*/ 345520 h 880167"/>
                <a:gd name="connsiteX6" fmla="*/ 66156 w 1639076"/>
                <a:gd name="connsiteY6" fmla="*/ 411047 h 880167"/>
                <a:gd name="connsiteX7" fmla="*/ 92962 w 1639076"/>
                <a:gd name="connsiteY7" fmla="*/ 452746 h 880167"/>
                <a:gd name="connsiteX8" fmla="*/ 140618 w 1639076"/>
                <a:gd name="connsiteY8" fmla="*/ 539123 h 880167"/>
                <a:gd name="connsiteX9" fmla="*/ 185296 w 1639076"/>
                <a:gd name="connsiteY9" fmla="*/ 598693 h 880167"/>
                <a:gd name="connsiteX10" fmla="*/ 268694 w 1639076"/>
                <a:gd name="connsiteY10" fmla="*/ 667198 h 880167"/>
                <a:gd name="connsiteX11" fmla="*/ 334221 w 1639076"/>
                <a:gd name="connsiteY11" fmla="*/ 720811 h 880167"/>
                <a:gd name="connsiteX12" fmla="*/ 411662 w 1639076"/>
                <a:gd name="connsiteY12" fmla="*/ 771446 h 880167"/>
                <a:gd name="connsiteX13" fmla="*/ 468253 w 1639076"/>
                <a:gd name="connsiteY13" fmla="*/ 798252 h 880167"/>
                <a:gd name="connsiteX14" fmla="*/ 560587 w 1639076"/>
                <a:gd name="connsiteY14" fmla="*/ 836973 h 880167"/>
                <a:gd name="connsiteX15" fmla="*/ 670791 w 1639076"/>
                <a:gd name="connsiteY15" fmla="*/ 866758 h 880167"/>
                <a:gd name="connsiteX16" fmla="*/ 783227 w 1639076"/>
                <a:gd name="connsiteY16" fmla="*/ 877923 h 880167"/>
                <a:gd name="connsiteX17" fmla="*/ 865862 w 1639076"/>
                <a:gd name="connsiteY17" fmla="*/ 880167 h 880167"/>
                <a:gd name="connsiteX18" fmla="*/ 968642 w 1639076"/>
                <a:gd name="connsiteY18" fmla="*/ 863779 h 880167"/>
                <a:gd name="connsiteX19" fmla="*/ 1070644 w 1639076"/>
                <a:gd name="connsiteY19" fmla="*/ 835476 h 880167"/>
                <a:gd name="connsiteX20" fmla="*/ 1212879 w 1639076"/>
                <a:gd name="connsiteY20" fmla="*/ 783360 h 880167"/>
                <a:gd name="connsiteX21" fmla="*/ 1332019 w 1639076"/>
                <a:gd name="connsiteY21" fmla="*/ 708897 h 880167"/>
                <a:gd name="connsiteX22" fmla="*/ 1399776 w 1639076"/>
                <a:gd name="connsiteY22" fmla="*/ 641126 h 880167"/>
                <a:gd name="connsiteX23" fmla="*/ 1480944 w 1639076"/>
                <a:gd name="connsiteY23" fmla="*/ 556994 h 880167"/>
                <a:gd name="connsiteX24" fmla="*/ 1538269 w 1639076"/>
                <a:gd name="connsiteY24" fmla="*/ 474330 h 880167"/>
                <a:gd name="connsiteX25" fmla="*/ 1611998 w 1639076"/>
                <a:gd name="connsiteY25" fmla="*/ 318714 h 880167"/>
                <a:gd name="connsiteX26" fmla="*/ 1632833 w 1639076"/>
                <a:gd name="connsiteY26" fmla="*/ 208509 h 880167"/>
                <a:gd name="connsiteX27" fmla="*/ 1639076 w 1639076"/>
                <a:gd name="connsiteY27" fmla="*/ 83564 h 880167"/>
                <a:gd name="connsiteX28" fmla="*/ 1600084 w 1639076"/>
                <a:gd name="connsiteY28" fmla="*/ 166810 h 880167"/>
                <a:gd name="connsiteX29" fmla="*/ 1555406 w 1639076"/>
                <a:gd name="connsiteY29" fmla="*/ 208509 h 880167"/>
                <a:gd name="connsiteX30" fmla="*/ 1454137 w 1639076"/>
                <a:gd name="connsiteY30" fmla="*/ 277015 h 880167"/>
                <a:gd name="connsiteX31" fmla="*/ 1248621 w 1639076"/>
                <a:gd name="connsiteY31" fmla="*/ 345520 h 880167"/>
                <a:gd name="connsiteX32" fmla="*/ 1087782 w 1639076"/>
                <a:gd name="connsiteY32" fmla="*/ 390198 h 880167"/>
                <a:gd name="connsiteX33" fmla="*/ 780996 w 1639076"/>
                <a:gd name="connsiteY33" fmla="*/ 408069 h 880167"/>
                <a:gd name="connsiteX34" fmla="*/ 581436 w 1639076"/>
                <a:gd name="connsiteY34" fmla="*/ 399133 h 880167"/>
                <a:gd name="connsiteX35" fmla="*/ 477189 w 1639076"/>
                <a:gd name="connsiteY35" fmla="*/ 369348 h 880167"/>
                <a:gd name="connsiteX36" fmla="*/ 244866 w 1639076"/>
                <a:gd name="connsiteY36" fmla="*/ 303821 h 880167"/>
                <a:gd name="connsiteX37" fmla="*/ 95941 w 1639076"/>
                <a:gd name="connsiteY37" fmla="*/ 199574 h 880167"/>
                <a:gd name="connsiteX38" fmla="*/ 21478 w 1639076"/>
                <a:gd name="connsiteY38" fmla="*/ 89369 h 880167"/>
                <a:gd name="connsiteX39" fmla="*/ 8091 w 1639076"/>
                <a:gd name="connsiteY39" fmla="*/ 0 h 880167"/>
                <a:gd name="connsiteX0" fmla="*/ 8091 w 1639799"/>
                <a:gd name="connsiteY0" fmla="*/ 0 h 880167"/>
                <a:gd name="connsiteX1" fmla="*/ 99 w 1639799"/>
                <a:gd name="connsiteY1" fmla="*/ 83669 h 880167"/>
                <a:gd name="connsiteX2" fmla="*/ 976 w 1639799"/>
                <a:gd name="connsiteY2" fmla="*/ 158661 h 880167"/>
                <a:gd name="connsiteX3" fmla="*/ 9473 w 1639799"/>
                <a:gd name="connsiteY3" fmla="*/ 199574 h 880167"/>
                <a:gd name="connsiteX4" fmla="*/ 15869 w 1639799"/>
                <a:gd name="connsiteY4" fmla="*/ 255288 h 880167"/>
                <a:gd name="connsiteX5" fmla="*/ 36371 w 1639799"/>
                <a:gd name="connsiteY5" fmla="*/ 345520 h 880167"/>
                <a:gd name="connsiteX6" fmla="*/ 66156 w 1639799"/>
                <a:gd name="connsiteY6" fmla="*/ 411047 h 880167"/>
                <a:gd name="connsiteX7" fmla="*/ 92962 w 1639799"/>
                <a:gd name="connsiteY7" fmla="*/ 452746 h 880167"/>
                <a:gd name="connsiteX8" fmla="*/ 140618 w 1639799"/>
                <a:gd name="connsiteY8" fmla="*/ 539123 h 880167"/>
                <a:gd name="connsiteX9" fmla="*/ 185296 w 1639799"/>
                <a:gd name="connsiteY9" fmla="*/ 598693 h 880167"/>
                <a:gd name="connsiteX10" fmla="*/ 268694 w 1639799"/>
                <a:gd name="connsiteY10" fmla="*/ 667198 h 880167"/>
                <a:gd name="connsiteX11" fmla="*/ 334221 w 1639799"/>
                <a:gd name="connsiteY11" fmla="*/ 720811 h 880167"/>
                <a:gd name="connsiteX12" fmla="*/ 411662 w 1639799"/>
                <a:gd name="connsiteY12" fmla="*/ 771446 h 880167"/>
                <a:gd name="connsiteX13" fmla="*/ 468253 w 1639799"/>
                <a:gd name="connsiteY13" fmla="*/ 798252 h 880167"/>
                <a:gd name="connsiteX14" fmla="*/ 560587 w 1639799"/>
                <a:gd name="connsiteY14" fmla="*/ 836973 h 880167"/>
                <a:gd name="connsiteX15" fmla="*/ 670791 w 1639799"/>
                <a:gd name="connsiteY15" fmla="*/ 866758 h 880167"/>
                <a:gd name="connsiteX16" fmla="*/ 783227 w 1639799"/>
                <a:gd name="connsiteY16" fmla="*/ 877923 h 880167"/>
                <a:gd name="connsiteX17" fmla="*/ 865862 w 1639799"/>
                <a:gd name="connsiteY17" fmla="*/ 880167 h 880167"/>
                <a:gd name="connsiteX18" fmla="*/ 968642 w 1639799"/>
                <a:gd name="connsiteY18" fmla="*/ 863779 h 880167"/>
                <a:gd name="connsiteX19" fmla="*/ 1070644 w 1639799"/>
                <a:gd name="connsiteY19" fmla="*/ 835476 h 880167"/>
                <a:gd name="connsiteX20" fmla="*/ 1212879 w 1639799"/>
                <a:gd name="connsiteY20" fmla="*/ 783360 h 880167"/>
                <a:gd name="connsiteX21" fmla="*/ 1332019 w 1639799"/>
                <a:gd name="connsiteY21" fmla="*/ 708897 h 880167"/>
                <a:gd name="connsiteX22" fmla="*/ 1399776 w 1639799"/>
                <a:gd name="connsiteY22" fmla="*/ 641126 h 880167"/>
                <a:gd name="connsiteX23" fmla="*/ 1480944 w 1639799"/>
                <a:gd name="connsiteY23" fmla="*/ 556994 h 880167"/>
                <a:gd name="connsiteX24" fmla="*/ 1538269 w 1639799"/>
                <a:gd name="connsiteY24" fmla="*/ 474330 h 880167"/>
                <a:gd name="connsiteX25" fmla="*/ 1611998 w 1639799"/>
                <a:gd name="connsiteY25" fmla="*/ 318714 h 880167"/>
                <a:gd name="connsiteX26" fmla="*/ 1632833 w 1639799"/>
                <a:gd name="connsiteY26" fmla="*/ 208509 h 880167"/>
                <a:gd name="connsiteX27" fmla="*/ 1639076 w 1639799"/>
                <a:gd name="connsiteY27" fmla="*/ 83564 h 880167"/>
                <a:gd name="connsiteX28" fmla="*/ 1600084 w 1639799"/>
                <a:gd name="connsiteY28" fmla="*/ 166810 h 880167"/>
                <a:gd name="connsiteX29" fmla="*/ 1555406 w 1639799"/>
                <a:gd name="connsiteY29" fmla="*/ 208509 h 880167"/>
                <a:gd name="connsiteX30" fmla="*/ 1454137 w 1639799"/>
                <a:gd name="connsiteY30" fmla="*/ 277015 h 880167"/>
                <a:gd name="connsiteX31" fmla="*/ 1248621 w 1639799"/>
                <a:gd name="connsiteY31" fmla="*/ 345520 h 880167"/>
                <a:gd name="connsiteX32" fmla="*/ 1087782 w 1639799"/>
                <a:gd name="connsiteY32" fmla="*/ 390198 h 880167"/>
                <a:gd name="connsiteX33" fmla="*/ 780996 w 1639799"/>
                <a:gd name="connsiteY33" fmla="*/ 408069 h 880167"/>
                <a:gd name="connsiteX34" fmla="*/ 581436 w 1639799"/>
                <a:gd name="connsiteY34" fmla="*/ 399133 h 880167"/>
                <a:gd name="connsiteX35" fmla="*/ 477189 w 1639799"/>
                <a:gd name="connsiteY35" fmla="*/ 369348 h 880167"/>
                <a:gd name="connsiteX36" fmla="*/ 244866 w 1639799"/>
                <a:gd name="connsiteY36" fmla="*/ 303821 h 880167"/>
                <a:gd name="connsiteX37" fmla="*/ 95941 w 1639799"/>
                <a:gd name="connsiteY37" fmla="*/ 199574 h 880167"/>
                <a:gd name="connsiteX38" fmla="*/ 21478 w 1639799"/>
                <a:gd name="connsiteY38" fmla="*/ 89369 h 880167"/>
                <a:gd name="connsiteX39" fmla="*/ 8091 w 1639799"/>
                <a:gd name="connsiteY39" fmla="*/ 0 h 880167"/>
                <a:gd name="connsiteX0" fmla="*/ 8091 w 1647095"/>
                <a:gd name="connsiteY0" fmla="*/ 0 h 880167"/>
                <a:gd name="connsiteX1" fmla="*/ 99 w 1647095"/>
                <a:gd name="connsiteY1" fmla="*/ 83669 h 880167"/>
                <a:gd name="connsiteX2" fmla="*/ 976 w 1647095"/>
                <a:gd name="connsiteY2" fmla="*/ 158661 h 880167"/>
                <a:gd name="connsiteX3" fmla="*/ 9473 w 1647095"/>
                <a:gd name="connsiteY3" fmla="*/ 199574 h 880167"/>
                <a:gd name="connsiteX4" fmla="*/ 15869 w 1647095"/>
                <a:gd name="connsiteY4" fmla="*/ 255288 h 880167"/>
                <a:gd name="connsiteX5" fmla="*/ 36371 w 1647095"/>
                <a:gd name="connsiteY5" fmla="*/ 345520 h 880167"/>
                <a:gd name="connsiteX6" fmla="*/ 66156 w 1647095"/>
                <a:gd name="connsiteY6" fmla="*/ 411047 h 880167"/>
                <a:gd name="connsiteX7" fmla="*/ 92962 w 1647095"/>
                <a:gd name="connsiteY7" fmla="*/ 452746 h 880167"/>
                <a:gd name="connsiteX8" fmla="*/ 140618 w 1647095"/>
                <a:gd name="connsiteY8" fmla="*/ 539123 h 880167"/>
                <a:gd name="connsiteX9" fmla="*/ 185296 w 1647095"/>
                <a:gd name="connsiteY9" fmla="*/ 598693 h 880167"/>
                <a:gd name="connsiteX10" fmla="*/ 268694 w 1647095"/>
                <a:gd name="connsiteY10" fmla="*/ 667198 h 880167"/>
                <a:gd name="connsiteX11" fmla="*/ 334221 w 1647095"/>
                <a:gd name="connsiteY11" fmla="*/ 720811 h 880167"/>
                <a:gd name="connsiteX12" fmla="*/ 411662 w 1647095"/>
                <a:gd name="connsiteY12" fmla="*/ 771446 h 880167"/>
                <a:gd name="connsiteX13" fmla="*/ 468253 w 1647095"/>
                <a:gd name="connsiteY13" fmla="*/ 798252 h 880167"/>
                <a:gd name="connsiteX14" fmla="*/ 560587 w 1647095"/>
                <a:gd name="connsiteY14" fmla="*/ 836973 h 880167"/>
                <a:gd name="connsiteX15" fmla="*/ 670791 w 1647095"/>
                <a:gd name="connsiteY15" fmla="*/ 866758 h 880167"/>
                <a:gd name="connsiteX16" fmla="*/ 783227 w 1647095"/>
                <a:gd name="connsiteY16" fmla="*/ 877923 h 880167"/>
                <a:gd name="connsiteX17" fmla="*/ 865862 w 1647095"/>
                <a:gd name="connsiteY17" fmla="*/ 880167 h 880167"/>
                <a:gd name="connsiteX18" fmla="*/ 968642 w 1647095"/>
                <a:gd name="connsiteY18" fmla="*/ 863779 h 880167"/>
                <a:gd name="connsiteX19" fmla="*/ 1070644 w 1647095"/>
                <a:gd name="connsiteY19" fmla="*/ 835476 h 880167"/>
                <a:gd name="connsiteX20" fmla="*/ 1212879 w 1647095"/>
                <a:gd name="connsiteY20" fmla="*/ 783360 h 880167"/>
                <a:gd name="connsiteX21" fmla="*/ 1332019 w 1647095"/>
                <a:gd name="connsiteY21" fmla="*/ 708897 h 880167"/>
                <a:gd name="connsiteX22" fmla="*/ 1399776 w 1647095"/>
                <a:gd name="connsiteY22" fmla="*/ 641126 h 880167"/>
                <a:gd name="connsiteX23" fmla="*/ 1480944 w 1647095"/>
                <a:gd name="connsiteY23" fmla="*/ 556994 h 880167"/>
                <a:gd name="connsiteX24" fmla="*/ 1538269 w 1647095"/>
                <a:gd name="connsiteY24" fmla="*/ 474330 h 880167"/>
                <a:gd name="connsiteX25" fmla="*/ 1611998 w 1647095"/>
                <a:gd name="connsiteY25" fmla="*/ 318714 h 880167"/>
                <a:gd name="connsiteX26" fmla="*/ 1632833 w 1647095"/>
                <a:gd name="connsiteY26" fmla="*/ 208509 h 880167"/>
                <a:gd name="connsiteX27" fmla="*/ 1646696 w 1647095"/>
                <a:gd name="connsiteY27" fmla="*/ 83564 h 880167"/>
                <a:gd name="connsiteX28" fmla="*/ 1600084 w 1647095"/>
                <a:gd name="connsiteY28" fmla="*/ 166810 h 880167"/>
                <a:gd name="connsiteX29" fmla="*/ 1555406 w 1647095"/>
                <a:gd name="connsiteY29" fmla="*/ 208509 h 880167"/>
                <a:gd name="connsiteX30" fmla="*/ 1454137 w 1647095"/>
                <a:gd name="connsiteY30" fmla="*/ 277015 h 880167"/>
                <a:gd name="connsiteX31" fmla="*/ 1248621 w 1647095"/>
                <a:gd name="connsiteY31" fmla="*/ 345520 h 880167"/>
                <a:gd name="connsiteX32" fmla="*/ 1087782 w 1647095"/>
                <a:gd name="connsiteY32" fmla="*/ 390198 h 880167"/>
                <a:gd name="connsiteX33" fmla="*/ 780996 w 1647095"/>
                <a:gd name="connsiteY33" fmla="*/ 408069 h 880167"/>
                <a:gd name="connsiteX34" fmla="*/ 581436 w 1647095"/>
                <a:gd name="connsiteY34" fmla="*/ 399133 h 880167"/>
                <a:gd name="connsiteX35" fmla="*/ 477189 w 1647095"/>
                <a:gd name="connsiteY35" fmla="*/ 369348 h 880167"/>
                <a:gd name="connsiteX36" fmla="*/ 244866 w 1647095"/>
                <a:gd name="connsiteY36" fmla="*/ 303821 h 880167"/>
                <a:gd name="connsiteX37" fmla="*/ 95941 w 1647095"/>
                <a:gd name="connsiteY37" fmla="*/ 199574 h 880167"/>
                <a:gd name="connsiteX38" fmla="*/ 21478 w 1647095"/>
                <a:gd name="connsiteY38" fmla="*/ 89369 h 880167"/>
                <a:gd name="connsiteX39" fmla="*/ 8091 w 1647095"/>
                <a:gd name="connsiteY39" fmla="*/ 0 h 880167"/>
                <a:gd name="connsiteX0" fmla="*/ 8091 w 1646696"/>
                <a:gd name="connsiteY0" fmla="*/ 0 h 880167"/>
                <a:gd name="connsiteX1" fmla="*/ 99 w 1646696"/>
                <a:gd name="connsiteY1" fmla="*/ 83669 h 880167"/>
                <a:gd name="connsiteX2" fmla="*/ 976 w 1646696"/>
                <a:gd name="connsiteY2" fmla="*/ 158661 h 880167"/>
                <a:gd name="connsiteX3" fmla="*/ 9473 w 1646696"/>
                <a:gd name="connsiteY3" fmla="*/ 199574 h 880167"/>
                <a:gd name="connsiteX4" fmla="*/ 15869 w 1646696"/>
                <a:gd name="connsiteY4" fmla="*/ 255288 h 880167"/>
                <a:gd name="connsiteX5" fmla="*/ 36371 w 1646696"/>
                <a:gd name="connsiteY5" fmla="*/ 345520 h 880167"/>
                <a:gd name="connsiteX6" fmla="*/ 66156 w 1646696"/>
                <a:gd name="connsiteY6" fmla="*/ 411047 h 880167"/>
                <a:gd name="connsiteX7" fmla="*/ 92962 w 1646696"/>
                <a:gd name="connsiteY7" fmla="*/ 452746 h 880167"/>
                <a:gd name="connsiteX8" fmla="*/ 140618 w 1646696"/>
                <a:gd name="connsiteY8" fmla="*/ 539123 h 880167"/>
                <a:gd name="connsiteX9" fmla="*/ 185296 w 1646696"/>
                <a:gd name="connsiteY9" fmla="*/ 598693 h 880167"/>
                <a:gd name="connsiteX10" fmla="*/ 268694 w 1646696"/>
                <a:gd name="connsiteY10" fmla="*/ 667198 h 880167"/>
                <a:gd name="connsiteX11" fmla="*/ 334221 w 1646696"/>
                <a:gd name="connsiteY11" fmla="*/ 720811 h 880167"/>
                <a:gd name="connsiteX12" fmla="*/ 411662 w 1646696"/>
                <a:gd name="connsiteY12" fmla="*/ 771446 h 880167"/>
                <a:gd name="connsiteX13" fmla="*/ 468253 w 1646696"/>
                <a:gd name="connsiteY13" fmla="*/ 798252 h 880167"/>
                <a:gd name="connsiteX14" fmla="*/ 560587 w 1646696"/>
                <a:gd name="connsiteY14" fmla="*/ 836973 h 880167"/>
                <a:gd name="connsiteX15" fmla="*/ 670791 w 1646696"/>
                <a:gd name="connsiteY15" fmla="*/ 866758 h 880167"/>
                <a:gd name="connsiteX16" fmla="*/ 783227 w 1646696"/>
                <a:gd name="connsiteY16" fmla="*/ 877923 h 880167"/>
                <a:gd name="connsiteX17" fmla="*/ 865862 w 1646696"/>
                <a:gd name="connsiteY17" fmla="*/ 880167 h 880167"/>
                <a:gd name="connsiteX18" fmla="*/ 968642 w 1646696"/>
                <a:gd name="connsiteY18" fmla="*/ 863779 h 880167"/>
                <a:gd name="connsiteX19" fmla="*/ 1070644 w 1646696"/>
                <a:gd name="connsiteY19" fmla="*/ 835476 h 880167"/>
                <a:gd name="connsiteX20" fmla="*/ 1212879 w 1646696"/>
                <a:gd name="connsiteY20" fmla="*/ 783360 h 880167"/>
                <a:gd name="connsiteX21" fmla="*/ 1332019 w 1646696"/>
                <a:gd name="connsiteY21" fmla="*/ 708897 h 880167"/>
                <a:gd name="connsiteX22" fmla="*/ 1399776 w 1646696"/>
                <a:gd name="connsiteY22" fmla="*/ 641126 h 880167"/>
                <a:gd name="connsiteX23" fmla="*/ 1480944 w 1646696"/>
                <a:gd name="connsiteY23" fmla="*/ 556994 h 880167"/>
                <a:gd name="connsiteX24" fmla="*/ 1538269 w 1646696"/>
                <a:gd name="connsiteY24" fmla="*/ 474330 h 880167"/>
                <a:gd name="connsiteX25" fmla="*/ 1611998 w 1646696"/>
                <a:gd name="connsiteY25" fmla="*/ 318714 h 880167"/>
                <a:gd name="connsiteX26" fmla="*/ 1632833 w 1646696"/>
                <a:gd name="connsiteY26" fmla="*/ 208509 h 880167"/>
                <a:gd name="connsiteX27" fmla="*/ 1646696 w 1646696"/>
                <a:gd name="connsiteY27" fmla="*/ 83564 h 880167"/>
                <a:gd name="connsiteX28" fmla="*/ 1600084 w 1646696"/>
                <a:gd name="connsiteY28" fmla="*/ 166810 h 880167"/>
                <a:gd name="connsiteX29" fmla="*/ 1555406 w 1646696"/>
                <a:gd name="connsiteY29" fmla="*/ 208509 h 880167"/>
                <a:gd name="connsiteX30" fmla="*/ 1454137 w 1646696"/>
                <a:gd name="connsiteY30" fmla="*/ 277015 h 880167"/>
                <a:gd name="connsiteX31" fmla="*/ 1248621 w 1646696"/>
                <a:gd name="connsiteY31" fmla="*/ 345520 h 880167"/>
                <a:gd name="connsiteX32" fmla="*/ 1087782 w 1646696"/>
                <a:gd name="connsiteY32" fmla="*/ 390198 h 880167"/>
                <a:gd name="connsiteX33" fmla="*/ 780996 w 1646696"/>
                <a:gd name="connsiteY33" fmla="*/ 408069 h 880167"/>
                <a:gd name="connsiteX34" fmla="*/ 581436 w 1646696"/>
                <a:gd name="connsiteY34" fmla="*/ 399133 h 880167"/>
                <a:gd name="connsiteX35" fmla="*/ 477189 w 1646696"/>
                <a:gd name="connsiteY35" fmla="*/ 369348 h 880167"/>
                <a:gd name="connsiteX36" fmla="*/ 244866 w 1646696"/>
                <a:gd name="connsiteY36" fmla="*/ 303821 h 880167"/>
                <a:gd name="connsiteX37" fmla="*/ 95941 w 1646696"/>
                <a:gd name="connsiteY37" fmla="*/ 199574 h 880167"/>
                <a:gd name="connsiteX38" fmla="*/ 21478 w 1646696"/>
                <a:gd name="connsiteY38" fmla="*/ 89369 h 880167"/>
                <a:gd name="connsiteX39" fmla="*/ 8091 w 1646696"/>
                <a:gd name="connsiteY39" fmla="*/ 0 h 880167"/>
                <a:gd name="connsiteX0" fmla="*/ 8091 w 1646696"/>
                <a:gd name="connsiteY0" fmla="*/ 0 h 880167"/>
                <a:gd name="connsiteX1" fmla="*/ 99 w 1646696"/>
                <a:gd name="connsiteY1" fmla="*/ 83669 h 880167"/>
                <a:gd name="connsiteX2" fmla="*/ 976 w 1646696"/>
                <a:gd name="connsiteY2" fmla="*/ 158661 h 880167"/>
                <a:gd name="connsiteX3" fmla="*/ 9473 w 1646696"/>
                <a:gd name="connsiteY3" fmla="*/ 199574 h 880167"/>
                <a:gd name="connsiteX4" fmla="*/ 15869 w 1646696"/>
                <a:gd name="connsiteY4" fmla="*/ 255288 h 880167"/>
                <a:gd name="connsiteX5" fmla="*/ 36371 w 1646696"/>
                <a:gd name="connsiteY5" fmla="*/ 345520 h 880167"/>
                <a:gd name="connsiteX6" fmla="*/ 66156 w 1646696"/>
                <a:gd name="connsiteY6" fmla="*/ 411047 h 880167"/>
                <a:gd name="connsiteX7" fmla="*/ 92962 w 1646696"/>
                <a:gd name="connsiteY7" fmla="*/ 452746 h 880167"/>
                <a:gd name="connsiteX8" fmla="*/ 140618 w 1646696"/>
                <a:gd name="connsiteY8" fmla="*/ 539123 h 880167"/>
                <a:gd name="connsiteX9" fmla="*/ 185296 w 1646696"/>
                <a:gd name="connsiteY9" fmla="*/ 598693 h 880167"/>
                <a:gd name="connsiteX10" fmla="*/ 268694 w 1646696"/>
                <a:gd name="connsiteY10" fmla="*/ 667198 h 880167"/>
                <a:gd name="connsiteX11" fmla="*/ 334221 w 1646696"/>
                <a:gd name="connsiteY11" fmla="*/ 720811 h 880167"/>
                <a:gd name="connsiteX12" fmla="*/ 411662 w 1646696"/>
                <a:gd name="connsiteY12" fmla="*/ 771446 h 880167"/>
                <a:gd name="connsiteX13" fmla="*/ 468253 w 1646696"/>
                <a:gd name="connsiteY13" fmla="*/ 798252 h 880167"/>
                <a:gd name="connsiteX14" fmla="*/ 560587 w 1646696"/>
                <a:gd name="connsiteY14" fmla="*/ 836973 h 880167"/>
                <a:gd name="connsiteX15" fmla="*/ 670791 w 1646696"/>
                <a:gd name="connsiteY15" fmla="*/ 866758 h 880167"/>
                <a:gd name="connsiteX16" fmla="*/ 783227 w 1646696"/>
                <a:gd name="connsiteY16" fmla="*/ 877923 h 880167"/>
                <a:gd name="connsiteX17" fmla="*/ 865862 w 1646696"/>
                <a:gd name="connsiteY17" fmla="*/ 880167 h 880167"/>
                <a:gd name="connsiteX18" fmla="*/ 968642 w 1646696"/>
                <a:gd name="connsiteY18" fmla="*/ 863779 h 880167"/>
                <a:gd name="connsiteX19" fmla="*/ 1070644 w 1646696"/>
                <a:gd name="connsiteY19" fmla="*/ 835476 h 880167"/>
                <a:gd name="connsiteX20" fmla="*/ 1212879 w 1646696"/>
                <a:gd name="connsiteY20" fmla="*/ 783360 h 880167"/>
                <a:gd name="connsiteX21" fmla="*/ 1332019 w 1646696"/>
                <a:gd name="connsiteY21" fmla="*/ 708897 h 880167"/>
                <a:gd name="connsiteX22" fmla="*/ 1399776 w 1646696"/>
                <a:gd name="connsiteY22" fmla="*/ 641126 h 880167"/>
                <a:gd name="connsiteX23" fmla="*/ 1480944 w 1646696"/>
                <a:gd name="connsiteY23" fmla="*/ 556994 h 880167"/>
                <a:gd name="connsiteX24" fmla="*/ 1538269 w 1646696"/>
                <a:gd name="connsiteY24" fmla="*/ 474330 h 880167"/>
                <a:gd name="connsiteX25" fmla="*/ 1605834 w 1646696"/>
                <a:gd name="connsiteY25" fmla="*/ 318714 h 880167"/>
                <a:gd name="connsiteX26" fmla="*/ 1632833 w 1646696"/>
                <a:gd name="connsiteY26" fmla="*/ 208509 h 880167"/>
                <a:gd name="connsiteX27" fmla="*/ 1646696 w 1646696"/>
                <a:gd name="connsiteY27" fmla="*/ 83564 h 880167"/>
                <a:gd name="connsiteX28" fmla="*/ 1600084 w 1646696"/>
                <a:gd name="connsiteY28" fmla="*/ 166810 h 880167"/>
                <a:gd name="connsiteX29" fmla="*/ 1555406 w 1646696"/>
                <a:gd name="connsiteY29" fmla="*/ 208509 h 880167"/>
                <a:gd name="connsiteX30" fmla="*/ 1454137 w 1646696"/>
                <a:gd name="connsiteY30" fmla="*/ 277015 h 880167"/>
                <a:gd name="connsiteX31" fmla="*/ 1248621 w 1646696"/>
                <a:gd name="connsiteY31" fmla="*/ 345520 h 880167"/>
                <a:gd name="connsiteX32" fmla="*/ 1087782 w 1646696"/>
                <a:gd name="connsiteY32" fmla="*/ 390198 h 880167"/>
                <a:gd name="connsiteX33" fmla="*/ 780996 w 1646696"/>
                <a:gd name="connsiteY33" fmla="*/ 408069 h 880167"/>
                <a:gd name="connsiteX34" fmla="*/ 581436 w 1646696"/>
                <a:gd name="connsiteY34" fmla="*/ 399133 h 880167"/>
                <a:gd name="connsiteX35" fmla="*/ 477189 w 1646696"/>
                <a:gd name="connsiteY35" fmla="*/ 369348 h 880167"/>
                <a:gd name="connsiteX36" fmla="*/ 244866 w 1646696"/>
                <a:gd name="connsiteY36" fmla="*/ 303821 h 880167"/>
                <a:gd name="connsiteX37" fmla="*/ 95941 w 1646696"/>
                <a:gd name="connsiteY37" fmla="*/ 199574 h 880167"/>
                <a:gd name="connsiteX38" fmla="*/ 21478 w 1646696"/>
                <a:gd name="connsiteY38" fmla="*/ 89369 h 880167"/>
                <a:gd name="connsiteX39" fmla="*/ 8091 w 1646696"/>
                <a:gd name="connsiteY39" fmla="*/ 0 h 88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646696" h="880167">
                  <a:moveTo>
                    <a:pt x="8091" y="0"/>
                  </a:moveTo>
                  <a:lnTo>
                    <a:pt x="99" y="83669"/>
                  </a:lnTo>
                  <a:cubicBezTo>
                    <a:pt x="-455" y="114593"/>
                    <a:pt x="1530" y="127737"/>
                    <a:pt x="976" y="158661"/>
                  </a:cubicBezTo>
                  <a:lnTo>
                    <a:pt x="9473" y="199574"/>
                  </a:lnTo>
                  <a:cubicBezTo>
                    <a:pt x="9912" y="214759"/>
                    <a:pt x="15430" y="240103"/>
                    <a:pt x="15869" y="255288"/>
                  </a:cubicBezTo>
                  <a:lnTo>
                    <a:pt x="36371" y="345520"/>
                  </a:lnTo>
                  <a:lnTo>
                    <a:pt x="66156" y="411047"/>
                  </a:lnTo>
                  <a:lnTo>
                    <a:pt x="92962" y="452746"/>
                  </a:lnTo>
                  <a:lnTo>
                    <a:pt x="140618" y="539123"/>
                  </a:lnTo>
                  <a:lnTo>
                    <a:pt x="185296" y="598693"/>
                  </a:lnTo>
                  <a:lnTo>
                    <a:pt x="268694" y="667198"/>
                  </a:lnTo>
                  <a:lnTo>
                    <a:pt x="334221" y="720811"/>
                  </a:lnTo>
                  <a:lnTo>
                    <a:pt x="411662" y="771446"/>
                  </a:lnTo>
                  <a:lnTo>
                    <a:pt x="468253" y="798252"/>
                  </a:lnTo>
                  <a:lnTo>
                    <a:pt x="560587" y="836973"/>
                  </a:lnTo>
                  <a:lnTo>
                    <a:pt x="670791" y="866758"/>
                  </a:lnTo>
                  <a:lnTo>
                    <a:pt x="783227" y="877923"/>
                  </a:lnTo>
                  <a:lnTo>
                    <a:pt x="865862" y="880167"/>
                  </a:lnTo>
                  <a:cubicBezTo>
                    <a:pt x="925399" y="876935"/>
                    <a:pt x="933638" y="871472"/>
                    <a:pt x="968642" y="863779"/>
                  </a:cubicBezTo>
                  <a:lnTo>
                    <a:pt x="1070644" y="835476"/>
                  </a:lnTo>
                  <a:lnTo>
                    <a:pt x="1212879" y="783360"/>
                  </a:lnTo>
                  <a:lnTo>
                    <a:pt x="1332019" y="708897"/>
                  </a:lnTo>
                  <a:lnTo>
                    <a:pt x="1399776" y="641126"/>
                  </a:lnTo>
                  <a:lnTo>
                    <a:pt x="1480944" y="556994"/>
                  </a:lnTo>
                  <a:lnTo>
                    <a:pt x="1538269" y="474330"/>
                  </a:lnTo>
                  <a:lnTo>
                    <a:pt x="1605834" y="318714"/>
                  </a:lnTo>
                  <a:lnTo>
                    <a:pt x="1632833" y="208509"/>
                  </a:lnTo>
                  <a:cubicBezTo>
                    <a:pt x="1634914" y="166861"/>
                    <a:pt x="1642075" y="142992"/>
                    <a:pt x="1646696" y="83564"/>
                  </a:cubicBezTo>
                  <a:lnTo>
                    <a:pt x="1600084" y="166810"/>
                  </a:lnTo>
                  <a:lnTo>
                    <a:pt x="1555406" y="208509"/>
                  </a:lnTo>
                  <a:lnTo>
                    <a:pt x="1454137" y="277015"/>
                  </a:lnTo>
                  <a:lnTo>
                    <a:pt x="1248621" y="345520"/>
                  </a:lnTo>
                  <a:lnTo>
                    <a:pt x="1087782" y="390198"/>
                  </a:lnTo>
                  <a:lnTo>
                    <a:pt x="780996" y="408069"/>
                  </a:lnTo>
                  <a:lnTo>
                    <a:pt x="581436" y="399133"/>
                  </a:lnTo>
                  <a:lnTo>
                    <a:pt x="477189" y="369348"/>
                  </a:lnTo>
                  <a:lnTo>
                    <a:pt x="244866" y="303821"/>
                  </a:lnTo>
                  <a:lnTo>
                    <a:pt x="95941" y="199574"/>
                  </a:lnTo>
                  <a:lnTo>
                    <a:pt x="21478" y="89369"/>
                  </a:lnTo>
                  <a:lnTo>
                    <a:pt x="8091" y="0"/>
                  </a:lnTo>
                  <a:close/>
                </a:path>
              </a:pathLst>
            </a:cu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4" name="筆跡 4">
                <a:extLst>
                  <a:ext uri="{FF2B5EF4-FFF2-40B4-BE49-F238E27FC236}">
                    <a16:creationId xmlns:a16="http://schemas.microsoft.com/office/drawing/2014/main" id="{199B6E9D-097D-B392-80E3-EEEABBCA2A35}"/>
                  </a:ext>
                </a:extLst>
              </p14:cNvPr>
              <p14:cNvContentPartPr/>
              <p14:nvPr/>
            </p14:nvContentPartPr>
            <p14:xfrm>
              <a:off x="9859149" y="1791438"/>
              <a:ext cx="522556" cy="45719"/>
            </p14:xfrm>
          </p:contentPart>
        </mc:Choice>
        <mc:Fallback>
          <p:pic>
            <p:nvPicPr>
              <p:cNvPr id="34" name="筆跡 4">
                <a:extLst>
                  <a:ext uri="{FF2B5EF4-FFF2-40B4-BE49-F238E27FC236}">
                    <a16:creationId xmlns:a16="http://schemas.microsoft.com/office/drawing/2014/main" id="{199B6E9D-097D-B392-80E3-EEEABBCA2A3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805166" y="-11924262"/>
                <a:ext cx="63016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5" name="筆跡 4">
                <a:extLst>
                  <a:ext uri="{FF2B5EF4-FFF2-40B4-BE49-F238E27FC236}">
                    <a16:creationId xmlns:a16="http://schemas.microsoft.com/office/drawing/2014/main" id="{F4270B8E-DEC1-3EA8-EB96-41E6CC0E99C3}"/>
                  </a:ext>
                </a:extLst>
              </p14:cNvPr>
              <p14:cNvContentPartPr/>
              <p14:nvPr/>
            </p14:nvContentPartPr>
            <p14:xfrm>
              <a:off x="8495929" y="1479902"/>
              <a:ext cx="465015" cy="45719"/>
            </p14:xfrm>
          </p:contentPart>
        </mc:Choice>
        <mc:Fallback>
          <p:pic>
            <p:nvPicPr>
              <p:cNvPr id="35" name="筆跡 4">
                <a:extLst>
                  <a:ext uri="{FF2B5EF4-FFF2-40B4-BE49-F238E27FC236}">
                    <a16:creationId xmlns:a16="http://schemas.microsoft.com/office/drawing/2014/main" id="{F4270B8E-DEC1-3EA8-EB96-41E6CC0E99C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441941" y="-12235798"/>
                <a:ext cx="572631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979035E-329D-8B4D-E791-B28206BE06B5}"/>
              </a:ext>
            </a:extLst>
          </p:cNvPr>
          <p:cNvCxnSpPr>
            <a:cxnSpLocks/>
          </p:cNvCxnSpPr>
          <p:nvPr/>
        </p:nvCxnSpPr>
        <p:spPr>
          <a:xfrm flipV="1">
            <a:off x="10028467" y="3492273"/>
            <a:ext cx="1777177" cy="14779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文字方塊 10">
            <a:extLst>
              <a:ext uri="{FF2B5EF4-FFF2-40B4-BE49-F238E27FC236}">
                <a16:creationId xmlns:a16="http://schemas.microsoft.com/office/drawing/2014/main" id="{B56BACBC-0625-5FA1-0097-EEBED63DEC22}"/>
              </a:ext>
            </a:extLst>
          </p:cNvPr>
          <p:cNvSpPr txBox="1"/>
          <p:nvPr/>
        </p:nvSpPr>
        <p:spPr>
          <a:xfrm>
            <a:off x="10503444" y="3165998"/>
            <a:ext cx="8719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16 </a:t>
            </a:r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cm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71FF498-8EAC-38BB-8FB5-0448B6070EF0}"/>
              </a:ext>
            </a:extLst>
          </p:cNvPr>
          <p:cNvCxnSpPr>
            <a:cxnSpLocks/>
          </p:cNvCxnSpPr>
          <p:nvPr/>
        </p:nvCxnSpPr>
        <p:spPr>
          <a:xfrm flipV="1">
            <a:off x="10358081" y="4964613"/>
            <a:ext cx="1649978" cy="3345"/>
          </a:xfrm>
          <a:prstGeom prst="straightConnector1">
            <a:avLst/>
          </a:prstGeom>
          <a:ln w="38100">
            <a:solidFill>
              <a:srgbClr val="FFC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文字方塊 10">
            <a:extLst>
              <a:ext uri="{FF2B5EF4-FFF2-40B4-BE49-F238E27FC236}">
                <a16:creationId xmlns:a16="http://schemas.microsoft.com/office/drawing/2014/main" id="{0C218406-CBA7-C00A-5193-A476A4E9BFB7}"/>
              </a:ext>
            </a:extLst>
          </p:cNvPr>
          <p:cNvSpPr txBox="1"/>
          <p:nvPr/>
        </p:nvSpPr>
        <p:spPr>
          <a:xfrm>
            <a:off x="10641582" y="4625054"/>
            <a:ext cx="10829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15.6 </a:t>
            </a:r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cm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5" name="筆跡 4">
                <a:extLst>
                  <a:ext uri="{FF2B5EF4-FFF2-40B4-BE49-F238E27FC236}">
                    <a16:creationId xmlns:a16="http://schemas.microsoft.com/office/drawing/2014/main" id="{40AC7A6F-8ACE-E714-6E1C-3E5D5DE54484}"/>
                  </a:ext>
                </a:extLst>
              </p14:cNvPr>
              <p14:cNvContentPartPr/>
              <p14:nvPr/>
            </p14:nvContentPartPr>
            <p14:xfrm>
              <a:off x="8110506" y="372497"/>
              <a:ext cx="1115664" cy="45719"/>
            </p14:xfrm>
          </p:contentPart>
        </mc:Choice>
        <mc:Fallback>
          <p:pic>
            <p:nvPicPr>
              <p:cNvPr id="45" name="筆跡 4">
                <a:extLst>
                  <a:ext uri="{FF2B5EF4-FFF2-40B4-BE49-F238E27FC236}">
                    <a16:creationId xmlns:a16="http://schemas.microsoft.com/office/drawing/2014/main" id="{40AC7A6F-8ACE-E714-6E1C-3E5D5DE5448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56487" y="-13343203"/>
                <a:ext cx="122334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6" name="筆跡 4">
                <a:extLst>
                  <a:ext uri="{FF2B5EF4-FFF2-40B4-BE49-F238E27FC236}">
                    <a16:creationId xmlns:a16="http://schemas.microsoft.com/office/drawing/2014/main" id="{0F5F36EE-26C9-EA22-EB5E-0A3E5622EA8B}"/>
                  </a:ext>
                </a:extLst>
              </p14:cNvPr>
              <p14:cNvContentPartPr/>
              <p14:nvPr/>
            </p14:nvContentPartPr>
            <p14:xfrm>
              <a:off x="1995013" y="736475"/>
              <a:ext cx="783698" cy="45719"/>
            </p14:xfrm>
          </p:contentPart>
        </mc:Choice>
        <mc:Fallback>
          <p:pic>
            <p:nvPicPr>
              <p:cNvPr id="46" name="筆跡 4">
                <a:extLst>
                  <a:ext uri="{FF2B5EF4-FFF2-40B4-BE49-F238E27FC236}">
                    <a16:creationId xmlns:a16="http://schemas.microsoft.com/office/drawing/2014/main" id="{0F5F36EE-26C9-EA22-EB5E-0A3E5622EA8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41015" y="-12979225"/>
                <a:ext cx="89133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7" name="筆跡 4">
                <a:extLst>
                  <a:ext uri="{FF2B5EF4-FFF2-40B4-BE49-F238E27FC236}">
                    <a16:creationId xmlns:a16="http://schemas.microsoft.com/office/drawing/2014/main" id="{A5DF8F45-78BC-394F-2875-69CF736A4243}"/>
                  </a:ext>
                </a:extLst>
              </p14:cNvPr>
              <p14:cNvContentPartPr/>
              <p14:nvPr/>
            </p14:nvContentPartPr>
            <p14:xfrm>
              <a:off x="4002846" y="736475"/>
              <a:ext cx="783698" cy="45719"/>
            </p14:xfrm>
          </p:contentPart>
        </mc:Choice>
        <mc:Fallback>
          <p:pic>
            <p:nvPicPr>
              <p:cNvPr id="47" name="筆跡 4">
                <a:extLst>
                  <a:ext uri="{FF2B5EF4-FFF2-40B4-BE49-F238E27FC236}">
                    <a16:creationId xmlns:a16="http://schemas.microsoft.com/office/drawing/2014/main" id="{A5DF8F45-78BC-394F-2875-69CF736A424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48848" y="-12979225"/>
                <a:ext cx="89133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8" name="筆跡 4">
                <a:extLst>
                  <a:ext uri="{FF2B5EF4-FFF2-40B4-BE49-F238E27FC236}">
                    <a16:creationId xmlns:a16="http://schemas.microsoft.com/office/drawing/2014/main" id="{886BB781-7211-7F33-90A8-AC3E325215AA}"/>
                  </a:ext>
                </a:extLst>
              </p14:cNvPr>
              <p14:cNvContentPartPr/>
              <p14:nvPr/>
            </p14:nvContentPartPr>
            <p14:xfrm>
              <a:off x="6596328" y="713615"/>
              <a:ext cx="1588884" cy="45719"/>
            </p14:xfrm>
          </p:contentPart>
        </mc:Choice>
        <mc:Fallback>
          <p:pic>
            <p:nvPicPr>
              <p:cNvPr id="48" name="筆跡 4">
                <a:extLst>
                  <a:ext uri="{FF2B5EF4-FFF2-40B4-BE49-F238E27FC236}">
                    <a16:creationId xmlns:a16="http://schemas.microsoft.com/office/drawing/2014/main" id="{886BB781-7211-7F33-90A8-AC3E325215A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542309" y="-13002085"/>
                <a:ext cx="1696562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TextBox 15">
            <a:extLst>
              <a:ext uri="{FF2B5EF4-FFF2-40B4-BE49-F238E27FC236}">
                <a16:creationId xmlns:a16="http://schemas.microsoft.com/office/drawing/2014/main" id="{E540E22C-B507-4A13-47D1-7D66F816FE49}"/>
              </a:ext>
            </a:extLst>
          </p:cNvPr>
          <p:cNvSpPr txBox="1"/>
          <p:nvPr/>
        </p:nvSpPr>
        <p:spPr>
          <a:xfrm>
            <a:off x="204329" y="1325566"/>
            <a:ext cx="2389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Internal radius</a:t>
            </a:r>
            <a:endParaRPr lang="zh-TW" altLang="en-US" sz="2000" b="1">
              <a:solidFill>
                <a:schemeClr val="accent2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字方塊 83">
                <a:extLst>
                  <a:ext uri="{FF2B5EF4-FFF2-40B4-BE49-F238E27FC236}">
                    <a16:creationId xmlns:a16="http://schemas.microsoft.com/office/drawing/2014/main" id="{7EBC0AC9-5AF5-C09C-2287-CA0FB5B62430}"/>
                  </a:ext>
                </a:extLst>
              </p:cNvPr>
              <p:cNvSpPr txBox="1"/>
              <p:nvPr/>
            </p:nvSpPr>
            <p:spPr>
              <a:xfrm>
                <a:off x="2456135" y="1299671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0" name="文字方塊 83">
                <a:extLst>
                  <a:ext uri="{FF2B5EF4-FFF2-40B4-BE49-F238E27FC236}">
                    <a16:creationId xmlns:a16="http://schemas.microsoft.com/office/drawing/2014/main" id="{7EBC0AC9-5AF5-C09C-2287-CA0FB5B62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6135" y="1299671"/>
                <a:ext cx="328449" cy="40709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群組 74">
            <a:extLst>
              <a:ext uri="{FF2B5EF4-FFF2-40B4-BE49-F238E27FC236}">
                <a16:creationId xmlns:a16="http://schemas.microsoft.com/office/drawing/2014/main" id="{58C8BD9D-9A47-078C-4FE2-29F54E3BD805}"/>
              </a:ext>
            </a:extLst>
          </p:cNvPr>
          <p:cNvGrpSpPr/>
          <p:nvPr/>
        </p:nvGrpSpPr>
        <p:grpSpPr>
          <a:xfrm>
            <a:off x="2837483" y="1145672"/>
            <a:ext cx="364383" cy="777549"/>
            <a:chOff x="2896107" y="4671588"/>
            <a:chExt cx="364383" cy="777549"/>
          </a:xfrm>
        </p:grpSpPr>
        <p:sp>
          <p:nvSpPr>
            <p:cNvPr id="52" name="文字方塊 75">
              <a:extLst>
                <a:ext uri="{FF2B5EF4-FFF2-40B4-BE49-F238E27FC236}">
                  <a16:creationId xmlns:a16="http://schemas.microsoft.com/office/drawing/2014/main" id="{801E1A66-2A58-6696-CA26-C72A0FFF59E8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53" name="群組 76">
              <a:extLst>
                <a:ext uri="{FF2B5EF4-FFF2-40B4-BE49-F238E27FC236}">
                  <a16:creationId xmlns:a16="http://schemas.microsoft.com/office/drawing/2014/main" id="{394C21A7-AC73-AC6B-4C3D-011483801D6D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54" name="直線接點 77">
                <a:extLst>
                  <a:ext uri="{FF2B5EF4-FFF2-40B4-BE49-F238E27FC236}">
                    <a16:creationId xmlns:a16="http://schemas.microsoft.com/office/drawing/2014/main" id="{7932FB26-1D21-D0AC-EA28-59B18323AFE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5" name="文字方塊 78">
                <a:extLst>
                  <a:ext uri="{FF2B5EF4-FFF2-40B4-BE49-F238E27FC236}">
                    <a16:creationId xmlns:a16="http://schemas.microsoft.com/office/drawing/2014/main" id="{F80EBC0A-DAC2-774F-57C1-14E02DBA1286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字方塊 53">
                <a:extLst>
                  <a:ext uri="{FF2B5EF4-FFF2-40B4-BE49-F238E27FC236}">
                    <a16:creationId xmlns:a16="http://schemas.microsoft.com/office/drawing/2014/main" id="{49A64DEA-AED7-F16B-B15F-E9CDD5566882}"/>
                  </a:ext>
                </a:extLst>
              </p:cNvPr>
              <p:cNvSpPr txBox="1"/>
              <p:nvPr/>
            </p:nvSpPr>
            <p:spPr>
              <a:xfrm>
                <a:off x="3254765" y="132056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6" name="文字方塊 53">
                <a:extLst>
                  <a:ext uri="{FF2B5EF4-FFF2-40B4-BE49-F238E27FC236}">
                    <a16:creationId xmlns:a16="http://schemas.microsoft.com/office/drawing/2014/main" id="{49A64DEA-AED7-F16B-B15F-E9CDD5566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4765" y="1320560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字方塊 10">
            <a:extLst>
              <a:ext uri="{FF2B5EF4-FFF2-40B4-BE49-F238E27FC236}">
                <a16:creationId xmlns:a16="http://schemas.microsoft.com/office/drawing/2014/main" id="{21EBA7D6-28BC-63AC-DFB6-438108722CED}"/>
              </a:ext>
            </a:extLst>
          </p:cNvPr>
          <p:cNvSpPr txBox="1"/>
          <p:nvPr/>
        </p:nvSpPr>
        <p:spPr>
          <a:xfrm>
            <a:off x="3502645" y="1327623"/>
            <a:ext cx="149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15.6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cm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字方塊 83">
                <a:extLst>
                  <a:ext uri="{FF2B5EF4-FFF2-40B4-BE49-F238E27FC236}">
                    <a16:creationId xmlns:a16="http://schemas.microsoft.com/office/drawing/2014/main" id="{B6B30C83-1FE3-E34A-C42F-57245E84330B}"/>
                  </a:ext>
                </a:extLst>
              </p:cNvPr>
              <p:cNvSpPr txBox="1"/>
              <p:nvPr/>
            </p:nvSpPr>
            <p:spPr>
              <a:xfrm>
                <a:off x="4707941" y="1305783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8" name="文字方塊 83">
                <a:extLst>
                  <a:ext uri="{FF2B5EF4-FFF2-40B4-BE49-F238E27FC236}">
                    <a16:creationId xmlns:a16="http://schemas.microsoft.com/office/drawing/2014/main" id="{B6B30C83-1FE3-E34A-C42F-57245E843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7941" y="1305783"/>
                <a:ext cx="328449" cy="4070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字方塊 10">
            <a:extLst>
              <a:ext uri="{FF2B5EF4-FFF2-40B4-BE49-F238E27FC236}">
                <a16:creationId xmlns:a16="http://schemas.microsoft.com/office/drawing/2014/main" id="{FB7D669E-A4F1-84A1-0DE2-46B2198419A0}"/>
              </a:ext>
            </a:extLst>
          </p:cNvPr>
          <p:cNvSpPr txBox="1"/>
          <p:nvPr/>
        </p:nvSpPr>
        <p:spPr>
          <a:xfrm>
            <a:off x="4974923" y="1338457"/>
            <a:ext cx="11307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7.8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cm</a:t>
            </a:r>
          </a:p>
        </p:txBody>
      </p:sp>
      <p:sp>
        <p:nvSpPr>
          <p:cNvPr id="60" name="TextBox 15">
            <a:extLst>
              <a:ext uri="{FF2B5EF4-FFF2-40B4-BE49-F238E27FC236}">
                <a16:creationId xmlns:a16="http://schemas.microsoft.com/office/drawing/2014/main" id="{EEF439F8-8674-5BF5-02B0-4070F2EEFB17}"/>
              </a:ext>
            </a:extLst>
          </p:cNvPr>
          <p:cNvSpPr txBox="1"/>
          <p:nvPr/>
        </p:nvSpPr>
        <p:spPr>
          <a:xfrm>
            <a:off x="186244" y="1845352"/>
            <a:ext cx="2389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rPr>
              <a:t>External radius</a:t>
            </a:r>
            <a:endParaRPr lang="zh-TW" altLang="en-US" sz="2000" b="1">
              <a:solidFill>
                <a:srgbClr val="0070C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文字方塊 83">
                <a:extLst>
                  <a:ext uri="{FF2B5EF4-FFF2-40B4-BE49-F238E27FC236}">
                    <a16:creationId xmlns:a16="http://schemas.microsoft.com/office/drawing/2014/main" id="{BD2412D9-AB10-B215-B972-88A403616623}"/>
                  </a:ext>
                </a:extLst>
              </p:cNvPr>
              <p:cNvSpPr txBox="1"/>
              <p:nvPr/>
            </p:nvSpPr>
            <p:spPr>
              <a:xfrm>
                <a:off x="2438050" y="1819457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1" name="文字方塊 83">
                <a:extLst>
                  <a:ext uri="{FF2B5EF4-FFF2-40B4-BE49-F238E27FC236}">
                    <a16:creationId xmlns:a16="http://schemas.microsoft.com/office/drawing/2014/main" id="{BD2412D9-AB10-B215-B972-88A403616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050" y="1819457"/>
                <a:ext cx="328449" cy="4070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文字方塊 10">
            <a:extLst>
              <a:ext uri="{FF2B5EF4-FFF2-40B4-BE49-F238E27FC236}">
                <a16:creationId xmlns:a16="http://schemas.microsoft.com/office/drawing/2014/main" id="{3E1A589F-EA13-E40E-C531-5E4E7FCE6036}"/>
              </a:ext>
            </a:extLst>
          </p:cNvPr>
          <p:cNvSpPr txBox="1"/>
          <p:nvPr/>
        </p:nvSpPr>
        <p:spPr>
          <a:xfrm>
            <a:off x="3488675" y="1860244"/>
            <a:ext cx="12231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0.2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 cm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4" name="文字方塊 83">
                <a:extLst>
                  <a:ext uri="{FF2B5EF4-FFF2-40B4-BE49-F238E27FC236}">
                    <a16:creationId xmlns:a16="http://schemas.microsoft.com/office/drawing/2014/main" id="{2A3D9627-2849-11CE-178A-76DFF38EACD2}"/>
                  </a:ext>
                </a:extLst>
              </p:cNvPr>
              <p:cNvSpPr txBox="1"/>
              <p:nvPr/>
            </p:nvSpPr>
            <p:spPr>
              <a:xfrm>
                <a:off x="4638574" y="1853255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4" name="文字方塊 83">
                <a:extLst>
                  <a:ext uri="{FF2B5EF4-FFF2-40B4-BE49-F238E27FC236}">
                    <a16:creationId xmlns:a16="http://schemas.microsoft.com/office/drawing/2014/main" id="{2A3D9627-2849-11CE-178A-76DFF38EA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8574" y="1853255"/>
                <a:ext cx="328449" cy="40709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5" name="文字方塊 10">
            <a:extLst>
              <a:ext uri="{FF2B5EF4-FFF2-40B4-BE49-F238E27FC236}">
                <a16:creationId xmlns:a16="http://schemas.microsoft.com/office/drawing/2014/main" id="{083651B2-2895-0247-7F94-ECF3EDC3DD82}"/>
              </a:ext>
            </a:extLst>
          </p:cNvPr>
          <p:cNvSpPr txBox="1"/>
          <p:nvPr/>
        </p:nvSpPr>
        <p:spPr>
          <a:xfrm>
            <a:off x="4905556" y="1885929"/>
            <a:ext cx="11307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Handwriting" panose="03010101010101010101" pitchFamily="66" charset="0"/>
              </a:rPr>
              <a:t>8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rPr>
              <a:t>cm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2" name="文字方塊 10">
                <a:extLst>
                  <a:ext uri="{FF2B5EF4-FFF2-40B4-BE49-F238E27FC236}">
                    <a16:creationId xmlns:a16="http://schemas.microsoft.com/office/drawing/2014/main" id="{D6C3DC9E-3BFC-A7A2-933B-790ED6562421}"/>
                  </a:ext>
                </a:extLst>
              </p:cNvPr>
              <p:cNvSpPr txBox="1"/>
              <p:nvPr/>
            </p:nvSpPr>
            <p:spPr>
              <a:xfrm>
                <a:off x="2708040" y="1853181"/>
                <a:ext cx="10407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7.8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 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92" name="文字方塊 10">
                <a:extLst>
                  <a:ext uri="{FF2B5EF4-FFF2-40B4-BE49-F238E27FC236}">
                    <a16:creationId xmlns:a16="http://schemas.microsoft.com/office/drawing/2014/main" id="{D6C3DC9E-3BFC-A7A2-933B-790ED6562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8040" y="1853181"/>
                <a:ext cx="104074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3" name="TextBox 15">
            <a:extLst>
              <a:ext uri="{FF2B5EF4-FFF2-40B4-BE49-F238E27FC236}">
                <a16:creationId xmlns:a16="http://schemas.microsoft.com/office/drawing/2014/main" id="{740E7C7D-B8C7-9000-602D-3B613D7C8563}"/>
              </a:ext>
            </a:extLst>
          </p:cNvPr>
          <p:cNvSpPr txBox="1"/>
          <p:nvPr/>
        </p:nvSpPr>
        <p:spPr>
          <a:xfrm>
            <a:off x="138970" y="2336155"/>
            <a:ext cx="43268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Volume of steel  for each bowl</a:t>
            </a:r>
            <a:endParaRPr lang="zh-TW" altLang="en-US" sz="2000" b="1">
              <a:solidFill>
                <a:srgbClr val="00B05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4" name="文字方塊 83">
                <a:extLst>
                  <a:ext uri="{FF2B5EF4-FFF2-40B4-BE49-F238E27FC236}">
                    <a16:creationId xmlns:a16="http://schemas.microsoft.com/office/drawing/2014/main" id="{71059CB0-919B-84C2-A90D-C9907D5F455D}"/>
                  </a:ext>
                </a:extLst>
              </p:cNvPr>
              <p:cNvSpPr txBox="1"/>
              <p:nvPr/>
            </p:nvSpPr>
            <p:spPr>
              <a:xfrm>
                <a:off x="205122" y="2909155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94" name="文字方塊 83">
                <a:extLst>
                  <a:ext uri="{FF2B5EF4-FFF2-40B4-BE49-F238E27FC236}">
                    <a16:creationId xmlns:a16="http://schemas.microsoft.com/office/drawing/2014/main" id="{71059CB0-919B-84C2-A90D-C9907D5F4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22" y="2909155"/>
                <a:ext cx="328449" cy="4070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6" name="群組 74">
            <a:extLst>
              <a:ext uri="{FF2B5EF4-FFF2-40B4-BE49-F238E27FC236}">
                <a16:creationId xmlns:a16="http://schemas.microsoft.com/office/drawing/2014/main" id="{1721351F-020A-7A10-E2C1-2FD849625CFF}"/>
              </a:ext>
            </a:extLst>
          </p:cNvPr>
          <p:cNvGrpSpPr/>
          <p:nvPr/>
        </p:nvGrpSpPr>
        <p:grpSpPr>
          <a:xfrm>
            <a:off x="791192" y="2744061"/>
            <a:ext cx="364383" cy="777549"/>
            <a:chOff x="2896107" y="4671588"/>
            <a:chExt cx="364383" cy="777549"/>
          </a:xfrm>
        </p:grpSpPr>
        <p:sp>
          <p:nvSpPr>
            <p:cNvPr id="397" name="文字方塊 75">
              <a:extLst>
                <a:ext uri="{FF2B5EF4-FFF2-40B4-BE49-F238E27FC236}">
                  <a16:creationId xmlns:a16="http://schemas.microsoft.com/office/drawing/2014/main" id="{E44CCAEF-6B84-D50A-AA0A-4B870EA995E2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398" name="群組 76">
              <a:extLst>
                <a:ext uri="{FF2B5EF4-FFF2-40B4-BE49-F238E27FC236}">
                  <a16:creationId xmlns:a16="http://schemas.microsoft.com/office/drawing/2014/main" id="{AEF9EED5-0561-C93A-6AD5-309C54954C6C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399" name="直線接點 77">
                <a:extLst>
                  <a:ext uri="{FF2B5EF4-FFF2-40B4-BE49-F238E27FC236}">
                    <a16:creationId xmlns:a16="http://schemas.microsoft.com/office/drawing/2014/main" id="{7F9C6323-5B7B-B015-14EE-F7DF0AD33DC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00" name="文字方塊 78">
                <a:extLst>
                  <a:ext uri="{FF2B5EF4-FFF2-40B4-BE49-F238E27FC236}">
                    <a16:creationId xmlns:a16="http://schemas.microsoft.com/office/drawing/2014/main" id="{4CDA34AB-DDC4-FD97-4E2F-0AB4BF16872A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1" name="文字方塊 53">
                <a:extLst>
                  <a:ext uri="{FF2B5EF4-FFF2-40B4-BE49-F238E27FC236}">
                    <a16:creationId xmlns:a16="http://schemas.microsoft.com/office/drawing/2014/main" id="{719DD93F-2DB3-BE1F-1AE4-C315F870FBDC}"/>
                  </a:ext>
                </a:extLst>
              </p:cNvPr>
              <p:cNvSpPr txBox="1"/>
              <p:nvPr/>
            </p:nvSpPr>
            <p:spPr>
              <a:xfrm>
                <a:off x="1148982" y="290915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1" name="文字方塊 53">
                <a:extLst>
                  <a:ext uri="{FF2B5EF4-FFF2-40B4-BE49-F238E27FC236}">
                    <a16:creationId xmlns:a16="http://schemas.microsoft.com/office/drawing/2014/main" id="{719DD93F-2DB3-BE1F-1AE4-C315F870F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982" y="2909155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2" name="群組 74">
            <a:extLst>
              <a:ext uri="{FF2B5EF4-FFF2-40B4-BE49-F238E27FC236}">
                <a16:creationId xmlns:a16="http://schemas.microsoft.com/office/drawing/2014/main" id="{79402012-3CB2-012D-9C3B-74F0656A0239}"/>
              </a:ext>
            </a:extLst>
          </p:cNvPr>
          <p:cNvGrpSpPr/>
          <p:nvPr/>
        </p:nvGrpSpPr>
        <p:grpSpPr>
          <a:xfrm>
            <a:off x="1481094" y="2746351"/>
            <a:ext cx="364383" cy="777549"/>
            <a:chOff x="2896107" y="4671588"/>
            <a:chExt cx="364383" cy="777549"/>
          </a:xfrm>
        </p:grpSpPr>
        <p:sp>
          <p:nvSpPr>
            <p:cNvPr id="403" name="文字方塊 75">
              <a:extLst>
                <a:ext uri="{FF2B5EF4-FFF2-40B4-BE49-F238E27FC236}">
                  <a16:creationId xmlns:a16="http://schemas.microsoft.com/office/drawing/2014/main" id="{9A42F452-3ECE-E97B-E1A0-039FAAB15CC5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404" name="群組 76">
              <a:extLst>
                <a:ext uri="{FF2B5EF4-FFF2-40B4-BE49-F238E27FC236}">
                  <a16:creationId xmlns:a16="http://schemas.microsoft.com/office/drawing/2014/main" id="{2BCDFA18-4EA4-623F-64DA-81D384EFC40F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405" name="直線接點 77">
                <a:extLst>
                  <a:ext uri="{FF2B5EF4-FFF2-40B4-BE49-F238E27FC236}">
                    <a16:creationId xmlns:a16="http://schemas.microsoft.com/office/drawing/2014/main" id="{6CF30C75-3219-2B1F-8E77-E2AAD749A97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06" name="文字方塊 78">
                <a:extLst>
                  <a:ext uri="{FF2B5EF4-FFF2-40B4-BE49-F238E27FC236}">
                    <a16:creationId xmlns:a16="http://schemas.microsoft.com/office/drawing/2014/main" id="{33CD58E9-69D6-35D3-4A8F-47355930D311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7" name="文字方塊 53">
                <a:extLst>
                  <a:ext uri="{FF2B5EF4-FFF2-40B4-BE49-F238E27FC236}">
                    <a16:creationId xmlns:a16="http://schemas.microsoft.com/office/drawing/2014/main" id="{4C1F2AC9-0826-B6CC-298C-166FB148CF8F}"/>
                  </a:ext>
                </a:extLst>
              </p:cNvPr>
              <p:cNvSpPr txBox="1"/>
              <p:nvPr/>
            </p:nvSpPr>
            <p:spPr>
              <a:xfrm>
                <a:off x="1874929" y="28910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7" name="文字方塊 53">
                <a:extLst>
                  <a:ext uri="{FF2B5EF4-FFF2-40B4-BE49-F238E27FC236}">
                    <a16:creationId xmlns:a16="http://schemas.microsoft.com/office/drawing/2014/main" id="{4C1F2AC9-0826-B6CC-298C-166FB148C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4929" y="2891069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8" name="TextBox 407">
                <a:extLst>
                  <a:ext uri="{FF2B5EF4-FFF2-40B4-BE49-F238E27FC236}">
                    <a16:creationId xmlns:a16="http://schemas.microsoft.com/office/drawing/2014/main" id="{55CE4481-98FE-98E5-0961-0894122C4064}"/>
                  </a:ext>
                </a:extLst>
              </p:cNvPr>
              <p:cNvSpPr txBox="1"/>
              <p:nvPr/>
            </p:nvSpPr>
            <p:spPr>
              <a:xfrm>
                <a:off x="2157431" y="2891069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408" name="TextBox 407">
                <a:extLst>
                  <a:ext uri="{FF2B5EF4-FFF2-40B4-BE49-F238E27FC236}">
                    <a16:creationId xmlns:a16="http://schemas.microsoft.com/office/drawing/2014/main" id="{55CE4481-98FE-98E5-0961-0894122C4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7431" y="2891069"/>
                <a:ext cx="357791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9" name="文字方塊 53">
                <a:extLst>
                  <a:ext uri="{FF2B5EF4-FFF2-40B4-BE49-F238E27FC236}">
                    <a16:creationId xmlns:a16="http://schemas.microsoft.com/office/drawing/2014/main" id="{948B7512-3164-4FEB-CCD5-39757583701C}"/>
                  </a:ext>
                </a:extLst>
              </p:cNvPr>
              <p:cNvSpPr txBox="1"/>
              <p:nvPr/>
            </p:nvSpPr>
            <p:spPr>
              <a:xfrm>
                <a:off x="2502350" y="28910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9" name="文字方塊 53">
                <a:extLst>
                  <a:ext uri="{FF2B5EF4-FFF2-40B4-BE49-F238E27FC236}">
                    <a16:creationId xmlns:a16="http://schemas.microsoft.com/office/drawing/2014/main" id="{948B7512-3164-4FEB-CCD5-397575837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350" y="2891069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0" name="TextBox 409">
                <a:extLst>
                  <a:ext uri="{FF2B5EF4-FFF2-40B4-BE49-F238E27FC236}">
                    <a16:creationId xmlns:a16="http://schemas.microsoft.com/office/drawing/2014/main" id="{9859BAAC-2E31-DFA0-F3B8-B176F86EEB6F}"/>
                  </a:ext>
                </a:extLst>
              </p:cNvPr>
              <p:cNvSpPr txBox="1"/>
              <p:nvPr/>
            </p:nvSpPr>
            <p:spPr>
              <a:xfrm>
                <a:off x="2778711" y="2915991"/>
                <a:ext cx="331733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70C0"/>
                          </a:solidFill>
                          <a:latin typeface="Lucida Handwriting" panose="03010101010101010101" pitchFamily="66" charset="0"/>
                        </a:rPr>
                        <m:t>8</m:t>
                      </m:r>
                    </m:oMath>
                  </m:oMathPara>
                </a14:m>
                <a:endParaRPr lang="en-US" sz="200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410" name="TextBox 409">
                <a:extLst>
                  <a:ext uri="{FF2B5EF4-FFF2-40B4-BE49-F238E27FC236}">
                    <a16:creationId xmlns:a16="http://schemas.microsoft.com/office/drawing/2014/main" id="{9859BAAC-2E31-DFA0-F3B8-B176F86EE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8711" y="2915991"/>
                <a:ext cx="331733" cy="40395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1" name="文字方塊 106">
            <a:extLst>
              <a:ext uri="{FF2B5EF4-FFF2-40B4-BE49-F238E27FC236}">
                <a16:creationId xmlns:a16="http://schemas.microsoft.com/office/drawing/2014/main" id="{CAAD8D71-0C0C-1888-7019-C2F2A5D9F29B}"/>
              </a:ext>
            </a:extLst>
          </p:cNvPr>
          <p:cNvSpPr txBox="1"/>
          <p:nvPr/>
        </p:nvSpPr>
        <p:spPr>
          <a:xfrm>
            <a:off x="2978885" y="2793120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3" name="文字方塊 17">
                <a:extLst>
                  <a:ext uri="{FF2B5EF4-FFF2-40B4-BE49-F238E27FC236}">
                    <a16:creationId xmlns:a16="http://schemas.microsoft.com/office/drawing/2014/main" id="{943D8784-7861-AFAF-3B50-7B8714556E2F}"/>
                  </a:ext>
                </a:extLst>
              </p:cNvPr>
              <p:cNvSpPr txBox="1"/>
              <p:nvPr/>
            </p:nvSpPr>
            <p:spPr>
              <a:xfrm>
                <a:off x="3191900" y="291791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13" name="文字方塊 17">
                <a:extLst>
                  <a:ext uri="{FF2B5EF4-FFF2-40B4-BE49-F238E27FC236}">
                    <a16:creationId xmlns:a16="http://schemas.microsoft.com/office/drawing/2014/main" id="{943D8784-7861-AFAF-3B50-7B8714556E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1900" y="2917914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5" name="群組 74">
            <a:extLst>
              <a:ext uri="{FF2B5EF4-FFF2-40B4-BE49-F238E27FC236}">
                <a16:creationId xmlns:a16="http://schemas.microsoft.com/office/drawing/2014/main" id="{BD250653-DCBA-9129-1607-A6411CD8029F}"/>
              </a:ext>
            </a:extLst>
          </p:cNvPr>
          <p:cNvGrpSpPr/>
          <p:nvPr/>
        </p:nvGrpSpPr>
        <p:grpSpPr>
          <a:xfrm>
            <a:off x="3584458" y="2793120"/>
            <a:ext cx="364383" cy="777549"/>
            <a:chOff x="2896107" y="4671588"/>
            <a:chExt cx="364383" cy="777549"/>
          </a:xfrm>
        </p:grpSpPr>
        <p:sp>
          <p:nvSpPr>
            <p:cNvPr id="416" name="文字方塊 75">
              <a:extLst>
                <a:ext uri="{FF2B5EF4-FFF2-40B4-BE49-F238E27FC236}">
                  <a16:creationId xmlns:a16="http://schemas.microsoft.com/office/drawing/2014/main" id="{62834734-11A4-43B6-15C7-A7B218C4C5BF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417" name="群組 76">
              <a:extLst>
                <a:ext uri="{FF2B5EF4-FFF2-40B4-BE49-F238E27FC236}">
                  <a16:creationId xmlns:a16="http://schemas.microsoft.com/office/drawing/2014/main" id="{80701DB3-1F7F-ED3B-0CA9-37BA219B9A12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418" name="直線接點 77">
                <a:extLst>
                  <a:ext uri="{FF2B5EF4-FFF2-40B4-BE49-F238E27FC236}">
                    <a16:creationId xmlns:a16="http://schemas.microsoft.com/office/drawing/2014/main" id="{073CFA01-D295-2E70-90D5-1972160A3B7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21" name="文字方塊 78">
                <a:extLst>
                  <a:ext uri="{FF2B5EF4-FFF2-40B4-BE49-F238E27FC236}">
                    <a16:creationId xmlns:a16="http://schemas.microsoft.com/office/drawing/2014/main" id="{B8A73907-3B58-04BD-E1ED-B6F9B2E4357D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22" name="文字方塊 53">
                <a:extLst>
                  <a:ext uri="{FF2B5EF4-FFF2-40B4-BE49-F238E27FC236}">
                    <a16:creationId xmlns:a16="http://schemas.microsoft.com/office/drawing/2014/main" id="{7E5A1D2E-832D-30DB-A745-12BE9AA07E9C}"/>
                  </a:ext>
                </a:extLst>
              </p:cNvPr>
              <p:cNvSpPr txBox="1"/>
              <p:nvPr/>
            </p:nvSpPr>
            <p:spPr>
              <a:xfrm>
                <a:off x="3942248" y="295821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22" name="文字方塊 53">
                <a:extLst>
                  <a:ext uri="{FF2B5EF4-FFF2-40B4-BE49-F238E27FC236}">
                    <a16:creationId xmlns:a16="http://schemas.microsoft.com/office/drawing/2014/main" id="{7E5A1D2E-832D-30DB-A745-12BE9AA07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248" y="2958214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3" name="群組 74">
            <a:extLst>
              <a:ext uri="{FF2B5EF4-FFF2-40B4-BE49-F238E27FC236}">
                <a16:creationId xmlns:a16="http://schemas.microsoft.com/office/drawing/2014/main" id="{1C25D667-1F61-36EA-36E0-DC892EE27F14}"/>
              </a:ext>
            </a:extLst>
          </p:cNvPr>
          <p:cNvGrpSpPr/>
          <p:nvPr/>
        </p:nvGrpSpPr>
        <p:grpSpPr>
          <a:xfrm>
            <a:off x="4274360" y="2795410"/>
            <a:ext cx="364383" cy="777549"/>
            <a:chOff x="2896107" y="4671588"/>
            <a:chExt cx="364383" cy="777549"/>
          </a:xfrm>
        </p:grpSpPr>
        <p:sp>
          <p:nvSpPr>
            <p:cNvPr id="424" name="文字方塊 75">
              <a:extLst>
                <a:ext uri="{FF2B5EF4-FFF2-40B4-BE49-F238E27FC236}">
                  <a16:creationId xmlns:a16="http://schemas.microsoft.com/office/drawing/2014/main" id="{247FB081-9830-3A83-8AB9-DCAC02527BEB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425" name="群組 76">
              <a:extLst>
                <a:ext uri="{FF2B5EF4-FFF2-40B4-BE49-F238E27FC236}">
                  <a16:creationId xmlns:a16="http://schemas.microsoft.com/office/drawing/2014/main" id="{948E9F12-BBD2-3976-9306-F9B1C18E32A7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426" name="直線接點 77">
                <a:extLst>
                  <a:ext uri="{FF2B5EF4-FFF2-40B4-BE49-F238E27FC236}">
                    <a16:creationId xmlns:a16="http://schemas.microsoft.com/office/drawing/2014/main" id="{A8BBDE0F-593F-2AF3-C4FE-D1BC2E69E5A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27" name="文字方塊 78">
                <a:extLst>
                  <a:ext uri="{FF2B5EF4-FFF2-40B4-BE49-F238E27FC236}">
                    <a16:creationId xmlns:a16="http://schemas.microsoft.com/office/drawing/2014/main" id="{E19E0E92-1346-1820-9F77-EB25B1C8E852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28" name="文字方塊 53">
                <a:extLst>
                  <a:ext uri="{FF2B5EF4-FFF2-40B4-BE49-F238E27FC236}">
                    <a16:creationId xmlns:a16="http://schemas.microsoft.com/office/drawing/2014/main" id="{51573662-5022-BA28-C91A-5548871CCBCC}"/>
                  </a:ext>
                </a:extLst>
              </p:cNvPr>
              <p:cNvSpPr txBox="1"/>
              <p:nvPr/>
            </p:nvSpPr>
            <p:spPr>
              <a:xfrm>
                <a:off x="4668195" y="294012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28" name="文字方塊 53">
                <a:extLst>
                  <a:ext uri="{FF2B5EF4-FFF2-40B4-BE49-F238E27FC236}">
                    <a16:creationId xmlns:a16="http://schemas.microsoft.com/office/drawing/2014/main" id="{51573662-5022-BA28-C91A-5548871CC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195" y="2940128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9382C2B5-7F27-0D3F-6415-0623B958B8E4}"/>
                  </a:ext>
                </a:extLst>
              </p:cNvPr>
              <p:cNvSpPr txBox="1"/>
              <p:nvPr/>
            </p:nvSpPr>
            <p:spPr>
              <a:xfrm>
                <a:off x="4950697" y="2940128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9382C2B5-7F27-0D3F-6415-0623B958B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0697" y="2940128"/>
                <a:ext cx="357791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0" name="文字方塊 53">
                <a:extLst>
                  <a:ext uri="{FF2B5EF4-FFF2-40B4-BE49-F238E27FC236}">
                    <a16:creationId xmlns:a16="http://schemas.microsoft.com/office/drawing/2014/main" id="{74EA53BA-20C4-11B3-703B-3F68B0B5B0B0}"/>
                  </a:ext>
                </a:extLst>
              </p:cNvPr>
              <p:cNvSpPr txBox="1"/>
              <p:nvPr/>
            </p:nvSpPr>
            <p:spPr>
              <a:xfrm>
                <a:off x="5295616" y="294012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30" name="文字方塊 53">
                <a:extLst>
                  <a:ext uri="{FF2B5EF4-FFF2-40B4-BE49-F238E27FC236}">
                    <a16:creationId xmlns:a16="http://schemas.microsoft.com/office/drawing/2014/main" id="{74EA53BA-20C4-11B3-703B-3F68B0B5B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616" y="2940128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C2B85F19-F07D-CE99-1FC3-B36D79A6E71F}"/>
                  </a:ext>
                </a:extLst>
              </p:cNvPr>
              <p:cNvSpPr txBox="1"/>
              <p:nvPr/>
            </p:nvSpPr>
            <p:spPr>
              <a:xfrm>
                <a:off x="5571977" y="2965050"/>
                <a:ext cx="464306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Lucida Handwriting" panose="03010101010101010101" pitchFamily="66" charset="0"/>
                        </a:rPr>
                        <m:t>7.8</m:t>
                      </m:r>
                    </m:oMath>
                  </m:oMathPara>
                </a14:m>
                <a:endParaRPr lang="en-US" sz="2000">
                  <a:solidFill>
                    <a:schemeClr val="accent2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C2B85F19-F07D-CE99-1FC3-B36D79A6E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1977" y="2965050"/>
                <a:ext cx="464306" cy="403957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2" name="文字方塊 106">
            <a:extLst>
              <a:ext uri="{FF2B5EF4-FFF2-40B4-BE49-F238E27FC236}">
                <a16:creationId xmlns:a16="http://schemas.microsoft.com/office/drawing/2014/main" id="{2E90D7B5-9161-08C5-236B-2511AF334192}"/>
              </a:ext>
            </a:extLst>
          </p:cNvPr>
          <p:cNvSpPr txBox="1"/>
          <p:nvPr/>
        </p:nvSpPr>
        <p:spPr>
          <a:xfrm>
            <a:off x="5975342" y="2833119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grpSp>
        <p:nvGrpSpPr>
          <p:cNvPr id="434" name="群組 245">
            <a:extLst>
              <a:ext uri="{FF2B5EF4-FFF2-40B4-BE49-F238E27FC236}">
                <a16:creationId xmlns:a16="http://schemas.microsoft.com/office/drawing/2014/main" id="{F26B0EBD-730B-275E-814D-C76B9B9B8746}"/>
              </a:ext>
            </a:extLst>
          </p:cNvPr>
          <p:cNvGrpSpPr/>
          <p:nvPr/>
        </p:nvGrpSpPr>
        <p:grpSpPr>
          <a:xfrm>
            <a:off x="6197435" y="2894426"/>
            <a:ext cx="798167" cy="477054"/>
            <a:chOff x="2472626" y="4508122"/>
            <a:chExt cx="798167" cy="477054"/>
          </a:xfrm>
        </p:grpSpPr>
        <p:sp>
          <p:nvSpPr>
            <p:cNvPr id="435" name="文字方塊 249">
              <a:extLst>
                <a:ext uri="{FF2B5EF4-FFF2-40B4-BE49-F238E27FC236}">
                  <a16:creationId xmlns:a16="http://schemas.microsoft.com/office/drawing/2014/main" id="{2C51FB6B-D6F3-A3F7-1916-34CEC204E8B2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436" name="文字方塊 247">
              <a:extLst>
                <a:ext uri="{FF2B5EF4-FFF2-40B4-BE49-F238E27FC236}">
                  <a16:creationId xmlns:a16="http://schemas.microsoft.com/office/drawing/2014/main" id="{F6E4FA87-4A19-287A-6B82-2577AD4E8F7B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38" name="文字方塊 132">
                <a:extLst>
                  <a:ext uri="{FF2B5EF4-FFF2-40B4-BE49-F238E27FC236}">
                    <a16:creationId xmlns:a16="http://schemas.microsoft.com/office/drawing/2014/main" id="{12A073F5-E6B0-B700-7591-34C6F16469EC}"/>
                  </a:ext>
                </a:extLst>
              </p:cNvPr>
              <p:cNvSpPr txBox="1"/>
              <p:nvPr/>
            </p:nvSpPr>
            <p:spPr>
              <a:xfrm>
                <a:off x="212005" y="36239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38" name="文字方塊 132">
                <a:extLst>
                  <a:ext uri="{FF2B5EF4-FFF2-40B4-BE49-F238E27FC236}">
                    <a16:creationId xmlns:a16="http://schemas.microsoft.com/office/drawing/2014/main" id="{12A073F5-E6B0-B700-7591-34C6F1646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05" y="3623969"/>
                <a:ext cx="295688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9" name="TextBox 438">
                <a:extLst>
                  <a:ext uri="{FF2B5EF4-FFF2-40B4-BE49-F238E27FC236}">
                    <a16:creationId xmlns:a16="http://schemas.microsoft.com/office/drawing/2014/main" id="{4CE2EB24-99D1-B3F4-8647-46C273AF5114}"/>
                  </a:ext>
                </a:extLst>
              </p:cNvPr>
              <p:cNvSpPr txBox="1"/>
              <p:nvPr/>
            </p:nvSpPr>
            <p:spPr>
              <a:xfrm>
                <a:off x="533570" y="3680065"/>
                <a:ext cx="1072231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Lucida Handwriting" panose="03010101010101010101" pitchFamily="66" charset="0"/>
                        </a:rPr>
                        <m:t>78.431</m:t>
                      </m:r>
                    </m:oMath>
                  </m:oMathPara>
                </a14:m>
                <a:endParaRPr lang="en-US" sz="200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439" name="TextBox 438">
                <a:extLst>
                  <a:ext uri="{FF2B5EF4-FFF2-40B4-BE49-F238E27FC236}">
                    <a16:creationId xmlns:a16="http://schemas.microsoft.com/office/drawing/2014/main" id="{4CE2EB24-99D1-B3F4-8647-46C273AF5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570" y="3680065"/>
                <a:ext cx="1072231" cy="403957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0" name="群組 245">
            <a:extLst>
              <a:ext uri="{FF2B5EF4-FFF2-40B4-BE49-F238E27FC236}">
                <a16:creationId xmlns:a16="http://schemas.microsoft.com/office/drawing/2014/main" id="{385EE7F3-1A5B-7D63-18D5-2B31CCA3536A}"/>
              </a:ext>
            </a:extLst>
          </p:cNvPr>
          <p:cNvGrpSpPr/>
          <p:nvPr/>
        </p:nvGrpSpPr>
        <p:grpSpPr>
          <a:xfrm>
            <a:off x="1565136" y="3610608"/>
            <a:ext cx="725194" cy="486540"/>
            <a:chOff x="2472626" y="4498636"/>
            <a:chExt cx="725194" cy="486540"/>
          </a:xfrm>
        </p:grpSpPr>
        <p:sp>
          <p:nvSpPr>
            <p:cNvPr id="441" name="文字方塊 249">
              <a:extLst>
                <a:ext uri="{FF2B5EF4-FFF2-40B4-BE49-F238E27FC236}">
                  <a16:creationId xmlns:a16="http://schemas.microsoft.com/office/drawing/2014/main" id="{9435BEC7-566E-F76E-415A-8053873DEB96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442" name="文字方塊 247">
              <a:extLst>
                <a:ext uri="{FF2B5EF4-FFF2-40B4-BE49-F238E27FC236}">
                  <a16:creationId xmlns:a16="http://schemas.microsoft.com/office/drawing/2014/main" id="{4174CBC1-8A6F-6015-2DFC-3E0C527B5417}"/>
                </a:ext>
              </a:extLst>
            </p:cNvPr>
            <p:cNvSpPr txBox="1"/>
            <p:nvPr/>
          </p:nvSpPr>
          <p:spPr>
            <a:xfrm>
              <a:off x="2908958" y="4498636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443" name="文字方塊 46">
            <a:extLst>
              <a:ext uri="{FF2B5EF4-FFF2-40B4-BE49-F238E27FC236}">
                <a16:creationId xmlns:a16="http://schemas.microsoft.com/office/drawing/2014/main" id="{72C50A63-5657-DEE2-BD67-7579862F9F74}"/>
              </a:ext>
            </a:extLst>
          </p:cNvPr>
          <p:cNvSpPr txBox="1"/>
          <p:nvPr/>
        </p:nvSpPr>
        <p:spPr>
          <a:xfrm>
            <a:off x="2277511" y="3673787"/>
            <a:ext cx="25800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(cor. to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5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sig. fig.) </a:t>
            </a:r>
          </a:p>
        </p:txBody>
      </p:sp>
      <p:sp>
        <p:nvSpPr>
          <p:cNvPr id="444" name="TextBox 15">
            <a:extLst>
              <a:ext uri="{FF2B5EF4-FFF2-40B4-BE49-F238E27FC236}">
                <a16:creationId xmlns:a16="http://schemas.microsoft.com/office/drawing/2014/main" id="{6667FEC1-7F0D-0312-0569-E94808AC153E}"/>
              </a:ext>
            </a:extLst>
          </p:cNvPr>
          <p:cNvSpPr txBox="1"/>
          <p:nvPr/>
        </p:nvSpPr>
        <p:spPr>
          <a:xfrm>
            <a:off x="61536" y="4199212"/>
            <a:ext cx="67622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n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be the number of bowls that can be made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sp>
        <p:nvSpPr>
          <p:cNvPr id="446" name="TextBox 445">
            <a:extLst>
              <a:ext uri="{FF2B5EF4-FFF2-40B4-BE49-F238E27FC236}">
                <a16:creationId xmlns:a16="http://schemas.microsoft.com/office/drawing/2014/main" id="{98463959-1317-EB26-1C20-1A3D554931B3}"/>
              </a:ext>
            </a:extLst>
          </p:cNvPr>
          <p:cNvSpPr txBox="1"/>
          <p:nvPr/>
        </p:nvSpPr>
        <p:spPr>
          <a:xfrm>
            <a:off x="693607" y="4684822"/>
            <a:ext cx="4526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n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7" name="文字方塊 53">
                <a:extLst>
                  <a:ext uri="{FF2B5EF4-FFF2-40B4-BE49-F238E27FC236}">
                    <a16:creationId xmlns:a16="http://schemas.microsoft.com/office/drawing/2014/main" id="{20C3134F-8CD9-4A4C-6EFC-2DE32F661087}"/>
                  </a:ext>
                </a:extLst>
              </p:cNvPr>
              <p:cNvSpPr txBox="1"/>
              <p:nvPr/>
            </p:nvSpPr>
            <p:spPr>
              <a:xfrm>
                <a:off x="1008930" y="468582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47" name="文字方塊 53">
                <a:extLst>
                  <a:ext uri="{FF2B5EF4-FFF2-40B4-BE49-F238E27FC236}">
                    <a16:creationId xmlns:a16="http://schemas.microsoft.com/office/drawing/2014/main" id="{20C3134F-8CD9-4A4C-6EFC-2DE32F661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930" y="4685820"/>
                <a:ext cx="295688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8" name="TextBox 447">
                <a:extLst>
                  <a:ext uri="{FF2B5EF4-FFF2-40B4-BE49-F238E27FC236}">
                    <a16:creationId xmlns:a16="http://schemas.microsoft.com/office/drawing/2014/main" id="{C7125796-EA90-8481-E3E3-66EC0F29CCD3}"/>
                  </a:ext>
                </a:extLst>
              </p:cNvPr>
              <p:cNvSpPr txBox="1"/>
              <p:nvPr/>
            </p:nvSpPr>
            <p:spPr>
              <a:xfrm>
                <a:off x="1301534" y="4697847"/>
                <a:ext cx="1072231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Lucida Handwriting" panose="03010101010101010101" pitchFamily="66" charset="0"/>
                        </a:rPr>
                        <m:t>78.431</m:t>
                      </m:r>
                    </m:oMath>
                  </m:oMathPara>
                </a14:m>
                <a:endParaRPr lang="en-US" sz="200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448" name="TextBox 447">
                <a:extLst>
                  <a:ext uri="{FF2B5EF4-FFF2-40B4-BE49-F238E27FC236}">
                    <a16:creationId xmlns:a16="http://schemas.microsoft.com/office/drawing/2014/main" id="{C7125796-EA90-8481-E3E3-66EC0F29C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534" y="4697847"/>
                <a:ext cx="1072231" cy="403957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9" name="文字方塊 83">
                <a:extLst>
                  <a:ext uri="{FF2B5EF4-FFF2-40B4-BE49-F238E27FC236}">
                    <a16:creationId xmlns:a16="http://schemas.microsoft.com/office/drawing/2014/main" id="{4F88F52B-CFE7-11AC-64EB-45B9E8D03EC9}"/>
                  </a:ext>
                </a:extLst>
              </p:cNvPr>
              <p:cNvSpPr txBox="1"/>
              <p:nvPr/>
            </p:nvSpPr>
            <p:spPr>
              <a:xfrm>
                <a:off x="2350997" y="4697847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49" name="文字方塊 83">
                <a:extLst>
                  <a:ext uri="{FF2B5EF4-FFF2-40B4-BE49-F238E27FC236}">
                    <a16:creationId xmlns:a16="http://schemas.microsoft.com/office/drawing/2014/main" id="{4F88F52B-CFE7-11AC-64EB-45B9E8D03E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0997" y="4697847"/>
                <a:ext cx="328449" cy="407099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0" name="TextBox 449">
                <a:extLst>
                  <a:ext uri="{FF2B5EF4-FFF2-40B4-BE49-F238E27FC236}">
                    <a16:creationId xmlns:a16="http://schemas.microsoft.com/office/drawing/2014/main" id="{1C0418E4-4B7A-18F2-25BF-1AD3B8646C0C}"/>
                  </a:ext>
                </a:extLst>
              </p:cNvPr>
              <p:cNvSpPr txBox="1"/>
              <p:nvPr/>
            </p:nvSpPr>
            <p:spPr>
              <a:xfrm>
                <a:off x="2620359" y="4697847"/>
                <a:ext cx="814531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Lucida Handwriting" panose="03010101010101010101" pitchFamily="66" charset="0"/>
                        </a:rPr>
                        <m:t>600</m:t>
                      </m:r>
                    </m:oMath>
                  </m:oMathPara>
                </a14:m>
                <a:endParaRPr lang="en-US" sz="200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50" name="TextBox 449">
                <a:extLst>
                  <a:ext uri="{FF2B5EF4-FFF2-40B4-BE49-F238E27FC236}">
                    <a16:creationId xmlns:a16="http://schemas.microsoft.com/office/drawing/2014/main" id="{1C0418E4-4B7A-18F2-25BF-1AD3B8646C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0359" y="4697847"/>
                <a:ext cx="814531" cy="403957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1" name="TextBox 450">
            <a:extLst>
              <a:ext uri="{FF2B5EF4-FFF2-40B4-BE49-F238E27FC236}">
                <a16:creationId xmlns:a16="http://schemas.microsoft.com/office/drawing/2014/main" id="{45A8D567-6A82-4CFE-BF86-2D86FF3F738D}"/>
              </a:ext>
            </a:extLst>
          </p:cNvPr>
          <p:cNvSpPr txBox="1"/>
          <p:nvPr/>
        </p:nvSpPr>
        <p:spPr>
          <a:xfrm>
            <a:off x="1980831" y="5251644"/>
            <a:ext cx="4526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n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2" name="文字方塊 83">
                <a:extLst>
                  <a:ext uri="{FF2B5EF4-FFF2-40B4-BE49-F238E27FC236}">
                    <a16:creationId xmlns:a16="http://schemas.microsoft.com/office/drawing/2014/main" id="{E26958EE-41FA-409F-6471-BDA786946556}"/>
                  </a:ext>
                </a:extLst>
              </p:cNvPr>
              <p:cNvSpPr txBox="1"/>
              <p:nvPr/>
            </p:nvSpPr>
            <p:spPr>
              <a:xfrm>
                <a:off x="2337920" y="5245760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52" name="文字方塊 83">
                <a:extLst>
                  <a:ext uri="{FF2B5EF4-FFF2-40B4-BE49-F238E27FC236}">
                    <a16:creationId xmlns:a16="http://schemas.microsoft.com/office/drawing/2014/main" id="{E26958EE-41FA-409F-6471-BDA786946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7920" y="5245760"/>
                <a:ext cx="328449" cy="407099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3" name="群組 74">
            <a:extLst>
              <a:ext uri="{FF2B5EF4-FFF2-40B4-BE49-F238E27FC236}">
                <a16:creationId xmlns:a16="http://schemas.microsoft.com/office/drawing/2014/main" id="{585F16A0-F178-13A0-2BF8-D21270A71D63}"/>
              </a:ext>
            </a:extLst>
          </p:cNvPr>
          <p:cNvGrpSpPr/>
          <p:nvPr/>
        </p:nvGrpSpPr>
        <p:grpSpPr>
          <a:xfrm>
            <a:off x="2666369" y="5104946"/>
            <a:ext cx="1188146" cy="767496"/>
            <a:chOff x="2772073" y="4676234"/>
            <a:chExt cx="1188146" cy="76749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4" name="文字方塊 75">
                  <a:extLst>
                    <a:ext uri="{FF2B5EF4-FFF2-40B4-BE49-F238E27FC236}">
                      <a16:creationId xmlns:a16="http://schemas.microsoft.com/office/drawing/2014/main" id="{7667301A-3494-127F-3638-8D1035F963D5}"/>
                    </a:ext>
                  </a:extLst>
                </p:cNvPr>
                <p:cNvSpPr txBox="1"/>
                <p:nvPr/>
              </p:nvSpPr>
              <p:spPr>
                <a:xfrm>
                  <a:off x="2991198" y="4676234"/>
                  <a:ext cx="78899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Lucida Handwriting" panose="03010101010101010101" pitchFamily="66" charset="0"/>
                          </a:rPr>
                          <m:t>600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454" name="文字方塊 75">
                  <a:extLst>
                    <a:ext uri="{FF2B5EF4-FFF2-40B4-BE49-F238E27FC236}">
                      <a16:creationId xmlns:a16="http://schemas.microsoft.com/office/drawing/2014/main" id="{7667301A-3494-127F-3638-8D1035F963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1198" y="4676234"/>
                  <a:ext cx="788999" cy="400110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55" name="群組 76">
              <a:extLst>
                <a:ext uri="{FF2B5EF4-FFF2-40B4-BE49-F238E27FC236}">
                  <a16:creationId xmlns:a16="http://schemas.microsoft.com/office/drawing/2014/main" id="{9ADE91D6-4D9A-658F-8B9D-E45AF76254F7}"/>
                </a:ext>
              </a:extLst>
            </p:cNvPr>
            <p:cNvGrpSpPr/>
            <p:nvPr/>
          </p:nvGrpSpPr>
          <p:grpSpPr>
            <a:xfrm>
              <a:off x="2772073" y="5036045"/>
              <a:ext cx="1188146" cy="407685"/>
              <a:chOff x="2772073" y="5036045"/>
              <a:chExt cx="1188146" cy="407685"/>
            </a:xfrm>
          </p:grpSpPr>
          <p:cxnSp>
            <p:nvCxnSpPr>
              <p:cNvPr id="456" name="直線接點 77">
                <a:extLst>
                  <a:ext uri="{FF2B5EF4-FFF2-40B4-BE49-F238E27FC236}">
                    <a16:creationId xmlns:a16="http://schemas.microsoft.com/office/drawing/2014/main" id="{F0AB90A1-6F36-6AD7-D182-3C66F539161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989530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57" name="文字方塊 78">
                    <a:extLst>
                      <a:ext uri="{FF2B5EF4-FFF2-40B4-BE49-F238E27FC236}">
                        <a16:creationId xmlns:a16="http://schemas.microsoft.com/office/drawing/2014/main" id="{DDB44523-45FE-6B0F-926C-BA67F45F81E3}"/>
                      </a:ext>
                    </a:extLst>
                  </p:cNvPr>
                  <p:cNvSpPr txBox="1"/>
                  <p:nvPr/>
                </p:nvSpPr>
                <p:spPr>
                  <a:xfrm>
                    <a:off x="2772073" y="5043620"/>
                    <a:ext cx="1188146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zh-HK" sz="2000" b="1" i="0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Lucida Handwriting" panose="03010101010101010101" pitchFamily="66" charset="0"/>
                            </a:rPr>
                            <m:t>78.431</m:t>
                          </m:r>
                        </m:oMath>
                      </m:oMathPara>
                    </a14:m>
                    <a:endParaRPr lang="en-US" sz="2000"/>
                  </a:p>
                </p:txBody>
              </p:sp>
            </mc:Choice>
            <mc:Fallback>
              <p:sp>
                <p:nvSpPr>
                  <p:cNvPr id="457" name="文字方塊 78">
                    <a:extLst>
                      <a:ext uri="{FF2B5EF4-FFF2-40B4-BE49-F238E27FC236}">
                        <a16:creationId xmlns:a16="http://schemas.microsoft.com/office/drawing/2014/main" id="{DDB44523-45FE-6B0F-926C-BA67F45F81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72073" y="5043620"/>
                    <a:ext cx="1188146" cy="400110"/>
                  </a:xfrm>
                  <a:prstGeom prst="rect">
                    <a:avLst/>
                  </a:prstGeom>
                  <a:blipFill>
                    <a:blip r:embed="rId4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59" name="文字方塊 83">
                <a:extLst>
                  <a:ext uri="{FF2B5EF4-FFF2-40B4-BE49-F238E27FC236}">
                    <a16:creationId xmlns:a16="http://schemas.microsoft.com/office/drawing/2014/main" id="{5B6B994C-EDAC-303D-31DE-5169A21122DB}"/>
                  </a:ext>
                </a:extLst>
              </p:cNvPr>
              <p:cNvSpPr txBox="1"/>
              <p:nvPr/>
            </p:nvSpPr>
            <p:spPr>
              <a:xfrm>
                <a:off x="2334498" y="5916404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59" name="文字方塊 83">
                <a:extLst>
                  <a:ext uri="{FF2B5EF4-FFF2-40B4-BE49-F238E27FC236}">
                    <a16:creationId xmlns:a16="http://schemas.microsoft.com/office/drawing/2014/main" id="{5B6B994C-EDAC-303D-31DE-5169A2112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498" y="5916404"/>
                <a:ext cx="328449" cy="407099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293B7DBB-204A-A1D2-A05E-1717617363B9}"/>
                  </a:ext>
                </a:extLst>
              </p:cNvPr>
              <p:cNvSpPr txBox="1"/>
              <p:nvPr/>
            </p:nvSpPr>
            <p:spPr>
              <a:xfrm>
                <a:off x="2575825" y="5919546"/>
                <a:ext cx="828720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F0"/>
                          </a:solidFill>
                          <a:latin typeface="Lucida Handwriting" panose="03010101010101010101" pitchFamily="66" charset="0"/>
                        </a:rPr>
                        <m:t>7.65</m:t>
                      </m:r>
                    </m:oMath>
                  </m:oMathPara>
                </a14:m>
                <a:endParaRPr lang="en-US" sz="200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460" name="TextBox 459">
                <a:extLst>
                  <a:ext uri="{FF2B5EF4-FFF2-40B4-BE49-F238E27FC236}">
                    <a16:creationId xmlns:a16="http://schemas.microsoft.com/office/drawing/2014/main" id="{293B7DBB-204A-A1D2-A05E-171761736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825" y="5919546"/>
                <a:ext cx="828720" cy="403957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1" name="文字方塊 46">
            <a:extLst>
              <a:ext uri="{FF2B5EF4-FFF2-40B4-BE49-F238E27FC236}">
                <a16:creationId xmlns:a16="http://schemas.microsoft.com/office/drawing/2014/main" id="{6043B054-E126-289F-1DCA-5C6A048861D4}"/>
              </a:ext>
            </a:extLst>
          </p:cNvPr>
          <p:cNvSpPr txBox="1"/>
          <p:nvPr/>
        </p:nvSpPr>
        <p:spPr>
          <a:xfrm>
            <a:off x="3348567" y="5923393"/>
            <a:ext cx="25800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(cor. to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sig. fig.)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2" name="文字方塊 260">
                <a:extLst>
                  <a:ext uri="{FF2B5EF4-FFF2-40B4-BE49-F238E27FC236}">
                    <a16:creationId xmlns:a16="http://schemas.microsoft.com/office/drawing/2014/main" id="{D1C6241C-2FE2-D51D-0C6C-AE6E0E48461B}"/>
                  </a:ext>
                </a:extLst>
              </p:cNvPr>
              <p:cNvSpPr txBox="1"/>
              <p:nvPr/>
            </p:nvSpPr>
            <p:spPr>
              <a:xfrm>
                <a:off x="511778" y="6290328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462" name="文字方塊 260">
                <a:extLst>
                  <a:ext uri="{FF2B5EF4-FFF2-40B4-BE49-F238E27FC236}">
                    <a16:creationId xmlns:a16="http://schemas.microsoft.com/office/drawing/2014/main" id="{D1C6241C-2FE2-D51D-0C6C-AE6E0E484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778" y="6290328"/>
                <a:ext cx="238419" cy="461665"/>
              </a:xfrm>
              <a:prstGeom prst="rect">
                <a:avLst/>
              </a:prstGeom>
              <a:blipFill>
                <a:blip r:embed="rId47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3" name="TextBox 15">
                <a:extLst>
                  <a:ext uri="{FF2B5EF4-FFF2-40B4-BE49-F238E27FC236}">
                    <a16:creationId xmlns:a16="http://schemas.microsoft.com/office/drawing/2014/main" id="{BBD5C14D-DB4A-3975-8E72-1D055ED98FED}"/>
                  </a:ext>
                </a:extLst>
              </p:cNvPr>
              <p:cNvSpPr txBox="1"/>
              <p:nvPr/>
            </p:nvSpPr>
            <p:spPr>
              <a:xfrm>
                <a:off x="782432" y="6323503"/>
                <a:ext cx="424693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At most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F0"/>
                        </a:solidFill>
                        <a:latin typeface="Lucida Handwriting" panose="03010101010101010101" pitchFamily="66" charset="0"/>
                      </a:rPr>
                      <m:t>7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Calligraphy" panose="03010101010101010101" pitchFamily="66" charset="0"/>
                  </a:rPr>
                  <a:t> </a:t>
                </a:r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bowls can be made</a:t>
                </a:r>
                <a:endParaRPr lang="zh-TW" altLang="en-US" sz="2000" b="1"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63" name="TextBox 15">
                <a:extLst>
                  <a:ext uri="{FF2B5EF4-FFF2-40B4-BE49-F238E27FC236}">
                    <a16:creationId xmlns:a16="http://schemas.microsoft.com/office/drawing/2014/main" id="{BBD5C14D-DB4A-3975-8E72-1D055ED98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432" y="6323503"/>
                <a:ext cx="4246938" cy="400110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9" name="弧形 258">
            <a:extLst>
              <a:ext uri="{FF2B5EF4-FFF2-40B4-BE49-F238E27FC236}">
                <a16:creationId xmlns:a16="http://schemas.microsoft.com/office/drawing/2014/main" id="{E7763B03-7A37-4743-0B83-48CFA97B4C87}"/>
              </a:ext>
            </a:extLst>
          </p:cNvPr>
          <p:cNvSpPr/>
          <p:nvPr/>
        </p:nvSpPr>
        <p:spPr>
          <a:xfrm rot="10957079">
            <a:off x="683445" y="2814781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1" name="弧形 259">
            <a:extLst>
              <a:ext uri="{FF2B5EF4-FFF2-40B4-BE49-F238E27FC236}">
                <a16:creationId xmlns:a16="http://schemas.microsoft.com/office/drawing/2014/main" id="{C53FA731-010E-8ECF-F8BC-3C34E436F3AC}"/>
              </a:ext>
            </a:extLst>
          </p:cNvPr>
          <p:cNvSpPr/>
          <p:nvPr/>
        </p:nvSpPr>
        <p:spPr>
          <a:xfrm rot="235127">
            <a:off x="6057912" y="2817215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43288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0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5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3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8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1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6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9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4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7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7" grpId="0"/>
      <p:bldP spid="40" grpId="0"/>
      <p:bldP spid="44" grpId="0"/>
      <p:bldP spid="49" grpId="0"/>
      <p:bldP spid="50" grpId="0"/>
      <p:bldP spid="56" grpId="0"/>
      <p:bldP spid="57" grpId="0"/>
      <p:bldP spid="58" grpId="0"/>
      <p:bldP spid="59" grpId="0"/>
      <p:bldP spid="60" grpId="0"/>
      <p:bldP spid="61" grpId="0"/>
      <p:bldP spid="63" grpId="0"/>
      <p:bldP spid="384" grpId="0"/>
      <p:bldP spid="385" grpId="0"/>
      <p:bldP spid="392" grpId="0"/>
      <p:bldP spid="393" grpId="0"/>
      <p:bldP spid="394" grpId="0"/>
      <p:bldP spid="401" grpId="0"/>
      <p:bldP spid="407" grpId="0"/>
      <p:bldP spid="408" grpId="0"/>
      <p:bldP spid="409" grpId="0"/>
      <p:bldP spid="410" grpId="0"/>
      <p:bldP spid="411" grpId="0"/>
      <p:bldP spid="413" grpId="0"/>
      <p:bldP spid="422" grpId="0"/>
      <p:bldP spid="428" grpId="0"/>
      <p:bldP spid="429" grpId="0"/>
      <p:bldP spid="430" grpId="0"/>
      <p:bldP spid="431" grpId="0"/>
      <p:bldP spid="432" grpId="0"/>
      <p:bldP spid="438" grpId="0"/>
      <p:bldP spid="439" grpId="0"/>
      <p:bldP spid="443" grpId="0"/>
      <p:bldP spid="444" grpId="0"/>
      <p:bldP spid="446" grpId="0"/>
      <p:bldP spid="447" grpId="0"/>
      <p:bldP spid="448" grpId="0"/>
      <p:bldP spid="449" grpId="0"/>
      <p:bldP spid="450" grpId="0"/>
      <p:bldP spid="451" grpId="0"/>
      <p:bldP spid="452" grpId="0"/>
      <p:bldP spid="459" grpId="0"/>
      <p:bldP spid="460" grpId="0"/>
      <p:bldP spid="461" grpId="0"/>
      <p:bldP spid="462" grpId="0"/>
      <p:bldP spid="463" grpId="0"/>
      <p:bldP spid="469" grpId="0" animBg="1"/>
      <p:bldP spid="47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Picture 472">
            <a:extLst>
              <a:ext uri="{FF2B5EF4-FFF2-40B4-BE49-F238E27FC236}">
                <a16:creationId xmlns:a16="http://schemas.microsoft.com/office/drawing/2014/main" id="{D63FA01D-B375-483C-D5B3-FFACE8D2EB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3" t="3624" b="65801"/>
          <a:stretch>
            <a:fillRect/>
          </a:stretch>
        </p:blipFill>
        <p:spPr>
          <a:xfrm>
            <a:off x="184233" y="82898"/>
            <a:ext cx="10929245" cy="12233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AC3ADC9-1DB0-68C7-673F-18C9697572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962" t="36669" r="-1084" b="-2009"/>
          <a:stretch>
            <a:fillRect/>
          </a:stretch>
        </p:blipFill>
        <p:spPr>
          <a:xfrm>
            <a:off x="8581292" y="1306286"/>
            <a:ext cx="3295862" cy="321150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ED250E8A-987D-FB36-1222-B8DF0FE61CC8}"/>
                  </a:ext>
                </a:extLst>
              </p14:cNvPr>
              <p14:cNvContentPartPr/>
              <p14:nvPr/>
            </p14:nvContentPartPr>
            <p14:xfrm>
              <a:off x="2893925" y="694592"/>
              <a:ext cx="474056" cy="45719"/>
            </p14:xfrm>
          </p:contentPart>
        </mc:Choice>
        <mc:Fallback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ED250E8A-987D-FB36-1222-B8DF0FE61CC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39932" y="-13021108"/>
                <a:ext cx="58168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筆跡 4">
                <a:extLst>
                  <a:ext uri="{FF2B5EF4-FFF2-40B4-BE49-F238E27FC236}">
                    <a16:creationId xmlns:a16="http://schemas.microsoft.com/office/drawing/2014/main" id="{1696430F-5C9B-DC88-887B-28569388E7E7}"/>
                  </a:ext>
                </a:extLst>
              </p14:cNvPr>
              <p14:cNvContentPartPr/>
              <p14:nvPr/>
            </p14:nvContentPartPr>
            <p14:xfrm>
              <a:off x="6481187" y="717451"/>
              <a:ext cx="1028461" cy="45719"/>
            </p14:xfrm>
          </p:contentPart>
        </mc:Choice>
        <mc:Fallback>
          <p:pic>
            <p:nvPicPr>
              <p:cNvPr id="6" name="筆跡 4">
                <a:extLst>
                  <a:ext uri="{FF2B5EF4-FFF2-40B4-BE49-F238E27FC236}">
                    <a16:creationId xmlns:a16="http://schemas.microsoft.com/office/drawing/2014/main" id="{1696430F-5C9B-DC88-887B-28569388E7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27171" y="-12998249"/>
                <a:ext cx="113613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筆跡 11">
                <a:extLst>
                  <a:ext uri="{FF2B5EF4-FFF2-40B4-BE49-F238E27FC236}">
                    <a16:creationId xmlns:a16="http://schemas.microsoft.com/office/drawing/2014/main" id="{9B6A6B8D-7E6A-5872-9669-1C4E5EC04436}"/>
                  </a:ext>
                </a:extLst>
              </p14:cNvPr>
              <p14:cNvContentPartPr/>
              <p14:nvPr/>
            </p14:nvContentPartPr>
            <p14:xfrm>
              <a:off x="10369899" y="763170"/>
              <a:ext cx="252955" cy="45719"/>
            </p14:xfrm>
          </p:contentPart>
        </mc:Choice>
        <mc:Fallback>
          <p:pic>
            <p:nvPicPr>
              <p:cNvPr id="7" name="筆跡 11">
                <a:extLst>
                  <a:ext uri="{FF2B5EF4-FFF2-40B4-BE49-F238E27FC236}">
                    <a16:creationId xmlns:a16="http://schemas.microsoft.com/office/drawing/2014/main" id="{9B6A6B8D-7E6A-5872-9669-1C4E5EC0443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315926" y="-12952530"/>
                <a:ext cx="36054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筆跡 11">
                <a:extLst>
                  <a:ext uri="{FF2B5EF4-FFF2-40B4-BE49-F238E27FC236}">
                    <a16:creationId xmlns:a16="http://schemas.microsoft.com/office/drawing/2014/main" id="{2C4343D9-4997-FFC0-7676-13CC05E99336}"/>
                  </a:ext>
                </a:extLst>
              </p14:cNvPr>
              <p14:cNvContentPartPr/>
              <p14:nvPr/>
            </p14:nvContentPartPr>
            <p14:xfrm>
              <a:off x="807217" y="1076343"/>
              <a:ext cx="1021583" cy="45719"/>
            </p14:xfrm>
          </p:contentPart>
        </mc:Choice>
        <mc:Fallback>
          <p:pic>
            <p:nvPicPr>
              <p:cNvPr id="8" name="筆跡 11">
                <a:extLst>
                  <a:ext uri="{FF2B5EF4-FFF2-40B4-BE49-F238E27FC236}">
                    <a16:creationId xmlns:a16="http://schemas.microsoft.com/office/drawing/2014/main" id="{2C4343D9-4997-FFC0-7676-13CC05E9933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3203" y="-12639357"/>
                <a:ext cx="1129251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0A0A35-5DD4-E4E4-AA80-D7FE9DF675FE}"/>
              </a:ext>
            </a:extLst>
          </p:cNvPr>
          <p:cNvCxnSpPr>
            <a:cxnSpLocks/>
          </p:cNvCxnSpPr>
          <p:nvPr/>
        </p:nvCxnSpPr>
        <p:spPr>
          <a:xfrm>
            <a:off x="9435402" y="2461846"/>
            <a:ext cx="1768510" cy="0"/>
          </a:xfrm>
          <a:prstGeom prst="straightConnector1">
            <a:avLst/>
          </a:prstGeom>
          <a:ln w="28575">
            <a:solidFill>
              <a:srgbClr val="92D05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字方塊 10">
            <a:extLst>
              <a:ext uri="{FF2B5EF4-FFF2-40B4-BE49-F238E27FC236}">
                <a16:creationId xmlns:a16="http://schemas.microsoft.com/office/drawing/2014/main" id="{BC81F75D-42B4-12CB-8842-F913B002CBE9}"/>
              </a:ext>
            </a:extLst>
          </p:cNvPr>
          <p:cNvSpPr txBox="1"/>
          <p:nvPr/>
        </p:nvSpPr>
        <p:spPr>
          <a:xfrm>
            <a:off x="9914112" y="2159645"/>
            <a:ext cx="5666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30</a:t>
            </a:r>
            <a:endParaRPr lang="en-HK" sz="16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95B5FDE-DB2B-F8C9-FC46-C9B930C2D970}"/>
              </a:ext>
            </a:extLst>
          </p:cNvPr>
          <p:cNvCxnSpPr/>
          <p:nvPr/>
        </p:nvCxnSpPr>
        <p:spPr>
          <a:xfrm>
            <a:off x="10319657" y="1617785"/>
            <a:ext cx="0" cy="230107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接點: 肘形 56">
            <a:extLst>
              <a:ext uri="{FF2B5EF4-FFF2-40B4-BE49-F238E27FC236}">
                <a16:creationId xmlns:a16="http://schemas.microsoft.com/office/drawing/2014/main" id="{098E4C7B-47C1-C79B-CB16-37D5994A873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0177169" y="3774857"/>
            <a:ext cx="144000" cy="144000"/>
          </a:xfrm>
          <a:prstGeom prst="bentConnector3">
            <a:avLst>
              <a:gd name="adj1" fmla="val 97736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接點: 肘形 56">
            <a:extLst>
              <a:ext uri="{FF2B5EF4-FFF2-40B4-BE49-F238E27FC236}">
                <a16:creationId xmlns:a16="http://schemas.microsoft.com/office/drawing/2014/main" id="{9A3DB92C-DAD8-F7AA-5A50-45C54ED2ADE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135465" y="2484533"/>
            <a:ext cx="144000" cy="144000"/>
          </a:xfrm>
          <a:prstGeom prst="bentConnector3">
            <a:avLst>
              <a:gd name="adj1" fmla="val 97736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左大括弧 49">
            <a:extLst>
              <a:ext uri="{FF2B5EF4-FFF2-40B4-BE49-F238E27FC236}">
                <a16:creationId xmlns:a16="http://schemas.microsoft.com/office/drawing/2014/main" id="{03492EA1-982F-C1C4-AFEA-7BB533DF4C60}"/>
              </a:ext>
            </a:extLst>
          </p:cNvPr>
          <p:cNvSpPr/>
          <p:nvPr/>
        </p:nvSpPr>
        <p:spPr>
          <a:xfrm flipH="1">
            <a:off x="10379948" y="1652002"/>
            <a:ext cx="302211" cy="769707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4EFEAD-22E5-8539-99F7-BA20B66FF102}"/>
              </a:ext>
            </a:extLst>
          </p:cNvPr>
          <p:cNvCxnSpPr/>
          <p:nvPr/>
        </p:nvCxnSpPr>
        <p:spPr>
          <a:xfrm flipH="1">
            <a:off x="9435402" y="3918857"/>
            <a:ext cx="88425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左大括弧 49">
            <a:extLst>
              <a:ext uri="{FF2B5EF4-FFF2-40B4-BE49-F238E27FC236}">
                <a16:creationId xmlns:a16="http://schemas.microsoft.com/office/drawing/2014/main" id="{89C0B4D5-E038-040A-48F7-1EFB4DDD9350}"/>
              </a:ext>
            </a:extLst>
          </p:cNvPr>
          <p:cNvSpPr/>
          <p:nvPr/>
        </p:nvSpPr>
        <p:spPr>
          <a:xfrm rot="5400000" flipH="1">
            <a:off x="9743506" y="2347944"/>
            <a:ext cx="302211" cy="769707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/>
          </a:p>
        </p:txBody>
      </p:sp>
      <p:sp>
        <p:nvSpPr>
          <p:cNvPr id="24" name="文字方塊 10">
            <a:extLst>
              <a:ext uri="{FF2B5EF4-FFF2-40B4-BE49-F238E27FC236}">
                <a16:creationId xmlns:a16="http://schemas.microsoft.com/office/drawing/2014/main" id="{38925D8F-F6AD-0548-B367-D48B8C3106BB}"/>
              </a:ext>
            </a:extLst>
          </p:cNvPr>
          <p:cNvSpPr txBox="1"/>
          <p:nvPr/>
        </p:nvSpPr>
        <p:spPr>
          <a:xfrm>
            <a:off x="9640857" y="2883903"/>
            <a:ext cx="566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15</a:t>
            </a:r>
            <a:endParaRPr lang="en-HK" sz="16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5" name="文字方塊 10">
            <a:extLst>
              <a:ext uri="{FF2B5EF4-FFF2-40B4-BE49-F238E27FC236}">
                <a16:creationId xmlns:a16="http://schemas.microsoft.com/office/drawing/2014/main" id="{37A41A73-A691-B540-027F-998B4C08C797}"/>
              </a:ext>
            </a:extLst>
          </p:cNvPr>
          <p:cNvSpPr txBox="1"/>
          <p:nvPr/>
        </p:nvSpPr>
        <p:spPr>
          <a:xfrm>
            <a:off x="9702808" y="3898475"/>
            <a:ext cx="566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15</a:t>
            </a:r>
            <a:endParaRPr lang="en-HK" sz="16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6" name="文字方塊 10">
            <a:extLst>
              <a:ext uri="{FF2B5EF4-FFF2-40B4-BE49-F238E27FC236}">
                <a16:creationId xmlns:a16="http://schemas.microsoft.com/office/drawing/2014/main" id="{045BE55C-B33F-BAB5-E991-1E92F631E626}"/>
              </a:ext>
            </a:extLst>
          </p:cNvPr>
          <p:cNvSpPr txBox="1"/>
          <p:nvPr/>
        </p:nvSpPr>
        <p:spPr>
          <a:xfrm>
            <a:off x="10622854" y="1925221"/>
            <a:ext cx="566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15</a:t>
            </a:r>
            <a:endParaRPr lang="en-HK" sz="16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9D1ACAE6-0C4A-8454-E26D-F4189BDFAD74}"/>
              </a:ext>
            </a:extLst>
          </p:cNvPr>
          <p:cNvSpPr txBox="1"/>
          <p:nvPr/>
        </p:nvSpPr>
        <p:spPr>
          <a:xfrm>
            <a:off x="441511" y="1236562"/>
            <a:ext cx="539412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h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be the height of the cylinder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sp>
        <p:nvSpPr>
          <p:cNvPr id="30" name="左大括弧 49">
            <a:extLst>
              <a:ext uri="{FF2B5EF4-FFF2-40B4-BE49-F238E27FC236}">
                <a16:creationId xmlns:a16="http://schemas.microsoft.com/office/drawing/2014/main" id="{A4C6E755-71FC-91F8-F099-5AA1C8EDB1CD}"/>
              </a:ext>
            </a:extLst>
          </p:cNvPr>
          <p:cNvSpPr/>
          <p:nvPr/>
        </p:nvSpPr>
        <p:spPr>
          <a:xfrm flipH="1">
            <a:off x="10381693" y="2497857"/>
            <a:ext cx="300463" cy="1400613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>
              <a:solidFill>
                <a:srgbClr val="00B0F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D90DA1-0507-0247-3FFA-BAFD08DDF1E7}"/>
              </a:ext>
            </a:extLst>
          </p:cNvPr>
          <p:cNvSpPr txBox="1"/>
          <p:nvPr/>
        </p:nvSpPr>
        <p:spPr>
          <a:xfrm>
            <a:off x="10605253" y="3122468"/>
            <a:ext cx="3994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h</a:t>
            </a:r>
            <a:endParaRPr lang="en-US" sz="160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7840F254-E578-8270-B742-8C9E375764DC}"/>
              </a:ext>
            </a:extLst>
          </p:cNvPr>
          <p:cNvSpPr txBox="1"/>
          <p:nvPr/>
        </p:nvSpPr>
        <p:spPr>
          <a:xfrm>
            <a:off x="441511" y="1685125"/>
            <a:ext cx="3295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Capacity of the vessel</a:t>
            </a:r>
            <a:endParaRPr lang="zh-TW" altLang="en-US" sz="2000" b="1"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83">
                <a:extLst>
                  <a:ext uri="{FF2B5EF4-FFF2-40B4-BE49-F238E27FC236}">
                    <a16:creationId xmlns:a16="http://schemas.microsoft.com/office/drawing/2014/main" id="{2978CDAF-34C6-D4FF-4D60-ADFE374F8248}"/>
                  </a:ext>
                </a:extLst>
              </p:cNvPr>
              <p:cNvSpPr txBox="1"/>
              <p:nvPr/>
            </p:nvSpPr>
            <p:spPr>
              <a:xfrm>
                <a:off x="296391" y="2084639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" name="文字方塊 83">
                <a:extLst>
                  <a:ext uri="{FF2B5EF4-FFF2-40B4-BE49-F238E27FC236}">
                    <a16:creationId xmlns:a16="http://schemas.microsoft.com/office/drawing/2014/main" id="{2978CDAF-34C6-D4FF-4D60-ADFE374F82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91" y="2084639"/>
                <a:ext cx="328449" cy="4070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15">
            <a:extLst>
              <a:ext uri="{FF2B5EF4-FFF2-40B4-BE49-F238E27FC236}">
                <a16:creationId xmlns:a16="http://schemas.microsoft.com/office/drawing/2014/main" id="{1C18E38D-F6A9-8623-EAC4-91A42EDFA38F}"/>
              </a:ext>
            </a:extLst>
          </p:cNvPr>
          <p:cNvSpPr txBox="1"/>
          <p:nvPr/>
        </p:nvSpPr>
        <p:spPr>
          <a:xfrm>
            <a:off x="568934" y="2133688"/>
            <a:ext cx="3795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Volume of the hemisphere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16">
                <a:extLst>
                  <a:ext uri="{FF2B5EF4-FFF2-40B4-BE49-F238E27FC236}">
                    <a16:creationId xmlns:a16="http://schemas.microsoft.com/office/drawing/2014/main" id="{330A3921-2262-2295-C76F-8E073B169D15}"/>
                  </a:ext>
                </a:extLst>
              </p:cNvPr>
              <p:cNvSpPr txBox="1"/>
              <p:nvPr/>
            </p:nvSpPr>
            <p:spPr>
              <a:xfrm>
                <a:off x="4256655" y="210534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6" name="文字方塊 16">
                <a:extLst>
                  <a:ext uri="{FF2B5EF4-FFF2-40B4-BE49-F238E27FC236}">
                    <a16:creationId xmlns:a16="http://schemas.microsoft.com/office/drawing/2014/main" id="{330A3921-2262-2295-C76F-8E073B169D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655" y="2105342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15">
            <a:extLst>
              <a:ext uri="{FF2B5EF4-FFF2-40B4-BE49-F238E27FC236}">
                <a16:creationId xmlns:a16="http://schemas.microsoft.com/office/drawing/2014/main" id="{7B45A38B-3EE7-1F58-F9FA-CD8F3AAF02C0}"/>
              </a:ext>
            </a:extLst>
          </p:cNvPr>
          <p:cNvSpPr txBox="1"/>
          <p:nvPr/>
        </p:nvSpPr>
        <p:spPr>
          <a:xfrm>
            <a:off x="4462326" y="2105341"/>
            <a:ext cx="3427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Volume of the cylinder</a:t>
            </a:r>
            <a:endParaRPr lang="zh-TW" altLang="en-US" sz="2000" b="1">
              <a:solidFill>
                <a:srgbClr val="00B05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字方塊 83">
                <a:extLst>
                  <a:ext uri="{FF2B5EF4-FFF2-40B4-BE49-F238E27FC236}">
                    <a16:creationId xmlns:a16="http://schemas.microsoft.com/office/drawing/2014/main" id="{E0D4C258-F3AF-5AD8-6026-AB3FDFCBE080}"/>
                  </a:ext>
                </a:extLst>
              </p:cNvPr>
              <p:cNvSpPr txBox="1"/>
              <p:nvPr/>
            </p:nvSpPr>
            <p:spPr>
              <a:xfrm>
                <a:off x="296391" y="2789828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" name="文字方塊 83">
                <a:extLst>
                  <a:ext uri="{FF2B5EF4-FFF2-40B4-BE49-F238E27FC236}">
                    <a16:creationId xmlns:a16="http://schemas.microsoft.com/office/drawing/2014/main" id="{E0D4C258-F3AF-5AD8-6026-AB3FDFCBE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91" y="2789828"/>
                <a:ext cx="328449" cy="4070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4" name="Left Bracket 473">
            <a:extLst>
              <a:ext uri="{FF2B5EF4-FFF2-40B4-BE49-F238E27FC236}">
                <a16:creationId xmlns:a16="http://schemas.microsoft.com/office/drawing/2014/main" id="{063E7FD2-6323-F09A-8FF9-F04AB0BEDAAD}"/>
              </a:ext>
            </a:extLst>
          </p:cNvPr>
          <p:cNvSpPr/>
          <p:nvPr/>
        </p:nvSpPr>
        <p:spPr>
          <a:xfrm>
            <a:off x="700723" y="2648296"/>
            <a:ext cx="147677" cy="668629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群組 74">
            <a:extLst>
              <a:ext uri="{FF2B5EF4-FFF2-40B4-BE49-F238E27FC236}">
                <a16:creationId xmlns:a16="http://schemas.microsoft.com/office/drawing/2014/main" id="{F587670A-8523-F610-8515-663EE01DA4D6}"/>
              </a:ext>
            </a:extLst>
          </p:cNvPr>
          <p:cNvGrpSpPr/>
          <p:nvPr/>
        </p:nvGrpSpPr>
        <p:grpSpPr>
          <a:xfrm>
            <a:off x="878888" y="2572033"/>
            <a:ext cx="364383" cy="777549"/>
            <a:chOff x="2896107" y="4671588"/>
            <a:chExt cx="364383" cy="777549"/>
          </a:xfrm>
        </p:grpSpPr>
        <p:sp>
          <p:nvSpPr>
            <p:cNvPr id="40" name="文字方塊 75">
              <a:extLst>
                <a:ext uri="{FF2B5EF4-FFF2-40B4-BE49-F238E27FC236}">
                  <a16:creationId xmlns:a16="http://schemas.microsoft.com/office/drawing/2014/main" id="{FA4A4B15-B39D-9A30-C429-AE6FE99A33EE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41" name="群組 76">
              <a:extLst>
                <a:ext uri="{FF2B5EF4-FFF2-40B4-BE49-F238E27FC236}">
                  <a16:creationId xmlns:a16="http://schemas.microsoft.com/office/drawing/2014/main" id="{9080C706-F0C0-C93D-5F8F-D6C6F859B643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42" name="直線接點 77">
                <a:extLst>
                  <a:ext uri="{FF2B5EF4-FFF2-40B4-BE49-F238E27FC236}">
                    <a16:creationId xmlns:a16="http://schemas.microsoft.com/office/drawing/2014/main" id="{7B98197E-07D7-69D8-660D-E32D01C09EB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3" name="文字方塊 78">
                <a:extLst>
                  <a:ext uri="{FF2B5EF4-FFF2-40B4-BE49-F238E27FC236}">
                    <a16:creationId xmlns:a16="http://schemas.microsoft.com/office/drawing/2014/main" id="{DA8431F8-E471-55A2-CE8C-9ED331278305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53">
                <a:extLst>
                  <a:ext uri="{FF2B5EF4-FFF2-40B4-BE49-F238E27FC236}">
                    <a16:creationId xmlns:a16="http://schemas.microsoft.com/office/drawing/2014/main" id="{FFE27FE4-99ED-B1ED-2361-A8319BD00FC1}"/>
                  </a:ext>
                </a:extLst>
              </p:cNvPr>
              <p:cNvSpPr txBox="1"/>
              <p:nvPr/>
            </p:nvSpPr>
            <p:spPr>
              <a:xfrm>
                <a:off x="1228890" y="275459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4" name="文字方塊 53">
                <a:extLst>
                  <a:ext uri="{FF2B5EF4-FFF2-40B4-BE49-F238E27FC236}">
                    <a16:creationId xmlns:a16="http://schemas.microsoft.com/office/drawing/2014/main" id="{FFE27FE4-99ED-B1ED-2361-A8319BD00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890" y="2754597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群組 74">
            <a:extLst>
              <a:ext uri="{FF2B5EF4-FFF2-40B4-BE49-F238E27FC236}">
                <a16:creationId xmlns:a16="http://schemas.microsoft.com/office/drawing/2014/main" id="{A205F6EE-BA3E-BD29-780F-804FE838B1AF}"/>
              </a:ext>
            </a:extLst>
          </p:cNvPr>
          <p:cNvGrpSpPr/>
          <p:nvPr/>
        </p:nvGrpSpPr>
        <p:grpSpPr>
          <a:xfrm>
            <a:off x="1561002" y="2591793"/>
            <a:ext cx="364383" cy="777549"/>
            <a:chOff x="2896107" y="4671588"/>
            <a:chExt cx="364383" cy="777549"/>
          </a:xfrm>
        </p:grpSpPr>
        <p:sp>
          <p:nvSpPr>
            <p:cNvPr id="46" name="文字方塊 75">
              <a:extLst>
                <a:ext uri="{FF2B5EF4-FFF2-40B4-BE49-F238E27FC236}">
                  <a16:creationId xmlns:a16="http://schemas.microsoft.com/office/drawing/2014/main" id="{78D94BB0-340A-FC8D-1334-275E51659EF1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47" name="群組 76">
              <a:extLst>
                <a:ext uri="{FF2B5EF4-FFF2-40B4-BE49-F238E27FC236}">
                  <a16:creationId xmlns:a16="http://schemas.microsoft.com/office/drawing/2014/main" id="{E712977D-FE66-6B17-24F5-B7E7CBD93444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48" name="直線接點 77">
                <a:extLst>
                  <a:ext uri="{FF2B5EF4-FFF2-40B4-BE49-F238E27FC236}">
                    <a16:creationId xmlns:a16="http://schemas.microsoft.com/office/drawing/2014/main" id="{4EE93089-E1A2-A237-72E3-36846035E8D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9" name="文字方塊 78">
                <a:extLst>
                  <a:ext uri="{FF2B5EF4-FFF2-40B4-BE49-F238E27FC236}">
                    <a16:creationId xmlns:a16="http://schemas.microsoft.com/office/drawing/2014/main" id="{0AF768E2-984E-09DE-CECC-C962904BA706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字方塊 53">
                <a:extLst>
                  <a:ext uri="{FF2B5EF4-FFF2-40B4-BE49-F238E27FC236}">
                    <a16:creationId xmlns:a16="http://schemas.microsoft.com/office/drawing/2014/main" id="{A19295FB-85B3-D715-1DE5-23252AD990AB}"/>
                  </a:ext>
                </a:extLst>
              </p:cNvPr>
              <p:cNvSpPr txBox="1"/>
              <p:nvPr/>
            </p:nvSpPr>
            <p:spPr>
              <a:xfrm>
                <a:off x="1954837" y="273651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0" name="文字方塊 53">
                <a:extLst>
                  <a:ext uri="{FF2B5EF4-FFF2-40B4-BE49-F238E27FC236}">
                    <a16:creationId xmlns:a16="http://schemas.microsoft.com/office/drawing/2014/main" id="{A19295FB-85B3-D715-1DE5-23252AD99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837" y="2736511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BB4D404-A758-6DDF-816A-CC14AE459431}"/>
                  </a:ext>
                </a:extLst>
              </p:cNvPr>
              <p:cNvSpPr txBox="1"/>
              <p:nvPr/>
            </p:nvSpPr>
            <p:spPr>
              <a:xfrm>
                <a:off x="2237339" y="2736511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BB4D404-A758-6DDF-816A-CC14AE459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339" y="2736511"/>
                <a:ext cx="357791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字方塊 53">
                <a:extLst>
                  <a:ext uri="{FF2B5EF4-FFF2-40B4-BE49-F238E27FC236}">
                    <a16:creationId xmlns:a16="http://schemas.microsoft.com/office/drawing/2014/main" id="{D99D5DC8-A17D-3681-0B9C-A1A532852FE2}"/>
                  </a:ext>
                </a:extLst>
              </p:cNvPr>
              <p:cNvSpPr txBox="1"/>
              <p:nvPr/>
            </p:nvSpPr>
            <p:spPr>
              <a:xfrm>
                <a:off x="2582258" y="273651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2" name="文字方塊 53">
                <a:extLst>
                  <a:ext uri="{FF2B5EF4-FFF2-40B4-BE49-F238E27FC236}">
                    <a16:creationId xmlns:a16="http://schemas.microsoft.com/office/drawing/2014/main" id="{D99D5DC8-A17D-3681-0B9C-A1A532852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258" y="2736511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A46D217D-D7EF-1FFE-62A5-C2F5F06FD083}"/>
              </a:ext>
            </a:extLst>
          </p:cNvPr>
          <p:cNvGrpSpPr/>
          <p:nvPr/>
        </p:nvGrpSpPr>
        <p:grpSpPr>
          <a:xfrm>
            <a:off x="2972045" y="2628610"/>
            <a:ext cx="620767" cy="740732"/>
            <a:chOff x="3280403" y="5115225"/>
            <a:chExt cx="464466" cy="740732"/>
          </a:xfrm>
        </p:grpSpPr>
        <p:sp>
          <p:nvSpPr>
            <p:cNvPr id="56" name="文字方塊 255">
              <a:extLst>
                <a:ext uri="{FF2B5EF4-FFF2-40B4-BE49-F238E27FC236}">
                  <a16:creationId xmlns:a16="http://schemas.microsoft.com/office/drawing/2014/main" id="{BBC9EF3D-DC96-0407-CCDD-E4A95479838B}"/>
                </a:ext>
              </a:extLst>
            </p:cNvPr>
            <p:cNvSpPr txBox="1"/>
            <p:nvPr/>
          </p:nvSpPr>
          <p:spPr>
            <a:xfrm>
              <a:off x="3299467" y="5115225"/>
              <a:ext cx="4071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30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cxnSp>
          <p:nvCxnSpPr>
            <p:cNvPr id="57" name="直線接點 256">
              <a:extLst>
                <a:ext uri="{FF2B5EF4-FFF2-40B4-BE49-F238E27FC236}">
                  <a16:creationId xmlns:a16="http://schemas.microsoft.com/office/drawing/2014/main" id="{589CCF06-78D4-C1C3-8AE5-C0E23D0F20C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357935" y="5471206"/>
              <a:ext cx="312810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8" name="文字方塊 257">
              <a:extLst>
                <a:ext uri="{FF2B5EF4-FFF2-40B4-BE49-F238E27FC236}">
                  <a16:creationId xmlns:a16="http://schemas.microsoft.com/office/drawing/2014/main" id="{B79F86BC-71A4-168C-4D5F-8AEA75055255}"/>
                </a:ext>
              </a:extLst>
            </p:cNvPr>
            <p:cNvSpPr txBox="1"/>
            <p:nvPr/>
          </p:nvSpPr>
          <p:spPr>
            <a:xfrm>
              <a:off x="3367585" y="5455847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59" name="弧形 258">
              <a:extLst>
                <a:ext uri="{FF2B5EF4-FFF2-40B4-BE49-F238E27FC236}">
                  <a16:creationId xmlns:a16="http://schemas.microsoft.com/office/drawing/2014/main" id="{7D0E8BEF-A3FE-94B8-9020-C9FD3FBF0798}"/>
                </a:ext>
              </a:extLst>
            </p:cNvPr>
            <p:cNvSpPr/>
            <p:nvPr/>
          </p:nvSpPr>
          <p:spPr>
            <a:xfrm rot="10957079">
              <a:off x="3280403" y="5163472"/>
              <a:ext cx="251507" cy="641558"/>
            </a:xfrm>
            <a:prstGeom prst="arc">
              <a:avLst>
                <a:gd name="adj1" fmla="val 16200000"/>
                <a:gd name="adj2" fmla="val 5238380"/>
              </a:avLst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60" name="弧形 259">
              <a:extLst>
                <a:ext uri="{FF2B5EF4-FFF2-40B4-BE49-F238E27FC236}">
                  <a16:creationId xmlns:a16="http://schemas.microsoft.com/office/drawing/2014/main" id="{B200EC20-6A2A-1FB4-B138-51984B4A94A2}"/>
                </a:ext>
              </a:extLst>
            </p:cNvPr>
            <p:cNvSpPr/>
            <p:nvPr/>
          </p:nvSpPr>
          <p:spPr>
            <a:xfrm rot="235127">
              <a:off x="3493362" y="5162290"/>
              <a:ext cx="251507" cy="641558"/>
            </a:xfrm>
            <a:prstGeom prst="arc">
              <a:avLst>
                <a:gd name="adj1" fmla="val 16200000"/>
                <a:gd name="adj2" fmla="val 5238380"/>
              </a:avLst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  <p:sp>
        <p:nvSpPr>
          <p:cNvPr id="61" name="文字方塊 106">
            <a:extLst>
              <a:ext uri="{FF2B5EF4-FFF2-40B4-BE49-F238E27FC236}">
                <a16:creationId xmlns:a16="http://schemas.microsoft.com/office/drawing/2014/main" id="{029CED0C-C189-B29C-E886-3E084F08D64F}"/>
              </a:ext>
            </a:extLst>
          </p:cNvPr>
          <p:cNvSpPr txBox="1"/>
          <p:nvPr/>
        </p:nvSpPr>
        <p:spPr>
          <a:xfrm>
            <a:off x="3471746" y="2547426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2" name="文字方塊 16">
                <a:extLst>
                  <a:ext uri="{FF2B5EF4-FFF2-40B4-BE49-F238E27FC236}">
                    <a16:creationId xmlns:a16="http://schemas.microsoft.com/office/drawing/2014/main" id="{489EC821-9056-CB96-ACBC-405287CC1070}"/>
                  </a:ext>
                </a:extLst>
              </p:cNvPr>
              <p:cNvSpPr txBox="1"/>
              <p:nvPr/>
            </p:nvSpPr>
            <p:spPr>
              <a:xfrm>
                <a:off x="3720169" y="274630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52" name="文字方塊 16">
                <a:extLst>
                  <a:ext uri="{FF2B5EF4-FFF2-40B4-BE49-F238E27FC236}">
                    <a16:creationId xmlns:a16="http://schemas.microsoft.com/office/drawing/2014/main" id="{489EC821-9056-CB96-ACBC-405287CC10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169" y="2746306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BD8435B0-73EA-59E4-FC16-785D8296047E}"/>
                  </a:ext>
                </a:extLst>
              </p:cNvPr>
              <p:cNvSpPr txBox="1"/>
              <p:nvPr/>
            </p:nvSpPr>
            <p:spPr>
              <a:xfrm>
                <a:off x="4027700" y="2736511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BD8435B0-73EA-59E4-FC16-785D82960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700" y="2736511"/>
                <a:ext cx="357791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4" name="文字方塊 53">
                <a:extLst>
                  <a:ext uri="{FF2B5EF4-FFF2-40B4-BE49-F238E27FC236}">
                    <a16:creationId xmlns:a16="http://schemas.microsoft.com/office/drawing/2014/main" id="{62921AA9-9E8F-7A0A-F1AE-8AA1CE49DE5F}"/>
                  </a:ext>
                </a:extLst>
              </p:cNvPr>
              <p:cNvSpPr txBox="1"/>
              <p:nvPr/>
            </p:nvSpPr>
            <p:spPr>
              <a:xfrm>
                <a:off x="4372619" y="273651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54" name="文字方塊 53">
                <a:extLst>
                  <a:ext uri="{FF2B5EF4-FFF2-40B4-BE49-F238E27FC236}">
                    <a16:creationId xmlns:a16="http://schemas.microsoft.com/office/drawing/2014/main" id="{62921AA9-9E8F-7A0A-F1AE-8AA1CE49D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2619" y="2736511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5" name="Group 454">
            <a:extLst>
              <a:ext uri="{FF2B5EF4-FFF2-40B4-BE49-F238E27FC236}">
                <a16:creationId xmlns:a16="http://schemas.microsoft.com/office/drawing/2014/main" id="{351C7EF7-5C95-528C-0D2F-E53976840876}"/>
              </a:ext>
            </a:extLst>
          </p:cNvPr>
          <p:cNvGrpSpPr/>
          <p:nvPr/>
        </p:nvGrpSpPr>
        <p:grpSpPr>
          <a:xfrm>
            <a:off x="4762406" y="2628610"/>
            <a:ext cx="620767" cy="740732"/>
            <a:chOff x="3280403" y="5115225"/>
            <a:chExt cx="464466" cy="740732"/>
          </a:xfrm>
        </p:grpSpPr>
        <p:sp>
          <p:nvSpPr>
            <p:cNvPr id="456" name="文字方塊 255">
              <a:extLst>
                <a:ext uri="{FF2B5EF4-FFF2-40B4-BE49-F238E27FC236}">
                  <a16:creationId xmlns:a16="http://schemas.microsoft.com/office/drawing/2014/main" id="{94924343-F66C-4BC9-A016-86454BB63A05}"/>
                </a:ext>
              </a:extLst>
            </p:cNvPr>
            <p:cNvSpPr txBox="1"/>
            <p:nvPr/>
          </p:nvSpPr>
          <p:spPr>
            <a:xfrm>
              <a:off x="3299467" y="5115225"/>
              <a:ext cx="4071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30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cxnSp>
          <p:nvCxnSpPr>
            <p:cNvPr id="457" name="直線接點 256">
              <a:extLst>
                <a:ext uri="{FF2B5EF4-FFF2-40B4-BE49-F238E27FC236}">
                  <a16:creationId xmlns:a16="http://schemas.microsoft.com/office/drawing/2014/main" id="{AF2B78FB-909A-BB70-508D-66D230A00F0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357935" y="5471206"/>
              <a:ext cx="312810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58" name="文字方塊 257">
              <a:extLst>
                <a:ext uri="{FF2B5EF4-FFF2-40B4-BE49-F238E27FC236}">
                  <a16:creationId xmlns:a16="http://schemas.microsoft.com/office/drawing/2014/main" id="{66921FDF-F814-C9EF-21CA-B48C6E7B9CC9}"/>
                </a:ext>
              </a:extLst>
            </p:cNvPr>
            <p:cNvSpPr txBox="1"/>
            <p:nvPr/>
          </p:nvSpPr>
          <p:spPr>
            <a:xfrm>
              <a:off x="3367585" y="5455847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459" name="弧形 258">
              <a:extLst>
                <a:ext uri="{FF2B5EF4-FFF2-40B4-BE49-F238E27FC236}">
                  <a16:creationId xmlns:a16="http://schemas.microsoft.com/office/drawing/2014/main" id="{D164753A-74EF-9404-1D25-D3E4C5641CCD}"/>
                </a:ext>
              </a:extLst>
            </p:cNvPr>
            <p:cNvSpPr/>
            <p:nvPr/>
          </p:nvSpPr>
          <p:spPr>
            <a:xfrm rot="10957079">
              <a:off x="3280403" y="5163472"/>
              <a:ext cx="251507" cy="641558"/>
            </a:xfrm>
            <a:prstGeom prst="arc">
              <a:avLst>
                <a:gd name="adj1" fmla="val 16200000"/>
                <a:gd name="adj2" fmla="val 5238380"/>
              </a:avLst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460" name="弧形 259">
              <a:extLst>
                <a:ext uri="{FF2B5EF4-FFF2-40B4-BE49-F238E27FC236}">
                  <a16:creationId xmlns:a16="http://schemas.microsoft.com/office/drawing/2014/main" id="{9F947F03-AC5D-E9F3-CE17-3EA951AD24B9}"/>
                </a:ext>
              </a:extLst>
            </p:cNvPr>
            <p:cNvSpPr/>
            <p:nvPr/>
          </p:nvSpPr>
          <p:spPr>
            <a:xfrm rot="235127">
              <a:off x="3493362" y="5162290"/>
              <a:ext cx="251507" cy="641558"/>
            </a:xfrm>
            <a:prstGeom prst="arc">
              <a:avLst>
                <a:gd name="adj1" fmla="val 16200000"/>
                <a:gd name="adj2" fmla="val 5238380"/>
              </a:avLst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  <p:sp>
        <p:nvSpPr>
          <p:cNvPr id="461" name="文字方塊 106">
            <a:extLst>
              <a:ext uri="{FF2B5EF4-FFF2-40B4-BE49-F238E27FC236}">
                <a16:creationId xmlns:a16="http://schemas.microsoft.com/office/drawing/2014/main" id="{CE87B7B0-92B2-6A0F-33CD-48B06221C2B7}"/>
              </a:ext>
            </a:extLst>
          </p:cNvPr>
          <p:cNvSpPr txBox="1"/>
          <p:nvPr/>
        </p:nvSpPr>
        <p:spPr>
          <a:xfrm>
            <a:off x="5262107" y="2547426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3" name="文字方塊 53">
                <a:extLst>
                  <a:ext uri="{FF2B5EF4-FFF2-40B4-BE49-F238E27FC236}">
                    <a16:creationId xmlns:a16="http://schemas.microsoft.com/office/drawing/2014/main" id="{B538210E-E239-9E9C-510C-E89406C6928D}"/>
                  </a:ext>
                </a:extLst>
              </p:cNvPr>
              <p:cNvSpPr txBox="1"/>
              <p:nvPr/>
            </p:nvSpPr>
            <p:spPr>
              <a:xfrm>
                <a:off x="5478493" y="273651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63" name="文字方塊 53">
                <a:extLst>
                  <a:ext uri="{FF2B5EF4-FFF2-40B4-BE49-F238E27FC236}">
                    <a16:creationId xmlns:a16="http://schemas.microsoft.com/office/drawing/2014/main" id="{B538210E-E239-9E9C-510C-E89406C69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8493" y="2736511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4" name="TextBox 463">
            <a:extLst>
              <a:ext uri="{FF2B5EF4-FFF2-40B4-BE49-F238E27FC236}">
                <a16:creationId xmlns:a16="http://schemas.microsoft.com/office/drawing/2014/main" id="{A0B8EF0A-B8EF-14CD-4BAB-5DA86F0BF858}"/>
              </a:ext>
            </a:extLst>
          </p:cNvPr>
          <p:cNvSpPr txBox="1"/>
          <p:nvPr/>
        </p:nvSpPr>
        <p:spPr>
          <a:xfrm>
            <a:off x="5770384" y="2754597"/>
            <a:ext cx="3994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h</a:t>
            </a:r>
            <a:endParaRPr lang="en-US" sz="200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65" name="Left Bracket 464">
            <a:extLst>
              <a:ext uri="{FF2B5EF4-FFF2-40B4-BE49-F238E27FC236}">
                <a16:creationId xmlns:a16="http://schemas.microsoft.com/office/drawing/2014/main" id="{6B75A86C-71E7-32AF-0912-E23083F982FD}"/>
              </a:ext>
            </a:extLst>
          </p:cNvPr>
          <p:cNvSpPr/>
          <p:nvPr/>
        </p:nvSpPr>
        <p:spPr>
          <a:xfrm flipH="1">
            <a:off x="6036080" y="2600593"/>
            <a:ext cx="147677" cy="668629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6" name="群組 245">
            <a:extLst>
              <a:ext uri="{FF2B5EF4-FFF2-40B4-BE49-F238E27FC236}">
                <a16:creationId xmlns:a16="http://schemas.microsoft.com/office/drawing/2014/main" id="{DE1F647C-CC3A-546D-4B7D-29AFB6C1F84B}"/>
              </a:ext>
            </a:extLst>
          </p:cNvPr>
          <p:cNvGrpSpPr/>
          <p:nvPr/>
        </p:nvGrpSpPr>
        <p:grpSpPr>
          <a:xfrm>
            <a:off x="6106528" y="2677653"/>
            <a:ext cx="798167" cy="477054"/>
            <a:chOff x="2472626" y="4508122"/>
            <a:chExt cx="798167" cy="477054"/>
          </a:xfrm>
        </p:grpSpPr>
        <p:sp>
          <p:nvSpPr>
            <p:cNvPr id="467" name="文字方塊 249">
              <a:extLst>
                <a:ext uri="{FF2B5EF4-FFF2-40B4-BE49-F238E27FC236}">
                  <a16:creationId xmlns:a16="http://schemas.microsoft.com/office/drawing/2014/main" id="{1F851DCF-264D-F2D2-A318-96133F696389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468" name="文字方塊 247">
              <a:extLst>
                <a:ext uri="{FF2B5EF4-FFF2-40B4-BE49-F238E27FC236}">
                  <a16:creationId xmlns:a16="http://schemas.microsoft.com/office/drawing/2014/main" id="{B77678C3-BD98-5CF2-0E95-07B5D059B1AC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9" name="文字方塊 83">
                <a:extLst>
                  <a:ext uri="{FF2B5EF4-FFF2-40B4-BE49-F238E27FC236}">
                    <a16:creationId xmlns:a16="http://schemas.microsoft.com/office/drawing/2014/main" id="{FBC7C5CD-B8FC-4306-19C0-E0DB49019E94}"/>
                  </a:ext>
                </a:extLst>
              </p:cNvPr>
              <p:cNvSpPr txBox="1"/>
              <p:nvPr/>
            </p:nvSpPr>
            <p:spPr>
              <a:xfrm>
                <a:off x="300968" y="3449227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69" name="文字方塊 83">
                <a:extLst>
                  <a:ext uri="{FF2B5EF4-FFF2-40B4-BE49-F238E27FC236}">
                    <a16:creationId xmlns:a16="http://schemas.microsoft.com/office/drawing/2014/main" id="{FBC7C5CD-B8FC-4306-19C0-E0DB49019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968" y="3449227"/>
                <a:ext cx="328449" cy="40709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0" name="文字方塊 10">
                <a:extLst>
                  <a:ext uri="{FF2B5EF4-FFF2-40B4-BE49-F238E27FC236}">
                    <a16:creationId xmlns:a16="http://schemas.microsoft.com/office/drawing/2014/main" id="{1B71F061-CB4F-CE36-0D92-B7496C9BAE56}"/>
                  </a:ext>
                </a:extLst>
              </p:cNvPr>
              <p:cNvSpPr txBox="1"/>
              <p:nvPr/>
            </p:nvSpPr>
            <p:spPr>
              <a:xfrm>
                <a:off x="573193" y="3476241"/>
                <a:ext cx="1492242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2250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𝛑</m:t>
                    </m:r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en-US" sz="200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470" name="文字方塊 10">
                <a:extLst>
                  <a:ext uri="{FF2B5EF4-FFF2-40B4-BE49-F238E27FC236}">
                    <a16:creationId xmlns:a16="http://schemas.microsoft.com/office/drawing/2014/main" id="{1B71F061-CB4F-CE36-0D92-B7496C9BA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93" y="3476241"/>
                <a:ext cx="1492242" cy="4070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1" name="文字方塊 10">
                <a:extLst>
                  <a:ext uri="{FF2B5EF4-FFF2-40B4-BE49-F238E27FC236}">
                    <a16:creationId xmlns:a16="http://schemas.microsoft.com/office/drawing/2014/main" id="{DBE2FF8F-695C-4EA8-2FB0-7E5624BDD714}"/>
                  </a:ext>
                </a:extLst>
              </p:cNvPr>
              <p:cNvSpPr txBox="1"/>
              <p:nvPr/>
            </p:nvSpPr>
            <p:spPr>
              <a:xfrm>
                <a:off x="1830424" y="3476240"/>
                <a:ext cx="1178073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00B050"/>
                    </a:solidFill>
                    <a:latin typeface="Lucida Handwriting" panose="03010101010101010101" pitchFamily="66" charset="0"/>
                  </a:rPr>
                  <a:t>225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𝛑</m:t>
                    </m:r>
                    <m:r>
                      <m:rPr>
                        <m:nor/>
                      </m:rPr>
                      <a:rPr lang="en-US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50"/>
                        </a:solidFill>
                        <a:latin typeface="Lucida Calligraphy" panose="03010101010101010101" pitchFamily="66" charset="0"/>
                      </a:rPr>
                      <m:t>h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US" sz="200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471" name="文字方塊 10">
                <a:extLst>
                  <a:ext uri="{FF2B5EF4-FFF2-40B4-BE49-F238E27FC236}">
                    <a16:creationId xmlns:a16="http://schemas.microsoft.com/office/drawing/2014/main" id="{DBE2FF8F-695C-4EA8-2FB0-7E5624BDD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0424" y="3476240"/>
                <a:ext cx="1178073" cy="4070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2" name="群組 245">
            <a:extLst>
              <a:ext uri="{FF2B5EF4-FFF2-40B4-BE49-F238E27FC236}">
                <a16:creationId xmlns:a16="http://schemas.microsoft.com/office/drawing/2014/main" id="{A27D764A-CA6B-8E42-3445-A28B44705B6D}"/>
              </a:ext>
            </a:extLst>
          </p:cNvPr>
          <p:cNvGrpSpPr/>
          <p:nvPr/>
        </p:nvGrpSpPr>
        <p:grpSpPr>
          <a:xfrm>
            <a:off x="2834408" y="3402308"/>
            <a:ext cx="798167" cy="477054"/>
            <a:chOff x="2472626" y="4508122"/>
            <a:chExt cx="798167" cy="477054"/>
          </a:xfrm>
        </p:grpSpPr>
        <p:sp>
          <p:nvSpPr>
            <p:cNvPr id="475" name="文字方塊 249">
              <a:extLst>
                <a:ext uri="{FF2B5EF4-FFF2-40B4-BE49-F238E27FC236}">
                  <a16:creationId xmlns:a16="http://schemas.microsoft.com/office/drawing/2014/main" id="{B63E32E9-28C1-1DF7-FE27-7257886F7FFA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476" name="文字方塊 247">
              <a:extLst>
                <a:ext uri="{FF2B5EF4-FFF2-40B4-BE49-F238E27FC236}">
                  <a16:creationId xmlns:a16="http://schemas.microsoft.com/office/drawing/2014/main" id="{9E9ADEC6-E018-6AAC-E8B6-8DA260DF7263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80" name="文字方塊 260">
                <a:extLst>
                  <a:ext uri="{FF2B5EF4-FFF2-40B4-BE49-F238E27FC236}">
                    <a16:creationId xmlns:a16="http://schemas.microsoft.com/office/drawing/2014/main" id="{8BB4296E-5A04-C6D3-A353-8549E8AC5E3C}"/>
                  </a:ext>
                </a:extLst>
              </p:cNvPr>
              <p:cNvSpPr txBox="1"/>
              <p:nvPr/>
            </p:nvSpPr>
            <p:spPr>
              <a:xfrm>
                <a:off x="228402" y="3888616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480" name="文字方塊 260">
                <a:extLst>
                  <a:ext uri="{FF2B5EF4-FFF2-40B4-BE49-F238E27FC236}">
                    <a16:creationId xmlns:a16="http://schemas.microsoft.com/office/drawing/2014/main" id="{8BB4296E-5A04-C6D3-A353-8549E8AC5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402" y="3888616"/>
                <a:ext cx="238419" cy="461665"/>
              </a:xfrm>
              <a:prstGeom prst="rect">
                <a:avLst/>
              </a:prstGeom>
              <a:blipFill>
                <a:blip r:embed="rId25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1" name="文字方塊 10">
                <a:extLst>
                  <a:ext uri="{FF2B5EF4-FFF2-40B4-BE49-F238E27FC236}">
                    <a16:creationId xmlns:a16="http://schemas.microsoft.com/office/drawing/2014/main" id="{1C05F067-49D0-E716-3C83-5763963B0A48}"/>
                  </a:ext>
                </a:extLst>
              </p:cNvPr>
              <p:cNvSpPr txBox="1"/>
              <p:nvPr/>
            </p:nvSpPr>
            <p:spPr>
              <a:xfrm>
                <a:off x="593096" y="3943182"/>
                <a:ext cx="1438417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2250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𝛑</m:t>
                    </m:r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endParaRPr lang="en-US" sz="200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481" name="文字方塊 10">
                <a:extLst>
                  <a:ext uri="{FF2B5EF4-FFF2-40B4-BE49-F238E27FC236}">
                    <a16:creationId xmlns:a16="http://schemas.microsoft.com/office/drawing/2014/main" id="{1C05F067-49D0-E716-3C83-5763963B0A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096" y="3943182"/>
                <a:ext cx="1438417" cy="40709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2" name="文字方塊 10">
                <a:extLst>
                  <a:ext uri="{FF2B5EF4-FFF2-40B4-BE49-F238E27FC236}">
                    <a16:creationId xmlns:a16="http://schemas.microsoft.com/office/drawing/2014/main" id="{67ED52F8-5908-7A75-E615-A1D3F236D8CB}"/>
                  </a:ext>
                </a:extLst>
              </p:cNvPr>
              <p:cNvSpPr txBox="1"/>
              <p:nvPr/>
            </p:nvSpPr>
            <p:spPr>
              <a:xfrm>
                <a:off x="1797451" y="3943181"/>
                <a:ext cx="1178073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00B050"/>
                    </a:solidFill>
                    <a:latin typeface="Lucida Handwriting" panose="03010101010101010101" pitchFamily="66" charset="0"/>
                  </a:rPr>
                  <a:t>225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𝛑</m:t>
                    </m:r>
                    <m:r>
                      <m:rPr>
                        <m:nor/>
                      </m:rPr>
                      <a:rPr lang="en-US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50"/>
                        </a:solidFill>
                        <a:latin typeface="Lucida Calligraphy" panose="03010101010101010101" pitchFamily="66" charset="0"/>
                      </a:rPr>
                      <m:t>h</m:t>
                    </m:r>
                  </m:oMath>
                </a14:m>
                <a:endParaRPr lang="en-US" sz="200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482" name="文字方塊 10">
                <a:extLst>
                  <a:ext uri="{FF2B5EF4-FFF2-40B4-BE49-F238E27FC236}">
                    <a16:creationId xmlns:a16="http://schemas.microsoft.com/office/drawing/2014/main" id="{67ED52F8-5908-7A75-E615-A1D3F236D8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451" y="3943181"/>
                <a:ext cx="1178073" cy="4070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3" name="文字方塊 83">
                <a:extLst>
                  <a:ext uri="{FF2B5EF4-FFF2-40B4-BE49-F238E27FC236}">
                    <a16:creationId xmlns:a16="http://schemas.microsoft.com/office/drawing/2014/main" id="{37EE1EFB-9165-16E3-1F08-9F0DBB19C95D}"/>
                  </a:ext>
                </a:extLst>
              </p:cNvPr>
              <p:cNvSpPr txBox="1"/>
              <p:nvPr/>
            </p:nvSpPr>
            <p:spPr>
              <a:xfrm>
                <a:off x="2834408" y="3943181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83" name="文字方塊 83">
                <a:extLst>
                  <a:ext uri="{FF2B5EF4-FFF2-40B4-BE49-F238E27FC236}">
                    <a16:creationId xmlns:a16="http://schemas.microsoft.com/office/drawing/2014/main" id="{37EE1EFB-9165-16E3-1F08-9F0DBB19C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4408" y="3943181"/>
                <a:ext cx="328449" cy="407099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4" name="文字方塊 10">
                <a:extLst>
                  <a:ext uri="{FF2B5EF4-FFF2-40B4-BE49-F238E27FC236}">
                    <a16:creationId xmlns:a16="http://schemas.microsoft.com/office/drawing/2014/main" id="{72A320A6-06C4-B527-7AB7-6C8B5A79F50C}"/>
                  </a:ext>
                </a:extLst>
              </p:cNvPr>
              <p:cNvSpPr txBox="1"/>
              <p:nvPr/>
            </p:nvSpPr>
            <p:spPr>
              <a:xfrm>
                <a:off x="3068470" y="3943180"/>
                <a:ext cx="1178073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9000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US" sz="200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84" name="文字方塊 10">
                <a:extLst>
                  <a:ext uri="{FF2B5EF4-FFF2-40B4-BE49-F238E27FC236}">
                    <a16:creationId xmlns:a16="http://schemas.microsoft.com/office/drawing/2014/main" id="{72A320A6-06C4-B527-7AB7-6C8B5A79F5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8470" y="3943180"/>
                <a:ext cx="1178073" cy="4070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5" name="文字方塊 10">
                <a:extLst>
                  <a:ext uri="{FF2B5EF4-FFF2-40B4-BE49-F238E27FC236}">
                    <a16:creationId xmlns:a16="http://schemas.microsoft.com/office/drawing/2014/main" id="{0EAC8B7C-5414-31AC-F5D5-96D4BF2B5399}"/>
                  </a:ext>
                </a:extLst>
              </p:cNvPr>
              <p:cNvSpPr txBox="1"/>
              <p:nvPr/>
            </p:nvSpPr>
            <p:spPr>
              <a:xfrm>
                <a:off x="1812018" y="4350279"/>
                <a:ext cx="1178073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00B050"/>
                    </a:solidFill>
                    <a:latin typeface="Lucida Handwriting" panose="03010101010101010101" pitchFamily="66" charset="0"/>
                  </a:rPr>
                  <a:t>225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𝛑</m:t>
                    </m:r>
                    <m:r>
                      <m:rPr>
                        <m:nor/>
                      </m:rPr>
                      <a:rPr lang="en-US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50"/>
                        </a:solidFill>
                        <a:latin typeface="Lucida Calligraphy" panose="03010101010101010101" pitchFamily="66" charset="0"/>
                      </a:rPr>
                      <m:t>h</m:t>
                    </m:r>
                  </m:oMath>
                </a14:m>
                <a:endParaRPr lang="en-US" sz="200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485" name="文字方塊 10">
                <a:extLst>
                  <a:ext uri="{FF2B5EF4-FFF2-40B4-BE49-F238E27FC236}">
                    <a16:creationId xmlns:a16="http://schemas.microsoft.com/office/drawing/2014/main" id="{0EAC8B7C-5414-31AC-F5D5-96D4BF2B5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018" y="4350279"/>
                <a:ext cx="1178073" cy="407099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6" name="文字方塊 83">
                <a:extLst>
                  <a:ext uri="{FF2B5EF4-FFF2-40B4-BE49-F238E27FC236}">
                    <a16:creationId xmlns:a16="http://schemas.microsoft.com/office/drawing/2014/main" id="{2688B4B6-2934-CB2B-46AF-37692E55DDF7}"/>
                  </a:ext>
                </a:extLst>
              </p:cNvPr>
              <p:cNvSpPr txBox="1"/>
              <p:nvPr/>
            </p:nvSpPr>
            <p:spPr>
              <a:xfrm>
                <a:off x="2848975" y="4350279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86" name="文字方塊 83">
                <a:extLst>
                  <a:ext uri="{FF2B5EF4-FFF2-40B4-BE49-F238E27FC236}">
                    <a16:creationId xmlns:a16="http://schemas.microsoft.com/office/drawing/2014/main" id="{2688B4B6-2934-CB2B-46AF-37692E55D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8975" y="4350279"/>
                <a:ext cx="328449" cy="4070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7" name="文字方塊 10">
                <a:extLst>
                  <a:ext uri="{FF2B5EF4-FFF2-40B4-BE49-F238E27FC236}">
                    <a16:creationId xmlns:a16="http://schemas.microsoft.com/office/drawing/2014/main" id="{3889547A-BEF9-4DB6-92CA-FBA85965EC4B}"/>
                  </a:ext>
                </a:extLst>
              </p:cNvPr>
              <p:cNvSpPr txBox="1"/>
              <p:nvPr/>
            </p:nvSpPr>
            <p:spPr>
              <a:xfrm>
                <a:off x="3083037" y="4350278"/>
                <a:ext cx="1178073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6750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87" name="文字方塊 10">
                <a:extLst>
                  <a:ext uri="{FF2B5EF4-FFF2-40B4-BE49-F238E27FC236}">
                    <a16:creationId xmlns:a16="http://schemas.microsoft.com/office/drawing/2014/main" id="{3889547A-BEF9-4DB6-92CA-FBA85965E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3037" y="4350278"/>
                <a:ext cx="1178073" cy="407099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8" name="文字方塊 10">
                <a:extLst>
                  <a:ext uri="{FF2B5EF4-FFF2-40B4-BE49-F238E27FC236}">
                    <a16:creationId xmlns:a16="http://schemas.microsoft.com/office/drawing/2014/main" id="{C540D514-5C10-88B2-BFB2-590CF43F620D}"/>
                  </a:ext>
                </a:extLst>
              </p:cNvPr>
              <p:cNvSpPr txBox="1"/>
              <p:nvPr/>
            </p:nvSpPr>
            <p:spPr>
              <a:xfrm>
                <a:off x="2458299" y="4825781"/>
                <a:ext cx="458388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Lucida Calligraphy" panose="03010101010101010101" pitchFamily="66" charset="0"/>
                        </a:rPr>
                        <m:t>h</m:t>
                      </m:r>
                    </m:oMath>
                  </m:oMathPara>
                </a14:m>
                <a:endParaRPr lang="en-US" sz="2000">
                  <a:solidFill>
                    <a:schemeClr val="accent4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88" name="文字方塊 10">
                <a:extLst>
                  <a:ext uri="{FF2B5EF4-FFF2-40B4-BE49-F238E27FC236}">
                    <a16:creationId xmlns:a16="http://schemas.microsoft.com/office/drawing/2014/main" id="{C540D514-5C10-88B2-BFB2-590CF43F6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299" y="4825781"/>
                <a:ext cx="458388" cy="4070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9" name="文字方塊 83">
                <a:extLst>
                  <a:ext uri="{FF2B5EF4-FFF2-40B4-BE49-F238E27FC236}">
                    <a16:creationId xmlns:a16="http://schemas.microsoft.com/office/drawing/2014/main" id="{F84F65D6-FC8C-13BE-E3CA-4DBC8571DB1A}"/>
                  </a:ext>
                </a:extLst>
              </p:cNvPr>
              <p:cNvSpPr txBox="1"/>
              <p:nvPr/>
            </p:nvSpPr>
            <p:spPr>
              <a:xfrm>
                <a:off x="2842750" y="4839926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89" name="文字方塊 83">
                <a:extLst>
                  <a:ext uri="{FF2B5EF4-FFF2-40B4-BE49-F238E27FC236}">
                    <a16:creationId xmlns:a16="http://schemas.microsoft.com/office/drawing/2014/main" id="{F84F65D6-FC8C-13BE-E3CA-4DBC8571D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2750" y="4839926"/>
                <a:ext cx="328449" cy="407099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0" name="文字方塊 10">
            <a:extLst>
              <a:ext uri="{FF2B5EF4-FFF2-40B4-BE49-F238E27FC236}">
                <a16:creationId xmlns:a16="http://schemas.microsoft.com/office/drawing/2014/main" id="{71F3E3D4-33D5-E5BA-F966-9614BB94EABA}"/>
              </a:ext>
            </a:extLst>
          </p:cNvPr>
          <p:cNvSpPr txBox="1"/>
          <p:nvPr/>
        </p:nvSpPr>
        <p:spPr>
          <a:xfrm>
            <a:off x="3136481" y="4839925"/>
            <a:ext cx="583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30</a:t>
            </a:r>
            <a:endParaRPr lang="en-US" sz="200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1" name="文字方塊 83">
                <a:extLst>
                  <a:ext uri="{FF2B5EF4-FFF2-40B4-BE49-F238E27FC236}">
                    <a16:creationId xmlns:a16="http://schemas.microsoft.com/office/drawing/2014/main" id="{7813BA4D-1F49-426E-E3FA-E8B705EFFA31}"/>
                  </a:ext>
                </a:extLst>
              </p:cNvPr>
              <p:cNvSpPr txBox="1"/>
              <p:nvPr/>
            </p:nvSpPr>
            <p:spPr>
              <a:xfrm>
                <a:off x="10590545" y="3345898"/>
                <a:ext cx="32844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16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91" name="文字方塊 83">
                <a:extLst>
                  <a:ext uri="{FF2B5EF4-FFF2-40B4-BE49-F238E27FC236}">
                    <a16:creationId xmlns:a16="http://schemas.microsoft.com/office/drawing/2014/main" id="{7813BA4D-1F49-426E-E3FA-E8B705EFF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0545" y="3345898"/>
                <a:ext cx="328449" cy="338554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2" name="文字方塊 10">
            <a:extLst>
              <a:ext uri="{FF2B5EF4-FFF2-40B4-BE49-F238E27FC236}">
                <a16:creationId xmlns:a16="http://schemas.microsoft.com/office/drawing/2014/main" id="{9E1134FD-315A-C9E2-3EB7-1EDDBD574852}"/>
              </a:ext>
            </a:extLst>
          </p:cNvPr>
          <p:cNvSpPr txBox="1"/>
          <p:nvPr/>
        </p:nvSpPr>
        <p:spPr>
          <a:xfrm>
            <a:off x="10770306" y="3358235"/>
            <a:ext cx="4682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30</a:t>
            </a:r>
            <a:endParaRPr lang="en-US" sz="160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3" name="文字方塊 260">
                <a:extLst>
                  <a:ext uri="{FF2B5EF4-FFF2-40B4-BE49-F238E27FC236}">
                    <a16:creationId xmlns:a16="http://schemas.microsoft.com/office/drawing/2014/main" id="{BB1051B1-8E7D-5EB9-E27C-77F46E6BFF65}"/>
                  </a:ext>
                </a:extLst>
              </p:cNvPr>
              <p:cNvSpPr txBox="1"/>
              <p:nvPr/>
            </p:nvSpPr>
            <p:spPr>
              <a:xfrm>
                <a:off x="243695" y="5169686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493" name="文字方塊 260">
                <a:extLst>
                  <a:ext uri="{FF2B5EF4-FFF2-40B4-BE49-F238E27FC236}">
                    <a16:creationId xmlns:a16="http://schemas.microsoft.com/office/drawing/2014/main" id="{BB1051B1-8E7D-5EB9-E27C-77F46E6BF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695" y="5169686"/>
                <a:ext cx="238419" cy="461665"/>
              </a:xfrm>
              <a:prstGeom prst="rect">
                <a:avLst/>
              </a:prstGeom>
              <a:blipFill>
                <a:blip r:embed="rId36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4" name="TextBox 15">
            <a:extLst>
              <a:ext uri="{FF2B5EF4-FFF2-40B4-BE49-F238E27FC236}">
                <a16:creationId xmlns:a16="http://schemas.microsoft.com/office/drawing/2014/main" id="{B36F5AF3-335C-F5B2-3F4E-04398EDBDF00}"/>
              </a:ext>
            </a:extLst>
          </p:cNvPr>
          <p:cNvSpPr txBox="1"/>
          <p:nvPr/>
        </p:nvSpPr>
        <p:spPr>
          <a:xfrm>
            <a:off x="496343" y="5178298"/>
            <a:ext cx="3295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rPr>
              <a:t>The height of the vessel</a:t>
            </a:r>
            <a:endParaRPr lang="zh-TW" altLang="en-US" sz="2000" b="1">
              <a:solidFill>
                <a:srgbClr val="0070C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5" name="文字方塊 83">
                <a:extLst>
                  <a:ext uri="{FF2B5EF4-FFF2-40B4-BE49-F238E27FC236}">
                    <a16:creationId xmlns:a16="http://schemas.microsoft.com/office/drawing/2014/main" id="{B4B02D11-F876-FC5C-F21B-A11E14488A42}"/>
                  </a:ext>
                </a:extLst>
              </p:cNvPr>
              <p:cNvSpPr txBox="1"/>
              <p:nvPr/>
            </p:nvSpPr>
            <p:spPr>
              <a:xfrm>
                <a:off x="3791004" y="5178070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95" name="文字方塊 83">
                <a:extLst>
                  <a:ext uri="{FF2B5EF4-FFF2-40B4-BE49-F238E27FC236}">
                    <a16:creationId xmlns:a16="http://schemas.microsoft.com/office/drawing/2014/main" id="{B4B02D11-F876-FC5C-F21B-A11E14488A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004" y="5178070"/>
                <a:ext cx="328449" cy="407099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6" name="TextBox 15">
            <a:extLst>
              <a:ext uri="{FF2B5EF4-FFF2-40B4-BE49-F238E27FC236}">
                <a16:creationId xmlns:a16="http://schemas.microsoft.com/office/drawing/2014/main" id="{0CDAB731-635E-2A6D-1790-5406F498D42C}"/>
              </a:ext>
            </a:extLst>
          </p:cNvPr>
          <p:cNvSpPr txBox="1"/>
          <p:nvPr/>
        </p:nvSpPr>
        <p:spPr>
          <a:xfrm>
            <a:off x="4063547" y="5227119"/>
            <a:ext cx="3795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The height of the cylinder</a:t>
            </a:r>
            <a:endParaRPr lang="zh-TW" altLang="en-US" sz="2000" b="1">
              <a:solidFill>
                <a:schemeClr val="accent4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7" name="文字方塊 16">
                <a:extLst>
                  <a:ext uri="{FF2B5EF4-FFF2-40B4-BE49-F238E27FC236}">
                    <a16:creationId xmlns:a16="http://schemas.microsoft.com/office/drawing/2014/main" id="{EE5D7E8E-F8E0-97B5-41B1-92913E62C588}"/>
                  </a:ext>
                </a:extLst>
              </p:cNvPr>
              <p:cNvSpPr txBox="1"/>
              <p:nvPr/>
            </p:nvSpPr>
            <p:spPr>
              <a:xfrm>
                <a:off x="7700886" y="523128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97" name="文字方塊 16">
                <a:extLst>
                  <a:ext uri="{FF2B5EF4-FFF2-40B4-BE49-F238E27FC236}">
                    <a16:creationId xmlns:a16="http://schemas.microsoft.com/office/drawing/2014/main" id="{EE5D7E8E-F8E0-97B5-41B1-92913E62C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0886" y="5231287"/>
                <a:ext cx="295688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8" name="TextBox 15">
            <a:extLst>
              <a:ext uri="{FF2B5EF4-FFF2-40B4-BE49-F238E27FC236}">
                <a16:creationId xmlns:a16="http://schemas.microsoft.com/office/drawing/2014/main" id="{0FA9ADBD-7923-EBF5-AA3F-5ADAD40FDC2A}"/>
              </a:ext>
            </a:extLst>
          </p:cNvPr>
          <p:cNvSpPr txBox="1"/>
          <p:nvPr/>
        </p:nvSpPr>
        <p:spPr>
          <a:xfrm>
            <a:off x="7924573" y="5231286"/>
            <a:ext cx="4123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The radius of the hemisphere</a:t>
            </a:r>
            <a:endParaRPr lang="zh-TW" altLang="en-US" sz="2000" b="1">
              <a:solidFill>
                <a:srgbClr val="FF0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9" name="文字方塊 83">
                <a:extLst>
                  <a:ext uri="{FF2B5EF4-FFF2-40B4-BE49-F238E27FC236}">
                    <a16:creationId xmlns:a16="http://schemas.microsoft.com/office/drawing/2014/main" id="{974AD5F2-C136-41D7-7901-2135E17922EC}"/>
                  </a:ext>
                </a:extLst>
              </p:cNvPr>
              <p:cNvSpPr txBox="1"/>
              <p:nvPr/>
            </p:nvSpPr>
            <p:spPr>
              <a:xfrm>
                <a:off x="3791004" y="5741292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99" name="文字方塊 83">
                <a:extLst>
                  <a:ext uri="{FF2B5EF4-FFF2-40B4-BE49-F238E27FC236}">
                    <a16:creationId xmlns:a16="http://schemas.microsoft.com/office/drawing/2014/main" id="{974AD5F2-C136-41D7-7901-2135E1792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1004" y="5741292"/>
                <a:ext cx="328449" cy="40709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0" name="弧形 258">
            <a:extLst>
              <a:ext uri="{FF2B5EF4-FFF2-40B4-BE49-F238E27FC236}">
                <a16:creationId xmlns:a16="http://schemas.microsoft.com/office/drawing/2014/main" id="{A337CE5C-D05B-0F9C-D945-68B738B9EEA7}"/>
              </a:ext>
            </a:extLst>
          </p:cNvPr>
          <p:cNvSpPr/>
          <p:nvPr/>
        </p:nvSpPr>
        <p:spPr>
          <a:xfrm rot="10957079">
            <a:off x="4211591" y="5652898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501" name="文字方塊 10">
            <a:extLst>
              <a:ext uri="{FF2B5EF4-FFF2-40B4-BE49-F238E27FC236}">
                <a16:creationId xmlns:a16="http://schemas.microsoft.com/office/drawing/2014/main" id="{959E16D9-736C-FDA7-58F2-773EE9B424F7}"/>
              </a:ext>
            </a:extLst>
          </p:cNvPr>
          <p:cNvSpPr txBox="1"/>
          <p:nvPr/>
        </p:nvSpPr>
        <p:spPr>
          <a:xfrm>
            <a:off x="4275792" y="5773622"/>
            <a:ext cx="583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30</a:t>
            </a:r>
            <a:endParaRPr lang="en-US" sz="200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2" name="文字方塊 16">
                <a:extLst>
                  <a:ext uri="{FF2B5EF4-FFF2-40B4-BE49-F238E27FC236}">
                    <a16:creationId xmlns:a16="http://schemas.microsoft.com/office/drawing/2014/main" id="{B508BA3A-7095-ADB9-FE0D-F2069AEE9908}"/>
                  </a:ext>
                </a:extLst>
              </p:cNvPr>
              <p:cNvSpPr txBox="1"/>
              <p:nvPr/>
            </p:nvSpPr>
            <p:spPr>
              <a:xfrm>
                <a:off x="4711636" y="577362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02" name="文字方塊 16">
                <a:extLst>
                  <a:ext uri="{FF2B5EF4-FFF2-40B4-BE49-F238E27FC236}">
                    <a16:creationId xmlns:a16="http://schemas.microsoft.com/office/drawing/2014/main" id="{B508BA3A-7095-ADB9-FE0D-F2069AEE9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636" y="5773622"/>
                <a:ext cx="295688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3" name="Group 502">
            <a:extLst>
              <a:ext uri="{FF2B5EF4-FFF2-40B4-BE49-F238E27FC236}">
                <a16:creationId xmlns:a16="http://schemas.microsoft.com/office/drawing/2014/main" id="{91866796-409E-0FD2-F23B-2F3AC25DB5C7}"/>
              </a:ext>
            </a:extLst>
          </p:cNvPr>
          <p:cNvGrpSpPr/>
          <p:nvPr/>
        </p:nvGrpSpPr>
        <p:grpSpPr>
          <a:xfrm>
            <a:off x="5002774" y="5634010"/>
            <a:ext cx="569234" cy="740732"/>
            <a:chOff x="3299467" y="5115225"/>
            <a:chExt cx="425908" cy="740732"/>
          </a:xfrm>
        </p:grpSpPr>
        <p:sp>
          <p:nvSpPr>
            <p:cNvPr id="504" name="文字方塊 255">
              <a:extLst>
                <a:ext uri="{FF2B5EF4-FFF2-40B4-BE49-F238E27FC236}">
                  <a16:creationId xmlns:a16="http://schemas.microsoft.com/office/drawing/2014/main" id="{735356B2-33AC-FA3D-8255-721363FB355E}"/>
                </a:ext>
              </a:extLst>
            </p:cNvPr>
            <p:cNvSpPr txBox="1"/>
            <p:nvPr/>
          </p:nvSpPr>
          <p:spPr>
            <a:xfrm>
              <a:off x="3299467" y="5115225"/>
              <a:ext cx="4071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30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cxnSp>
          <p:nvCxnSpPr>
            <p:cNvPr id="505" name="直線接點 256">
              <a:extLst>
                <a:ext uri="{FF2B5EF4-FFF2-40B4-BE49-F238E27FC236}">
                  <a16:creationId xmlns:a16="http://schemas.microsoft.com/office/drawing/2014/main" id="{8CBAE4F9-81CF-4EA1-5F6A-729E20E1BC8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357935" y="5471206"/>
              <a:ext cx="312810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06" name="文字方塊 257">
              <a:extLst>
                <a:ext uri="{FF2B5EF4-FFF2-40B4-BE49-F238E27FC236}">
                  <a16:creationId xmlns:a16="http://schemas.microsoft.com/office/drawing/2014/main" id="{D9458917-C786-E5BF-AA99-D3495B63B0E9}"/>
                </a:ext>
              </a:extLst>
            </p:cNvPr>
            <p:cNvSpPr txBox="1"/>
            <p:nvPr/>
          </p:nvSpPr>
          <p:spPr>
            <a:xfrm>
              <a:off x="3367585" y="5455847"/>
              <a:ext cx="3577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515" name="弧形 259">
            <a:extLst>
              <a:ext uri="{FF2B5EF4-FFF2-40B4-BE49-F238E27FC236}">
                <a16:creationId xmlns:a16="http://schemas.microsoft.com/office/drawing/2014/main" id="{A54D8862-B1C6-661F-A5F5-94250C54A09D}"/>
              </a:ext>
            </a:extLst>
          </p:cNvPr>
          <p:cNvSpPr/>
          <p:nvPr/>
        </p:nvSpPr>
        <p:spPr>
          <a:xfrm rot="235127">
            <a:off x="5308382" y="5669500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516" name="文字方塊 249">
            <a:extLst>
              <a:ext uri="{FF2B5EF4-FFF2-40B4-BE49-F238E27FC236}">
                <a16:creationId xmlns:a16="http://schemas.microsoft.com/office/drawing/2014/main" id="{5AAB8F73-E5D6-1B30-1DE4-4FDA975C8D39}"/>
              </a:ext>
            </a:extLst>
          </p:cNvPr>
          <p:cNvSpPr txBox="1"/>
          <p:nvPr/>
        </p:nvSpPr>
        <p:spPr>
          <a:xfrm>
            <a:off x="5540716" y="5798706"/>
            <a:ext cx="673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cm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7" name="文字方塊 83">
                <a:extLst>
                  <a:ext uri="{FF2B5EF4-FFF2-40B4-BE49-F238E27FC236}">
                    <a16:creationId xmlns:a16="http://schemas.microsoft.com/office/drawing/2014/main" id="{95975BE2-8D84-AEA4-D593-BB28C51441C7}"/>
                  </a:ext>
                </a:extLst>
              </p:cNvPr>
              <p:cNvSpPr txBox="1"/>
              <p:nvPr/>
            </p:nvSpPr>
            <p:spPr>
              <a:xfrm>
                <a:off x="6185099" y="5791717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17" name="文字方塊 83">
                <a:extLst>
                  <a:ext uri="{FF2B5EF4-FFF2-40B4-BE49-F238E27FC236}">
                    <a16:creationId xmlns:a16="http://schemas.microsoft.com/office/drawing/2014/main" id="{95975BE2-8D84-AEA4-D593-BB28C5144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099" y="5791717"/>
                <a:ext cx="328449" cy="407099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8" name="文字方塊 10">
            <a:extLst>
              <a:ext uri="{FF2B5EF4-FFF2-40B4-BE49-F238E27FC236}">
                <a16:creationId xmlns:a16="http://schemas.microsoft.com/office/drawing/2014/main" id="{847A7B51-2B1A-4661-5313-3B448BDEA6F6}"/>
              </a:ext>
            </a:extLst>
          </p:cNvPr>
          <p:cNvSpPr txBox="1"/>
          <p:nvPr/>
        </p:nvSpPr>
        <p:spPr>
          <a:xfrm>
            <a:off x="6478830" y="5791716"/>
            <a:ext cx="583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Handwriting" panose="03010101010101010101" pitchFamily="66" charset="0"/>
              </a:rPr>
              <a:t>45</a:t>
            </a:r>
            <a:endParaRPr lang="en-US" sz="2000">
              <a:solidFill>
                <a:srgbClr val="0070C0"/>
              </a:solidFill>
            </a:endParaRPr>
          </a:p>
        </p:txBody>
      </p:sp>
      <p:sp>
        <p:nvSpPr>
          <p:cNvPr id="519" name="文字方塊 249">
            <a:extLst>
              <a:ext uri="{FF2B5EF4-FFF2-40B4-BE49-F238E27FC236}">
                <a16:creationId xmlns:a16="http://schemas.microsoft.com/office/drawing/2014/main" id="{D3EA2EB5-D128-5950-4ABC-9C447CA799B5}"/>
              </a:ext>
            </a:extLst>
          </p:cNvPr>
          <p:cNvSpPr txBox="1"/>
          <p:nvPr/>
        </p:nvSpPr>
        <p:spPr>
          <a:xfrm>
            <a:off x="6793073" y="5798706"/>
            <a:ext cx="6735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rPr>
              <a:t> cm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0" name="文字方塊 83">
                <a:extLst>
                  <a:ext uri="{FF2B5EF4-FFF2-40B4-BE49-F238E27FC236}">
                    <a16:creationId xmlns:a16="http://schemas.microsoft.com/office/drawing/2014/main" id="{7F6C4383-E966-61CF-4BC8-A12277A41149}"/>
                  </a:ext>
                </a:extLst>
              </p:cNvPr>
              <p:cNvSpPr txBox="1"/>
              <p:nvPr/>
            </p:nvSpPr>
            <p:spPr>
              <a:xfrm>
                <a:off x="7435420" y="5783352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20" name="文字方塊 83">
                <a:extLst>
                  <a:ext uri="{FF2B5EF4-FFF2-40B4-BE49-F238E27FC236}">
                    <a16:creationId xmlns:a16="http://schemas.microsoft.com/office/drawing/2014/main" id="{7F6C4383-E966-61CF-4BC8-A12277A411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5420" y="5783352"/>
                <a:ext cx="328449" cy="407099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1" name="文字方塊 10">
            <a:extLst>
              <a:ext uri="{FF2B5EF4-FFF2-40B4-BE49-F238E27FC236}">
                <a16:creationId xmlns:a16="http://schemas.microsoft.com/office/drawing/2014/main" id="{0D1E3660-2B22-6908-184D-DBE466FCBE01}"/>
              </a:ext>
            </a:extLst>
          </p:cNvPr>
          <p:cNvSpPr txBox="1"/>
          <p:nvPr/>
        </p:nvSpPr>
        <p:spPr>
          <a:xfrm>
            <a:off x="7729151" y="5783351"/>
            <a:ext cx="583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40</a:t>
            </a:r>
            <a:endParaRPr lang="en-US" sz="2000">
              <a:solidFill>
                <a:srgbClr val="FFC000"/>
              </a:solidFill>
            </a:endParaRPr>
          </a:p>
        </p:txBody>
      </p:sp>
      <p:sp>
        <p:nvSpPr>
          <p:cNvPr id="522" name="文字方塊 249">
            <a:extLst>
              <a:ext uri="{FF2B5EF4-FFF2-40B4-BE49-F238E27FC236}">
                <a16:creationId xmlns:a16="http://schemas.microsoft.com/office/drawing/2014/main" id="{907321E8-66C7-00E6-1BBA-52E15AA4A764}"/>
              </a:ext>
            </a:extLst>
          </p:cNvPr>
          <p:cNvSpPr txBox="1"/>
          <p:nvPr/>
        </p:nvSpPr>
        <p:spPr>
          <a:xfrm>
            <a:off x="8043394" y="5790341"/>
            <a:ext cx="673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 cm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3" name="文字方塊 260">
                <a:extLst>
                  <a:ext uri="{FF2B5EF4-FFF2-40B4-BE49-F238E27FC236}">
                    <a16:creationId xmlns:a16="http://schemas.microsoft.com/office/drawing/2014/main" id="{078D6FDB-4E86-B4DB-B8DE-A2770F8ABDB6}"/>
                  </a:ext>
                </a:extLst>
              </p:cNvPr>
              <p:cNvSpPr txBox="1"/>
              <p:nvPr/>
            </p:nvSpPr>
            <p:spPr>
              <a:xfrm>
                <a:off x="274428" y="6314715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523" name="文字方塊 260">
                <a:extLst>
                  <a:ext uri="{FF2B5EF4-FFF2-40B4-BE49-F238E27FC236}">
                    <a16:creationId xmlns:a16="http://schemas.microsoft.com/office/drawing/2014/main" id="{078D6FDB-4E86-B4DB-B8DE-A2770F8AB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428" y="6314715"/>
                <a:ext cx="238419" cy="461665"/>
              </a:xfrm>
              <a:prstGeom prst="rect">
                <a:avLst/>
              </a:prstGeom>
              <a:blipFill>
                <a:blip r:embed="rId43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4" name="TextBox 15">
            <a:extLst>
              <a:ext uri="{FF2B5EF4-FFF2-40B4-BE49-F238E27FC236}">
                <a16:creationId xmlns:a16="http://schemas.microsoft.com/office/drawing/2014/main" id="{BA031044-C1C5-9995-877C-684E971219CA}"/>
              </a:ext>
            </a:extLst>
          </p:cNvPr>
          <p:cNvSpPr txBox="1"/>
          <p:nvPr/>
        </p:nvSpPr>
        <p:spPr>
          <a:xfrm>
            <a:off x="496343" y="6377939"/>
            <a:ext cx="63488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rPr>
              <a:t>The height of the vessel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is not less than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40</a:t>
            </a:r>
            <a:r>
              <a:rPr lang="en-US" sz="2000">
                <a:solidFill>
                  <a:srgbClr val="FFC000"/>
                </a:solidFill>
              </a:rPr>
              <a:t>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cm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rPr>
              <a:t> </a:t>
            </a:r>
            <a:endParaRPr lang="zh-TW" altLang="en-US" sz="2000" b="1">
              <a:solidFill>
                <a:srgbClr val="0070C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25" name="筆跡 11">
                <a:extLst>
                  <a:ext uri="{FF2B5EF4-FFF2-40B4-BE49-F238E27FC236}">
                    <a16:creationId xmlns:a16="http://schemas.microsoft.com/office/drawing/2014/main" id="{04C6C98D-CF42-CB13-4FBB-D2BD8F894F41}"/>
                  </a:ext>
                </a:extLst>
              </p14:cNvPr>
              <p14:cNvContentPartPr/>
              <p14:nvPr/>
            </p14:nvContentPartPr>
            <p14:xfrm>
              <a:off x="7505765" y="315752"/>
              <a:ext cx="1211211" cy="45719"/>
            </p14:xfrm>
          </p:contentPart>
        </mc:Choice>
        <mc:Fallback>
          <p:pic>
            <p:nvPicPr>
              <p:cNvPr id="525" name="筆跡 11">
                <a:extLst>
                  <a:ext uri="{FF2B5EF4-FFF2-40B4-BE49-F238E27FC236}">
                    <a16:creationId xmlns:a16="http://schemas.microsoft.com/office/drawing/2014/main" id="{04C6C98D-CF42-CB13-4FBB-D2BD8F894F4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451741" y="-13399948"/>
                <a:ext cx="1318898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9458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0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5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8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1"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0" fill="hold">
                      <p:stCondLst>
                        <p:cond delay="indefinite"/>
                      </p:stCondLst>
                      <p:childTnLst>
                        <p:par>
                          <p:cTn id="281" fill="hold">
                            <p:stCondLst>
                              <p:cond delay="0"/>
                            </p:stCondLst>
                            <p:childTnLst>
                              <p:par>
                                <p:cTn id="2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4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7" dur="5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2" dur="5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5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8" dur="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3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6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9"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2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7"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0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3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8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1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6"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9"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0" grpId="0" animBg="1"/>
      <p:bldP spid="23" grpId="0" animBg="1"/>
      <p:bldP spid="24" grpId="0"/>
      <p:bldP spid="25" grpId="0"/>
      <p:bldP spid="26" grpId="0"/>
      <p:bldP spid="27" grpId="0"/>
      <p:bldP spid="30" grpId="0" animBg="1"/>
      <p:bldP spid="32" grpId="0"/>
      <p:bldP spid="33" grpId="0"/>
      <p:bldP spid="34" grpId="0"/>
      <p:bldP spid="35" grpId="0"/>
      <p:bldP spid="36" grpId="0"/>
      <p:bldP spid="37" grpId="0"/>
      <p:bldP spid="38" grpId="0"/>
      <p:bldP spid="474" grpId="0" animBg="1"/>
      <p:bldP spid="44" grpId="0"/>
      <p:bldP spid="50" grpId="0"/>
      <p:bldP spid="51" grpId="0"/>
      <p:bldP spid="52" grpId="0"/>
      <p:bldP spid="61" grpId="0"/>
      <p:bldP spid="452" grpId="0"/>
      <p:bldP spid="453" grpId="0"/>
      <p:bldP spid="454" grpId="0"/>
      <p:bldP spid="461" grpId="0"/>
      <p:bldP spid="463" grpId="0"/>
      <p:bldP spid="464" grpId="0"/>
      <p:bldP spid="465" grpId="0" animBg="1"/>
      <p:bldP spid="469" grpId="0"/>
      <p:bldP spid="470" grpId="0"/>
      <p:bldP spid="471" grpId="0"/>
      <p:bldP spid="480" grpId="0"/>
      <p:bldP spid="481" grpId="0"/>
      <p:bldP spid="482" grpId="0"/>
      <p:bldP spid="483" grpId="0"/>
      <p:bldP spid="484" grpId="0"/>
      <p:bldP spid="485" grpId="0"/>
      <p:bldP spid="486" grpId="0"/>
      <p:bldP spid="487" grpId="0"/>
      <p:bldP spid="488" grpId="0"/>
      <p:bldP spid="489" grpId="0"/>
      <p:bldP spid="490" grpId="0"/>
      <p:bldP spid="491" grpId="0"/>
      <p:bldP spid="492" grpId="0"/>
      <p:bldP spid="493" grpId="0"/>
      <p:bldP spid="494" grpId="0"/>
      <p:bldP spid="495" grpId="0"/>
      <p:bldP spid="496" grpId="0"/>
      <p:bldP spid="497" grpId="0"/>
      <p:bldP spid="498" grpId="0"/>
      <p:bldP spid="499" grpId="0"/>
      <p:bldP spid="500" grpId="0" animBg="1"/>
      <p:bldP spid="501" grpId="0"/>
      <p:bldP spid="502" grpId="0"/>
      <p:bldP spid="515" grpId="0" animBg="1"/>
      <p:bldP spid="516" grpId="0"/>
      <p:bldP spid="517" grpId="0"/>
      <p:bldP spid="518" grpId="0"/>
      <p:bldP spid="519" grpId="0"/>
      <p:bldP spid="520" grpId="0"/>
      <p:bldP spid="521" grpId="0"/>
      <p:bldP spid="522" grpId="0"/>
      <p:bldP spid="523" grpId="0"/>
      <p:bldP spid="5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Picture 525">
            <a:extLst>
              <a:ext uri="{FF2B5EF4-FFF2-40B4-BE49-F238E27FC236}">
                <a16:creationId xmlns:a16="http://schemas.microsoft.com/office/drawing/2014/main" id="{14A932BD-3CDC-D5F6-E4F1-1D39EB0330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2" t="3236" b="65081"/>
          <a:stretch>
            <a:fillRect/>
          </a:stretch>
        </p:blipFill>
        <p:spPr>
          <a:xfrm>
            <a:off x="191143" y="149714"/>
            <a:ext cx="11307043" cy="15634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77B75A-B914-0B9A-4BD5-95905339A2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981" t="34387"/>
          <a:stretch>
            <a:fillRect/>
          </a:stretch>
        </p:blipFill>
        <p:spPr>
          <a:xfrm>
            <a:off x="8618483" y="1810098"/>
            <a:ext cx="3445305" cy="32378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36C89C-45ED-8B5A-6978-72E61683E6A2}"/>
              </a:ext>
            </a:extLst>
          </p:cNvPr>
          <p:cNvSpPr txBox="1"/>
          <p:nvPr/>
        </p:nvSpPr>
        <p:spPr>
          <a:xfrm>
            <a:off x="128212" y="1713186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/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ED4050EE-CD5D-8E2A-D00A-291659B92B2B}"/>
              </a:ext>
            </a:extLst>
          </p:cNvPr>
          <p:cNvSpPr txBox="1"/>
          <p:nvPr/>
        </p:nvSpPr>
        <p:spPr>
          <a:xfrm>
            <a:off x="620187" y="1713186"/>
            <a:ext cx="539412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l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be the slant height of the cone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筆跡 4">
                <a:extLst>
                  <a:ext uri="{FF2B5EF4-FFF2-40B4-BE49-F238E27FC236}">
                    <a16:creationId xmlns:a16="http://schemas.microsoft.com/office/drawing/2014/main" id="{385CEF7B-36C5-C903-5D05-C5B911F0EC8B}"/>
                  </a:ext>
                </a:extLst>
              </p14:cNvPr>
              <p14:cNvContentPartPr/>
              <p14:nvPr/>
            </p14:nvContentPartPr>
            <p14:xfrm>
              <a:off x="6215194" y="364087"/>
              <a:ext cx="763675" cy="45719"/>
            </p14:xfrm>
          </p:contentPart>
        </mc:Choice>
        <mc:Fallback>
          <p:pic>
            <p:nvPicPr>
              <p:cNvPr id="9" name="筆跡 4">
                <a:extLst>
                  <a:ext uri="{FF2B5EF4-FFF2-40B4-BE49-F238E27FC236}">
                    <a16:creationId xmlns:a16="http://schemas.microsoft.com/office/drawing/2014/main" id="{385CEF7B-36C5-C903-5D05-C5B911F0EC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61186" y="-13351613"/>
                <a:ext cx="87133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筆跡 4">
                <a:extLst>
                  <a:ext uri="{FF2B5EF4-FFF2-40B4-BE49-F238E27FC236}">
                    <a16:creationId xmlns:a16="http://schemas.microsoft.com/office/drawing/2014/main" id="{AE9D3C20-315D-1B86-E17C-3E40D50555BA}"/>
                  </a:ext>
                </a:extLst>
              </p14:cNvPr>
              <p14:cNvContentPartPr/>
              <p14:nvPr/>
            </p14:nvContentPartPr>
            <p14:xfrm>
              <a:off x="693815" y="695163"/>
              <a:ext cx="704062" cy="45719"/>
            </p14:xfrm>
          </p:contentPart>
        </mc:Choice>
        <mc:Fallback>
          <p:pic>
            <p:nvPicPr>
              <p:cNvPr id="10" name="筆跡 4">
                <a:extLst>
                  <a:ext uri="{FF2B5EF4-FFF2-40B4-BE49-F238E27FC236}">
                    <a16:creationId xmlns:a16="http://schemas.microsoft.com/office/drawing/2014/main" id="{AE9D3C20-315D-1B86-E17C-3E40D50555B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9795" y="-13020537"/>
                <a:ext cx="81174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筆跡 4">
                <a:extLst>
                  <a:ext uri="{FF2B5EF4-FFF2-40B4-BE49-F238E27FC236}">
                    <a16:creationId xmlns:a16="http://schemas.microsoft.com/office/drawing/2014/main" id="{6FF2B818-F299-DE72-4790-98CEFE14BC00}"/>
                  </a:ext>
                </a:extLst>
              </p14:cNvPr>
              <p14:cNvContentPartPr/>
              <p14:nvPr/>
            </p14:nvContentPartPr>
            <p14:xfrm>
              <a:off x="2103320" y="718022"/>
              <a:ext cx="3151852" cy="45719"/>
            </p14:xfrm>
          </p:contentPart>
        </mc:Choice>
        <mc:Fallback>
          <p:pic>
            <p:nvPicPr>
              <p:cNvPr id="11" name="筆跡 4">
                <a:extLst>
                  <a:ext uri="{FF2B5EF4-FFF2-40B4-BE49-F238E27FC236}">
                    <a16:creationId xmlns:a16="http://schemas.microsoft.com/office/drawing/2014/main" id="{6FF2B818-F299-DE72-4790-98CEFE14BC0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49294" y="-12997678"/>
                <a:ext cx="325954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筆跡 4">
                <a:extLst>
                  <a:ext uri="{FF2B5EF4-FFF2-40B4-BE49-F238E27FC236}">
                    <a16:creationId xmlns:a16="http://schemas.microsoft.com/office/drawing/2014/main" id="{F0185CF4-CB18-C229-559D-E4486953F630}"/>
                  </a:ext>
                </a:extLst>
              </p14:cNvPr>
              <p14:cNvContentPartPr/>
              <p14:nvPr/>
            </p14:nvContentPartPr>
            <p14:xfrm>
              <a:off x="2213679" y="1094563"/>
              <a:ext cx="2253218" cy="45719"/>
            </p14:xfrm>
          </p:contentPart>
        </mc:Choice>
        <mc:Fallback>
          <p:pic>
            <p:nvPicPr>
              <p:cNvPr id="12" name="筆跡 4">
                <a:extLst>
                  <a:ext uri="{FF2B5EF4-FFF2-40B4-BE49-F238E27FC236}">
                    <a16:creationId xmlns:a16="http://schemas.microsoft.com/office/drawing/2014/main" id="{F0185CF4-CB18-C229-559D-E4486953F63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59654" y="-12621137"/>
                <a:ext cx="2360909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653AB58-2E7E-BD68-BADF-7C52288806F0}"/>
              </a:ext>
            </a:extLst>
          </p:cNvPr>
          <p:cNvCxnSpPr/>
          <p:nvPr/>
        </p:nvCxnSpPr>
        <p:spPr>
          <a:xfrm>
            <a:off x="10195034" y="1954924"/>
            <a:ext cx="1219200" cy="704193"/>
          </a:xfrm>
          <a:prstGeom prst="line">
            <a:avLst/>
          </a:prstGeom>
          <a:ln w="28575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2599417-65E7-5725-227F-038609BAD3DE}"/>
              </a:ext>
            </a:extLst>
          </p:cNvPr>
          <p:cNvSpPr txBox="1"/>
          <p:nvPr/>
        </p:nvSpPr>
        <p:spPr>
          <a:xfrm>
            <a:off x="10804634" y="1954924"/>
            <a:ext cx="231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l</a:t>
            </a:r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7" name="筆跡 4">
                <a:extLst>
                  <a:ext uri="{FF2B5EF4-FFF2-40B4-BE49-F238E27FC236}">
                    <a16:creationId xmlns:a16="http://schemas.microsoft.com/office/drawing/2014/main" id="{98E61104-E29F-B767-0866-C6EBECB71C95}"/>
                  </a:ext>
                </a:extLst>
              </p14:cNvPr>
              <p14:cNvContentPartPr/>
              <p14:nvPr/>
            </p14:nvContentPartPr>
            <p14:xfrm>
              <a:off x="11414235" y="2975908"/>
              <a:ext cx="649554" cy="45719"/>
            </p14:xfrm>
          </p:contentPart>
        </mc:Choice>
        <mc:Fallback>
          <p:pic>
            <p:nvPicPr>
              <p:cNvPr id="17" name="筆跡 4">
                <a:extLst>
                  <a:ext uri="{FF2B5EF4-FFF2-40B4-BE49-F238E27FC236}">
                    <a16:creationId xmlns:a16="http://schemas.microsoft.com/office/drawing/2014/main" id="{98E61104-E29F-B767-0866-C6EBECB71C9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360226" y="-10739792"/>
                <a:ext cx="757213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1DF719D-D063-D579-31A1-7508ECE865D4}"/>
              </a:ext>
            </a:extLst>
          </p:cNvPr>
          <p:cNvCxnSpPr>
            <a:cxnSpLocks/>
          </p:cNvCxnSpPr>
          <p:nvPr/>
        </p:nvCxnSpPr>
        <p:spPr>
          <a:xfrm>
            <a:off x="10195034" y="2669530"/>
            <a:ext cx="1259155" cy="0"/>
          </a:xfrm>
          <a:prstGeom prst="line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DFB648C-5F2C-A54F-197F-AF9148B78D64}"/>
              </a:ext>
            </a:extLst>
          </p:cNvPr>
          <p:cNvCxnSpPr>
            <a:cxnSpLocks/>
          </p:cNvCxnSpPr>
          <p:nvPr/>
        </p:nvCxnSpPr>
        <p:spPr>
          <a:xfrm>
            <a:off x="10290670" y="3799393"/>
            <a:ext cx="1123564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2" name="筆跡 4">
                <a:extLst>
                  <a:ext uri="{FF2B5EF4-FFF2-40B4-BE49-F238E27FC236}">
                    <a16:creationId xmlns:a16="http://schemas.microsoft.com/office/drawing/2014/main" id="{7A26C4E7-42CC-1D5C-62EC-C6F6FC9963BF}"/>
                  </a:ext>
                </a:extLst>
              </p14:cNvPr>
              <p14:cNvContentPartPr/>
              <p14:nvPr/>
            </p14:nvContentPartPr>
            <p14:xfrm>
              <a:off x="10568217" y="3682359"/>
              <a:ext cx="467645" cy="45719"/>
            </p14:xfrm>
          </p:contentPart>
        </mc:Choice>
        <mc:Fallback>
          <p:pic>
            <p:nvPicPr>
              <p:cNvPr id="22" name="筆跡 4">
                <a:extLst>
                  <a:ext uri="{FF2B5EF4-FFF2-40B4-BE49-F238E27FC236}">
                    <a16:creationId xmlns:a16="http://schemas.microsoft.com/office/drawing/2014/main" id="{7A26C4E7-42CC-1D5C-62EC-C6F6FC9963B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514216" y="-10033341"/>
                <a:ext cx="575286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15">
            <a:extLst>
              <a:ext uri="{FF2B5EF4-FFF2-40B4-BE49-F238E27FC236}">
                <a16:creationId xmlns:a16="http://schemas.microsoft.com/office/drawing/2014/main" id="{FB6B008D-93B1-2491-D387-2432CD8A1EC4}"/>
              </a:ext>
            </a:extLst>
          </p:cNvPr>
          <p:cNvSpPr txBox="1"/>
          <p:nvPr/>
        </p:nvSpPr>
        <p:spPr>
          <a:xfrm>
            <a:off x="589922" y="2240890"/>
            <a:ext cx="41933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Total surface area of the cone</a:t>
            </a:r>
            <a:endParaRPr lang="zh-TW" altLang="en-US" sz="2000" b="1"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83">
                <a:extLst>
                  <a:ext uri="{FF2B5EF4-FFF2-40B4-BE49-F238E27FC236}">
                    <a16:creationId xmlns:a16="http://schemas.microsoft.com/office/drawing/2014/main" id="{3BEC18B2-426D-33A5-51B9-A2FD403A4283}"/>
                  </a:ext>
                </a:extLst>
              </p:cNvPr>
              <p:cNvSpPr txBox="1"/>
              <p:nvPr/>
            </p:nvSpPr>
            <p:spPr>
              <a:xfrm>
                <a:off x="332623" y="2666035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83">
                <a:extLst>
                  <a:ext uri="{FF2B5EF4-FFF2-40B4-BE49-F238E27FC236}">
                    <a16:creationId xmlns:a16="http://schemas.microsoft.com/office/drawing/2014/main" id="{3BEC18B2-426D-33A5-51B9-A2FD403A4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23" y="2666035"/>
                <a:ext cx="328449" cy="40709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字方塊 242">
                <a:extLst>
                  <a:ext uri="{FF2B5EF4-FFF2-40B4-BE49-F238E27FC236}">
                    <a16:creationId xmlns:a16="http://schemas.microsoft.com/office/drawing/2014/main" id="{A64BDCAC-4304-CC15-7EC4-848B11CF5EC6}"/>
                  </a:ext>
                </a:extLst>
              </p:cNvPr>
              <p:cNvSpPr txBox="1"/>
              <p:nvPr/>
            </p:nvSpPr>
            <p:spPr>
              <a:xfrm>
                <a:off x="620187" y="2669530"/>
                <a:ext cx="5255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 </a:t>
                </a:r>
              </a:p>
            </p:txBody>
          </p:sp>
        </mc:Choice>
        <mc:Fallback>
          <p:sp>
            <p:nvSpPr>
              <p:cNvPr id="25" name="文字方塊 242">
                <a:extLst>
                  <a:ext uri="{FF2B5EF4-FFF2-40B4-BE49-F238E27FC236}">
                    <a16:creationId xmlns:a16="http://schemas.microsoft.com/office/drawing/2014/main" id="{A64BDCAC-4304-CC15-7EC4-848B11CF5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87" y="2669530"/>
                <a:ext cx="525516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44">
                <a:extLst>
                  <a:ext uri="{FF2B5EF4-FFF2-40B4-BE49-F238E27FC236}">
                    <a16:creationId xmlns:a16="http://schemas.microsoft.com/office/drawing/2014/main" id="{795B48B5-3DAA-57B7-B8D2-705B1B0AD501}"/>
                  </a:ext>
                </a:extLst>
              </p:cNvPr>
              <p:cNvSpPr txBox="1"/>
              <p:nvPr/>
            </p:nvSpPr>
            <p:spPr>
              <a:xfrm>
                <a:off x="1026948" y="265911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" name="文字方塊 44">
                <a:extLst>
                  <a:ext uri="{FF2B5EF4-FFF2-40B4-BE49-F238E27FC236}">
                    <a16:creationId xmlns:a16="http://schemas.microsoft.com/office/drawing/2014/main" id="{795B48B5-3DAA-57B7-B8D2-705B1B0AD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948" y="2659117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字方塊 10">
            <a:extLst>
              <a:ext uri="{FF2B5EF4-FFF2-40B4-BE49-F238E27FC236}">
                <a16:creationId xmlns:a16="http://schemas.microsoft.com/office/drawing/2014/main" id="{70BF8460-1654-90D8-5430-F1D39AA0C185}"/>
              </a:ext>
            </a:extLst>
          </p:cNvPr>
          <p:cNvSpPr txBox="1"/>
          <p:nvPr/>
        </p:nvSpPr>
        <p:spPr>
          <a:xfrm>
            <a:off x="1242951" y="2685490"/>
            <a:ext cx="8259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14.4</a:t>
            </a:r>
            <a:endParaRPr lang="en-US" sz="200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44">
                <a:extLst>
                  <a:ext uri="{FF2B5EF4-FFF2-40B4-BE49-F238E27FC236}">
                    <a16:creationId xmlns:a16="http://schemas.microsoft.com/office/drawing/2014/main" id="{1CB36EB9-CD33-E6C0-2BB3-6AF8ACE957E4}"/>
                  </a:ext>
                </a:extLst>
              </p:cNvPr>
              <p:cNvSpPr txBox="1"/>
              <p:nvPr/>
            </p:nvSpPr>
            <p:spPr>
              <a:xfrm>
                <a:off x="1921026" y="268549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" name="文字方塊 44">
                <a:extLst>
                  <a:ext uri="{FF2B5EF4-FFF2-40B4-BE49-F238E27FC236}">
                    <a16:creationId xmlns:a16="http://schemas.microsoft.com/office/drawing/2014/main" id="{1CB36EB9-CD33-E6C0-2BB3-6AF8ACE95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1026" y="2685490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4DA75CFA-CA49-3010-8D88-458421376080}"/>
              </a:ext>
            </a:extLst>
          </p:cNvPr>
          <p:cNvSpPr txBox="1"/>
          <p:nvPr/>
        </p:nvSpPr>
        <p:spPr>
          <a:xfrm>
            <a:off x="2213679" y="2685490"/>
            <a:ext cx="2312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l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16">
                <a:extLst>
                  <a:ext uri="{FF2B5EF4-FFF2-40B4-BE49-F238E27FC236}">
                    <a16:creationId xmlns:a16="http://schemas.microsoft.com/office/drawing/2014/main" id="{5C26BEE3-C5AF-6518-001E-F155C25D2413}"/>
                  </a:ext>
                </a:extLst>
              </p:cNvPr>
              <p:cNvSpPr txBox="1"/>
              <p:nvPr/>
            </p:nvSpPr>
            <p:spPr>
              <a:xfrm>
                <a:off x="2502905" y="268549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0" name="文字方塊 16">
                <a:extLst>
                  <a:ext uri="{FF2B5EF4-FFF2-40B4-BE49-F238E27FC236}">
                    <a16:creationId xmlns:a16="http://schemas.microsoft.com/office/drawing/2014/main" id="{5C26BEE3-C5AF-6518-001E-F155C25D2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905" y="2685490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242">
                <a:extLst>
                  <a:ext uri="{FF2B5EF4-FFF2-40B4-BE49-F238E27FC236}">
                    <a16:creationId xmlns:a16="http://schemas.microsoft.com/office/drawing/2014/main" id="{056557B5-3352-DD88-3CD1-73659C472278}"/>
                  </a:ext>
                </a:extLst>
              </p:cNvPr>
              <p:cNvSpPr txBox="1"/>
              <p:nvPr/>
            </p:nvSpPr>
            <p:spPr>
              <a:xfrm>
                <a:off x="2845278" y="2675107"/>
                <a:ext cx="5255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 </a:t>
                </a:r>
              </a:p>
            </p:txBody>
          </p:sp>
        </mc:Choice>
        <mc:Fallback>
          <p:sp>
            <p:nvSpPr>
              <p:cNvPr id="31" name="文字方塊 242">
                <a:extLst>
                  <a:ext uri="{FF2B5EF4-FFF2-40B4-BE49-F238E27FC236}">
                    <a16:creationId xmlns:a16="http://schemas.microsoft.com/office/drawing/2014/main" id="{056557B5-3352-DD88-3CD1-73659C472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5278" y="2675107"/>
                <a:ext cx="525516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文字方塊 44">
                <a:extLst>
                  <a:ext uri="{FF2B5EF4-FFF2-40B4-BE49-F238E27FC236}">
                    <a16:creationId xmlns:a16="http://schemas.microsoft.com/office/drawing/2014/main" id="{3C6171A2-69E5-02D0-E355-2502E5034FE5}"/>
                  </a:ext>
                </a:extLst>
              </p:cNvPr>
              <p:cNvSpPr txBox="1"/>
              <p:nvPr/>
            </p:nvSpPr>
            <p:spPr>
              <a:xfrm>
                <a:off x="3101295" y="268549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2" name="文字方塊 44">
                <a:extLst>
                  <a:ext uri="{FF2B5EF4-FFF2-40B4-BE49-F238E27FC236}">
                    <a16:creationId xmlns:a16="http://schemas.microsoft.com/office/drawing/2014/main" id="{3C6171A2-69E5-02D0-E355-2502E5034F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1295" y="2685490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10">
            <a:extLst>
              <a:ext uri="{FF2B5EF4-FFF2-40B4-BE49-F238E27FC236}">
                <a16:creationId xmlns:a16="http://schemas.microsoft.com/office/drawing/2014/main" id="{1ACA29FD-6778-6FA6-DE84-D97E3E477505}"/>
              </a:ext>
            </a:extLst>
          </p:cNvPr>
          <p:cNvSpPr txBox="1"/>
          <p:nvPr/>
        </p:nvSpPr>
        <p:spPr>
          <a:xfrm>
            <a:off x="3313243" y="2703754"/>
            <a:ext cx="1113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14.4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</a:p>
        </p:txBody>
      </p:sp>
      <p:sp>
        <p:nvSpPr>
          <p:cNvPr id="34" name="文字方塊 106">
            <a:extLst>
              <a:ext uri="{FF2B5EF4-FFF2-40B4-BE49-F238E27FC236}">
                <a16:creationId xmlns:a16="http://schemas.microsoft.com/office/drawing/2014/main" id="{57E77DEF-FD37-C613-832B-4D2B31561281}"/>
              </a:ext>
            </a:extLst>
          </p:cNvPr>
          <p:cNvSpPr txBox="1"/>
          <p:nvPr/>
        </p:nvSpPr>
        <p:spPr>
          <a:xfrm>
            <a:off x="3911633" y="2630094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grpSp>
        <p:nvGrpSpPr>
          <p:cNvPr id="35" name="群組 245">
            <a:extLst>
              <a:ext uri="{FF2B5EF4-FFF2-40B4-BE49-F238E27FC236}">
                <a16:creationId xmlns:a16="http://schemas.microsoft.com/office/drawing/2014/main" id="{E47E6B67-AE57-06CA-688C-901A6CC768B4}"/>
              </a:ext>
            </a:extLst>
          </p:cNvPr>
          <p:cNvGrpSpPr/>
          <p:nvPr/>
        </p:nvGrpSpPr>
        <p:grpSpPr>
          <a:xfrm>
            <a:off x="4067813" y="2633802"/>
            <a:ext cx="798167" cy="477054"/>
            <a:chOff x="2472626" y="4508122"/>
            <a:chExt cx="798167" cy="477054"/>
          </a:xfrm>
        </p:grpSpPr>
        <p:sp>
          <p:nvSpPr>
            <p:cNvPr id="36" name="文字方塊 249">
              <a:extLst>
                <a:ext uri="{FF2B5EF4-FFF2-40B4-BE49-F238E27FC236}">
                  <a16:creationId xmlns:a16="http://schemas.microsoft.com/office/drawing/2014/main" id="{7FEA2993-FFDB-18F8-CC57-5B44203FC5DF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37" name="文字方塊 247">
              <a:extLst>
                <a:ext uri="{FF2B5EF4-FFF2-40B4-BE49-F238E27FC236}">
                  <a16:creationId xmlns:a16="http://schemas.microsoft.com/office/drawing/2014/main" id="{B8602029-D8DA-01DE-50D5-C9DEE6DEE864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字方塊 83">
                <a:extLst>
                  <a:ext uri="{FF2B5EF4-FFF2-40B4-BE49-F238E27FC236}">
                    <a16:creationId xmlns:a16="http://schemas.microsoft.com/office/drawing/2014/main" id="{37DBE3D1-08FF-876D-077E-C15A50FFA46A}"/>
                  </a:ext>
                </a:extLst>
              </p:cNvPr>
              <p:cNvSpPr txBox="1"/>
              <p:nvPr/>
            </p:nvSpPr>
            <p:spPr>
              <a:xfrm>
                <a:off x="332623" y="3283257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" name="文字方塊 83">
                <a:extLst>
                  <a:ext uri="{FF2B5EF4-FFF2-40B4-BE49-F238E27FC236}">
                    <a16:creationId xmlns:a16="http://schemas.microsoft.com/office/drawing/2014/main" id="{37DBE3D1-08FF-876D-077E-C15A50FFA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23" y="3283257"/>
                <a:ext cx="328449" cy="40709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242">
                <a:extLst>
                  <a:ext uri="{FF2B5EF4-FFF2-40B4-BE49-F238E27FC236}">
                    <a16:creationId xmlns:a16="http://schemas.microsoft.com/office/drawing/2014/main" id="{C01C00DC-1191-5095-8421-90BDC19958FC}"/>
                  </a:ext>
                </a:extLst>
              </p:cNvPr>
              <p:cNvSpPr txBox="1"/>
              <p:nvPr/>
            </p:nvSpPr>
            <p:spPr>
              <a:xfrm>
                <a:off x="620187" y="3286752"/>
                <a:ext cx="5255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Calligraphy" panose="03010101010101010101" pitchFamily="66" charset="0"/>
                  </a:rPr>
                  <a:t> </a:t>
                </a:r>
              </a:p>
            </p:txBody>
          </p:sp>
        </mc:Choice>
        <mc:Fallback>
          <p:sp>
            <p:nvSpPr>
              <p:cNvPr id="39" name="文字方塊 242">
                <a:extLst>
                  <a:ext uri="{FF2B5EF4-FFF2-40B4-BE49-F238E27FC236}">
                    <a16:creationId xmlns:a16="http://schemas.microsoft.com/office/drawing/2014/main" id="{C01C00DC-1191-5095-8421-90BDC1995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87" y="3286752"/>
                <a:ext cx="525516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文字方塊 10">
                <a:extLst>
                  <a:ext uri="{FF2B5EF4-FFF2-40B4-BE49-F238E27FC236}">
                    <a16:creationId xmlns:a16="http://schemas.microsoft.com/office/drawing/2014/main" id="{AD7ABC29-DEDE-B4AA-AF21-8484CBECA72B}"/>
                  </a:ext>
                </a:extLst>
              </p:cNvPr>
              <p:cNvSpPr txBox="1"/>
              <p:nvPr/>
            </p:nvSpPr>
            <p:spPr>
              <a:xfrm>
                <a:off x="723337" y="3281682"/>
                <a:ext cx="1148261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rPr>
                  <a:t>14.4 </a:t>
                </a:r>
                <a14:m>
                  <m:oMath xmlns:m="http://schemas.openxmlformats.org/officeDocument/2006/math"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𝛑</m:t>
                    </m:r>
                    <m:r>
                      <m:rPr>
                        <m:nor/>
                      </m:rPr>
                      <a:rPr lang="en-US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Lucida Calligraphy" panose="03010101010101010101" pitchFamily="66" charset="0"/>
                      </a:rPr>
                      <m:t>l</m:t>
                    </m:r>
                  </m:oMath>
                </a14:m>
                <a:endParaRPr lang="en-US" sz="200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41" name="文字方塊 10">
                <a:extLst>
                  <a:ext uri="{FF2B5EF4-FFF2-40B4-BE49-F238E27FC236}">
                    <a16:creationId xmlns:a16="http://schemas.microsoft.com/office/drawing/2014/main" id="{AD7ABC29-DEDE-B4AA-AF21-8484CBECA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337" y="3281682"/>
                <a:ext cx="1148261" cy="4070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16">
                <a:extLst>
                  <a:ext uri="{FF2B5EF4-FFF2-40B4-BE49-F238E27FC236}">
                    <a16:creationId xmlns:a16="http://schemas.microsoft.com/office/drawing/2014/main" id="{36812DE7-539C-3125-A26B-5182D15218CE}"/>
                  </a:ext>
                </a:extLst>
              </p:cNvPr>
              <p:cNvSpPr txBox="1"/>
              <p:nvPr/>
            </p:nvSpPr>
            <p:spPr>
              <a:xfrm>
                <a:off x="1786360" y="329224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4" name="文字方塊 16">
                <a:extLst>
                  <a:ext uri="{FF2B5EF4-FFF2-40B4-BE49-F238E27FC236}">
                    <a16:creationId xmlns:a16="http://schemas.microsoft.com/office/drawing/2014/main" id="{36812DE7-539C-3125-A26B-5182D15218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360" y="3292248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字方塊 10">
                <a:extLst>
                  <a:ext uri="{FF2B5EF4-FFF2-40B4-BE49-F238E27FC236}">
                    <a16:creationId xmlns:a16="http://schemas.microsoft.com/office/drawing/2014/main" id="{35C490A1-06E5-9388-4EA3-B32803303B0E}"/>
                  </a:ext>
                </a:extLst>
              </p:cNvPr>
              <p:cNvSpPr txBox="1"/>
              <p:nvPr/>
            </p:nvSpPr>
            <p:spPr>
              <a:xfrm>
                <a:off x="2069862" y="3299237"/>
                <a:ext cx="14430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rPr>
                  <a:t>207.36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</a:p>
            </p:txBody>
          </p:sp>
        </mc:Choice>
        <mc:Fallback>
          <p:sp>
            <p:nvSpPr>
              <p:cNvPr id="47" name="文字方塊 10">
                <a:extLst>
                  <a:ext uri="{FF2B5EF4-FFF2-40B4-BE49-F238E27FC236}">
                    <a16:creationId xmlns:a16="http://schemas.microsoft.com/office/drawing/2014/main" id="{35C490A1-06E5-9388-4EA3-B32803303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862" y="3299237"/>
                <a:ext cx="1443034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群組 245">
            <a:extLst>
              <a:ext uri="{FF2B5EF4-FFF2-40B4-BE49-F238E27FC236}">
                <a16:creationId xmlns:a16="http://schemas.microsoft.com/office/drawing/2014/main" id="{FAB98902-0731-0F72-03BD-2C21B9A1678E}"/>
              </a:ext>
            </a:extLst>
          </p:cNvPr>
          <p:cNvGrpSpPr/>
          <p:nvPr/>
        </p:nvGrpSpPr>
        <p:grpSpPr>
          <a:xfrm>
            <a:off x="3367227" y="3251024"/>
            <a:ext cx="798167" cy="477054"/>
            <a:chOff x="2472626" y="4508122"/>
            <a:chExt cx="798167" cy="477054"/>
          </a:xfrm>
        </p:grpSpPr>
        <p:sp>
          <p:nvSpPr>
            <p:cNvPr id="50" name="文字方塊 249">
              <a:extLst>
                <a:ext uri="{FF2B5EF4-FFF2-40B4-BE49-F238E27FC236}">
                  <a16:creationId xmlns:a16="http://schemas.microsoft.com/office/drawing/2014/main" id="{4371CD9D-A3E0-D8AF-8B8E-3E9057994245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51" name="文字方塊 247">
              <a:extLst>
                <a:ext uri="{FF2B5EF4-FFF2-40B4-BE49-F238E27FC236}">
                  <a16:creationId xmlns:a16="http://schemas.microsoft.com/office/drawing/2014/main" id="{30FCDDFA-3F6E-5CDC-632D-8FB7A3E9D5EB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52" name="TextBox 15">
            <a:extLst>
              <a:ext uri="{FF2B5EF4-FFF2-40B4-BE49-F238E27FC236}">
                <a16:creationId xmlns:a16="http://schemas.microsoft.com/office/drawing/2014/main" id="{6688E025-0AB9-4F69-37CA-765041EF6565}"/>
              </a:ext>
            </a:extLst>
          </p:cNvPr>
          <p:cNvSpPr txBox="1"/>
          <p:nvPr/>
        </p:nvSpPr>
        <p:spPr>
          <a:xfrm>
            <a:off x="554092" y="3799393"/>
            <a:ext cx="51845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Total surface area of the hemisphere</a:t>
            </a:r>
            <a:endParaRPr lang="zh-TW" altLang="en-US" sz="2000" b="1"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字方塊 83">
                <a:extLst>
                  <a:ext uri="{FF2B5EF4-FFF2-40B4-BE49-F238E27FC236}">
                    <a16:creationId xmlns:a16="http://schemas.microsoft.com/office/drawing/2014/main" id="{B4AD3A1A-9BE2-1659-551B-D3BF35055800}"/>
                  </a:ext>
                </a:extLst>
              </p:cNvPr>
              <p:cNvSpPr txBox="1"/>
              <p:nvPr/>
            </p:nvSpPr>
            <p:spPr>
              <a:xfrm>
                <a:off x="332623" y="4389854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3" name="文字方塊 83">
                <a:extLst>
                  <a:ext uri="{FF2B5EF4-FFF2-40B4-BE49-F238E27FC236}">
                    <a16:creationId xmlns:a16="http://schemas.microsoft.com/office/drawing/2014/main" id="{B4AD3A1A-9BE2-1659-551B-D3BF35055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623" y="4389854"/>
                <a:ext cx="328449" cy="4070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" name="群組 74">
            <a:extLst>
              <a:ext uri="{FF2B5EF4-FFF2-40B4-BE49-F238E27FC236}">
                <a16:creationId xmlns:a16="http://schemas.microsoft.com/office/drawing/2014/main" id="{8CE6D827-B89E-AE5A-9B71-A1ABBB4C091F}"/>
              </a:ext>
            </a:extLst>
          </p:cNvPr>
          <p:cNvGrpSpPr/>
          <p:nvPr/>
        </p:nvGrpSpPr>
        <p:grpSpPr>
          <a:xfrm>
            <a:off x="918693" y="4224760"/>
            <a:ext cx="364383" cy="777549"/>
            <a:chOff x="2896107" y="4671588"/>
            <a:chExt cx="364383" cy="777549"/>
          </a:xfrm>
        </p:grpSpPr>
        <p:sp>
          <p:nvSpPr>
            <p:cNvPr id="55" name="文字方塊 75">
              <a:extLst>
                <a:ext uri="{FF2B5EF4-FFF2-40B4-BE49-F238E27FC236}">
                  <a16:creationId xmlns:a16="http://schemas.microsoft.com/office/drawing/2014/main" id="{ED1EB08D-8545-9343-9770-63E0EDE3C344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56" name="群組 76">
              <a:extLst>
                <a:ext uri="{FF2B5EF4-FFF2-40B4-BE49-F238E27FC236}">
                  <a16:creationId xmlns:a16="http://schemas.microsoft.com/office/drawing/2014/main" id="{E0DDCEDD-2864-DF5E-0DCC-A4CE8D4A349F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57" name="直線接點 77">
                <a:extLst>
                  <a:ext uri="{FF2B5EF4-FFF2-40B4-BE49-F238E27FC236}">
                    <a16:creationId xmlns:a16="http://schemas.microsoft.com/office/drawing/2014/main" id="{A5C044DC-7C5E-3C19-FDEE-AFA6FE13A72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8" name="文字方塊 78">
                <a:extLst>
                  <a:ext uri="{FF2B5EF4-FFF2-40B4-BE49-F238E27FC236}">
                    <a16:creationId xmlns:a16="http://schemas.microsoft.com/office/drawing/2014/main" id="{7040CECF-0BD1-6053-1C91-2CE11AF4C074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字方塊 53">
                <a:extLst>
                  <a:ext uri="{FF2B5EF4-FFF2-40B4-BE49-F238E27FC236}">
                    <a16:creationId xmlns:a16="http://schemas.microsoft.com/office/drawing/2014/main" id="{7CD71F06-6425-03B9-800D-E466D211F9A3}"/>
                  </a:ext>
                </a:extLst>
              </p:cNvPr>
              <p:cNvSpPr txBox="1"/>
              <p:nvPr/>
            </p:nvSpPr>
            <p:spPr>
              <a:xfrm>
                <a:off x="1276483" y="438985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9" name="文字方塊 53">
                <a:extLst>
                  <a:ext uri="{FF2B5EF4-FFF2-40B4-BE49-F238E27FC236}">
                    <a16:creationId xmlns:a16="http://schemas.microsoft.com/office/drawing/2014/main" id="{7CD71F06-6425-03B9-800D-E466D211F9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483" y="4389854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文字方塊 75">
            <a:extLst>
              <a:ext uri="{FF2B5EF4-FFF2-40B4-BE49-F238E27FC236}">
                <a16:creationId xmlns:a16="http://schemas.microsoft.com/office/drawing/2014/main" id="{E63CAA5A-359E-EA7F-95AC-F76B53C8C002}"/>
              </a:ext>
            </a:extLst>
          </p:cNvPr>
          <p:cNvSpPr txBox="1"/>
          <p:nvPr/>
        </p:nvSpPr>
        <p:spPr>
          <a:xfrm>
            <a:off x="1565578" y="4396690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3" name="文字方塊 53">
                <a:extLst>
                  <a:ext uri="{FF2B5EF4-FFF2-40B4-BE49-F238E27FC236}">
                    <a16:creationId xmlns:a16="http://schemas.microsoft.com/office/drawing/2014/main" id="{F2FF36BC-06AE-9F02-EEAF-8FA880621B71}"/>
                  </a:ext>
                </a:extLst>
              </p:cNvPr>
              <p:cNvSpPr txBox="1"/>
              <p:nvPr/>
            </p:nvSpPr>
            <p:spPr>
              <a:xfrm>
                <a:off x="1854176" y="438089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13" name="文字方塊 53">
                <a:extLst>
                  <a:ext uri="{FF2B5EF4-FFF2-40B4-BE49-F238E27FC236}">
                    <a16:creationId xmlns:a16="http://schemas.microsoft.com/office/drawing/2014/main" id="{F2FF36BC-06AE-9F02-EEAF-8FA880621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4176" y="4380895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4" name="TextBox 513">
                <a:extLst>
                  <a:ext uri="{FF2B5EF4-FFF2-40B4-BE49-F238E27FC236}">
                    <a16:creationId xmlns:a16="http://schemas.microsoft.com/office/drawing/2014/main" id="{8F391D79-CF61-3B99-8FEA-AE6F3A585053}"/>
                  </a:ext>
                </a:extLst>
              </p:cNvPr>
              <p:cNvSpPr txBox="1"/>
              <p:nvPr/>
            </p:nvSpPr>
            <p:spPr>
              <a:xfrm>
                <a:off x="2147895" y="4380895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514" name="TextBox 513">
                <a:extLst>
                  <a:ext uri="{FF2B5EF4-FFF2-40B4-BE49-F238E27FC236}">
                    <a16:creationId xmlns:a16="http://schemas.microsoft.com/office/drawing/2014/main" id="{8F391D79-CF61-3B99-8FEA-AE6F3A585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7895" y="4380895"/>
                <a:ext cx="357791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5" name="文字方塊 53">
                <a:extLst>
                  <a:ext uri="{FF2B5EF4-FFF2-40B4-BE49-F238E27FC236}">
                    <a16:creationId xmlns:a16="http://schemas.microsoft.com/office/drawing/2014/main" id="{AC25F645-03CF-9F5F-A777-A05CD7DB1D72}"/>
                  </a:ext>
                </a:extLst>
              </p:cNvPr>
              <p:cNvSpPr txBox="1"/>
              <p:nvPr/>
            </p:nvSpPr>
            <p:spPr>
              <a:xfrm>
                <a:off x="2450301" y="439278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15" name="文字方塊 53">
                <a:extLst>
                  <a:ext uri="{FF2B5EF4-FFF2-40B4-BE49-F238E27FC236}">
                    <a16:creationId xmlns:a16="http://schemas.microsoft.com/office/drawing/2014/main" id="{AC25F645-03CF-9F5F-A777-A05CD7DB1D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301" y="4392789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6" name="TextBox 515">
                <a:extLst>
                  <a:ext uri="{FF2B5EF4-FFF2-40B4-BE49-F238E27FC236}">
                    <a16:creationId xmlns:a16="http://schemas.microsoft.com/office/drawing/2014/main" id="{7A2DD893-8E73-4A46-CB93-6319C37BEB83}"/>
                  </a:ext>
                </a:extLst>
              </p:cNvPr>
              <p:cNvSpPr txBox="1"/>
              <p:nvPr/>
            </p:nvSpPr>
            <p:spPr>
              <a:xfrm>
                <a:off x="2727956" y="4386007"/>
                <a:ext cx="485034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Lucida Handwriting" panose="03010101010101010101" pitchFamily="66" charset="0"/>
                        </a:rPr>
                        <m:t>12</m:t>
                      </m:r>
                    </m:oMath>
                  </m:oMathPara>
                </a14:m>
                <a:endParaRPr lang="en-US" sz="200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516" name="TextBox 515">
                <a:extLst>
                  <a:ext uri="{FF2B5EF4-FFF2-40B4-BE49-F238E27FC236}">
                    <a16:creationId xmlns:a16="http://schemas.microsoft.com/office/drawing/2014/main" id="{7A2DD893-8E73-4A46-CB93-6319C37BE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956" y="4386007"/>
                <a:ext cx="485034" cy="403957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7" name="文字方塊 106">
            <a:extLst>
              <a:ext uri="{FF2B5EF4-FFF2-40B4-BE49-F238E27FC236}">
                <a16:creationId xmlns:a16="http://schemas.microsoft.com/office/drawing/2014/main" id="{7EDD5AA8-19CE-3B36-C584-FBAEED6A585C}"/>
              </a:ext>
            </a:extLst>
          </p:cNvPr>
          <p:cNvSpPr txBox="1"/>
          <p:nvPr/>
        </p:nvSpPr>
        <p:spPr>
          <a:xfrm>
            <a:off x="3106386" y="4273819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00B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8" name="文字方塊 17">
                <a:extLst>
                  <a:ext uri="{FF2B5EF4-FFF2-40B4-BE49-F238E27FC236}">
                    <a16:creationId xmlns:a16="http://schemas.microsoft.com/office/drawing/2014/main" id="{95F5B0CC-C171-2A4C-A4D4-420751A1DA95}"/>
                  </a:ext>
                </a:extLst>
              </p:cNvPr>
              <p:cNvSpPr txBox="1"/>
              <p:nvPr/>
            </p:nvSpPr>
            <p:spPr>
              <a:xfrm>
                <a:off x="3319401" y="439861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18" name="文字方塊 17">
                <a:extLst>
                  <a:ext uri="{FF2B5EF4-FFF2-40B4-BE49-F238E27FC236}">
                    <a16:creationId xmlns:a16="http://schemas.microsoft.com/office/drawing/2014/main" id="{95F5B0CC-C171-2A4C-A4D4-420751A1D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401" y="4398613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2" name="TextBox 531">
                <a:extLst>
                  <a:ext uri="{FF2B5EF4-FFF2-40B4-BE49-F238E27FC236}">
                    <a16:creationId xmlns:a16="http://schemas.microsoft.com/office/drawing/2014/main" id="{1D14EDD9-2B06-570D-07F6-8C4DDC1DD5BC}"/>
                  </a:ext>
                </a:extLst>
              </p:cNvPr>
              <p:cNvSpPr txBox="1"/>
              <p:nvPr/>
            </p:nvSpPr>
            <p:spPr>
              <a:xfrm>
                <a:off x="3608951" y="4396690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532" name="TextBox 531">
                <a:extLst>
                  <a:ext uri="{FF2B5EF4-FFF2-40B4-BE49-F238E27FC236}">
                    <a16:creationId xmlns:a16="http://schemas.microsoft.com/office/drawing/2014/main" id="{1D14EDD9-2B06-570D-07F6-8C4DDC1DD5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951" y="4396690"/>
                <a:ext cx="357791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3" name="文字方塊 53">
                <a:extLst>
                  <a:ext uri="{FF2B5EF4-FFF2-40B4-BE49-F238E27FC236}">
                    <a16:creationId xmlns:a16="http://schemas.microsoft.com/office/drawing/2014/main" id="{86DAD2E4-F390-7688-9FC2-ADD2D689F65D}"/>
                  </a:ext>
                </a:extLst>
              </p:cNvPr>
              <p:cNvSpPr txBox="1"/>
              <p:nvPr/>
            </p:nvSpPr>
            <p:spPr>
              <a:xfrm>
                <a:off x="3899563" y="441231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33" name="文字方塊 53">
                <a:extLst>
                  <a:ext uri="{FF2B5EF4-FFF2-40B4-BE49-F238E27FC236}">
                    <a16:creationId xmlns:a16="http://schemas.microsoft.com/office/drawing/2014/main" id="{86DAD2E4-F390-7688-9FC2-ADD2D689F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563" y="4412318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4" name="TextBox 533">
                <a:extLst>
                  <a:ext uri="{FF2B5EF4-FFF2-40B4-BE49-F238E27FC236}">
                    <a16:creationId xmlns:a16="http://schemas.microsoft.com/office/drawing/2014/main" id="{6AAD7149-2D55-622F-C813-936405D7224B}"/>
                  </a:ext>
                </a:extLst>
              </p:cNvPr>
              <p:cNvSpPr txBox="1"/>
              <p:nvPr/>
            </p:nvSpPr>
            <p:spPr>
              <a:xfrm>
                <a:off x="4027683" y="4408471"/>
                <a:ext cx="759071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Lucida Handwriting" panose="03010101010101010101" pitchFamily="66" charset="0"/>
                        </a:rPr>
                        <m:t>12</m:t>
                      </m:r>
                    </m:oMath>
                  </m:oMathPara>
                </a14:m>
                <a:endParaRPr lang="en-US" sz="200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534" name="TextBox 533">
                <a:extLst>
                  <a:ext uri="{FF2B5EF4-FFF2-40B4-BE49-F238E27FC236}">
                    <a16:creationId xmlns:a16="http://schemas.microsoft.com/office/drawing/2014/main" id="{6AAD7149-2D55-622F-C813-936405D72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683" y="4408471"/>
                <a:ext cx="759071" cy="403957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5" name="文字方塊 106">
            <a:extLst>
              <a:ext uri="{FF2B5EF4-FFF2-40B4-BE49-F238E27FC236}">
                <a16:creationId xmlns:a16="http://schemas.microsoft.com/office/drawing/2014/main" id="{577AFC03-EBB1-1C7E-68AE-BAE4385E68F7}"/>
              </a:ext>
            </a:extLst>
          </p:cNvPr>
          <p:cNvSpPr txBox="1"/>
          <p:nvPr/>
        </p:nvSpPr>
        <p:spPr>
          <a:xfrm>
            <a:off x="4494782" y="4270818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00B05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536" name="群組 245">
            <a:extLst>
              <a:ext uri="{FF2B5EF4-FFF2-40B4-BE49-F238E27FC236}">
                <a16:creationId xmlns:a16="http://schemas.microsoft.com/office/drawing/2014/main" id="{A33389A1-152F-76A8-882F-48BB4EA89C59}"/>
              </a:ext>
            </a:extLst>
          </p:cNvPr>
          <p:cNvGrpSpPr/>
          <p:nvPr/>
        </p:nvGrpSpPr>
        <p:grpSpPr>
          <a:xfrm>
            <a:off x="4781053" y="4376279"/>
            <a:ext cx="798167" cy="477054"/>
            <a:chOff x="2472626" y="4508122"/>
            <a:chExt cx="798167" cy="477054"/>
          </a:xfrm>
        </p:grpSpPr>
        <p:sp>
          <p:nvSpPr>
            <p:cNvPr id="537" name="文字方塊 249">
              <a:extLst>
                <a:ext uri="{FF2B5EF4-FFF2-40B4-BE49-F238E27FC236}">
                  <a16:creationId xmlns:a16="http://schemas.microsoft.com/office/drawing/2014/main" id="{4B1374EB-F1BD-40B6-30FF-E12C722F3A10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538" name="文字方塊 247">
              <a:extLst>
                <a:ext uri="{FF2B5EF4-FFF2-40B4-BE49-F238E27FC236}">
                  <a16:creationId xmlns:a16="http://schemas.microsoft.com/office/drawing/2014/main" id="{E89CE84E-C2E1-09C6-2A6C-D88F86BEAA5E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539" name="弧形 258">
            <a:extLst>
              <a:ext uri="{FF2B5EF4-FFF2-40B4-BE49-F238E27FC236}">
                <a16:creationId xmlns:a16="http://schemas.microsoft.com/office/drawing/2014/main" id="{E0471828-CEB8-363A-BBD4-C45C65D18123}"/>
              </a:ext>
            </a:extLst>
          </p:cNvPr>
          <p:cNvSpPr/>
          <p:nvPr/>
        </p:nvSpPr>
        <p:spPr>
          <a:xfrm rot="10957079">
            <a:off x="810946" y="4295480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540" name="弧形 259">
            <a:extLst>
              <a:ext uri="{FF2B5EF4-FFF2-40B4-BE49-F238E27FC236}">
                <a16:creationId xmlns:a16="http://schemas.microsoft.com/office/drawing/2014/main" id="{565D925D-814B-ED48-CD41-57BF1362C8EB}"/>
              </a:ext>
            </a:extLst>
          </p:cNvPr>
          <p:cNvSpPr/>
          <p:nvPr/>
        </p:nvSpPr>
        <p:spPr>
          <a:xfrm rot="235127">
            <a:off x="4641530" y="4299068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1" name="文字方塊 83">
                <a:extLst>
                  <a:ext uri="{FF2B5EF4-FFF2-40B4-BE49-F238E27FC236}">
                    <a16:creationId xmlns:a16="http://schemas.microsoft.com/office/drawing/2014/main" id="{F291124C-5C32-FD7E-F519-FE9CD5AE6743}"/>
                  </a:ext>
                </a:extLst>
              </p:cNvPr>
              <p:cNvSpPr txBox="1"/>
              <p:nvPr/>
            </p:nvSpPr>
            <p:spPr>
              <a:xfrm>
                <a:off x="354932" y="5047902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41" name="文字方塊 83">
                <a:extLst>
                  <a:ext uri="{FF2B5EF4-FFF2-40B4-BE49-F238E27FC236}">
                    <a16:creationId xmlns:a16="http://schemas.microsoft.com/office/drawing/2014/main" id="{F291124C-5C32-FD7E-F519-FE9CD5AE6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32" y="5047902"/>
                <a:ext cx="328449" cy="407099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2" name="文字方塊 10">
                <a:extLst>
                  <a:ext uri="{FF2B5EF4-FFF2-40B4-BE49-F238E27FC236}">
                    <a16:creationId xmlns:a16="http://schemas.microsoft.com/office/drawing/2014/main" id="{F6879ED8-A851-3999-38F7-D1F302D8D24B}"/>
                  </a:ext>
                </a:extLst>
              </p:cNvPr>
              <p:cNvSpPr txBox="1"/>
              <p:nvPr/>
            </p:nvSpPr>
            <p:spPr>
              <a:xfrm>
                <a:off x="670746" y="5073159"/>
                <a:ext cx="105587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rPr>
                  <a:t>432 </a:t>
                </a:r>
                <a14:m>
                  <m:oMath xmlns:m="http://schemas.openxmlformats.org/officeDocument/2006/math"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US" sz="200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542" name="文字方塊 10">
                <a:extLst>
                  <a:ext uri="{FF2B5EF4-FFF2-40B4-BE49-F238E27FC236}">
                    <a16:creationId xmlns:a16="http://schemas.microsoft.com/office/drawing/2014/main" id="{F6879ED8-A851-3999-38F7-D1F302D8D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746" y="5073159"/>
                <a:ext cx="1055879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43" name="群組 245">
            <a:extLst>
              <a:ext uri="{FF2B5EF4-FFF2-40B4-BE49-F238E27FC236}">
                <a16:creationId xmlns:a16="http://schemas.microsoft.com/office/drawing/2014/main" id="{71DD97A3-5119-1108-096A-C400D77C76C4}"/>
              </a:ext>
            </a:extLst>
          </p:cNvPr>
          <p:cNvGrpSpPr/>
          <p:nvPr/>
        </p:nvGrpSpPr>
        <p:grpSpPr>
          <a:xfrm>
            <a:off x="1466065" y="5002309"/>
            <a:ext cx="798167" cy="477054"/>
            <a:chOff x="2472626" y="4508122"/>
            <a:chExt cx="798167" cy="477054"/>
          </a:xfrm>
        </p:grpSpPr>
        <p:sp>
          <p:nvSpPr>
            <p:cNvPr id="544" name="文字方塊 249">
              <a:extLst>
                <a:ext uri="{FF2B5EF4-FFF2-40B4-BE49-F238E27FC236}">
                  <a16:creationId xmlns:a16="http://schemas.microsoft.com/office/drawing/2014/main" id="{B3A2CDB8-23CC-76B0-3AEB-9EDAEC284D73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545" name="文字方塊 247">
              <a:extLst>
                <a:ext uri="{FF2B5EF4-FFF2-40B4-BE49-F238E27FC236}">
                  <a16:creationId xmlns:a16="http://schemas.microsoft.com/office/drawing/2014/main" id="{3B3A547D-9A4E-4C17-2A38-22E9BAC33CD2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47" name="文字方塊 10">
                <a:extLst>
                  <a:ext uri="{FF2B5EF4-FFF2-40B4-BE49-F238E27FC236}">
                    <a16:creationId xmlns:a16="http://schemas.microsoft.com/office/drawing/2014/main" id="{8D92AFC3-763D-1968-502C-9BF9C230B19D}"/>
                  </a:ext>
                </a:extLst>
              </p:cNvPr>
              <p:cNvSpPr txBox="1"/>
              <p:nvPr/>
            </p:nvSpPr>
            <p:spPr>
              <a:xfrm>
                <a:off x="627107" y="5452307"/>
                <a:ext cx="1148261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rPr>
                  <a:t>14.4 </a:t>
                </a:r>
                <a14:m>
                  <m:oMath xmlns:m="http://schemas.openxmlformats.org/officeDocument/2006/math"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𝛑</m:t>
                    </m:r>
                    <m:r>
                      <m:rPr>
                        <m:nor/>
                      </m:rPr>
                      <a:rPr lang="en-US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Lucida Calligraphy" panose="03010101010101010101" pitchFamily="66" charset="0"/>
                      </a:rPr>
                      <m:t>l</m:t>
                    </m:r>
                  </m:oMath>
                </a14:m>
                <a:endParaRPr lang="en-US" sz="200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547" name="文字方塊 10">
                <a:extLst>
                  <a:ext uri="{FF2B5EF4-FFF2-40B4-BE49-F238E27FC236}">
                    <a16:creationId xmlns:a16="http://schemas.microsoft.com/office/drawing/2014/main" id="{8D92AFC3-763D-1968-502C-9BF9C230B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107" y="5452307"/>
                <a:ext cx="1148261" cy="40709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8" name="文字方塊 16">
                <a:extLst>
                  <a:ext uri="{FF2B5EF4-FFF2-40B4-BE49-F238E27FC236}">
                    <a16:creationId xmlns:a16="http://schemas.microsoft.com/office/drawing/2014/main" id="{36F1E261-15C4-0EAB-D469-0980281B9964}"/>
                  </a:ext>
                </a:extLst>
              </p:cNvPr>
              <p:cNvSpPr txBox="1"/>
              <p:nvPr/>
            </p:nvSpPr>
            <p:spPr>
              <a:xfrm>
                <a:off x="1690130" y="546287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48" name="文字方塊 16">
                <a:extLst>
                  <a:ext uri="{FF2B5EF4-FFF2-40B4-BE49-F238E27FC236}">
                    <a16:creationId xmlns:a16="http://schemas.microsoft.com/office/drawing/2014/main" id="{36F1E261-15C4-0EAB-D469-0980281B9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0130" y="5462873"/>
                <a:ext cx="295688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9" name="文字方塊 10">
                <a:extLst>
                  <a:ext uri="{FF2B5EF4-FFF2-40B4-BE49-F238E27FC236}">
                    <a16:creationId xmlns:a16="http://schemas.microsoft.com/office/drawing/2014/main" id="{E942EACD-6955-C40B-3532-9EEDA969616B}"/>
                  </a:ext>
                </a:extLst>
              </p:cNvPr>
              <p:cNvSpPr txBox="1"/>
              <p:nvPr/>
            </p:nvSpPr>
            <p:spPr>
              <a:xfrm>
                <a:off x="1973632" y="5469862"/>
                <a:ext cx="14430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rPr>
                  <a:t>207.36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549" name="文字方塊 10">
                <a:extLst>
                  <a:ext uri="{FF2B5EF4-FFF2-40B4-BE49-F238E27FC236}">
                    <a16:creationId xmlns:a16="http://schemas.microsoft.com/office/drawing/2014/main" id="{E942EACD-6955-C40B-3532-9EEDA9696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632" y="5469862"/>
                <a:ext cx="1443034" cy="40011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0" name="文字方塊 83">
                <a:extLst>
                  <a:ext uri="{FF2B5EF4-FFF2-40B4-BE49-F238E27FC236}">
                    <a16:creationId xmlns:a16="http://schemas.microsoft.com/office/drawing/2014/main" id="{FF0D77BB-3A75-CEF5-6CF3-183F70E34057}"/>
                  </a:ext>
                </a:extLst>
              </p:cNvPr>
              <p:cNvSpPr txBox="1"/>
              <p:nvPr/>
            </p:nvSpPr>
            <p:spPr>
              <a:xfrm>
                <a:off x="3280502" y="5459378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50" name="文字方塊 83">
                <a:extLst>
                  <a:ext uri="{FF2B5EF4-FFF2-40B4-BE49-F238E27FC236}">
                    <a16:creationId xmlns:a16="http://schemas.microsoft.com/office/drawing/2014/main" id="{FF0D77BB-3A75-CEF5-6CF3-183F70E34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0502" y="5459378"/>
                <a:ext cx="328449" cy="407099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1" name="文字方塊 10">
                <a:extLst>
                  <a:ext uri="{FF2B5EF4-FFF2-40B4-BE49-F238E27FC236}">
                    <a16:creationId xmlns:a16="http://schemas.microsoft.com/office/drawing/2014/main" id="{5EAEC6BD-6935-72AF-F28B-505065880D67}"/>
                  </a:ext>
                </a:extLst>
              </p:cNvPr>
              <p:cNvSpPr txBox="1"/>
              <p:nvPr/>
            </p:nvSpPr>
            <p:spPr>
              <a:xfrm>
                <a:off x="3596182" y="5478528"/>
                <a:ext cx="105587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rPr>
                  <a:t>432 </a:t>
                </a:r>
                <a14:m>
                  <m:oMath xmlns:m="http://schemas.openxmlformats.org/officeDocument/2006/math"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US" sz="200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551" name="文字方塊 10">
                <a:extLst>
                  <a:ext uri="{FF2B5EF4-FFF2-40B4-BE49-F238E27FC236}">
                    <a16:creationId xmlns:a16="http://schemas.microsoft.com/office/drawing/2014/main" id="{5EAEC6BD-6935-72AF-F28B-505065880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6182" y="5478528"/>
                <a:ext cx="1055879" cy="40011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2" name="文字方塊 10">
                <a:extLst>
                  <a:ext uri="{FF2B5EF4-FFF2-40B4-BE49-F238E27FC236}">
                    <a16:creationId xmlns:a16="http://schemas.microsoft.com/office/drawing/2014/main" id="{7E3EEA7B-5CC6-CE8F-E173-0121A9E4841D}"/>
                  </a:ext>
                </a:extLst>
              </p:cNvPr>
              <p:cNvSpPr txBox="1"/>
              <p:nvPr/>
            </p:nvSpPr>
            <p:spPr>
              <a:xfrm>
                <a:off x="2139647" y="5876961"/>
                <a:ext cx="1148261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14.4 </a:t>
                </a:r>
                <a14:m>
                  <m:oMath xmlns:m="http://schemas.openxmlformats.org/officeDocument/2006/math"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𝛑</m:t>
                    </m:r>
                    <m:r>
                      <m:rPr>
                        <m:nor/>
                      </m:rPr>
                      <a:rPr lang="en-US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Lucida Calligraphy" panose="03010101010101010101" pitchFamily="66" charset="0"/>
                      </a:rPr>
                      <m:t>l</m:t>
                    </m:r>
                  </m:oMath>
                </a14:m>
                <a:endParaRPr lang="en-US" sz="200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552" name="文字方塊 10">
                <a:extLst>
                  <a:ext uri="{FF2B5EF4-FFF2-40B4-BE49-F238E27FC236}">
                    <a16:creationId xmlns:a16="http://schemas.microsoft.com/office/drawing/2014/main" id="{7E3EEA7B-5CC6-CE8F-E173-0121A9E484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9647" y="5876961"/>
                <a:ext cx="1148261" cy="407099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3" name="文字方塊 83">
                <a:extLst>
                  <a:ext uri="{FF2B5EF4-FFF2-40B4-BE49-F238E27FC236}">
                    <a16:creationId xmlns:a16="http://schemas.microsoft.com/office/drawing/2014/main" id="{B15E4790-1A45-F145-1FA6-8A63938AB7B8}"/>
                  </a:ext>
                </a:extLst>
              </p:cNvPr>
              <p:cNvSpPr txBox="1"/>
              <p:nvPr/>
            </p:nvSpPr>
            <p:spPr>
              <a:xfrm>
                <a:off x="3285615" y="5897788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53" name="文字方塊 83">
                <a:extLst>
                  <a:ext uri="{FF2B5EF4-FFF2-40B4-BE49-F238E27FC236}">
                    <a16:creationId xmlns:a16="http://schemas.microsoft.com/office/drawing/2014/main" id="{B15E4790-1A45-F145-1FA6-8A63938AB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5615" y="5897788"/>
                <a:ext cx="328449" cy="407099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4" name="文字方塊 10">
                <a:extLst>
                  <a:ext uri="{FF2B5EF4-FFF2-40B4-BE49-F238E27FC236}">
                    <a16:creationId xmlns:a16="http://schemas.microsoft.com/office/drawing/2014/main" id="{D1B4EB6F-8A7C-BC83-CBF5-DBB845CA6F46}"/>
                  </a:ext>
                </a:extLst>
              </p:cNvPr>
              <p:cNvSpPr txBox="1"/>
              <p:nvPr/>
            </p:nvSpPr>
            <p:spPr>
              <a:xfrm>
                <a:off x="3578742" y="5894293"/>
                <a:ext cx="14447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224.64 </a:t>
                </a:r>
                <a14:m>
                  <m:oMath xmlns:m="http://schemas.openxmlformats.org/officeDocument/2006/math"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54" name="文字方塊 10">
                <a:extLst>
                  <a:ext uri="{FF2B5EF4-FFF2-40B4-BE49-F238E27FC236}">
                    <a16:creationId xmlns:a16="http://schemas.microsoft.com/office/drawing/2014/main" id="{D1B4EB6F-8A7C-BC83-CBF5-DBB845CA6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8742" y="5894293"/>
                <a:ext cx="1444761" cy="40011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6" name="TextBox 555">
                <a:extLst>
                  <a:ext uri="{FF2B5EF4-FFF2-40B4-BE49-F238E27FC236}">
                    <a16:creationId xmlns:a16="http://schemas.microsoft.com/office/drawing/2014/main" id="{BD6055F9-795C-549F-41E5-4C187BBB8CB7}"/>
                  </a:ext>
                </a:extLst>
              </p:cNvPr>
              <p:cNvSpPr txBox="1"/>
              <p:nvPr/>
            </p:nvSpPr>
            <p:spPr>
              <a:xfrm>
                <a:off x="2931073" y="6366926"/>
                <a:ext cx="400668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Lucida Calligraphy" panose="03010101010101010101" pitchFamily="66" charset="0"/>
                        </a:rPr>
                        <m:t>l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556" name="TextBox 555">
                <a:extLst>
                  <a:ext uri="{FF2B5EF4-FFF2-40B4-BE49-F238E27FC236}">
                    <a16:creationId xmlns:a16="http://schemas.microsoft.com/office/drawing/2014/main" id="{BD6055F9-795C-549F-41E5-4C187BBB8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1073" y="6366926"/>
                <a:ext cx="400668" cy="407099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7" name="文字方塊 83">
                <a:extLst>
                  <a:ext uri="{FF2B5EF4-FFF2-40B4-BE49-F238E27FC236}">
                    <a16:creationId xmlns:a16="http://schemas.microsoft.com/office/drawing/2014/main" id="{C0571BEA-EF36-9A54-F18D-7BEDE279CFC9}"/>
                  </a:ext>
                </a:extLst>
              </p:cNvPr>
              <p:cNvSpPr txBox="1"/>
              <p:nvPr/>
            </p:nvSpPr>
            <p:spPr>
              <a:xfrm>
                <a:off x="3287908" y="6387753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57" name="文字方塊 83">
                <a:extLst>
                  <a:ext uri="{FF2B5EF4-FFF2-40B4-BE49-F238E27FC236}">
                    <a16:creationId xmlns:a16="http://schemas.microsoft.com/office/drawing/2014/main" id="{C0571BEA-EF36-9A54-F18D-7BEDE279C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908" y="6387753"/>
                <a:ext cx="328449" cy="407099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8" name="文字方塊 10">
            <a:extLst>
              <a:ext uri="{FF2B5EF4-FFF2-40B4-BE49-F238E27FC236}">
                <a16:creationId xmlns:a16="http://schemas.microsoft.com/office/drawing/2014/main" id="{5579CD43-5FB7-C82B-4F0C-A763C3C2DB62}"/>
              </a:ext>
            </a:extLst>
          </p:cNvPr>
          <p:cNvSpPr txBox="1"/>
          <p:nvPr/>
        </p:nvSpPr>
        <p:spPr>
          <a:xfrm>
            <a:off x="3569963" y="6391247"/>
            <a:ext cx="941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15.6</a:t>
            </a:r>
            <a:endParaRPr lang="en-US" sz="200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9" name="文字方塊 260">
                <a:extLst>
                  <a:ext uri="{FF2B5EF4-FFF2-40B4-BE49-F238E27FC236}">
                    <a16:creationId xmlns:a16="http://schemas.microsoft.com/office/drawing/2014/main" id="{D78CE170-525C-67BB-84E8-2F66512AE150}"/>
                  </a:ext>
                </a:extLst>
              </p:cNvPr>
              <p:cNvSpPr txBox="1"/>
              <p:nvPr/>
            </p:nvSpPr>
            <p:spPr>
              <a:xfrm>
                <a:off x="5529260" y="5604997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559" name="文字方塊 260">
                <a:extLst>
                  <a:ext uri="{FF2B5EF4-FFF2-40B4-BE49-F238E27FC236}">
                    <a16:creationId xmlns:a16="http://schemas.microsoft.com/office/drawing/2014/main" id="{D78CE170-525C-67BB-84E8-2F66512AE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260" y="5604997"/>
                <a:ext cx="238419" cy="461665"/>
              </a:xfrm>
              <a:prstGeom prst="rect">
                <a:avLst/>
              </a:prstGeom>
              <a:blipFill>
                <a:blip r:embed="rId49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0" name="TextBox 15">
            <a:extLst>
              <a:ext uri="{FF2B5EF4-FFF2-40B4-BE49-F238E27FC236}">
                <a16:creationId xmlns:a16="http://schemas.microsoft.com/office/drawing/2014/main" id="{E491E01D-21F4-B6BC-AA47-4E1182B9E638}"/>
              </a:ext>
            </a:extLst>
          </p:cNvPr>
          <p:cNvSpPr txBox="1"/>
          <p:nvPr/>
        </p:nvSpPr>
        <p:spPr>
          <a:xfrm>
            <a:off x="5738647" y="5654482"/>
            <a:ext cx="539412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The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slant height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of the cone is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15.6 </a:t>
            </a:r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cm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826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0"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0"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3"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8"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1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6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8" grpId="0"/>
      <p:bldP spid="39" grpId="0"/>
      <p:bldP spid="41" grpId="0"/>
      <p:bldP spid="44" grpId="0"/>
      <p:bldP spid="47" grpId="0"/>
      <p:bldP spid="52" grpId="0"/>
      <p:bldP spid="53" grpId="0"/>
      <p:bldP spid="59" grpId="0"/>
      <p:bldP spid="61" grpId="0"/>
      <p:bldP spid="513" grpId="0"/>
      <p:bldP spid="514" grpId="0"/>
      <p:bldP spid="515" grpId="0"/>
      <p:bldP spid="516" grpId="0"/>
      <p:bldP spid="517" grpId="0"/>
      <p:bldP spid="518" grpId="0"/>
      <p:bldP spid="532" grpId="0"/>
      <p:bldP spid="533" grpId="0"/>
      <p:bldP spid="534" grpId="0"/>
      <p:bldP spid="535" grpId="0"/>
      <p:bldP spid="539" grpId="0" animBg="1"/>
      <p:bldP spid="540" grpId="0" animBg="1"/>
      <p:bldP spid="541" grpId="0"/>
      <p:bldP spid="542" grpId="0"/>
      <p:bldP spid="547" grpId="0"/>
      <p:bldP spid="548" grpId="0"/>
      <p:bldP spid="549" grpId="0"/>
      <p:bldP spid="550" grpId="0"/>
      <p:bldP spid="551" grpId="0"/>
      <p:bldP spid="552" grpId="0"/>
      <p:bldP spid="553" grpId="0"/>
      <p:bldP spid="554" grpId="0"/>
      <p:bldP spid="556" grpId="0"/>
      <p:bldP spid="557" grpId="0"/>
      <p:bldP spid="558" grpId="0"/>
      <p:bldP spid="559" grpId="0"/>
      <p:bldP spid="56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FA90E-508D-8FB7-773F-C1DC49CCD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Picture 525">
            <a:extLst>
              <a:ext uri="{FF2B5EF4-FFF2-40B4-BE49-F238E27FC236}">
                <a16:creationId xmlns:a16="http://schemas.microsoft.com/office/drawing/2014/main" id="{6C06ABE0-55AC-65E3-F0F4-02D6E7918A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2" t="3236" b="65081"/>
          <a:stretch>
            <a:fillRect/>
          </a:stretch>
        </p:blipFill>
        <p:spPr>
          <a:xfrm>
            <a:off x="191143" y="149714"/>
            <a:ext cx="11307043" cy="15634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CD3791C-521A-F274-5160-BCD9D3994F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981" t="34387"/>
          <a:stretch>
            <a:fillRect/>
          </a:stretch>
        </p:blipFill>
        <p:spPr>
          <a:xfrm>
            <a:off x="8618483" y="1810098"/>
            <a:ext cx="3445305" cy="32378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120091-9FE6-281B-5BDF-534EBF7F8503}"/>
              </a:ext>
            </a:extLst>
          </p:cNvPr>
          <p:cNvSpPr txBox="1"/>
          <p:nvPr/>
        </p:nvSpPr>
        <p:spPr>
          <a:xfrm>
            <a:off x="246326" y="1799228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筆跡 4">
                <a:extLst>
                  <a:ext uri="{FF2B5EF4-FFF2-40B4-BE49-F238E27FC236}">
                    <a16:creationId xmlns:a16="http://schemas.microsoft.com/office/drawing/2014/main" id="{8E538D7B-0427-7C0F-041A-FAC9EAF29BE8}"/>
                  </a:ext>
                </a:extLst>
              </p14:cNvPr>
              <p14:cNvContentPartPr/>
              <p14:nvPr/>
            </p14:nvContentPartPr>
            <p14:xfrm>
              <a:off x="6215194" y="364087"/>
              <a:ext cx="763675" cy="45719"/>
            </p14:xfrm>
          </p:contentPart>
        </mc:Choice>
        <mc:Fallback>
          <p:pic>
            <p:nvPicPr>
              <p:cNvPr id="9" name="筆跡 4">
                <a:extLst>
                  <a:ext uri="{FF2B5EF4-FFF2-40B4-BE49-F238E27FC236}">
                    <a16:creationId xmlns:a16="http://schemas.microsoft.com/office/drawing/2014/main" id="{8E538D7B-0427-7C0F-041A-FAC9EAF29BE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61186" y="-13351613"/>
                <a:ext cx="87133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筆跡 4">
                <a:extLst>
                  <a:ext uri="{FF2B5EF4-FFF2-40B4-BE49-F238E27FC236}">
                    <a16:creationId xmlns:a16="http://schemas.microsoft.com/office/drawing/2014/main" id="{3EB93FA4-1CFB-2D4B-C421-CB8045A5623F}"/>
                  </a:ext>
                </a:extLst>
              </p14:cNvPr>
              <p14:cNvContentPartPr/>
              <p14:nvPr/>
            </p14:nvContentPartPr>
            <p14:xfrm>
              <a:off x="693815" y="695163"/>
              <a:ext cx="704062" cy="45719"/>
            </p14:xfrm>
          </p:contentPart>
        </mc:Choice>
        <mc:Fallback>
          <p:pic>
            <p:nvPicPr>
              <p:cNvPr id="10" name="筆跡 4">
                <a:extLst>
                  <a:ext uri="{FF2B5EF4-FFF2-40B4-BE49-F238E27FC236}">
                    <a16:creationId xmlns:a16="http://schemas.microsoft.com/office/drawing/2014/main" id="{3EB93FA4-1CFB-2D4B-C421-CB8045A5623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9795" y="-13020537"/>
                <a:ext cx="81174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筆跡 4">
                <a:extLst>
                  <a:ext uri="{FF2B5EF4-FFF2-40B4-BE49-F238E27FC236}">
                    <a16:creationId xmlns:a16="http://schemas.microsoft.com/office/drawing/2014/main" id="{EA7DCC0E-9821-13E1-CEBB-DF5B886CF585}"/>
                  </a:ext>
                </a:extLst>
              </p14:cNvPr>
              <p14:cNvContentPartPr/>
              <p14:nvPr/>
            </p14:nvContentPartPr>
            <p14:xfrm>
              <a:off x="2103320" y="718022"/>
              <a:ext cx="3151852" cy="45719"/>
            </p14:xfrm>
          </p:contentPart>
        </mc:Choice>
        <mc:Fallback>
          <p:pic>
            <p:nvPicPr>
              <p:cNvPr id="11" name="筆跡 4">
                <a:extLst>
                  <a:ext uri="{FF2B5EF4-FFF2-40B4-BE49-F238E27FC236}">
                    <a16:creationId xmlns:a16="http://schemas.microsoft.com/office/drawing/2014/main" id="{EA7DCC0E-9821-13E1-CEBB-DF5B886CF58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49294" y="-12997678"/>
                <a:ext cx="325954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筆跡 4">
                <a:extLst>
                  <a:ext uri="{FF2B5EF4-FFF2-40B4-BE49-F238E27FC236}">
                    <a16:creationId xmlns:a16="http://schemas.microsoft.com/office/drawing/2014/main" id="{FD679428-1BEF-3305-B11B-E31037A4A26D}"/>
                  </a:ext>
                </a:extLst>
              </p14:cNvPr>
              <p14:cNvContentPartPr/>
              <p14:nvPr/>
            </p14:nvContentPartPr>
            <p14:xfrm>
              <a:off x="2213679" y="1094563"/>
              <a:ext cx="2253218" cy="45719"/>
            </p14:xfrm>
          </p:contentPart>
        </mc:Choice>
        <mc:Fallback>
          <p:pic>
            <p:nvPicPr>
              <p:cNvPr id="12" name="筆跡 4">
                <a:extLst>
                  <a:ext uri="{FF2B5EF4-FFF2-40B4-BE49-F238E27FC236}">
                    <a16:creationId xmlns:a16="http://schemas.microsoft.com/office/drawing/2014/main" id="{FD679428-1BEF-3305-B11B-E31037A4A26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59654" y="-12621137"/>
                <a:ext cx="2360909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ABE00B9-6043-5E54-BE54-507FA0197906}"/>
              </a:ext>
            </a:extLst>
          </p:cNvPr>
          <p:cNvCxnSpPr/>
          <p:nvPr/>
        </p:nvCxnSpPr>
        <p:spPr>
          <a:xfrm>
            <a:off x="10195034" y="1954924"/>
            <a:ext cx="1219200" cy="704193"/>
          </a:xfrm>
          <a:prstGeom prst="line">
            <a:avLst/>
          </a:prstGeom>
          <a:ln w="28575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427BABA-2891-07FE-5241-570F6435261D}"/>
              </a:ext>
            </a:extLst>
          </p:cNvPr>
          <p:cNvSpPr txBox="1"/>
          <p:nvPr/>
        </p:nvSpPr>
        <p:spPr>
          <a:xfrm>
            <a:off x="10720423" y="1968108"/>
            <a:ext cx="777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15.6</a:t>
            </a:r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7" name="筆跡 4">
                <a:extLst>
                  <a:ext uri="{FF2B5EF4-FFF2-40B4-BE49-F238E27FC236}">
                    <a16:creationId xmlns:a16="http://schemas.microsoft.com/office/drawing/2014/main" id="{D86E1BAD-D895-B794-FF5F-98D64A4B7D1D}"/>
                  </a:ext>
                </a:extLst>
              </p14:cNvPr>
              <p14:cNvContentPartPr/>
              <p14:nvPr/>
            </p14:nvContentPartPr>
            <p14:xfrm>
              <a:off x="11414235" y="2975908"/>
              <a:ext cx="649554" cy="45719"/>
            </p14:xfrm>
          </p:contentPart>
        </mc:Choice>
        <mc:Fallback>
          <p:pic>
            <p:nvPicPr>
              <p:cNvPr id="17" name="筆跡 4">
                <a:extLst>
                  <a:ext uri="{FF2B5EF4-FFF2-40B4-BE49-F238E27FC236}">
                    <a16:creationId xmlns:a16="http://schemas.microsoft.com/office/drawing/2014/main" id="{D86E1BAD-D895-B794-FF5F-98D64A4B7D1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360226" y="-10739792"/>
                <a:ext cx="757213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413D90-0732-08A3-1B9D-CA20AC97519A}"/>
              </a:ext>
            </a:extLst>
          </p:cNvPr>
          <p:cNvCxnSpPr>
            <a:cxnSpLocks/>
          </p:cNvCxnSpPr>
          <p:nvPr/>
        </p:nvCxnSpPr>
        <p:spPr>
          <a:xfrm>
            <a:off x="10195034" y="2669530"/>
            <a:ext cx="1259155" cy="0"/>
          </a:xfrm>
          <a:prstGeom prst="line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2C2C3A7-7C75-4083-AEE0-4D05B3DF9E88}"/>
              </a:ext>
            </a:extLst>
          </p:cNvPr>
          <p:cNvCxnSpPr>
            <a:cxnSpLocks/>
          </p:cNvCxnSpPr>
          <p:nvPr/>
        </p:nvCxnSpPr>
        <p:spPr>
          <a:xfrm>
            <a:off x="10290670" y="3799393"/>
            <a:ext cx="1123564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2" name="筆跡 4">
                <a:extLst>
                  <a:ext uri="{FF2B5EF4-FFF2-40B4-BE49-F238E27FC236}">
                    <a16:creationId xmlns:a16="http://schemas.microsoft.com/office/drawing/2014/main" id="{768066FC-3621-0A44-C1E7-0160713EC19F}"/>
                  </a:ext>
                </a:extLst>
              </p14:cNvPr>
              <p14:cNvContentPartPr/>
              <p14:nvPr/>
            </p14:nvContentPartPr>
            <p14:xfrm>
              <a:off x="10568217" y="3682359"/>
              <a:ext cx="467645" cy="45719"/>
            </p14:xfrm>
          </p:contentPart>
        </mc:Choice>
        <mc:Fallback>
          <p:pic>
            <p:nvPicPr>
              <p:cNvPr id="22" name="筆跡 4">
                <a:extLst>
                  <a:ext uri="{FF2B5EF4-FFF2-40B4-BE49-F238E27FC236}">
                    <a16:creationId xmlns:a16="http://schemas.microsoft.com/office/drawing/2014/main" id="{768066FC-3621-0A44-C1E7-0160713EC19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514216" y="-10033341"/>
                <a:ext cx="57528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A764621-5BBD-F005-33B7-B25E21CD1DCB}"/>
                  </a:ext>
                </a:extLst>
              </p:cNvPr>
              <p:cNvSpPr txBox="1"/>
              <p:nvPr/>
            </p:nvSpPr>
            <p:spPr>
              <a:xfrm>
                <a:off x="4837387" y="931450"/>
                <a:ext cx="157392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HK" sz="1800" b="1">
                    <a:ln>
                      <a:solidFill>
                        <a:schemeClr val="tx1"/>
                      </a:solidFill>
                    </a:ln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15.6 </a:t>
                </a:r>
                <a:r>
                  <a:rPr lang="en-HK" altLang="zh-HK" sz="1800" b="1">
                    <a:ln>
                      <a:solidFill>
                        <a:schemeClr val="tx1"/>
                      </a:solidFill>
                    </a:ln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Lucida Calligraphy" panose="03010101010101010101" pitchFamily="66" charset="0"/>
                  </a:rPr>
                  <a:t>cm</a:t>
                </a:r>
                <a:r>
                  <a:rPr lang="en-US" altLang="zh-HK" sz="1800" b="1">
                    <a:ln>
                      <a:solidFill>
                        <a:schemeClr val="tx1"/>
                      </a:solidFill>
                    </a:ln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>
                  <a:solidFill>
                    <a:schemeClr val="accent4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A764621-5BBD-F005-33B7-B25E21CD1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387" y="931450"/>
                <a:ext cx="1573924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9" name="筆跡 4">
                <a:extLst>
                  <a:ext uri="{FF2B5EF4-FFF2-40B4-BE49-F238E27FC236}">
                    <a16:creationId xmlns:a16="http://schemas.microsoft.com/office/drawing/2014/main" id="{CB207081-FF9A-EBBA-8FD5-72D18FC4D79C}"/>
                  </a:ext>
                </a:extLst>
              </p14:cNvPr>
              <p14:cNvContentPartPr/>
              <p14:nvPr/>
            </p14:nvContentPartPr>
            <p14:xfrm>
              <a:off x="4565689" y="1499758"/>
              <a:ext cx="1181955" cy="45719"/>
            </p14:xfrm>
          </p:contentPart>
        </mc:Choice>
        <mc:Fallback>
          <p:pic>
            <p:nvPicPr>
              <p:cNvPr id="19" name="筆跡 4">
                <a:extLst>
                  <a:ext uri="{FF2B5EF4-FFF2-40B4-BE49-F238E27FC236}">
                    <a16:creationId xmlns:a16="http://schemas.microsoft.com/office/drawing/2014/main" id="{CB207081-FF9A-EBBA-8FD5-72D18FC4D79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511669" y="-12215942"/>
                <a:ext cx="1289635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E8B539E-E4B2-7193-C7EF-72BBEE090AD5}"/>
              </a:ext>
            </a:extLst>
          </p:cNvPr>
          <p:cNvCxnSpPr/>
          <p:nvPr/>
        </p:nvCxnSpPr>
        <p:spPr>
          <a:xfrm>
            <a:off x="10195034" y="1954924"/>
            <a:ext cx="0" cy="704193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ight Triangle 42">
            <a:extLst>
              <a:ext uri="{FF2B5EF4-FFF2-40B4-BE49-F238E27FC236}">
                <a16:creationId xmlns:a16="http://schemas.microsoft.com/office/drawing/2014/main" id="{866C90E5-3913-16A1-19BD-0840B9D5557C}"/>
              </a:ext>
            </a:extLst>
          </p:cNvPr>
          <p:cNvSpPr/>
          <p:nvPr/>
        </p:nvSpPr>
        <p:spPr>
          <a:xfrm>
            <a:off x="10189642" y="1979715"/>
            <a:ext cx="1219200" cy="712185"/>
          </a:xfrm>
          <a:prstGeom prst="rtTriangle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文字方塊 132">
                <a:extLst>
                  <a:ext uri="{FF2B5EF4-FFF2-40B4-BE49-F238E27FC236}">
                    <a16:creationId xmlns:a16="http://schemas.microsoft.com/office/drawing/2014/main" id="{63B7AF50-3CEA-BB78-EC9A-E7A5498C4977}"/>
                  </a:ext>
                </a:extLst>
              </p:cNvPr>
              <p:cNvSpPr txBox="1"/>
              <p:nvPr/>
            </p:nvSpPr>
            <p:spPr>
              <a:xfrm>
                <a:off x="3425674" y="184598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6" name="文字方塊 132">
                <a:extLst>
                  <a:ext uri="{FF2B5EF4-FFF2-40B4-BE49-F238E27FC236}">
                    <a16:creationId xmlns:a16="http://schemas.microsoft.com/office/drawing/2014/main" id="{63B7AF50-3CEA-BB78-EC9A-E7A5498C4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674" y="1845988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群組 112">
            <a:extLst>
              <a:ext uri="{FF2B5EF4-FFF2-40B4-BE49-F238E27FC236}">
                <a16:creationId xmlns:a16="http://schemas.microsoft.com/office/drawing/2014/main" id="{53FDC336-3C0F-B0AD-1C97-C39292A184E4}"/>
              </a:ext>
            </a:extLst>
          </p:cNvPr>
          <p:cNvGrpSpPr/>
          <p:nvPr/>
        </p:nvGrpSpPr>
        <p:grpSpPr>
          <a:xfrm>
            <a:off x="3815781" y="1799695"/>
            <a:ext cx="2141251" cy="360040"/>
            <a:chOff x="7148927" y="3573016"/>
            <a:chExt cx="1317415" cy="360040"/>
          </a:xfrm>
        </p:grpSpPr>
        <p:cxnSp>
          <p:nvCxnSpPr>
            <p:cNvPr id="60" name="直線接點 113">
              <a:extLst>
                <a:ext uri="{FF2B5EF4-FFF2-40B4-BE49-F238E27FC236}">
                  <a16:creationId xmlns:a16="http://schemas.microsoft.com/office/drawing/2014/main" id="{9B307DA8-60AE-858B-B866-6BD2D1A13E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4527" y="3573016"/>
              <a:ext cx="1191815" cy="1953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線接點 114">
              <a:extLst>
                <a:ext uri="{FF2B5EF4-FFF2-40B4-BE49-F238E27FC236}">
                  <a16:creationId xmlns:a16="http://schemas.microsoft.com/office/drawing/2014/main" id="{267FCABA-DC96-51C5-F2E6-3D156ABE1536}"/>
                </a:ext>
              </a:extLst>
            </p:cNvPr>
            <p:cNvCxnSpPr/>
            <p:nvPr/>
          </p:nvCxnSpPr>
          <p:spPr>
            <a:xfrm flipH="1">
              <a:off x="7202310" y="3573016"/>
              <a:ext cx="72216" cy="36004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線接點 115">
              <a:extLst>
                <a:ext uri="{FF2B5EF4-FFF2-40B4-BE49-F238E27FC236}">
                  <a16:creationId xmlns:a16="http://schemas.microsoft.com/office/drawing/2014/main" id="{B2F35543-DFEB-CD20-13BC-47464D0B1273}"/>
                </a:ext>
              </a:extLst>
            </p:cNvPr>
            <p:cNvCxnSpPr>
              <a:cxnSpLocks/>
            </p:cNvCxnSpPr>
            <p:nvPr/>
          </p:nvCxnSpPr>
          <p:spPr>
            <a:xfrm>
              <a:off x="7148927" y="3830718"/>
              <a:ext cx="53383" cy="102338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12" name="群組 116">
            <a:extLst>
              <a:ext uri="{FF2B5EF4-FFF2-40B4-BE49-F238E27FC236}">
                <a16:creationId xmlns:a16="http://schemas.microsoft.com/office/drawing/2014/main" id="{575ABDD3-E5A5-4695-F644-61A3AECD017B}"/>
              </a:ext>
            </a:extLst>
          </p:cNvPr>
          <p:cNvGrpSpPr/>
          <p:nvPr/>
        </p:nvGrpSpPr>
        <p:grpSpPr>
          <a:xfrm>
            <a:off x="3881122" y="1818219"/>
            <a:ext cx="1016963" cy="488801"/>
            <a:chOff x="7172561" y="5108021"/>
            <a:chExt cx="1016963" cy="48880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9" name="文字方塊 119">
                  <a:extLst>
                    <a:ext uri="{FF2B5EF4-FFF2-40B4-BE49-F238E27FC236}">
                      <a16:creationId xmlns:a16="http://schemas.microsoft.com/office/drawing/2014/main" id="{1BEE4E66-4EDD-1260-CA4D-92CB5723E9BC}"/>
                    </a:ext>
                  </a:extLst>
                </p:cNvPr>
                <p:cNvSpPr txBox="1"/>
                <p:nvPr/>
              </p:nvSpPr>
              <p:spPr>
                <a:xfrm>
                  <a:off x="7172561" y="5196712"/>
                  <a:ext cx="94108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latin typeface="Lucida Handwriting" panose="03010101010101010101" pitchFamily="66" charset="0"/>
                          </a:rPr>
                          <m:t>15.6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519" name="文字方塊 119">
                  <a:extLst>
                    <a:ext uri="{FF2B5EF4-FFF2-40B4-BE49-F238E27FC236}">
                      <a16:creationId xmlns:a16="http://schemas.microsoft.com/office/drawing/2014/main" id="{1BEE4E66-4EDD-1260-CA4D-92CB5723E9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2561" y="5196712"/>
                  <a:ext cx="941082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0" name="文字方塊 118">
              <a:extLst>
                <a:ext uri="{FF2B5EF4-FFF2-40B4-BE49-F238E27FC236}">
                  <a16:creationId xmlns:a16="http://schemas.microsoft.com/office/drawing/2014/main" id="{915DCC53-2C5C-C92B-69DC-FDA6ECB15187}"/>
                </a:ext>
              </a:extLst>
            </p:cNvPr>
            <p:cNvSpPr txBox="1"/>
            <p:nvPr/>
          </p:nvSpPr>
          <p:spPr>
            <a:xfrm>
              <a:off x="7900662" y="5108021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1" name="文字方塊 128">
                <a:extLst>
                  <a:ext uri="{FF2B5EF4-FFF2-40B4-BE49-F238E27FC236}">
                    <a16:creationId xmlns:a16="http://schemas.microsoft.com/office/drawing/2014/main" id="{91A326BA-D17B-0839-320F-A9B9D8193182}"/>
                  </a:ext>
                </a:extLst>
              </p:cNvPr>
              <p:cNvSpPr txBox="1"/>
              <p:nvPr/>
            </p:nvSpPr>
            <p:spPr>
              <a:xfrm>
                <a:off x="4746450" y="188167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21" name="文字方塊 128">
                <a:extLst>
                  <a:ext uri="{FF2B5EF4-FFF2-40B4-BE49-F238E27FC236}">
                    <a16:creationId xmlns:a16="http://schemas.microsoft.com/office/drawing/2014/main" id="{91A326BA-D17B-0839-320F-A9B9D8193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450" y="1881670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2" name="群組 116">
            <a:extLst>
              <a:ext uri="{FF2B5EF4-FFF2-40B4-BE49-F238E27FC236}">
                <a16:creationId xmlns:a16="http://schemas.microsoft.com/office/drawing/2014/main" id="{089E8FEB-8702-7977-9152-6C3CDDFE9AC7}"/>
              </a:ext>
            </a:extLst>
          </p:cNvPr>
          <p:cNvGrpSpPr/>
          <p:nvPr/>
        </p:nvGrpSpPr>
        <p:grpSpPr>
          <a:xfrm>
            <a:off x="5072127" y="1790908"/>
            <a:ext cx="884905" cy="490872"/>
            <a:chOff x="7381696" y="5084758"/>
            <a:chExt cx="884905" cy="49087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3" name="文字方塊 119">
                  <a:extLst>
                    <a:ext uri="{FF2B5EF4-FFF2-40B4-BE49-F238E27FC236}">
                      <a16:creationId xmlns:a16="http://schemas.microsoft.com/office/drawing/2014/main" id="{64B4683A-9ABE-2BF9-1414-B5F1714429AA}"/>
                    </a:ext>
                  </a:extLst>
                </p:cNvPr>
                <p:cNvSpPr txBox="1"/>
                <p:nvPr/>
              </p:nvSpPr>
              <p:spPr>
                <a:xfrm>
                  <a:off x="7381696" y="5175520"/>
                  <a:ext cx="74009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Lucida Handwriting" panose="03010101010101010101" pitchFamily="66" charset="0"/>
                          </a:rPr>
                          <m:t>14.4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523" name="文字方塊 119">
                  <a:extLst>
                    <a:ext uri="{FF2B5EF4-FFF2-40B4-BE49-F238E27FC236}">
                      <a16:creationId xmlns:a16="http://schemas.microsoft.com/office/drawing/2014/main" id="{64B4683A-9ABE-2BF9-1414-B5F1714429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1696" y="5175520"/>
                  <a:ext cx="740096" cy="400110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4" name="文字方塊 118">
              <a:extLst>
                <a:ext uri="{FF2B5EF4-FFF2-40B4-BE49-F238E27FC236}">
                  <a16:creationId xmlns:a16="http://schemas.microsoft.com/office/drawing/2014/main" id="{FDD2D0EC-AFE6-0CA6-9DA5-190375798552}"/>
                </a:ext>
              </a:extLst>
            </p:cNvPr>
            <p:cNvSpPr txBox="1"/>
            <p:nvPr/>
          </p:nvSpPr>
          <p:spPr>
            <a:xfrm>
              <a:off x="7977739" y="5084758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5" name="文字方塊 132">
                <a:extLst>
                  <a:ext uri="{FF2B5EF4-FFF2-40B4-BE49-F238E27FC236}">
                    <a16:creationId xmlns:a16="http://schemas.microsoft.com/office/drawing/2014/main" id="{8D3502EE-8BEA-AC04-74BB-1A3F37544DAA}"/>
                  </a:ext>
                </a:extLst>
              </p:cNvPr>
              <p:cNvSpPr txBox="1"/>
              <p:nvPr/>
            </p:nvSpPr>
            <p:spPr>
              <a:xfrm>
                <a:off x="6386246" y="187946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25" name="文字方塊 132">
                <a:extLst>
                  <a:ext uri="{FF2B5EF4-FFF2-40B4-BE49-F238E27FC236}">
                    <a16:creationId xmlns:a16="http://schemas.microsoft.com/office/drawing/2014/main" id="{8D3502EE-8BEA-AC04-74BB-1A3F37544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246" y="1879462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7" name="TextBox 526">
                <a:extLst>
                  <a:ext uri="{FF2B5EF4-FFF2-40B4-BE49-F238E27FC236}">
                    <a16:creationId xmlns:a16="http://schemas.microsoft.com/office/drawing/2014/main" id="{B312A774-564A-C752-FCB9-87B282C9BB06}"/>
                  </a:ext>
                </a:extLst>
              </p:cNvPr>
              <p:cNvSpPr txBox="1"/>
              <p:nvPr/>
            </p:nvSpPr>
            <p:spPr>
              <a:xfrm>
                <a:off x="6648053" y="1885730"/>
                <a:ext cx="38443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Handwriting" panose="03010101010101010101" pitchFamily="66" charset="0"/>
                        </a:rPr>
                        <m:t>6</m:t>
                      </m:r>
                    </m:oMath>
                  </m:oMathPara>
                </a14:m>
                <a:endParaRPr lang="en-US" sz="20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27" name="TextBox 526">
                <a:extLst>
                  <a:ext uri="{FF2B5EF4-FFF2-40B4-BE49-F238E27FC236}">
                    <a16:creationId xmlns:a16="http://schemas.microsoft.com/office/drawing/2014/main" id="{B312A774-564A-C752-FCB9-87B282C9B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053" y="1885730"/>
                <a:ext cx="384432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8" name="TextBox 15">
            <a:extLst>
              <a:ext uri="{FF2B5EF4-FFF2-40B4-BE49-F238E27FC236}">
                <a16:creationId xmlns:a16="http://schemas.microsoft.com/office/drawing/2014/main" id="{193FFB29-36AE-0CD0-8ABB-AC63501FDD30}"/>
              </a:ext>
            </a:extLst>
          </p:cNvPr>
          <p:cNvSpPr txBox="1"/>
          <p:nvPr/>
        </p:nvSpPr>
        <p:spPr>
          <a:xfrm>
            <a:off x="724293" y="1844113"/>
            <a:ext cx="2787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Height of the cone</a:t>
            </a:r>
            <a:endParaRPr lang="zh-TW" altLang="en-US" sz="2000" b="1">
              <a:solidFill>
                <a:srgbClr val="FF00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529" name="文字方塊 249">
            <a:extLst>
              <a:ext uri="{FF2B5EF4-FFF2-40B4-BE49-F238E27FC236}">
                <a16:creationId xmlns:a16="http://schemas.microsoft.com/office/drawing/2014/main" id="{C2259DF5-1F54-60E3-36C4-31EFF8B286EB}"/>
              </a:ext>
            </a:extLst>
          </p:cNvPr>
          <p:cNvSpPr txBox="1"/>
          <p:nvPr/>
        </p:nvSpPr>
        <p:spPr>
          <a:xfrm>
            <a:off x="5793994" y="1880566"/>
            <a:ext cx="673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cm</a:t>
            </a:r>
          </a:p>
        </p:txBody>
      </p:sp>
      <p:sp>
        <p:nvSpPr>
          <p:cNvPr id="530" name="文字方塊 249">
            <a:extLst>
              <a:ext uri="{FF2B5EF4-FFF2-40B4-BE49-F238E27FC236}">
                <a16:creationId xmlns:a16="http://schemas.microsoft.com/office/drawing/2014/main" id="{F58237B9-948D-0777-5BF4-6D433291F0C5}"/>
              </a:ext>
            </a:extLst>
          </p:cNvPr>
          <p:cNvSpPr txBox="1"/>
          <p:nvPr/>
        </p:nvSpPr>
        <p:spPr>
          <a:xfrm>
            <a:off x="6810344" y="1898431"/>
            <a:ext cx="6735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 cm</a:t>
            </a:r>
          </a:p>
        </p:txBody>
      </p:sp>
      <p:sp>
        <p:nvSpPr>
          <p:cNvPr id="531" name="TextBox 15">
            <a:extLst>
              <a:ext uri="{FF2B5EF4-FFF2-40B4-BE49-F238E27FC236}">
                <a16:creationId xmlns:a16="http://schemas.microsoft.com/office/drawing/2014/main" id="{8FB00B06-F885-37B8-8267-7A6547AC0322}"/>
              </a:ext>
            </a:extLst>
          </p:cNvPr>
          <p:cNvSpPr txBox="1"/>
          <p:nvPr/>
        </p:nvSpPr>
        <p:spPr>
          <a:xfrm>
            <a:off x="634593" y="2538051"/>
            <a:ext cx="2787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Volume of the cone</a:t>
            </a:r>
            <a:endParaRPr lang="zh-TW" altLang="en-US" sz="2000" b="1"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5" name="文字方塊 83">
                <a:extLst>
                  <a:ext uri="{FF2B5EF4-FFF2-40B4-BE49-F238E27FC236}">
                    <a16:creationId xmlns:a16="http://schemas.microsoft.com/office/drawing/2014/main" id="{14939312-B6B5-3E3A-91BD-475D91BE158E}"/>
                  </a:ext>
                </a:extLst>
              </p:cNvPr>
              <p:cNvSpPr txBox="1"/>
              <p:nvPr/>
            </p:nvSpPr>
            <p:spPr>
              <a:xfrm>
                <a:off x="3430808" y="2536540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55" name="文字方塊 83">
                <a:extLst>
                  <a:ext uri="{FF2B5EF4-FFF2-40B4-BE49-F238E27FC236}">
                    <a16:creationId xmlns:a16="http://schemas.microsoft.com/office/drawing/2014/main" id="{14939312-B6B5-3E3A-91BD-475D91BE1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808" y="2536540"/>
                <a:ext cx="328449" cy="40709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1" name="群組 74">
            <a:extLst>
              <a:ext uri="{FF2B5EF4-FFF2-40B4-BE49-F238E27FC236}">
                <a16:creationId xmlns:a16="http://schemas.microsoft.com/office/drawing/2014/main" id="{996EA102-BA6E-00E0-3BDB-847A841EDFD4}"/>
              </a:ext>
            </a:extLst>
          </p:cNvPr>
          <p:cNvGrpSpPr/>
          <p:nvPr/>
        </p:nvGrpSpPr>
        <p:grpSpPr>
          <a:xfrm>
            <a:off x="3851182" y="2336485"/>
            <a:ext cx="364383" cy="777549"/>
            <a:chOff x="2896107" y="4671588"/>
            <a:chExt cx="364383" cy="777549"/>
          </a:xfrm>
        </p:grpSpPr>
        <p:sp>
          <p:nvSpPr>
            <p:cNvPr id="562" name="文字方塊 75">
              <a:extLst>
                <a:ext uri="{FF2B5EF4-FFF2-40B4-BE49-F238E27FC236}">
                  <a16:creationId xmlns:a16="http://schemas.microsoft.com/office/drawing/2014/main" id="{8F69CDCB-B291-9702-BE36-1409E30E8BCE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563" name="群組 76">
              <a:extLst>
                <a:ext uri="{FF2B5EF4-FFF2-40B4-BE49-F238E27FC236}">
                  <a16:creationId xmlns:a16="http://schemas.microsoft.com/office/drawing/2014/main" id="{340DF00C-AF40-AECF-F637-C454C68D8406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564" name="直線接點 77">
                <a:extLst>
                  <a:ext uri="{FF2B5EF4-FFF2-40B4-BE49-F238E27FC236}">
                    <a16:creationId xmlns:a16="http://schemas.microsoft.com/office/drawing/2014/main" id="{A7AA2C30-F334-B522-5DBC-68737FD9107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65" name="文字方塊 78">
                <a:extLst>
                  <a:ext uri="{FF2B5EF4-FFF2-40B4-BE49-F238E27FC236}">
                    <a16:creationId xmlns:a16="http://schemas.microsoft.com/office/drawing/2014/main" id="{0E2BAC6E-7672-16CB-6BA5-DCC811C4CFE6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66" name="TextBox 565">
                <a:extLst>
                  <a:ext uri="{FF2B5EF4-FFF2-40B4-BE49-F238E27FC236}">
                    <a16:creationId xmlns:a16="http://schemas.microsoft.com/office/drawing/2014/main" id="{C212A38C-6D3D-C8D6-794C-60D27C6BED58}"/>
                  </a:ext>
                </a:extLst>
              </p:cNvPr>
              <p:cNvSpPr txBox="1"/>
              <p:nvPr/>
            </p:nvSpPr>
            <p:spPr>
              <a:xfrm>
                <a:off x="4517565" y="2509318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566" name="TextBox 565">
                <a:extLst>
                  <a:ext uri="{FF2B5EF4-FFF2-40B4-BE49-F238E27FC236}">
                    <a16:creationId xmlns:a16="http://schemas.microsoft.com/office/drawing/2014/main" id="{C212A38C-6D3D-C8D6-794C-60D27C6BE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7565" y="2509318"/>
                <a:ext cx="357791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8" name="文字方塊 255">
            <a:extLst>
              <a:ext uri="{FF2B5EF4-FFF2-40B4-BE49-F238E27FC236}">
                <a16:creationId xmlns:a16="http://schemas.microsoft.com/office/drawing/2014/main" id="{20D52F7D-C68A-B77C-B532-F7001D8A4CE7}"/>
              </a:ext>
            </a:extLst>
          </p:cNvPr>
          <p:cNvSpPr txBox="1"/>
          <p:nvPr/>
        </p:nvSpPr>
        <p:spPr>
          <a:xfrm>
            <a:off x="5087163" y="2538051"/>
            <a:ext cx="9968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14.4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6">
                  <a:lumMod val="40000"/>
                  <a:lumOff val="6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573" name="文字方塊 106">
            <a:extLst>
              <a:ext uri="{FF2B5EF4-FFF2-40B4-BE49-F238E27FC236}">
                <a16:creationId xmlns:a16="http://schemas.microsoft.com/office/drawing/2014/main" id="{5BFCB6C0-7E50-1363-31C7-7BA88BEECAE0}"/>
              </a:ext>
            </a:extLst>
          </p:cNvPr>
          <p:cNvSpPr txBox="1"/>
          <p:nvPr/>
        </p:nvSpPr>
        <p:spPr>
          <a:xfrm>
            <a:off x="5736087" y="2399551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4" name="TextBox 573">
                <a:extLst>
                  <a:ext uri="{FF2B5EF4-FFF2-40B4-BE49-F238E27FC236}">
                    <a16:creationId xmlns:a16="http://schemas.microsoft.com/office/drawing/2014/main" id="{1C5FB324-0D92-351E-DF49-D063928552A8}"/>
                  </a:ext>
                </a:extLst>
              </p:cNvPr>
              <p:cNvSpPr txBox="1"/>
              <p:nvPr/>
            </p:nvSpPr>
            <p:spPr>
              <a:xfrm>
                <a:off x="6069278" y="2530472"/>
                <a:ext cx="573508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Handwriting" panose="03010101010101010101" pitchFamily="66" charset="0"/>
                        </a:rPr>
                        <m:t>6</m:t>
                      </m:r>
                    </m:oMath>
                  </m:oMathPara>
                </a14:m>
                <a:endParaRPr lang="en-US" sz="20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74" name="TextBox 573">
                <a:extLst>
                  <a:ext uri="{FF2B5EF4-FFF2-40B4-BE49-F238E27FC236}">
                    <a16:creationId xmlns:a16="http://schemas.microsoft.com/office/drawing/2014/main" id="{1C5FB324-0D92-351E-DF49-D06392855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278" y="2530472"/>
                <a:ext cx="573508" cy="40395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6" name="文字方塊 44">
                <a:extLst>
                  <a:ext uri="{FF2B5EF4-FFF2-40B4-BE49-F238E27FC236}">
                    <a16:creationId xmlns:a16="http://schemas.microsoft.com/office/drawing/2014/main" id="{8C53F6C9-F0CB-A891-6D72-30830D48E6BC}"/>
                  </a:ext>
                </a:extLst>
              </p:cNvPr>
              <p:cNvSpPr txBox="1"/>
              <p:nvPr/>
            </p:nvSpPr>
            <p:spPr>
              <a:xfrm>
                <a:off x="4221877" y="252963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76" name="文字方塊 44">
                <a:extLst>
                  <a:ext uri="{FF2B5EF4-FFF2-40B4-BE49-F238E27FC236}">
                    <a16:creationId xmlns:a16="http://schemas.microsoft.com/office/drawing/2014/main" id="{8C53F6C9-F0CB-A891-6D72-30830D48E6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877" y="2529636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7" name="文字方塊 44">
                <a:extLst>
                  <a:ext uri="{FF2B5EF4-FFF2-40B4-BE49-F238E27FC236}">
                    <a16:creationId xmlns:a16="http://schemas.microsoft.com/office/drawing/2014/main" id="{D5067A6B-33F7-DF43-525E-BE4A405A7B52}"/>
                  </a:ext>
                </a:extLst>
              </p:cNvPr>
              <p:cNvSpPr txBox="1"/>
              <p:nvPr/>
            </p:nvSpPr>
            <p:spPr>
              <a:xfrm>
                <a:off x="4822204" y="252939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77" name="文字方塊 44">
                <a:extLst>
                  <a:ext uri="{FF2B5EF4-FFF2-40B4-BE49-F238E27FC236}">
                    <a16:creationId xmlns:a16="http://schemas.microsoft.com/office/drawing/2014/main" id="{D5067A6B-33F7-DF43-525E-BE4A405A7B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2204" y="2529396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8" name="文字方塊 44">
                <a:extLst>
                  <a:ext uri="{FF2B5EF4-FFF2-40B4-BE49-F238E27FC236}">
                    <a16:creationId xmlns:a16="http://schemas.microsoft.com/office/drawing/2014/main" id="{9C4C6FEC-BA5F-F01C-F6C9-0A11860C124D}"/>
                  </a:ext>
                </a:extLst>
              </p:cNvPr>
              <p:cNvSpPr txBox="1"/>
              <p:nvPr/>
            </p:nvSpPr>
            <p:spPr>
              <a:xfrm>
                <a:off x="5902048" y="251972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78" name="文字方塊 44">
                <a:extLst>
                  <a:ext uri="{FF2B5EF4-FFF2-40B4-BE49-F238E27FC236}">
                    <a16:creationId xmlns:a16="http://schemas.microsoft.com/office/drawing/2014/main" id="{9C4C6FEC-BA5F-F01C-F6C9-0A11860C1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048" y="2519722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9" name="群組 245">
            <a:extLst>
              <a:ext uri="{FF2B5EF4-FFF2-40B4-BE49-F238E27FC236}">
                <a16:creationId xmlns:a16="http://schemas.microsoft.com/office/drawing/2014/main" id="{246B0030-4BA8-C8FA-7CDB-405D09546876}"/>
              </a:ext>
            </a:extLst>
          </p:cNvPr>
          <p:cNvGrpSpPr/>
          <p:nvPr/>
        </p:nvGrpSpPr>
        <p:grpSpPr>
          <a:xfrm>
            <a:off x="6457031" y="2464274"/>
            <a:ext cx="725194" cy="486540"/>
            <a:chOff x="2472626" y="4498636"/>
            <a:chExt cx="725194" cy="486540"/>
          </a:xfrm>
        </p:grpSpPr>
        <p:sp>
          <p:nvSpPr>
            <p:cNvPr id="580" name="文字方塊 249">
              <a:extLst>
                <a:ext uri="{FF2B5EF4-FFF2-40B4-BE49-F238E27FC236}">
                  <a16:creationId xmlns:a16="http://schemas.microsoft.com/office/drawing/2014/main" id="{C79D0A59-481D-D8CA-0145-765B7556B288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581" name="文字方塊 247">
              <a:extLst>
                <a:ext uri="{FF2B5EF4-FFF2-40B4-BE49-F238E27FC236}">
                  <a16:creationId xmlns:a16="http://schemas.microsoft.com/office/drawing/2014/main" id="{7F104B7B-C390-C74C-12B3-BF08BFADDB4B}"/>
                </a:ext>
              </a:extLst>
            </p:cNvPr>
            <p:cNvSpPr txBox="1"/>
            <p:nvPr/>
          </p:nvSpPr>
          <p:spPr>
            <a:xfrm>
              <a:off x="2908958" y="4498636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83" name="TextBox 582">
                <a:extLst>
                  <a:ext uri="{FF2B5EF4-FFF2-40B4-BE49-F238E27FC236}">
                    <a16:creationId xmlns:a16="http://schemas.microsoft.com/office/drawing/2014/main" id="{F57426F8-C544-5C34-2E47-1F1FF962867A}"/>
                  </a:ext>
                </a:extLst>
              </p:cNvPr>
              <p:cNvSpPr txBox="1"/>
              <p:nvPr/>
            </p:nvSpPr>
            <p:spPr>
              <a:xfrm>
                <a:off x="9717410" y="2134153"/>
                <a:ext cx="3303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Handwriting" panose="03010101010101010101" pitchFamily="66" charset="0"/>
                        </a:rPr>
                        <m:t>6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83" name="TextBox 582">
                <a:extLst>
                  <a:ext uri="{FF2B5EF4-FFF2-40B4-BE49-F238E27FC236}">
                    <a16:creationId xmlns:a16="http://schemas.microsoft.com/office/drawing/2014/main" id="{F57426F8-C544-5C34-2E47-1F1FF9628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7410" y="2134153"/>
                <a:ext cx="330344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5" name="文字方塊 83">
                <a:extLst>
                  <a:ext uri="{FF2B5EF4-FFF2-40B4-BE49-F238E27FC236}">
                    <a16:creationId xmlns:a16="http://schemas.microsoft.com/office/drawing/2014/main" id="{2F7CDB91-4DBC-14F3-1B34-0FC0A930E2B6}"/>
                  </a:ext>
                </a:extLst>
              </p:cNvPr>
              <p:cNvSpPr txBox="1"/>
              <p:nvPr/>
            </p:nvSpPr>
            <p:spPr>
              <a:xfrm>
                <a:off x="3430808" y="3187314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85" name="文字方塊 83">
                <a:extLst>
                  <a:ext uri="{FF2B5EF4-FFF2-40B4-BE49-F238E27FC236}">
                    <a16:creationId xmlns:a16="http://schemas.microsoft.com/office/drawing/2014/main" id="{2F7CDB91-4DBC-14F3-1B34-0FC0A930E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808" y="3187314"/>
                <a:ext cx="328449" cy="407099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6" name="文字方塊 10">
                <a:extLst>
                  <a:ext uri="{FF2B5EF4-FFF2-40B4-BE49-F238E27FC236}">
                    <a16:creationId xmlns:a16="http://schemas.microsoft.com/office/drawing/2014/main" id="{8D99E7EB-268E-8866-BD77-6D24EF5B7278}"/>
                  </a:ext>
                </a:extLst>
              </p:cNvPr>
              <p:cNvSpPr txBox="1"/>
              <p:nvPr/>
            </p:nvSpPr>
            <p:spPr>
              <a:xfrm>
                <a:off x="3765579" y="3173421"/>
                <a:ext cx="145025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414.72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US" sz="200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86" name="文字方塊 10">
                <a:extLst>
                  <a:ext uri="{FF2B5EF4-FFF2-40B4-BE49-F238E27FC236}">
                    <a16:creationId xmlns:a16="http://schemas.microsoft.com/office/drawing/2014/main" id="{8D99E7EB-268E-8866-BD77-6D24EF5B7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5579" y="3173421"/>
                <a:ext cx="1450253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7" name="群組 245">
            <a:extLst>
              <a:ext uri="{FF2B5EF4-FFF2-40B4-BE49-F238E27FC236}">
                <a16:creationId xmlns:a16="http://schemas.microsoft.com/office/drawing/2014/main" id="{2DF63B6E-9D95-E565-FD71-67AD1A91C607}"/>
              </a:ext>
            </a:extLst>
          </p:cNvPr>
          <p:cNvGrpSpPr/>
          <p:nvPr/>
        </p:nvGrpSpPr>
        <p:grpSpPr>
          <a:xfrm>
            <a:off x="5014591" y="3093273"/>
            <a:ext cx="733054" cy="483194"/>
            <a:chOff x="2472626" y="4501982"/>
            <a:chExt cx="733054" cy="483194"/>
          </a:xfrm>
        </p:grpSpPr>
        <p:sp>
          <p:nvSpPr>
            <p:cNvPr id="588" name="文字方塊 249">
              <a:extLst>
                <a:ext uri="{FF2B5EF4-FFF2-40B4-BE49-F238E27FC236}">
                  <a16:creationId xmlns:a16="http://schemas.microsoft.com/office/drawing/2014/main" id="{14ABF44B-4E42-76E6-3A89-1E1494D40E82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589" name="文字方塊 247">
              <a:extLst>
                <a:ext uri="{FF2B5EF4-FFF2-40B4-BE49-F238E27FC236}">
                  <a16:creationId xmlns:a16="http://schemas.microsoft.com/office/drawing/2014/main" id="{5472C347-B19D-86F0-3A02-9614BE681E77}"/>
                </a:ext>
              </a:extLst>
            </p:cNvPr>
            <p:cNvSpPr txBox="1"/>
            <p:nvPr/>
          </p:nvSpPr>
          <p:spPr>
            <a:xfrm>
              <a:off x="2916818" y="450198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590" name="TextBox 15">
            <a:extLst>
              <a:ext uri="{FF2B5EF4-FFF2-40B4-BE49-F238E27FC236}">
                <a16:creationId xmlns:a16="http://schemas.microsoft.com/office/drawing/2014/main" id="{2097B6AB-E4E3-AA55-7BE4-CD41537B1541}"/>
              </a:ext>
            </a:extLst>
          </p:cNvPr>
          <p:cNvSpPr txBox="1"/>
          <p:nvPr/>
        </p:nvSpPr>
        <p:spPr>
          <a:xfrm>
            <a:off x="535360" y="3837524"/>
            <a:ext cx="38870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rPr>
              <a:t>Volume of the hemisphere</a:t>
            </a:r>
            <a:endParaRPr lang="zh-TW" altLang="en-US" sz="2000" b="1">
              <a:solidFill>
                <a:srgbClr val="0070C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591" name="群組 74">
            <a:extLst>
              <a:ext uri="{FF2B5EF4-FFF2-40B4-BE49-F238E27FC236}">
                <a16:creationId xmlns:a16="http://schemas.microsoft.com/office/drawing/2014/main" id="{37E61985-D42B-73A9-7F52-F5C5FD6F5A87}"/>
              </a:ext>
            </a:extLst>
          </p:cNvPr>
          <p:cNvGrpSpPr/>
          <p:nvPr/>
        </p:nvGrpSpPr>
        <p:grpSpPr>
          <a:xfrm>
            <a:off x="4636090" y="3666618"/>
            <a:ext cx="364383" cy="777549"/>
            <a:chOff x="2896107" y="4671588"/>
            <a:chExt cx="364383" cy="777549"/>
          </a:xfrm>
        </p:grpSpPr>
        <p:sp>
          <p:nvSpPr>
            <p:cNvPr id="592" name="文字方塊 75">
              <a:extLst>
                <a:ext uri="{FF2B5EF4-FFF2-40B4-BE49-F238E27FC236}">
                  <a16:creationId xmlns:a16="http://schemas.microsoft.com/office/drawing/2014/main" id="{2104818C-9EC4-4E2D-864B-05C0D32FF67B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593" name="群組 76">
              <a:extLst>
                <a:ext uri="{FF2B5EF4-FFF2-40B4-BE49-F238E27FC236}">
                  <a16:creationId xmlns:a16="http://schemas.microsoft.com/office/drawing/2014/main" id="{B9BF6B95-C69F-CE37-185F-51A66A0CCA36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594" name="直線接點 77">
                <a:extLst>
                  <a:ext uri="{FF2B5EF4-FFF2-40B4-BE49-F238E27FC236}">
                    <a16:creationId xmlns:a16="http://schemas.microsoft.com/office/drawing/2014/main" id="{D2CBA605-EBAF-FBAA-0D7A-6757A11B7C1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95" name="文字方塊 78">
                <a:extLst>
                  <a:ext uri="{FF2B5EF4-FFF2-40B4-BE49-F238E27FC236}">
                    <a16:creationId xmlns:a16="http://schemas.microsoft.com/office/drawing/2014/main" id="{2D685512-1276-F415-BD4F-8A80941A87D3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96" name="文字方塊 53">
                <a:extLst>
                  <a:ext uri="{FF2B5EF4-FFF2-40B4-BE49-F238E27FC236}">
                    <a16:creationId xmlns:a16="http://schemas.microsoft.com/office/drawing/2014/main" id="{B7923458-223C-08BA-5517-6FD971912EB2}"/>
                  </a:ext>
                </a:extLst>
              </p:cNvPr>
              <p:cNvSpPr txBox="1"/>
              <p:nvPr/>
            </p:nvSpPr>
            <p:spPr>
              <a:xfrm>
                <a:off x="4993880" y="38317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96" name="文字方塊 53">
                <a:extLst>
                  <a:ext uri="{FF2B5EF4-FFF2-40B4-BE49-F238E27FC236}">
                    <a16:creationId xmlns:a16="http://schemas.microsoft.com/office/drawing/2014/main" id="{B7923458-223C-08BA-5517-6FD971912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3880" y="3831712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7" name="群組 74">
            <a:extLst>
              <a:ext uri="{FF2B5EF4-FFF2-40B4-BE49-F238E27FC236}">
                <a16:creationId xmlns:a16="http://schemas.microsoft.com/office/drawing/2014/main" id="{43924B7E-AB70-6298-91F0-63D499CDED0A}"/>
              </a:ext>
            </a:extLst>
          </p:cNvPr>
          <p:cNvGrpSpPr/>
          <p:nvPr/>
        </p:nvGrpSpPr>
        <p:grpSpPr>
          <a:xfrm>
            <a:off x="5325992" y="3668908"/>
            <a:ext cx="364383" cy="777549"/>
            <a:chOff x="2896107" y="4671588"/>
            <a:chExt cx="364383" cy="777549"/>
          </a:xfrm>
        </p:grpSpPr>
        <p:sp>
          <p:nvSpPr>
            <p:cNvPr id="598" name="文字方塊 75">
              <a:extLst>
                <a:ext uri="{FF2B5EF4-FFF2-40B4-BE49-F238E27FC236}">
                  <a16:creationId xmlns:a16="http://schemas.microsoft.com/office/drawing/2014/main" id="{91D0820F-42AC-CA6A-262E-50F0B78B1AC3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599" name="群組 76">
              <a:extLst>
                <a:ext uri="{FF2B5EF4-FFF2-40B4-BE49-F238E27FC236}">
                  <a16:creationId xmlns:a16="http://schemas.microsoft.com/office/drawing/2014/main" id="{9BDF1293-877B-7480-58CA-95205152079C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600" name="直線接點 77">
                <a:extLst>
                  <a:ext uri="{FF2B5EF4-FFF2-40B4-BE49-F238E27FC236}">
                    <a16:creationId xmlns:a16="http://schemas.microsoft.com/office/drawing/2014/main" id="{426C3EE7-FEE0-E316-C1BE-4041DBF883D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01" name="文字方塊 78">
                <a:extLst>
                  <a:ext uri="{FF2B5EF4-FFF2-40B4-BE49-F238E27FC236}">
                    <a16:creationId xmlns:a16="http://schemas.microsoft.com/office/drawing/2014/main" id="{CE39EA63-69D3-CEC8-91C9-47DE37A66509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02" name="文字方塊 53">
                <a:extLst>
                  <a:ext uri="{FF2B5EF4-FFF2-40B4-BE49-F238E27FC236}">
                    <a16:creationId xmlns:a16="http://schemas.microsoft.com/office/drawing/2014/main" id="{960146D7-6B30-DFCD-F090-55724C33F3F2}"/>
                  </a:ext>
                </a:extLst>
              </p:cNvPr>
              <p:cNvSpPr txBox="1"/>
              <p:nvPr/>
            </p:nvSpPr>
            <p:spPr>
              <a:xfrm>
                <a:off x="5719827" y="381362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02" name="文字方塊 53">
                <a:extLst>
                  <a:ext uri="{FF2B5EF4-FFF2-40B4-BE49-F238E27FC236}">
                    <a16:creationId xmlns:a16="http://schemas.microsoft.com/office/drawing/2014/main" id="{960146D7-6B30-DFCD-F090-55724C33F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9827" y="3813626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369E345A-AA10-18B7-2D72-560EEC8A1BB8}"/>
                  </a:ext>
                </a:extLst>
              </p:cNvPr>
              <p:cNvSpPr txBox="1"/>
              <p:nvPr/>
            </p:nvSpPr>
            <p:spPr>
              <a:xfrm>
                <a:off x="6002329" y="3813626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603" name="TextBox 602">
                <a:extLst>
                  <a:ext uri="{FF2B5EF4-FFF2-40B4-BE49-F238E27FC236}">
                    <a16:creationId xmlns:a16="http://schemas.microsoft.com/office/drawing/2014/main" id="{369E345A-AA10-18B7-2D72-560EEC8A1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2329" y="3813626"/>
                <a:ext cx="357791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4" name="文字方塊 53">
                <a:extLst>
                  <a:ext uri="{FF2B5EF4-FFF2-40B4-BE49-F238E27FC236}">
                    <a16:creationId xmlns:a16="http://schemas.microsoft.com/office/drawing/2014/main" id="{7B09F090-02AA-5524-389D-820A2068931D}"/>
                  </a:ext>
                </a:extLst>
              </p:cNvPr>
              <p:cNvSpPr txBox="1"/>
              <p:nvPr/>
            </p:nvSpPr>
            <p:spPr>
              <a:xfrm>
                <a:off x="6347248" y="381362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04" name="文字方塊 53">
                <a:extLst>
                  <a:ext uri="{FF2B5EF4-FFF2-40B4-BE49-F238E27FC236}">
                    <a16:creationId xmlns:a16="http://schemas.microsoft.com/office/drawing/2014/main" id="{7B09F090-02AA-5524-389D-820A20689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7248" y="3813626"/>
                <a:ext cx="295688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D480B247-6CB3-E615-AF64-5C5337E6A081}"/>
                  </a:ext>
                </a:extLst>
              </p:cNvPr>
              <p:cNvSpPr txBox="1"/>
              <p:nvPr/>
            </p:nvSpPr>
            <p:spPr>
              <a:xfrm>
                <a:off x="6623609" y="3838548"/>
                <a:ext cx="331733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Lucida Handwriting" panose="03010101010101010101" pitchFamily="66" charset="0"/>
                        </a:rPr>
                        <m:t>12</m:t>
                      </m:r>
                    </m:oMath>
                  </m:oMathPara>
                </a14:m>
                <a:endParaRPr lang="en-US" sz="200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605" name="TextBox 604">
                <a:extLst>
                  <a:ext uri="{FF2B5EF4-FFF2-40B4-BE49-F238E27FC236}">
                    <a16:creationId xmlns:a16="http://schemas.microsoft.com/office/drawing/2014/main" id="{D480B247-6CB3-E615-AF64-5C5337E6A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3609" y="3838548"/>
                <a:ext cx="331733" cy="403957"/>
              </a:xfrm>
              <a:prstGeom prst="rect">
                <a:avLst/>
              </a:prstGeom>
              <a:blipFill>
                <a:blip r:embed="rId37"/>
                <a:stretch>
                  <a:fillRect r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6" name="文字方塊 106">
            <a:extLst>
              <a:ext uri="{FF2B5EF4-FFF2-40B4-BE49-F238E27FC236}">
                <a16:creationId xmlns:a16="http://schemas.microsoft.com/office/drawing/2014/main" id="{47603868-0719-3C0D-4BA3-871B7C8A3F50}"/>
              </a:ext>
            </a:extLst>
          </p:cNvPr>
          <p:cNvSpPr txBox="1"/>
          <p:nvPr/>
        </p:nvSpPr>
        <p:spPr>
          <a:xfrm>
            <a:off x="6959630" y="3721567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00B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8" name="文字方塊 83">
                <a:extLst>
                  <a:ext uri="{FF2B5EF4-FFF2-40B4-BE49-F238E27FC236}">
                    <a16:creationId xmlns:a16="http://schemas.microsoft.com/office/drawing/2014/main" id="{6AE14EDB-D113-A9E9-83A2-6BE7763C4233}"/>
                  </a:ext>
                </a:extLst>
              </p:cNvPr>
              <p:cNvSpPr txBox="1"/>
              <p:nvPr/>
            </p:nvSpPr>
            <p:spPr>
              <a:xfrm>
                <a:off x="4220421" y="3830535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08" name="文字方塊 83">
                <a:extLst>
                  <a:ext uri="{FF2B5EF4-FFF2-40B4-BE49-F238E27FC236}">
                    <a16:creationId xmlns:a16="http://schemas.microsoft.com/office/drawing/2014/main" id="{6AE14EDB-D113-A9E9-83A2-6BE7763C4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421" y="3830535"/>
                <a:ext cx="328449" cy="407099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9" name="群組 245">
            <a:extLst>
              <a:ext uri="{FF2B5EF4-FFF2-40B4-BE49-F238E27FC236}">
                <a16:creationId xmlns:a16="http://schemas.microsoft.com/office/drawing/2014/main" id="{7F022FB9-2AA2-3B97-35D7-09F7C7B2FC12}"/>
              </a:ext>
            </a:extLst>
          </p:cNvPr>
          <p:cNvGrpSpPr/>
          <p:nvPr/>
        </p:nvGrpSpPr>
        <p:grpSpPr>
          <a:xfrm>
            <a:off x="7104061" y="3737885"/>
            <a:ext cx="725194" cy="486540"/>
            <a:chOff x="2472626" y="4498636"/>
            <a:chExt cx="725194" cy="486540"/>
          </a:xfrm>
        </p:grpSpPr>
        <p:sp>
          <p:nvSpPr>
            <p:cNvPr id="610" name="文字方塊 249">
              <a:extLst>
                <a:ext uri="{FF2B5EF4-FFF2-40B4-BE49-F238E27FC236}">
                  <a16:creationId xmlns:a16="http://schemas.microsoft.com/office/drawing/2014/main" id="{93754DC8-9CF3-D011-9D16-C21530F573D6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611" name="文字方塊 247">
              <a:extLst>
                <a:ext uri="{FF2B5EF4-FFF2-40B4-BE49-F238E27FC236}">
                  <a16:creationId xmlns:a16="http://schemas.microsoft.com/office/drawing/2014/main" id="{A1366711-2A3A-1813-4D87-DB66BAA6AA9E}"/>
                </a:ext>
              </a:extLst>
            </p:cNvPr>
            <p:cNvSpPr txBox="1"/>
            <p:nvPr/>
          </p:nvSpPr>
          <p:spPr>
            <a:xfrm>
              <a:off x="2908958" y="4498636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12" name="文字方塊 83">
                <a:extLst>
                  <a:ext uri="{FF2B5EF4-FFF2-40B4-BE49-F238E27FC236}">
                    <a16:creationId xmlns:a16="http://schemas.microsoft.com/office/drawing/2014/main" id="{E9FB8F42-5D5B-4304-8AA6-2423E0644F1D}"/>
                  </a:ext>
                </a:extLst>
              </p:cNvPr>
              <p:cNvSpPr txBox="1"/>
              <p:nvPr/>
            </p:nvSpPr>
            <p:spPr>
              <a:xfrm>
                <a:off x="4223966" y="4460019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12" name="文字方塊 83">
                <a:extLst>
                  <a:ext uri="{FF2B5EF4-FFF2-40B4-BE49-F238E27FC236}">
                    <a16:creationId xmlns:a16="http://schemas.microsoft.com/office/drawing/2014/main" id="{E9FB8F42-5D5B-4304-8AA6-2423E0644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966" y="4460019"/>
                <a:ext cx="328449" cy="40709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3" name="文字方塊 10">
                <a:extLst>
                  <a:ext uri="{FF2B5EF4-FFF2-40B4-BE49-F238E27FC236}">
                    <a16:creationId xmlns:a16="http://schemas.microsoft.com/office/drawing/2014/main" id="{AB3AB487-B791-5129-616A-80D649D11322}"/>
                  </a:ext>
                </a:extLst>
              </p:cNvPr>
              <p:cNvSpPr txBox="1"/>
              <p:nvPr/>
            </p:nvSpPr>
            <p:spPr>
              <a:xfrm>
                <a:off x="4525657" y="4479315"/>
                <a:ext cx="145025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0070C0"/>
                    </a:solidFill>
                    <a:latin typeface="Lucida Handwriting" panose="03010101010101010101" pitchFamily="66" charset="0"/>
                  </a:rPr>
                  <a:t>1152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US" sz="200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613" name="文字方塊 10">
                <a:extLst>
                  <a:ext uri="{FF2B5EF4-FFF2-40B4-BE49-F238E27FC236}">
                    <a16:creationId xmlns:a16="http://schemas.microsoft.com/office/drawing/2014/main" id="{AB3AB487-B791-5129-616A-80D649D11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657" y="4479315"/>
                <a:ext cx="1450253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4" name="群組 245">
            <a:extLst>
              <a:ext uri="{FF2B5EF4-FFF2-40B4-BE49-F238E27FC236}">
                <a16:creationId xmlns:a16="http://schemas.microsoft.com/office/drawing/2014/main" id="{1D6F8B26-1A92-F685-A403-FF373A232A9A}"/>
              </a:ext>
            </a:extLst>
          </p:cNvPr>
          <p:cNvGrpSpPr/>
          <p:nvPr/>
        </p:nvGrpSpPr>
        <p:grpSpPr>
          <a:xfrm>
            <a:off x="5512308" y="4396231"/>
            <a:ext cx="733054" cy="483194"/>
            <a:chOff x="2472626" y="4501982"/>
            <a:chExt cx="733054" cy="483194"/>
          </a:xfrm>
        </p:grpSpPr>
        <p:sp>
          <p:nvSpPr>
            <p:cNvPr id="615" name="文字方塊 249">
              <a:extLst>
                <a:ext uri="{FF2B5EF4-FFF2-40B4-BE49-F238E27FC236}">
                  <a16:creationId xmlns:a16="http://schemas.microsoft.com/office/drawing/2014/main" id="{785D9312-4D83-622C-CD36-6A645AD56137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70C0"/>
                  </a:solidFill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616" name="文字方塊 247">
              <a:extLst>
                <a:ext uri="{FF2B5EF4-FFF2-40B4-BE49-F238E27FC236}">
                  <a16:creationId xmlns:a16="http://schemas.microsoft.com/office/drawing/2014/main" id="{AAD7C34B-948C-1A4F-3404-B0AEF0A8DA1B}"/>
                </a:ext>
              </a:extLst>
            </p:cNvPr>
            <p:cNvSpPr txBox="1"/>
            <p:nvPr/>
          </p:nvSpPr>
          <p:spPr>
            <a:xfrm>
              <a:off x="2916818" y="450198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0070C0"/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17" name="文字方塊 83">
                <a:extLst>
                  <a:ext uri="{FF2B5EF4-FFF2-40B4-BE49-F238E27FC236}">
                    <a16:creationId xmlns:a16="http://schemas.microsoft.com/office/drawing/2014/main" id="{8AB2C7AC-E8A5-5689-8392-CE55423769B7}"/>
                  </a:ext>
                </a:extLst>
              </p:cNvPr>
              <p:cNvSpPr txBox="1"/>
              <p:nvPr/>
            </p:nvSpPr>
            <p:spPr>
              <a:xfrm>
                <a:off x="4237540" y="4962509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17" name="文字方塊 83">
                <a:extLst>
                  <a:ext uri="{FF2B5EF4-FFF2-40B4-BE49-F238E27FC236}">
                    <a16:creationId xmlns:a16="http://schemas.microsoft.com/office/drawing/2014/main" id="{8AB2C7AC-E8A5-5689-8392-CE5542376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7540" y="4962509"/>
                <a:ext cx="328449" cy="407099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8" name="文字方塊 10">
                <a:extLst>
                  <a:ext uri="{FF2B5EF4-FFF2-40B4-BE49-F238E27FC236}">
                    <a16:creationId xmlns:a16="http://schemas.microsoft.com/office/drawing/2014/main" id="{7BA938CB-AA51-856F-8CDA-3C1CD93081FE}"/>
                  </a:ext>
                </a:extLst>
              </p:cNvPr>
              <p:cNvSpPr txBox="1"/>
              <p:nvPr/>
            </p:nvSpPr>
            <p:spPr>
              <a:xfrm>
                <a:off x="4538420" y="4953216"/>
                <a:ext cx="145025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414.72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US" sz="200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18" name="文字方塊 10">
                <a:extLst>
                  <a:ext uri="{FF2B5EF4-FFF2-40B4-BE49-F238E27FC236}">
                    <a16:creationId xmlns:a16="http://schemas.microsoft.com/office/drawing/2014/main" id="{7BA938CB-AA51-856F-8CDA-3C1CD9308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420" y="4953216"/>
                <a:ext cx="1450253" cy="40011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9" name="群組 245">
            <a:extLst>
              <a:ext uri="{FF2B5EF4-FFF2-40B4-BE49-F238E27FC236}">
                <a16:creationId xmlns:a16="http://schemas.microsoft.com/office/drawing/2014/main" id="{769FE6F3-3061-84C1-1EAB-E47A5E1D36AF}"/>
              </a:ext>
            </a:extLst>
          </p:cNvPr>
          <p:cNvGrpSpPr/>
          <p:nvPr/>
        </p:nvGrpSpPr>
        <p:grpSpPr>
          <a:xfrm>
            <a:off x="5787432" y="4873068"/>
            <a:ext cx="733054" cy="483194"/>
            <a:chOff x="2472626" y="4501982"/>
            <a:chExt cx="733054" cy="483194"/>
          </a:xfrm>
        </p:grpSpPr>
        <p:sp>
          <p:nvSpPr>
            <p:cNvPr id="620" name="文字方塊 249">
              <a:extLst>
                <a:ext uri="{FF2B5EF4-FFF2-40B4-BE49-F238E27FC236}">
                  <a16:creationId xmlns:a16="http://schemas.microsoft.com/office/drawing/2014/main" id="{0D09D37D-D499-CA44-29E9-A2F0C6E5CECE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621" name="文字方塊 247">
              <a:extLst>
                <a:ext uri="{FF2B5EF4-FFF2-40B4-BE49-F238E27FC236}">
                  <a16:creationId xmlns:a16="http://schemas.microsoft.com/office/drawing/2014/main" id="{D9A93C16-5398-4F2C-C1C7-3BCC5219C531}"/>
                </a:ext>
              </a:extLst>
            </p:cNvPr>
            <p:cNvSpPr txBox="1"/>
            <p:nvPr/>
          </p:nvSpPr>
          <p:spPr>
            <a:xfrm>
              <a:off x="2916818" y="450198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22" name="文字方塊 260">
                <a:extLst>
                  <a:ext uri="{FF2B5EF4-FFF2-40B4-BE49-F238E27FC236}">
                    <a16:creationId xmlns:a16="http://schemas.microsoft.com/office/drawing/2014/main" id="{99612D5E-EC9C-3A60-EB97-C1EE258F7AF5}"/>
                  </a:ext>
                </a:extLst>
              </p:cNvPr>
              <p:cNvSpPr txBox="1"/>
              <p:nvPr/>
            </p:nvSpPr>
            <p:spPr>
              <a:xfrm>
                <a:off x="693815" y="5551440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622" name="文字方塊 260">
                <a:extLst>
                  <a:ext uri="{FF2B5EF4-FFF2-40B4-BE49-F238E27FC236}">
                    <a16:creationId xmlns:a16="http://schemas.microsoft.com/office/drawing/2014/main" id="{99612D5E-EC9C-3A60-EB97-C1EE258F7A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815" y="5551440"/>
                <a:ext cx="238419" cy="461665"/>
              </a:xfrm>
              <a:prstGeom prst="rect">
                <a:avLst/>
              </a:prstGeom>
              <a:blipFill>
                <a:blip r:embed="rId43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3" name="TextBox 15">
            <a:extLst>
              <a:ext uri="{FF2B5EF4-FFF2-40B4-BE49-F238E27FC236}">
                <a16:creationId xmlns:a16="http://schemas.microsoft.com/office/drawing/2014/main" id="{FF35CDAD-0224-A579-1DBD-9DAE320E84CF}"/>
              </a:ext>
            </a:extLst>
          </p:cNvPr>
          <p:cNvSpPr txBox="1"/>
          <p:nvPr/>
        </p:nvSpPr>
        <p:spPr>
          <a:xfrm>
            <a:off x="949452" y="5582218"/>
            <a:ext cx="56933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rPr>
              <a:t>The volume of the hemisphere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is greater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240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6" grpId="0"/>
      <p:bldP spid="521" grpId="0"/>
      <p:bldP spid="525" grpId="0"/>
      <p:bldP spid="527" grpId="0"/>
      <p:bldP spid="528" grpId="0"/>
      <p:bldP spid="529" grpId="0"/>
      <p:bldP spid="530" grpId="0"/>
      <p:bldP spid="531" grpId="0"/>
      <p:bldP spid="555" grpId="0"/>
      <p:bldP spid="566" grpId="0"/>
      <p:bldP spid="568" grpId="0"/>
      <p:bldP spid="573" grpId="0"/>
      <p:bldP spid="574" grpId="0"/>
      <p:bldP spid="576" grpId="0"/>
      <p:bldP spid="577" grpId="0"/>
      <p:bldP spid="578" grpId="0"/>
      <p:bldP spid="583" grpId="0"/>
      <p:bldP spid="585" grpId="0"/>
      <p:bldP spid="586" grpId="0"/>
      <p:bldP spid="590" grpId="0"/>
      <p:bldP spid="596" grpId="0"/>
      <p:bldP spid="602" grpId="0"/>
      <p:bldP spid="603" grpId="0"/>
      <p:bldP spid="604" grpId="0"/>
      <p:bldP spid="605" grpId="0"/>
      <p:bldP spid="606" grpId="0"/>
      <p:bldP spid="608" grpId="0"/>
      <p:bldP spid="612" grpId="0"/>
      <p:bldP spid="613" grpId="0"/>
      <p:bldP spid="617" grpId="0"/>
      <p:bldP spid="618" grpId="0"/>
      <p:bldP spid="622" grpId="0"/>
      <p:bldP spid="62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Picture 623">
            <a:extLst>
              <a:ext uri="{FF2B5EF4-FFF2-40B4-BE49-F238E27FC236}">
                <a16:creationId xmlns:a16="http://schemas.microsoft.com/office/drawing/2014/main" id="{686DC413-610A-FBF3-4B02-73E0A0E19A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6" t="1184" b="50869"/>
          <a:stretch>
            <a:fillRect/>
          </a:stretch>
        </p:blipFill>
        <p:spPr>
          <a:xfrm>
            <a:off x="200285" y="113944"/>
            <a:ext cx="11252118" cy="22596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EF94CE-055B-1195-A091-526E80EFB7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360" t="47069" r="1"/>
          <a:stretch>
            <a:fillRect/>
          </a:stretch>
        </p:blipFill>
        <p:spPr>
          <a:xfrm>
            <a:off x="7072011" y="3307994"/>
            <a:ext cx="4935881" cy="2494487"/>
          </a:xfrm>
          <a:prstGeom prst="rect">
            <a:avLst/>
          </a:prstGeom>
        </p:spPr>
      </p:pic>
      <p:sp>
        <p:nvSpPr>
          <p:cNvPr id="7" name="Cylinder 6">
            <a:extLst>
              <a:ext uri="{FF2B5EF4-FFF2-40B4-BE49-F238E27FC236}">
                <a16:creationId xmlns:a16="http://schemas.microsoft.com/office/drawing/2014/main" id="{1E056516-10BE-73B3-551B-0DD591BC3BE9}"/>
              </a:ext>
            </a:extLst>
          </p:cNvPr>
          <p:cNvSpPr/>
          <p:nvPr/>
        </p:nvSpPr>
        <p:spPr>
          <a:xfrm>
            <a:off x="7243828" y="4151628"/>
            <a:ext cx="1157592" cy="1566153"/>
          </a:xfrm>
          <a:prstGeom prst="can">
            <a:avLst>
              <a:gd name="adj" fmla="val 39286"/>
            </a:avLst>
          </a:prstGeom>
          <a:solidFill>
            <a:srgbClr val="00B0F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BC057B96-7E97-0C9E-68EF-1D8AC83D7755}"/>
              </a:ext>
            </a:extLst>
          </p:cNvPr>
          <p:cNvSpPr/>
          <p:nvPr/>
        </p:nvSpPr>
        <p:spPr>
          <a:xfrm>
            <a:off x="10221375" y="4106133"/>
            <a:ext cx="1157592" cy="1566153"/>
          </a:xfrm>
          <a:prstGeom prst="can">
            <a:avLst>
              <a:gd name="adj" fmla="val 39286"/>
            </a:avLst>
          </a:prstGeom>
          <a:solidFill>
            <a:srgbClr val="00B0F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0C5E66D1-5673-75F7-FE10-C6A5E98D36DD}"/>
              </a:ext>
            </a:extLst>
          </p:cNvPr>
          <p:cNvSpPr/>
          <p:nvPr/>
        </p:nvSpPr>
        <p:spPr>
          <a:xfrm>
            <a:off x="10221375" y="3663730"/>
            <a:ext cx="1157592" cy="893250"/>
          </a:xfrm>
          <a:prstGeom prst="can">
            <a:avLst>
              <a:gd name="adj" fmla="val 39286"/>
            </a:avLst>
          </a:prstGeom>
          <a:solidFill>
            <a:srgbClr val="FFFF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053ECE0-A377-EFFD-818C-920262C9FD3D}"/>
              </a:ext>
            </a:extLst>
          </p:cNvPr>
          <p:cNvCxnSpPr>
            <a:cxnSpLocks/>
          </p:cNvCxnSpPr>
          <p:nvPr/>
        </p:nvCxnSpPr>
        <p:spPr>
          <a:xfrm>
            <a:off x="9263161" y="3115092"/>
            <a:ext cx="1319416" cy="120514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ylinder 13">
            <a:extLst>
              <a:ext uri="{FF2B5EF4-FFF2-40B4-BE49-F238E27FC236}">
                <a16:creationId xmlns:a16="http://schemas.microsoft.com/office/drawing/2014/main" id="{2BF26A84-7EBD-D94E-8ADF-46D6073B2F80}"/>
              </a:ext>
            </a:extLst>
          </p:cNvPr>
          <p:cNvSpPr/>
          <p:nvPr/>
        </p:nvSpPr>
        <p:spPr>
          <a:xfrm>
            <a:off x="8189732" y="2142995"/>
            <a:ext cx="1167408" cy="783625"/>
          </a:xfrm>
          <a:prstGeom prst="can">
            <a:avLst>
              <a:gd name="adj" fmla="val 39286"/>
            </a:avLst>
          </a:prstGeom>
          <a:solidFill>
            <a:srgbClr val="FFFF00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27">
                <a:extLst>
                  <a:ext uri="{FF2B5EF4-FFF2-40B4-BE49-F238E27FC236}">
                    <a16:creationId xmlns:a16="http://schemas.microsoft.com/office/drawing/2014/main" id="{6BFDD0AC-B7AC-34D3-43CC-6F049C61779C}"/>
                  </a:ext>
                </a:extLst>
              </p:cNvPr>
              <p:cNvSpPr txBox="1"/>
              <p:nvPr/>
            </p:nvSpPr>
            <p:spPr>
              <a:xfrm>
                <a:off x="9456551" y="23802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" name="文字方塊 27">
                <a:extLst>
                  <a:ext uri="{FF2B5EF4-FFF2-40B4-BE49-F238E27FC236}">
                    <a16:creationId xmlns:a16="http://schemas.microsoft.com/office/drawing/2014/main" id="{6BFDD0AC-B7AC-34D3-43CC-6F049C617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6551" y="2380292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左大括弧 49">
            <a:extLst>
              <a:ext uri="{FF2B5EF4-FFF2-40B4-BE49-F238E27FC236}">
                <a16:creationId xmlns:a16="http://schemas.microsoft.com/office/drawing/2014/main" id="{73E3F9DE-F251-99E1-2681-E7DF41E93373}"/>
              </a:ext>
            </a:extLst>
          </p:cNvPr>
          <p:cNvSpPr/>
          <p:nvPr/>
        </p:nvSpPr>
        <p:spPr>
          <a:xfrm rot="10800000" flipH="1">
            <a:off x="9844331" y="4440069"/>
            <a:ext cx="252845" cy="1143001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>
              <a:solidFill>
                <a:srgbClr val="00B0F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1A99A4-8497-4AA8-8E76-4A743FDFD417}"/>
              </a:ext>
            </a:extLst>
          </p:cNvPr>
          <p:cNvSpPr txBox="1"/>
          <p:nvPr/>
        </p:nvSpPr>
        <p:spPr>
          <a:xfrm>
            <a:off x="9444909" y="4892606"/>
            <a:ext cx="3994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h</a:t>
            </a:r>
            <a:endParaRPr lang="en-US" sz="160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8" name="左大括弧 49">
            <a:extLst>
              <a:ext uri="{FF2B5EF4-FFF2-40B4-BE49-F238E27FC236}">
                <a16:creationId xmlns:a16="http://schemas.microsoft.com/office/drawing/2014/main" id="{EE556067-6E4D-464B-39D8-FD9BE44CFFEE}"/>
              </a:ext>
            </a:extLst>
          </p:cNvPr>
          <p:cNvSpPr/>
          <p:nvPr/>
        </p:nvSpPr>
        <p:spPr>
          <a:xfrm rot="10800000" flipH="1">
            <a:off x="9844331" y="3863465"/>
            <a:ext cx="252845" cy="554006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>
              <a:solidFill>
                <a:srgbClr val="00B0F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F21BFFE-9895-BF47-7782-69EF0E594F07}"/>
                  </a:ext>
                </a:extLst>
              </p:cNvPr>
              <p:cNvSpPr txBox="1"/>
              <p:nvPr/>
            </p:nvSpPr>
            <p:spPr>
              <a:xfrm>
                <a:off x="9031552" y="3949325"/>
                <a:ext cx="920058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16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rPr>
                  <a:t>14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HK" sz="16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Calligraphy" panose="03010101010101010101" pitchFamily="66" charset="0"/>
                  </a:rPr>
                  <a:t>h</a:t>
                </a:r>
                <a:endParaRPr lang="en-US" sz="160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F21BFFE-9895-BF47-7782-69EF0E594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552" y="3949325"/>
                <a:ext cx="920058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9" name="筆跡 4">
                <a:extLst>
                  <a:ext uri="{FF2B5EF4-FFF2-40B4-BE49-F238E27FC236}">
                    <a16:creationId xmlns:a16="http://schemas.microsoft.com/office/drawing/2014/main" id="{21D9B0B5-9D9A-0777-52D5-F539E8F9B9E5}"/>
                  </a:ext>
                </a:extLst>
              </p14:cNvPr>
              <p14:cNvContentPartPr/>
              <p14:nvPr/>
            </p14:nvContentPartPr>
            <p14:xfrm>
              <a:off x="4691194" y="287887"/>
              <a:ext cx="1568092" cy="45719"/>
            </p14:xfrm>
          </p:contentPart>
        </mc:Choice>
        <mc:Fallback>
          <p:pic>
            <p:nvPicPr>
              <p:cNvPr id="49" name="筆跡 4">
                <a:extLst>
                  <a:ext uri="{FF2B5EF4-FFF2-40B4-BE49-F238E27FC236}">
                    <a16:creationId xmlns:a16="http://schemas.microsoft.com/office/drawing/2014/main" id="{21D9B0B5-9D9A-0777-52D5-F539E8F9B9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37172" y="-13427813"/>
                <a:ext cx="167577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0" name="筆跡 4">
                <a:extLst>
                  <a:ext uri="{FF2B5EF4-FFF2-40B4-BE49-F238E27FC236}">
                    <a16:creationId xmlns:a16="http://schemas.microsoft.com/office/drawing/2014/main" id="{0C1D56BC-A69A-0371-419D-B4157E3D3460}"/>
                  </a:ext>
                </a:extLst>
              </p14:cNvPr>
              <p14:cNvContentPartPr/>
              <p14:nvPr/>
            </p14:nvContentPartPr>
            <p14:xfrm>
              <a:off x="6875619" y="287886"/>
              <a:ext cx="1234237" cy="45719"/>
            </p14:xfrm>
          </p:contentPart>
        </mc:Choice>
        <mc:Fallback>
          <p:pic>
            <p:nvPicPr>
              <p:cNvPr id="50" name="筆跡 4">
                <a:extLst>
                  <a:ext uri="{FF2B5EF4-FFF2-40B4-BE49-F238E27FC236}">
                    <a16:creationId xmlns:a16="http://schemas.microsoft.com/office/drawing/2014/main" id="{0C1D56BC-A69A-0371-419D-B4157E3D346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21581" y="-13427814"/>
                <a:ext cx="134195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51" name="筆跡 4">
                <a:extLst>
                  <a:ext uri="{FF2B5EF4-FFF2-40B4-BE49-F238E27FC236}">
                    <a16:creationId xmlns:a16="http://schemas.microsoft.com/office/drawing/2014/main" id="{824D4B49-933F-DDAA-5602-D190495333CB}"/>
                  </a:ext>
                </a:extLst>
              </p14:cNvPr>
              <p14:cNvContentPartPr/>
              <p14:nvPr/>
            </p14:nvContentPartPr>
            <p14:xfrm>
              <a:off x="3376950" y="686134"/>
              <a:ext cx="1086194" cy="45719"/>
            </p14:xfrm>
          </p:contentPart>
        </mc:Choice>
        <mc:Fallback>
          <p:pic>
            <p:nvPicPr>
              <p:cNvPr id="51" name="筆跡 4">
                <a:extLst>
                  <a:ext uri="{FF2B5EF4-FFF2-40B4-BE49-F238E27FC236}">
                    <a16:creationId xmlns:a16="http://schemas.microsoft.com/office/drawing/2014/main" id="{824D4B49-933F-DDAA-5602-D190495333C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322928" y="-13029566"/>
                <a:ext cx="1193877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27CCDB04-E83E-CFF7-862E-B24E7E348EC9}"/>
              </a:ext>
            </a:extLst>
          </p:cNvPr>
          <p:cNvGrpSpPr/>
          <p:nvPr/>
        </p:nvGrpSpPr>
        <p:grpSpPr>
          <a:xfrm>
            <a:off x="9851650" y="2199687"/>
            <a:ext cx="749334" cy="783625"/>
            <a:chOff x="9227126" y="3312755"/>
            <a:chExt cx="840510" cy="788189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5621ACC-4806-76F5-4ABF-E0784115A3D4}"/>
                </a:ext>
              </a:extLst>
            </p:cNvPr>
            <p:cNvSpPr/>
            <p:nvPr/>
          </p:nvSpPr>
          <p:spPr>
            <a:xfrm>
              <a:off x="9227127" y="3312755"/>
              <a:ext cx="840509" cy="7881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995D1B77-0F15-7926-59F1-5945AC7B41DE}"/>
                </a:ext>
              </a:extLst>
            </p:cNvPr>
            <p:cNvSpPr/>
            <p:nvPr/>
          </p:nvSpPr>
          <p:spPr>
            <a:xfrm>
              <a:off x="9227127" y="3556580"/>
              <a:ext cx="840509" cy="359206"/>
            </a:xfrm>
            <a:prstGeom prst="arc">
              <a:avLst>
                <a:gd name="adj1" fmla="val 10931580"/>
                <a:gd name="adj2" fmla="val 143650"/>
              </a:avLst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Arc 54">
              <a:extLst>
                <a:ext uri="{FF2B5EF4-FFF2-40B4-BE49-F238E27FC236}">
                  <a16:creationId xmlns:a16="http://schemas.microsoft.com/office/drawing/2014/main" id="{3B61167F-841F-3BC9-0F83-E56C39757862}"/>
                </a:ext>
              </a:extLst>
            </p:cNvPr>
            <p:cNvSpPr/>
            <p:nvPr/>
          </p:nvSpPr>
          <p:spPr>
            <a:xfrm flipV="1">
              <a:off x="9227126" y="3613397"/>
              <a:ext cx="840509" cy="316814"/>
            </a:xfrm>
            <a:prstGeom prst="arc">
              <a:avLst>
                <a:gd name="adj1" fmla="val 10931580"/>
                <a:gd name="adj2" fmla="val 143650"/>
              </a:avLst>
            </a:prstGeom>
            <a:ln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05E46E7-4A99-88B2-BC24-18315DFCD5FC}"/>
                </a:ext>
              </a:extLst>
            </p:cNvPr>
            <p:cNvCxnSpPr>
              <a:cxnSpLocks/>
            </p:cNvCxnSpPr>
            <p:nvPr/>
          </p:nvCxnSpPr>
          <p:spPr>
            <a:xfrm>
              <a:off x="9229974" y="3764665"/>
              <a:ext cx="417406" cy="7139"/>
            </a:xfrm>
            <a:prstGeom prst="line">
              <a:avLst/>
            </a:prstGeom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3B9D7DFA-7022-DF88-DA78-69FC8C331CF2}"/>
                    </a:ext>
                  </a:extLst>
                </p:cNvPr>
                <p:cNvSpPr txBox="1"/>
                <p:nvPr/>
              </p:nvSpPr>
              <p:spPr>
                <a:xfrm>
                  <a:off x="9319048" y="3495557"/>
                  <a:ext cx="407970" cy="38134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16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0000"/>
                            </a:solidFill>
                            <a:latin typeface="Lucida Handwriting" panose="03010101010101010101" pitchFamily="66" charset="0"/>
                          </a:rPr>
                          <m:t>3</m:t>
                        </m:r>
                      </m:oMath>
                    </m:oMathPara>
                  </a14:m>
                  <a:endParaRPr lang="en-US" sz="1600">
                    <a:solidFill>
                      <a:srgbClr val="FF00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3B9D7DFA-7022-DF88-DA78-69FC8C331C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9048" y="3495557"/>
                  <a:ext cx="407970" cy="381348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89CBE76-6710-17AF-CE3A-EB11624F9EAA}"/>
              </a:ext>
            </a:extLst>
          </p:cNvPr>
          <p:cNvGrpSpPr/>
          <p:nvPr/>
        </p:nvGrpSpPr>
        <p:grpSpPr>
          <a:xfrm>
            <a:off x="10680395" y="2353933"/>
            <a:ext cx="749334" cy="783625"/>
            <a:chOff x="9227126" y="3312755"/>
            <a:chExt cx="840510" cy="788189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94CECE09-C60D-97ED-4898-7FAD584EE14E}"/>
                </a:ext>
              </a:extLst>
            </p:cNvPr>
            <p:cNvSpPr/>
            <p:nvPr/>
          </p:nvSpPr>
          <p:spPr>
            <a:xfrm>
              <a:off x="9227127" y="3312755"/>
              <a:ext cx="840509" cy="7881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4D42B46E-A911-5409-D2E5-B92F26E2BE8F}"/>
                </a:ext>
              </a:extLst>
            </p:cNvPr>
            <p:cNvSpPr/>
            <p:nvPr/>
          </p:nvSpPr>
          <p:spPr>
            <a:xfrm>
              <a:off x="9227127" y="3556580"/>
              <a:ext cx="840509" cy="359206"/>
            </a:xfrm>
            <a:prstGeom prst="arc">
              <a:avLst>
                <a:gd name="adj1" fmla="val 10931580"/>
                <a:gd name="adj2" fmla="val 143650"/>
              </a:avLst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F3C994D9-5CCC-6BCD-083F-F90E32DF2D52}"/>
                </a:ext>
              </a:extLst>
            </p:cNvPr>
            <p:cNvSpPr/>
            <p:nvPr/>
          </p:nvSpPr>
          <p:spPr>
            <a:xfrm flipV="1">
              <a:off x="9227126" y="3613397"/>
              <a:ext cx="840509" cy="316814"/>
            </a:xfrm>
            <a:prstGeom prst="arc">
              <a:avLst>
                <a:gd name="adj1" fmla="val 10931580"/>
                <a:gd name="adj2" fmla="val 143650"/>
              </a:avLst>
            </a:prstGeom>
            <a:ln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B6FD25EE-55AF-D05F-E868-9D4588B78652}"/>
                </a:ext>
              </a:extLst>
            </p:cNvPr>
            <p:cNvCxnSpPr>
              <a:cxnSpLocks/>
            </p:cNvCxnSpPr>
            <p:nvPr/>
          </p:nvCxnSpPr>
          <p:spPr>
            <a:xfrm>
              <a:off x="9229974" y="3764665"/>
              <a:ext cx="417406" cy="7139"/>
            </a:xfrm>
            <a:prstGeom prst="line">
              <a:avLst/>
            </a:prstGeom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0591EE72-9366-3B9C-F9C3-9578E84736B5}"/>
                    </a:ext>
                  </a:extLst>
                </p:cNvPr>
                <p:cNvSpPr txBox="1"/>
                <p:nvPr/>
              </p:nvSpPr>
              <p:spPr>
                <a:xfrm>
                  <a:off x="9319048" y="3495557"/>
                  <a:ext cx="407970" cy="38134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16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0000"/>
                            </a:solidFill>
                            <a:latin typeface="Lucida Handwriting" panose="03010101010101010101" pitchFamily="66" charset="0"/>
                          </a:rPr>
                          <m:t>3</m:t>
                        </m:r>
                      </m:oMath>
                    </m:oMathPara>
                  </a14:m>
                  <a:endParaRPr lang="en-US" sz="1600">
                    <a:solidFill>
                      <a:srgbClr val="FF00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0591EE72-9366-3B9C-F9C3-9578E84736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9048" y="3495557"/>
                  <a:ext cx="407970" cy="381348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76" name="Group 575">
            <a:extLst>
              <a:ext uri="{FF2B5EF4-FFF2-40B4-BE49-F238E27FC236}">
                <a16:creationId xmlns:a16="http://schemas.microsoft.com/office/drawing/2014/main" id="{ECEA0E90-A7E3-6488-E701-0233504F5DC1}"/>
              </a:ext>
            </a:extLst>
          </p:cNvPr>
          <p:cNvGrpSpPr/>
          <p:nvPr/>
        </p:nvGrpSpPr>
        <p:grpSpPr>
          <a:xfrm>
            <a:off x="11442666" y="2050287"/>
            <a:ext cx="749334" cy="783625"/>
            <a:chOff x="9227126" y="3312755"/>
            <a:chExt cx="840510" cy="788189"/>
          </a:xfrm>
        </p:grpSpPr>
        <p:sp>
          <p:nvSpPr>
            <p:cNvPr id="577" name="Oval 576">
              <a:extLst>
                <a:ext uri="{FF2B5EF4-FFF2-40B4-BE49-F238E27FC236}">
                  <a16:creationId xmlns:a16="http://schemas.microsoft.com/office/drawing/2014/main" id="{3CA80CE9-C399-E983-4D06-295FB61E9ABF}"/>
                </a:ext>
              </a:extLst>
            </p:cNvPr>
            <p:cNvSpPr/>
            <p:nvPr/>
          </p:nvSpPr>
          <p:spPr>
            <a:xfrm>
              <a:off x="9227127" y="3312755"/>
              <a:ext cx="840509" cy="788189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8" name="Arc 577">
              <a:extLst>
                <a:ext uri="{FF2B5EF4-FFF2-40B4-BE49-F238E27FC236}">
                  <a16:creationId xmlns:a16="http://schemas.microsoft.com/office/drawing/2014/main" id="{A3FB29C0-2A88-3D46-A222-DF388D35D022}"/>
                </a:ext>
              </a:extLst>
            </p:cNvPr>
            <p:cNvSpPr/>
            <p:nvPr/>
          </p:nvSpPr>
          <p:spPr>
            <a:xfrm>
              <a:off x="9227127" y="3556580"/>
              <a:ext cx="840509" cy="359206"/>
            </a:xfrm>
            <a:prstGeom prst="arc">
              <a:avLst>
                <a:gd name="adj1" fmla="val 10931580"/>
                <a:gd name="adj2" fmla="val 143650"/>
              </a:avLst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9" name="Arc 578">
              <a:extLst>
                <a:ext uri="{FF2B5EF4-FFF2-40B4-BE49-F238E27FC236}">
                  <a16:creationId xmlns:a16="http://schemas.microsoft.com/office/drawing/2014/main" id="{AB717271-04E8-3F45-3643-0DEBAEA6A3AE}"/>
                </a:ext>
              </a:extLst>
            </p:cNvPr>
            <p:cNvSpPr/>
            <p:nvPr/>
          </p:nvSpPr>
          <p:spPr>
            <a:xfrm flipV="1">
              <a:off x="9227126" y="3613397"/>
              <a:ext cx="840509" cy="316814"/>
            </a:xfrm>
            <a:prstGeom prst="arc">
              <a:avLst>
                <a:gd name="adj1" fmla="val 10931580"/>
                <a:gd name="adj2" fmla="val 143650"/>
              </a:avLst>
            </a:prstGeom>
            <a:ln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80" name="Straight Connector 579">
              <a:extLst>
                <a:ext uri="{FF2B5EF4-FFF2-40B4-BE49-F238E27FC236}">
                  <a16:creationId xmlns:a16="http://schemas.microsoft.com/office/drawing/2014/main" id="{3C6CD4EE-9EFE-6599-FC66-92B0AC080869}"/>
                </a:ext>
              </a:extLst>
            </p:cNvPr>
            <p:cNvCxnSpPr>
              <a:cxnSpLocks/>
            </p:cNvCxnSpPr>
            <p:nvPr/>
          </p:nvCxnSpPr>
          <p:spPr>
            <a:xfrm>
              <a:off x="9229974" y="3764665"/>
              <a:ext cx="417406" cy="7139"/>
            </a:xfrm>
            <a:prstGeom prst="line">
              <a:avLst/>
            </a:prstGeom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1" name="TextBox 580">
                  <a:extLst>
                    <a:ext uri="{FF2B5EF4-FFF2-40B4-BE49-F238E27FC236}">
                      <a16:creationId xmlns:a16="http://schemas.microsoft.com/office/drawing/2014/main" id="{14B4E72A-A6F7-1062-6E38-36CECE643591}"/>
                    </a:ext>
                  </a:extLst>
                </p:cNvPr>
                <p:cNvSpPr txBox="1"/>
                <p:nvPr/>
              </p:nvSpPr>
              <p:spPr>
                <a:xfrm>
                  <a:off x="9319048" y="3495557"/>
                  <a:ext cx="407970" cy="38134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16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0000"/>
                            </a:solidFill>
                            <a:latin typeface="Lucida Handwriting" panose="03010101010101010101" pitchFamily="66" charset="0"/>
                          </a:rPr>
                          <m:t>3</m:t>
                        </m:r>
                      </m:oMath>
                    </m:oMathPara>
                  </a14:m>
                  <a:endParaRPr lang="en-US" sz="1600">
                    <a:solidFill>
                      <a:srgbClr val="FF00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581" name="TextBox 580">
                  <a:extLst>
                    <a:ext uri="{FF2B5EF4-FFF2-40B4-BE49-F238E27FC236}">
                      <a16:creationId xmlns:a16="http://schemas.microsoft.com/office/drawing/2014/main" id="{14B4E72A-A6F7-1062-6E38-36CECE6435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19048" y="3495557"/>
                  <a:ext cx="407970" cy="381348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2" name="左大括弧 49">
            <a:extLst>
              <a:ext uri="{FF2B5EF4-FFF2-40B4-BE49-F238E27FC236}">
                <a16:creationId xmlns:a16="http://schemas.microsoft.com/office/drawing/2014/main" id="{88164C10-F1C1-6972-B327-E6C658A538CE}"/>
              </a:ext>
            </a:extLst>
          </p:cNvPr>
          <p:cNvSpPr/>
          <p:nvPr/>
        </p:nvSpPr>
        <p:spPr>
          <a:xfrm rot="10800000" flipH="1">
            <a:off x="6889253" y="4417471"/>
            <a:ext cx="252845" cy="1143001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>
              <a:solidFill>
                <a:srgbClr val="00B0F0"/>
              </a:solidFill>
            </a:endParaRPr>
          </a:p>
        </p:txBody>
      </p:sp>
      <p:sp>
        <p:nvSpPr>
          <p:cNvPr id="583" name="TextBox 582">
            <a:extLst>
              <a:ext uri="{FF2B5EF4-FFF2-40B4-BE49-F238E27FC236}">
                <a16:creationId xmlns:a16="http://schemas.microsoft.com/office/drawing/2014/main" id="{DE1E4E5C-575C-0196-AF64-BC801F833D46}"/>
              </a:ext>
            </a:extLst>
          </p:cNvPr>
          <p:cNvSpPr txBox="1"/>
          <p:nvPr/>
        </p:nvSpPr>
        <p:spPr>
          <a:xfrm>
            <a:off x="6489831" y="4870008"/>
            <a:ext cx="39942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h</a:t>
            </a:r>
            <a:endParaRPr lang="en-US" sz="160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584" name="筆跡 4">
                <a:extLst>
                  <a:ext uri="{FF2B5EF4-FFF2-40B4-BE49-F238E27FC236}">
                    <a16:creationId xmlns:a16="http://schemas.microsoft.com/office/drawing/2014/main" id="{5A50FFBC-F9EB-E4C5-4B9E-3B757E2BDFAB}"/>
                  </a:ext>
                </a:extLst>
              </p14:cNvPr>
              <p14:cNvContentPartPr/>
              <p14:nvPr/>
            </p14:nvContentPartPr>
            <p14:xfrm>
              <a:off x="1592974" y="1044722"/>
              <a:ext cx="558555" cy="45719"/>
            </p14:xfrm>
          </p:contentPart>
        </mc:Choice>
        <mc:Fallback>
          <p:pic>
            <p:nvPicPr>
              <p:cNvPr id="584" name="筆跡 4">
                <a:extLst>
                  <a:ext uri="{FF2B5EF4-FFF2-40B4-BE49-F238E27FC236}">
                    <a16:creationId xmlns:a16="http://schemas.microsoft.com/office/drawing/2014/main" id="{5A50FFBC-F9EB-E4C5-4B9E-3B757E2BDFA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538990" y="-12670978"/>
                <a:ext cx="66616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585" name="筆跡 4">
                <a:extLst>
                  <a:ext uri="{FF2B5EF4-FFF2-40B4-BE49-F238E27FC236}">
                    <a16:creationId xmlns:a16="http://schemas.microsoft.com/office/drawing/2014/main" id="{B186B13F-EA9D-3E9E-89DA-0641DD501C9D}"/>
                  </a:ext>
                </a:extLst>
              </p14:cNvPr>
              <p14:cNvContentPartPr/>
              <p14:nvPr/>
            </p14:nvContentPartPr>
            <p14:xfrm>
              <a:off x="2169458" y="1421239"/>
              <a:ext cx="1918448" cy="45719"/>
            </p14:xfrm>
          </p:contentPart>
        </mc:Choice>
        <mc:Fallback>
          <p:pic>
            <p:nvPicPr>
              <p:cNvPr id="585" name="筆跡 4">
                <a:extLst>
                  <a:ext uri="{FF2B5EF4-FFF2-40B4-BE49-F238E27FC236}">
                    <a16:creationId xmlns:a16="http://schemas.microsoft.com/office/drawing/2014/main" id="{B186B13F-EA9D-3E9E-89DA-0641DD501C9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115438" y="-12294461"/>
                <a:ext cx="2026129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586" name="TextBox 585">
            <a:extLst>
              <a:ext uri="{FF2B5EF4-FFF2-40B4-BE49-F238E27FC236}">
                <a16:creationId xmlns:a16="http://schemas.microsoft.com/office/drawing/2014/main" id="{A63BFCBB-098F-B09E-B8CE-2CEB1F365C72}"/>
              </a:ext>
            </a:extLst>
          </p:cNvPr>
          <p:cNvSpPr txBox="1"/>
          <p:nvPr/>
        </p:nvSpPr>
        <p:spPr>
          <a:xfrm>
            <a:off x="138233" y="2485166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/>
          </a:p>
        </p:txBody>
      </p:sp>
      <p:sp>
        <p:nvSpPr>
          <p:cNvPr id="587" name="TextBox 15">
            <a:extLst>
              <a:ext uri="{FF2B5EF4-FFF2-40B4-BE49-F238E27FC236}">
                <a16:creationId xmlns:a16="http://schemas.microsoft.com/office/drawing/2014/main" id="{FFEC44C9-3162-9EAD-7962-82DEA6435ABC}"/>
              </a:ext>
            </a:extLst>
          </p:cNvPr>
          <p:cNvSpPr txBox="1"/>
          <p:nvPr/>
        </p:nvSpPr>
        <p:spPr>
          <a:xfrm>
            <a:off x="630208" y="2485166"/>
            <a:ext cx="5394121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h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be the original water level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588" name="筆跡 4">
                <a:extLst>
                  <a:ext uri="{FF2B5EF4-FFF2-40B4-BE49-F238E27FC236}">
                    <a16:creationId xmlns:a16="http://schemas.microsoft.com/office/drawing/2014/main" id="{659D9D28-A401-234E-BA98-C441F8D37EA0}"/>
                  </a:ext>
                </a:extLst>
              </p14:cNvPr>
              <p14:cNvContentPartPr/>
              <p14:nvPr/>
            </p14:nvContentPartPr>
            <p14:xfrm>
              <a:off x="7901348" y="3549598"/>
              <a:ext cx="449369" cy="45719"/>
            </p14:xfrm>
          </p:contentPart>
        </mc:Choice>
        <mc:Fallback>
          <p:pic>
            <p:nvPicPr>
              <p:cNvPr id="588" name="筆跡 4">
                <a:extLst>
                  <a:ext uri="{FF2B5EF4-FFF2-40B4-BE49-F238E27FC236}">
                    <a16:creationId xmlns:a16="http://schemas.microsoft.com/office/drawing/2014/main" id="{659D9D28-A401-234E-BA98-C441F8D37EA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847337" y="-10166102"/>
                <a:ext cx="557030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772E0D4E-7A22-74F5-176A-28A3CF310630}"/>
              </a:ext>
            </a:extLst>
          </p:cNvPr>
          <p:cNvCxnSpPr/>
          <p:nvPr/>
        </p:nvCxnSpPr>
        <p:spPr>
          <a:xfrm>
            <a:off x="7855028" y="3682124"/>
            <a:ext cx="578796" cy="0"/>
          </a:xfrm>
          <a:prstGeom prst="line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591" name="筆跡 4">
                <a:extLst>
                  <a:ext uri="{FF2B5EF4-FFF2-40B4-BE49-F238E27FC236}">
                    <a16:creationId xmlns:a16="http://schemas.microsoft.com/office/drawing/2014/main" id="{BAA4BA9A-1E2A-70EA-4492-30CB7FF90CFD}"/>
                  </a:ext>
                </a:extLst>
              </p14:cNvPr>
              <p14:cNvContentPartPr/>
              <p14:nvPr/>
            </p14:nvContentPartPr>
            <p14:xfrm>
              <a:off x="8532783" y="4602952"/>
              <a:ext cx="449369" cy="45719"/>
            </p14:xfrm>
          </p:contentPart>
        </mc:Choice>
        <mc:Fallback>
          <p:pic>
            <p:nvPicPr>
              <p:cNvPr id="591" name="筆跡 4">
                <a:extLst>
                  <a:ext uri="{FF2B5EF4-FFF2-40B4-BE49-F238E27FC236}">
                    <a16:creationId xmlns:a16="http://schemas.microsoft.com/office/drawing/2014/main" id="{BAA4BA9A-1E2A-70EA-4492-30CB7FF90CF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478772" y="-9112748"/>
                <a:ext cx="557030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592" name="TextBox 15">
            <a:extLst>
              <a:ext uri="{FF2B5EF4-FFF2-40B4-BE49-F238E27FC236}">
                <a16:creationId xmlns:a16="http://schemas.microsoft.com/office/drawing/2014/main" id="{AD48C09A-D807-89B7-24C0-21E7195C360C}"/>
              </a:ext>
            </a:extLst>
          </p:cNvPr>
          <p:cNvSpPr txBox="1"/>
          <p:nvPr/>
        </p:nvSpPr>
        <p:spPr>
          <a:xfrm>
            <a:off x="184108" y="2950153"/>
            <a:ext cx="2768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Total volume of the three stones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3" name="文字方塊 83">
                <a:extLst>
                  <a:ext uri="{FF2B5EF4-FFF2-40B4-BE49-F238E27FC236}">
                    <a16:creationId xmlns:a16="http://schemas.microsoft.com/office/drawing/2014/main" id="{AB9BD0E4-DB1C-615E-4AB9-C75CD15C4157}"/>
                  </a:ext>
                </a:extLst>
              </p:cNvPr>
              <p:cNvSpPr txBox="1"/>
              <p:nvPr/>
            </p:nvSpPr>
            <p:spPr>
              <a:xfrm>
                <a:off x="2862250" y="3098524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93" name="文字方塊 83">
                <a:extLst>
                  <a:ext uri="{FF2B5EF4-FFF2-40B4-BE49-F238E27FC236}">
                    <a16:creationId xmlns:a16="http://schemas.microsoft.com/office/drawing/2014/main" id="{AB9BD0E4-DB1C-615E-4AB9-C75CD15C4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250" y="3098524"/>
                <a:ext cx="328449" cy="407099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4" name="TextBox 15">
            <a:extLst>
              <a:ext uri="{FF2B5EF4-FFF2-40B4-BE49-F238E27FC236}">
                <a16:creationId xmlns:a16="http://schemas.microsoft.com/office/drawing/2014/main" id="{051CCA14-DFE6-D4C3-1222-F08A121925E2}"/>
              </a:ext>
            </a:extLst>
          </p:cNvPr>
          <p:cNvSpPr txBox="1"/>
          <p:nvPr/>
        </p:nvSpPr>
        <p:spPr>
          <a:xfrm>
            <a:off x="3100029" y="2972958"/>
            <a:ext cx="27688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Volume of water that has risen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595" name="文字方塊 75">
            <a:extLst>
              <a:ext uri="{FF2B5EF4-FFF2-40B4-BE49-F238E27FC236}">
                <a16:creationId xmlns:a16="http://schemas.microsoft.com/office/drawing/2014/main" id="{7BC4BC27-5469-1033-3BD1-23E9947EFA20}"/>
              </a:ext>
            </a:extLst>
          </p:cNvPr>
          <p:cNvSpPr txBox="1"/>
          <p:nvPr/>
        </p:nvSpPr>
        <p:spPr>
          <a:xfrm>
            <a:off x="92516" y="3965186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6" name="文字方塊 53">
                <a:extLst>
                  <a:ext uri="{FF2B5EF4-FFF2-40B4-BE49-F238E27FC236}">
                    <a16:creationId xmlns:a16="http://schemas.microsoft.com/office/drawing/2014/main" id="{5E84364A-C15F-FD8E-40D5-55F2E40AD1D7}"/>
                  </a:ext>
                </a:extLst>
              </p:cNvPr>
              <p:cNvSpPr txBox="1"/>
              <p:nvPr/>
            </p:nvSpPr>
            <p:spPr>
              <a:xfrm>
                <a:off x="381114" y="394939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96" name="文字方塊 53">
                <a:extLst>
                  <a:ext uri="{FF2B5EF4-FFF2-40B4-BE49-F238E27FC236}">
                    <a16:creationId xmlns:a16="http://schemas.microsoft.com/office/drawing/2014/main" id="{5E84364A-C15F-FD8E-40D5-55F2E40AD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114" y="3949391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3" name="弧形 258">
            <a:extLst>
              <a:ext uri="{FF2B5EF4-FFF2-40B4-BE49-F238E27FC236}">
                <a16:creationId xmlns:a16="http://schemas.microsoft.com/office/drawing/2014/main" id="{58A2E1AF-0F63-AE66-F84A-940EF294BBEF}"/>
              </a:ext>
            </a:extLst>
          </p:cNvPr>
          <p:cNvSpPr/>
          <p:nvPr/>
        </p:nvSpPr>
        <p:spPr>
          <a:xfrm rot="10957079">
            <a:off x="810197" y="3830250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604" name="弧形 259">
            <a:extLst>
              <a:ext uri="{FF2B5EF4-FFF2-40B4-BE49-F238E27FC236}">
                <a16:creationId xmlns:a16="http://schemas.microsoft.com/office/drawing/2014/main" id="{03EBEF56-F1F7-7ECE-95C8-099F095AA657}"/>
              </a:ext>
            </a:extLst>
          </p:cNvPr>
          <p:cNvSpPr/>
          <p:nvPr/>
        </p:nvSpPr>
        <p:spPr>
          <a:xfrm rot="235127">
            <a:off x="2545189" y="3827663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605" name="群組 74">
            <a:extLst>
              <a:ext uri="{FF2B5EF4-FFF2-40B4-BE49-F238E27FC236}">
                <a16:creationId xmlns:a16="http://schemas.microsoft.com/office/drawing/2014/main" id="{7C1CA26F-ABDA-8ECF-5302-5E967809F483}"/>
              </a:ext>
            </a:extLst>
          </p:cNvPr>
          <p:cNvGrpSpPr/>
          <p:nvPr/>
        </p:nvGrpSpPr>
        <p:grpSpPr>
          <a:xfrm>
            <a:off x="923091" y="3793787"/>
            <a:ext cx="364383" cy="777549"/>
            <a:chOff x="2896107" y="4671588"/>
            <a:chExt cx="364383" cy="777549"/>
          </a:xfrm>
        </p:grpSpPr>
        <p:sp>
          <p:nvSpPr>
            <p:cNvPr id="606" name="文字方塊 75">
              <a:extLst>
                <a:ext uri="{FF2B5EF4-FFF2-40B4-BE49-F238E27FC236}">
                  <a16:creationId xmlns:a16="http://schemas.microsoft.com/office/drawing/2014/main" id="{6D043E8D-DA38-A4EE-AE77-CC860BE144DB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607" name="群組 76">
              <a:extLst>
                <a:ext uri="{FF2B5EF4-FFF2-40B4-BE49-F238E27FC236}">
                  <a16:creationId xmlns:a16="http://schemas.microsoft.com/office/drawing/2014/main" id="{CAB1DA9D-D749-342C-ED0E-46AE0FCC73C1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608" name="直線接點 77">
                <a:extLst>
                  <a:ext uri="{FF2B5EF4-FFF2-40B4-BE49-F238E27FC236}">
                    <a16:creationId xmlns:a16="http://schemas.microsoft.com/office/drawing/2014/main" id="{9E679756-6DBC-3A3D-C19B-56953DD9E3A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09" name="文字方塊 78">
                <a:extLst>
                  <a:ext uri="{FF2B5EF4-FFF2-40B4-BE49-F238E27FC236}">
                    <a16:creationId xmlns:a16="http://schemas.microsoft.com/office/drawing/2014/main" id="{BD005026-5F26-BA7F-0B12-90CBC825C8E7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10" name="文字方塊 53">
                <a:extLst>
                  <a:ext uri="{FF2B5EF4-FFF2-40B4-BE49-F238E27FC236}">
                    <a16:creationId xmlns:a16="http://schemas.microsoft.com/office/drawing/2014/main" id="{5DB03BAA-4F7E-A60F-E57B-29951C6A2FD4}"/>
                  </a:ext>
                </a:extLst>
              </p:cNvPr>
              <p:cNvSpPr txBox="1"/>
              <p:nvPr/>
            </p:nvSpPr>
            <p:spPr>
              <a:xfrm>
                <a:off x="1292722" y="39651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10" name="文字方塊 53">
                <a:extLst>
                  <a:ext uri="{FF2B5EF4-FFF2-40B4-BE49-F238E27FC236}">
                    <a16:creationId xmlns:a16="http://schemas.microsoft.com/office/drawing/2014/main" id="{5DB03BAA-4F7E-A60F-E57B-29951C6A2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722" y="3965186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1" name="TextBox 610">
                <a:extLst>
                  <a:ext uri="{FF2B5EF4-FFF2-40B4-BE49-F238E27FC236}">
                    <a16:creationId xmlns:a16="http://schemas.microsoft.com/office/drawing/2014/main" id="{E26BAF4C-B21F-6709-0698-1E7097C65640}"/>
                  </a:ext>
                </a:extLst>
              </p:cNvPr>
              <p:cNvSpPr txBox="1"/>
              <p:nvPr/>
            </p:nvSpPr>
            <p:spPr>
              <a:xfrm>
                <a:off x="1575224" y="3965186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611" name="TextBox 610">
                <a:extLst>
                  <a:ext uri="{FF2B5EF4-FFF2-40B4-BE49-F238E27FC236}">
                    <a16:creationId xmlns:a16="http://schemas.microsoft.com/office/drawing/2014/main" id="{E26BAF4C-B21F-6709-0698-1E7097C656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224" y="3965186"/>
                <a:ext cx="357791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2" name="文字方塊 53">
                <a:extLst>
                  <a:ext uri="{FF2B5EF4-FFF2-40B4-BE49-F238E27FC236}">
                    <a16:creationId xmlns:a16="http://schemas.microsoft.com/office/drawing/2014/main" id="{E51CFD8A-AF70-7584-6D29-BF2302AD7E20}"/>
                  </a:ext>
                </a:extLst>
              </p:cNvPr>
              <p:cNvSpPr txBox="1"/>
              <p:nvPr/>
            </p:nvSpPr>
            <p:spPr>
              <a:xfrm>
                <a:off x="1920143" y="39651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12" name="文字方塊 53">
                <a:extLst>
                  <a:ext uri="{FF2B5EF4-FFF2-40B4-BE49-F238E27FC236}">
                    <a16:creationId xmlns:a16="http://schemas.microsoft.com/office/drawing/2014/main" id="{E51CFD8A-AF70-7584-6D29-BF2302AD7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143" y="3965186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3" name="TextBox 612">
                <a:extLst>
                  <a:ext uri="{FF2B5EF4-FFF2-40B4-BE49-F238E27FC236}">
                    <a16:creationId xmlns:a16="http://schemas.microsoft.com/office/drawing/2014/main" id="{5E4F9C31-7CAB-DFC5-42BC-22C67C389754}"/>
                  </a:ext>
                </a:extLst>
              </p:cNvPr>
              <p:cNvSpPr txBox="1"/>
              <p:nvPr/>
            </p:nvSpPr>
            <p:spPr>
              <a:xfrm>
                <a:off x="2220097" y="3965186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Handwriting" panose="03010101010101010101" pitchFamily="66" charset="0"/>
                        </a:rPr>
                        <m:t>3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613" name="TextBox 612">
                <a:extLst>
                  <a:ext uri="{FF2B5EF4-FFF2-40B4-BE49-F238E27FC236}">
                    <a16:creationId xmlns:a16="http://schemas.microsoft.com/office/drawing/2014/main" id="{5E4F9C31-7CAB-DFC5-42BC-22C67C389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0097" y="3965186"/>
                <a:ext cx="357791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" name="文字方塊 106">
            <a:extLst>
              <a:ext uri="{FF2B5EF4-FFF2-40B4-BE49-F238E27FC236}">
                <a16:creationId xmlns:a16="http://schemas.microsoft.com/office/drawing/2014/main" id="{48780268-5DED-F79A-436C-7F7FE85BCF70}"/>
              </a:ext>
            </a:extLst>
          </p:cNvPr>
          <p:cNvSpPr txBox="1"/>
          <p:nvPr/>
        </p:nvSpPr>
        <p:spPr>
          <a:xfrm>
            <a:off x="2412592" y="3888242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5" name="文字方塊 83">
                <a:extLst>
                  <a:ext uri="{FF2B5EF4-FFF2-40B4-BE49-F238E27FC236}">
                    <a16:creationId xmlns:a16="http://schemas.microsoft.com/office/drawing/2014/main" id="{833D0E24-8D8C-E879-9444-21D97DA36692}"/>
                  </a:ext>
                </a:extLst>
              </p:cNvPr>
              <p:cNvSpPr txBox="1"/>
              <p:nvPr/>
            </p:nvSpPr>
            <p:spPr>
              <a:xfrm>
                <a:off x="2865880" y="3982813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15" name="文字方塊 83">
                <a:extLst>
                  <a:ext uri="{FF2B5EF4-FFF2-40B4-BE49-F238E27FC236}">
                    <a16:creationId xmlns:a16="http://schemas.microsoft.com/office/drawing/2014/main" id="{833D0E24-8D8C-E879-9444-21D97DA36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5880" y="3982813"/>
                <a:ext cx="328449" cy="4070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059C3747-2075-63F2-F36F-F8389B395A03}"/>
                  </a:ext>
                </a:extLst>
              </p:cNvPr>
              <p:cNvSpPr txBox="1"/>
              <p:nvPr/>
            </p:nvSpPr>
            <p:spPr>
              <a:xfrm>
                <a:off x="3216836" y="3965186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616" name="TextBox 615">
                <a:extLst>
                  <a:ext uri="{FF2B5EF4-FFF2-40B4-BE49-F238E27FC236}">
                    <a16:creationId xmlns:a16="http://schemas.microsoft.com/office/drawing/2014/main" id="{059C3747-2075-63F2-F36F-F8389B395A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6836" y="3965186"/>
                <a:ext cx="357791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7" name="文字方塊 53">
                <a:extLst>
                  <a:ext uri="{FF2B5EF4-FFF2-40B4-BE49-F238E27FC236}">
                    <a16:creationId xmlns:a16="http://schemas.microsoft.com/office/drawing/2014/main" id="{CBC0A1B1-FD7B-6997-3715-9905B9D7FDF9}"/>
                  </a:ext>
                </a:extLst>
              </p:cNvPr>
              <p:cNvSpPr txBox="1"/>
              <p:nvPr/>
            </p:nvSpPr>
            <p:spPr>
              <a:xfrm>
                <a:off x="3561755" y="39651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17" name="文字方塊 53">
                <a:extLst>
                  <a:ext uri="{FF2B5EF4-FFF2-40B4-BE49-F238E27FC236}">
                    <a16:creationId xmlns:a16="http://schemas.microsoft.com/office/drawing/2014/main" id="{CBC0A1B1-FD7B-6997-3715-9905B9D7F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1755" y="3965186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8" name="TextBox 617">
                <a:extLst>
                  <a:ext uri="{FF2B5EF4-FFF2-40B4-BE49-F238E27FC236}">
                    <a16:creationId xmlns:a16="http://schemas.microsoft.com/office/drawing/2014/main" id="{7EB91895-A5ED-6ABB-71DC-417FDE1BD50D}"/>
                  </a:ext>
                </a:extLst>
              </p:cNvPr>
              <p:cNvSpPr txBox="1"/>
              <p:nvPr/>
            </p:nvSpPr>
            <p:spPr>
              <a:xfrm>
                <a:off x="3861709" y="3965186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Lucida Handwriting" panose="03010101010101010101" pitchFamily="66" charset="0"/>
                        </a:rPr>
                        <m:t>6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618" name="TextBox 617">
                <a:extLst>
                  <a:ext uri="{FF2B5EF4-FFF2-40B4-BE49-F238E27FC236}">
                    <a16:creationId xmlns:a16="http://schemas.microsoft.com/office/drawing/2014/main" id="{7EB91895-A5ED-6ABB-71DC-417FDE1BD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1709" y="3965186"/>
                <a:ext cx="357791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9" name="文字方塊 106">
            <a:extLst>
              <a:ext uri="{FF2B5EF4-FFF2-40B4-BE49-F238E27FC236}">
                <a16:creationId xmlns:a16="http://schemas.microsoft.com/office/drawing/2014/main" id="{B882575D-187C-CFA3-C1FD-595336FF96FE}"/>
              </a:ext>
            </a:extLst>
          </p:cNvPr>
          <p:cNvSpPr txBox="1"/>
          <p:nvPr/>
        </p:nvSpPr>
        <p:spPr>
          <a:xfrm>
            <a:off x="4054204" y="3888242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chemeClr val="accent6">
                  <a:lumMod val="40000"/>
                  <a:lumOff val="6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0" name="文字方塊 53">
                <a:extLst>
                  <a:ext uri="{FF2B5EF4-FFF2-40B4-BE49-F238E27FC236}">
                    <a16:creationId xmlns:a16="http://schemas.microsoft.com/office/drawing/2014/main" id="{68A17347-C1AA-41A2-39E7-5461F11343A6}"/>
                  </a:ext>
                </a:extLst>
              </p:cNvPr>
              <p:cNvSpPr txBox="1"/>
              <p:nvPr/>
            </p:nvSpPr>
            <p:spPr>
              <a:xfrm>
                <a:off x="4222878" y="39651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20" name="文字方塊 53">
                <a:extLst>
                  <a:ext uri="{FF2B5EF4-FFF2-40B4-BE49-F238E27FC236}">
                    <a16:creationId xmlns:a16="http://schemas.microsoft.com/office/drawing/2014/main" id="{68A17347-C1AA-41A2-39E7-5461F1134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2878" y="3965186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1" name="文字方塊 75">
                <a:extLst>
                  <a:ext uri="{FF2B5EF4-FFF2-40B4-BE49-F238E27FC236}">
                    <a16:creationId xmlns:a16="http://schemas.microsoft.com/office/drawing/2014/main" id="{B6FE810A-1E34-D8BE-A14F-40D1AAB2A38C}"/>
                  </a:ext>
                </a:extLst>
              </p:cNvPr>
              <p:cNvSpPr txBox="1"/>
              <p:nvPr/>
            </p:nvSpPr>
            <p:spPr>
              <a:xfrm>
                <a:off x="4499771" y="3961042"/>
                <a:ext cx="1215397" cy="407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rPr>
                  <a:t>14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Lucida Calligraphy" panose="03010101010101010101" pitchFamily="66" charset="0"/>
                      </a:rPr>
                      <m:t>h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621" name="文字方塊 75">
                <a:extLst>
                  <a:ext uri="{FF2B5EF4-FFF2-40B4-BE49-F238E27FC236}">
                    <a16:creationId xmlns:a16="http://schemas.microsoft.com/office/drawing/2014/main" id="{B6FE810A-1E34-D8BE-A14F-40D1AAB2A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771" y="3961042"/>
                <a:ext cx="1215397" cy="407099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2" name="文字方塊 75">
            <a:extLst>
              <a:ext uri="{FF2B5EF4-FFF2-40B4-BE49-F238E27FC236}">
                <a16:creationId xmlns:a16="http://schemas.microsoft.com/office/drawing/2014/main" id="{C5210825-E32C-4F9F-B54C-ACC5FFCBAE04}"/>
              </a:ext>
            </a:extLst>
          </p:cNvPr>
          <p:cNvSpPr txBox="1"/>
          <p:nvPr/>
        </p:nvSpPr>
        <p:spPr>
          <a:xfrm>
            <a:off x="2508090" y="4639086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3" name="文字方塊 83">
                <a:extLst>
                  <a:ext uri="{FF2B5EF4-FFF2-40B4-BE49-F238E27FC236}">
                    <a16:creationId xmlns:a16="http://schemas.microsoft.com/office/drawing/2014/main" id="{FFB5F3D4-30F8-4B97-9689-9540FAEDF658}"/>
                  </a:ext>
                </a:extLst>
              </p:cNvPr>
              <p:cNvSpPr txBox="1"/>
              <p:nvPr/>
            </p:nvSpPr>
            <p:spPr>
              <a:xfrm>
                <a:off x="2872388" y="4642695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23" name="文字方塊 83">
                <a:extLst>
                  <a:ext uri="{FF2B5EF4-FFF2-40B4-BE49-F238E27FC236}">
                    <a16:creationId xmlns:a16="http://schemas.microsoft.com/office/drawing/2014/main" id="{FFB5F3D4-30F8-4B97-9689-9540FAEDF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388" y="4642695"/>
                <a:ext cx="328449" cy="407099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6" name="TextBox 625">
                <a:extLst>
                  <a:ext uri="{FF2B5EF4-FFF2-40B4-BE49-F238E27FC236}">
                    <a16:creationId xmlns:a16="http://schemas.microsoft.com/office/drawing/2014/main" id="{C0D891CA-6250-3310-6B28-893D4289FB49}"/>
                  </a:ext>
                </a:extLst>
              </p:cNvPr>
              <p:cNvSpPr txBox="1"/>
              <p:nvPr/>
            </p:nvSpPr>
            <p:spPr>
              <a:xfrm>
                <a:off x="3192287" y="4632097"/>
                <a:ext cx="1111776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rPr>
                  <a:t>14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sz="20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Lucida Calligraphy" panose="03010101010101010101" pitchFamily="66" charset="0"/>
                      </a:rPr>
                      <m:t>h</m:t>
                    </m:r>
                  </m:oMath>
                </a14:m>
                <a:endParaRPr lang="en-US" sz="2000"/>
              </a:p>
            </p:txBody>
          </p:sp>
        </mc:Choice>
        <mc:Fallback>
          <p:sp>
            <p:nvSpPr>
              <p:cNvPr id="626" name="TextBox 625">
                <a:extLst>
                  <a:ext uri="{FF2B5EF4-FFF2-40B4-BE49-F238E27FC236}">
                    <a16:creationId xmlns:a16="http://schemas.microsoft.com/office/drawing/2014/main" id="{C0D891CA-6250-3310-6B28-893D4289F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2287" y="4632097"/>
                <a:ext cx="1111776" cy="407099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7" name="TextBox 626">
                <a:extLst>
                  <a:ext uri="{FF2B5EF4-FFF2-40B4-BE49-F238E27FC236}">
                    <a16:creationId xmlns:a16="http://schemas.microsoft.com/office/drawing/2014/main" id="{5FC7ADAA-9F94-3ED5-F5CD-6F02BE1D9A66}"/>
                  </a:ext>
                </a:extLst>
              </p:cNvPr>
              <p:cNvSpPr txBox="1"/>
              <p:nvPr/>
            </p:nvSpPr>
            <p:spPr>
              <a:xfrm>
                <a:off x="2482609" y="5201216"/>
                <a:ext cx="37579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Lucida Calligraphy" panose="03010101010101010101" pitchFamily="66" charset="0"/>
                        </a:rPr>
                        <m:t>h</m:t>
                      </m:r>
                    </m:oMath>
                  </m:oMathPara>
                </a14:m>
                <a:endParaRPr lang="en-US" sz="2000">
                  <a:solidFill>
                    <a:schemeClr val="accent4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27" name="TextBox 626">
                <a:extLst>
                  <a:ext uri="{FF2B5EF4-FFF2-40B4-BE49-F238E27FC236}">
                    <a16:creationId xmlns:a16="http://schemas.microsoft.com/office/drawing/2014/main" id="{5FC7ADAA-9F94-3ED5-F5CD-6F02BE1D9A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2609" y="5201216"/>
                <a:ext cx="375792" cy="407099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8" name="文字方塊 83">
                <a:extLst>
                  <a:ext uri="{FF2B5EF4-FFF2-40B4-BE49-F238E27FC236}">
                    <a16:creationId xmlns:a16="http://schemas.microsoft.com/office/drawing/2014/main" id="{99771DB2-9535-47EE-8B8E-9999519A46D1}"/>
                  </a:ext>
                </a:extLst>
              </p:cNvPr>
              <p:cNvSpPr txBox="1"/>
              <p:nvPr/>
            </p:nvSpPr>
            <p:spPr>
              <a:xfrm>
                <a:off x="2872388" y="5214196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28" name="文字方塊 83">
                <a:extLst>
                  <a:ext uri="{FF2B5EF4-FFF2-40B4-BE49-F238E27FC236}">
                    <a16:creationId xmlns:a16="http://schemas.microsoft.com/office/drawing/2014/main" id="{99771DB2-9535-47EE-8B8E-9999519A4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2388" y="5214196"/>
                <a:ext cx="328449" cy="407099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9" name="TextBox 628">
                <a:extLst>
                  <a:ext uri="{FF2B5EF4-FFF2-40B4-BE49-F238E27FC236}">
                    <a16:creationId xmlns:a16="http://schemas.microsoft.com/office/drawing/2014/main" id="{097D70E0-8D16-E6A9-0F63-AAFFCE8654E9}"/>
                  </a:ext>
                </a:extLst>
              </p:cNvPr>
              <p:cNvSpPr txBox="1"/>
              <p:nvPr/>
            </p:nvSpPr>
            <p:spPr>
              <a:xfrm>
                <a:off x="3138820" y="5214195"/>
                <a:ext cx="37579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Lucida Handwriting" panose="03010101010101010101" pitchFamily="66" charset="0"/>
                        </a:rPr>
                        <m:t>11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accent4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629" name="TextBox 628">
                <a:extLst>
                  <a:ext uri="{FF2B5EF4-FFF2-40B4-BE49-F238E27FC236}">
                    <a16:creationId xmlns:a16="http://schemas.microsoft.com/office/drawing/2014/main" id="{097D70E0-8D16-E6A9-0F63-AAFFCE865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820" y="5214195"/>
                <a:ext cx="375792" cy="40709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0" name="文字方塊 260">
                <a:extLst>
                  <a:ext uri="{FF2B5EF4-FFF2-40B4-BE49-F238E27FC236}">
                    <a16:creationId xmlns:a16="http://schemas.microsoft.com/office/drawing/2014/main" id="{E87A823E-0AB9-F60C-8AC1-9ECB974BD8A5}"/>
                  </a:ext>
                </a:extLst>
              </p:cNvPr>
              <p:cNvSpPr txBox="1"/>
              <p:nvPr/>
            </p:nvSpPr>
            <p:spPr>
              <a:xfrm>
                <a:off x="331096" y="5943520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630" name="文字方塊 260">
                <a:extLst>
                  <a:ext uri="{FF2B5EF4-FFF2-40B4-BE49-F238E27FC236}">
                    <a16:creationId xmlns:a16="http://schemas.microsoft.com/office/drawing/2014/main" id="{E87A823E-0AB9-F60C-8AC1-9ECB974BD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096" y="5943520"/>
                <a:ext cx="238419" cy="461665"/>
              </a:xfrm>
              <a:prstGeom prst="rect">
                <a:avLst/>
              </a:prstGeom>
              <a:blipFill>
                <a:blip r:embed="rId40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1" name="TextBox 15">
                <a:extLst>
                  <a:ext uri="{FF2B5EF4-FFF2-40B4-BE49-F238E27FC236}">
                    <a16:creationId xmlns:a16="http://schemas.microsoft.com/office/drawing/2014/main" id="{26DBADC4-1EAE-5AB5-4E6E-5234EE9ADB69}"/>
                  </a:ext>
                </a:extLst>
              </p:cNvPr>
              <p:cNvSpPr txBox="1"/>
              <p:nvPr/>
            </p:nvSpPr>
            <p:spPr>
              <a:xfrm>
                <a:off x="540483" y="5993005"/>
                <a:ext cx="539412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The original water level is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4">
                            <a:lumMod val="40000"/>
                            <a:lumOff val="60000"/>
                          </a:schemeClr>
                        </a:solidFill>
                        <a:latin typeface="Lucida Handwriting" panose="03010101010101010101" pitchFamily="66" charset="0"/>
                      </a:rPr>
                      <m:t>11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Lucida Calligraphy" panose="03010101010101010101" pitchFamily="66" charset="0"/>
                  </a:rPr>
                  <a:t>cm</a:t>
                </a:r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 </a:t>
                </a:r>
                <a:endParaRPr lang="zh-TW" altLang="en-US" sz="2000" b="1"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31" name="TextBox 15">
                <a:extLst>
                  <a:ext uri="{FF2B5EF4-FFF2-40B4-BE49-F238E27FC236}">
                    <a16:creationId xmlns:a16="http://schemas.microsoft.com/office/drawing/2014/main" id="{26DBADC4-1EAE-5AB5-4E6E-5234EE9AD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483" y="5993005"/>
                <a:ext cx="5394121" cy="40011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633" name="筆跡 4">
                <a:extLst>
                  <a:ext uri="{FF2B5EF4-FFF2-40B4-BE49-F238E27FC236}">
                    <a16:creationId xmlns:a16="http://schemas.microsoft.com/office/drawing/2014/main" id="{844A2C51-732B-5037-3A51-045E16DFB5E7}"/>
                  </a:ext>
                </a:extLst>
              </p14:cNvPr>
              <p14:cNvContentPartPr/>
              <p14:nvPr/>
            </p14:nvContentPartPr>
            <p14:xfrm>
              <a:off x="11511436" y="4648671"/>
              <a:ext cx="558555" cy="45719"/>
            </p14:xfrm>
          </p:contentPart>
        </mc:Choice>
        <mc:Fallback>
          <p:pic>
            <p:nvPicPr>
              <p:cNvPr id="633" name="筆跡 4">
                <a:extLst>
                  <a:ext uri="{FF2B5EF4-FFF2-40B4-BE49-F238E27FC236}">
                    <a16:creationId xmlns:a16="http://schemas.microsoft.com/office/drawing/2014/main" id="{844A2C51-732B-5037-3A51-045E16DFB5E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1457452" y="-9067029"/>
                <a:ext cx="666163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4962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8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8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8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3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4" grpId="0" animBg="1"/>
      <p:bldP spid="15" grpId="0"/>
      <p:bldP spid="34" grpId="0" animBg="1"/>
      <p:bldP spid="35" grpId="0"/>
      <p:bldP spid="38" grpId="0" animBg="1"/>
      <p:bldP spid="39" grpId="0"/>
      <p:bldP spid="582" grpId="0" animBg="1"/>
      <p:bldP spid="583" grpId="0"/>
      <p:bldP spid="586" grpId="0"/>
      <p:bldP spid="587" grpId="0"/>
      <p:bldP spid="592" grpId="0"/>
      <p:bldP spid="593" grpId="0"/>
      <p:bldP spid="594" grpId="0"/>
      <p:bldP spid="595" grpId="0"/>
      <p:bldP spid="596" grpId="0"/>
      <p:bldP spid="603" grpId="0" animBg="1"/>
      <p:bldP spid="604" grpId="0" animBg="1"/>
      <p:bldP spid="610" grpId="0"/>
      <p:bldP spid="611" grpId="0"/>
      <p:bldP spid="612" grpId="0"/>
      <p:bldP spid="613" grpId="0"/>
      <p:bldP spid="614" grpId="0"/>
      <p:bldP spid="615" grpId="0"/>
      <p:bldP spid="616" grpId="0"/>
      <p:bldP spid="617" grpId="0"/>
      <p:bldP spid="618" grpId="0"/>
      <p:bldP spid="619" grpId="0"/>
      <p:bldP spid="620" grpId="0"/>
      <p:bldP spid="621" grpId="0"/>
      <p:bldP spid="622" grpId="0"/>
      <p:bldP spid="623" grpId="0"/>
      <p:bldP spid="626" grpId="0"/>
      <p:bldP spid="627" grpId="0"/>
      <p:bldP spid="628" grpId="0"/>
      <p:bldP spid="629" grpId="0"/>
      <p:bldP spid="630" grpId="0"/>
      <p:bldP spid="63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4AFA2-BF54-3638-69E9-81869EB9C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Picture 623">
            <a:extLst>
              <a:ext uri="{FF2B5EF4-FFF2-40B4-BE49-F238E27FC236}">
                <a16:creationId xmlns:a16="http://schemas.microsoft.com/office/drawing/2014/main" id="{6DC3BF3E-11D9-E587-9FB5-A90B1DB30B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6" t="1184" b="50869"/>
          <a:stretch>
            <a:fillRect/>
          </a:stretch>
        </p:blipFill>
        <p:spPr>
          <a:xfrm>
            <a:off x="200285" y="113944"/>
            <a:ext cx="11252118" cy="22596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ACB340-4177-D950-FA7E-F6A2B5A59F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360" t="47069" r="26204"/>
          <a:stretch>
            <a:fillRect/>
          </a:stretch>
        </p:blipFill>
        <p:spPr>
          <a:xfrm>
            <a:off x="7072012" y="3307994"/>
            <a:ext cx="1972277" cy="2494487"/>
          </a:xfrm>
          <a:prstGeom prst="rect">
            <a:avLst/>
          </a:prstGeom>
        </p:spPr>
      </p:pic>
      <p:sp>
        <p:nvSpPr>
          <p:cNvPr id="7" name="Cylinder 6">
            <a:extLst>
              <a:ext uri="{FF2B5EF4-FFF2-40B4-BE49-F238E27FC236}">
                <a16:creationId xmlns:a16="http://schemas.microsoft.com/office/drawing/2014/main" id="{07CACBEB-B6FE-E65D-FAA5-BF4E01E97C69}"/>
              </a:ext>
            </a:extLst>
          </p:cNvPr>
          <p:cNvSpPr/>
          <p:nvPr/>
        </p:nvSpPr>
        <p:spPr>
          <a:xfrm>
            <a:off x="7243828" y="4151628"/>
            <a:ext cx="1157592" cy="1566153"/>
          </a:xfrm>
          <a:prstGeom prst="can">
            <a:avLst>
              <a:gd name="adj" fmla="val 39286"/>
            </a:avLst>
          </a:prstGeom>
          <a:solidFill>
            <a:srgbClr val="00B0F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D9766340-524E-96DB-4FA7-82C22943B608}"/>
              </a:ext>
            </a:extLst>
          </p:cNvPr>
          <p:cNvSpPr/>
          <p:nvPr/>
        </p:nvSpPr>
        <p:spPr>
          <a:xfrm>
            <a:off x="8109856" y="2223340"/>
            <a:ext cx="1167408" cy="783625"/>
          </a:xfrm>
          <a:prstGeom prst="can">
            <a:avLst>
              <a:gd name="adj" fmla="val 39286"/>
            </a:avLst>
          </a:prstGeom>
          <a:solidFill>
            <a:srgbClr val="FFFF00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27">
                <a:extLst>
                  <a:ext uri="{FF2B5EF4-FFF2-40B4-BE49-F238E27FC236}">
                    <a16:creationId xmlns:a16="http://schemas.microsoft.com/office/drawing/2014/main" id="{04084CF0-E59B-792B-4FC1-6A832283ACD4}"/>
                  </a:ext>
                </a:extLst>
              </p:cNvPr>
              <p:cNvSpPr txBox="1"/>
              <p:nvPr/>
            </p:nvSpPr>
            <p:spPr>
              <a:xfrm>
                <a:off x="9456551" y="23802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" name="文字方塊 27">
                <a:extLst>
                  <a:ext uri="{FF2B5EF4-FFF2-40B4-BE49-F238E27FC236}">
                    <a16:creationId xmlns:a16="http://schemas.microsoft.com/office/drawing/2014/main" id="{04084CF0-E59B-792B-4FC1-6A832283AC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6551" y="2380292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9" name="筆跡 4">
                <a:extLst>
                  <a:ext uri="{FF2B5EF4-FFF2-40B4-BE49-F238E27FC236}">
                    <a16:creationId xmlns:a16="http://schemas.microsoft.com/office/drawing/2014/main" id="{5DA58209-D083-FB14-A5CA-3DD8429D0901}"/>
                  </a:ext>
                </a:extLst>
              </p14:cNvPr>
              <p14:cNvContentPartPr/>
              <p14:nvPr/>
            </p14:nvContentPartPr>
            <p14:xfrm>
              <a:off x="4691194" y="287887"/>
              <a:ext cx="1568092" cy="45719"/>
            </p14:xfrm>
          </p:contentPart>
        </mc:Choice>
        <mc:Fallback>
          <p:pic>
            <p:nvPicPr>
              <p:cNvPr id="49" name="筆跡 4">
                <a:extLst>
                  <a:ext uri="{FF2B5EF4-FFF2-40B4-BE49-F238E27FC236}">
                    <a16:creationId xmlns:a16="http://schemas.microsoft.com/office/drawing/2014/main" id="{5DA58209-D083-FB14-A5CA-3DD8429D090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37172" y="-13427813"/>
                <a:ext cx="167577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0" name="筆跡 4">
                <a:extLst>
                  <a:ext uri="{FF2B5EF4-FFF2-40B4-BE49-F238E27FC236}">
                    <a16:creationId xmlns:a16="http://schemas.microsoft.com/office/drawing/2014/main" id="{8D9C8D1E-A5DC-1570-B76A-91FB6FE69EF9}"/>
                  </a:ext>
                </a:extLst>
              </p14:cNvPr>
              <p14:cNvContentPartPr/>
              <p14:nvPr/>
            </p14:nvContentPartPr>
            <p14:xfrm>
              <a:off x="6875619" y="287886"/>
              <a:ext cx="1234237" cy="45719"/>
            </p14:xfrm>
          </p:contentPart>
        </mc:Choice>
        <mc:Fallback>
          <p:pic>
            <p:nvPicPr>
              <p:cNvPr id="50" name="筆跡 4">
                <a:extLst>
                  <a:ext uri="{FF2B5EF4-FFF2-40B4-BE49-F238E27FC236}">
                    <a16:creationId xmlns:a16="http://schemas.microsoft.com/office/drawing/2014/main" id="{8D9C8D1E-A5DC-1570-B76A-91FB6FE69EF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21581" y="-13427814"/>
                <a:ext cx="134195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1" name="筆跡 4">
                <a:extLst>
                  <a:ext uri="{FF2B5EF4-FFF2-40B4-BE49-F238E27FC236}">
                    <a16:creationId xmlns:a16="http://schemas.microsoft.com/office/drawing/2014/main" id="{DE31061D-2314-55E2-14D5-CA05EC891F7B}"/>
                  </a:ext>
                </a:extLst>
              </p14:cNvPr>
              <p14:cNvContentPartPr/>
              <p14:nvPr/>
            </p14:nvContentPartPr>
            <p14:xfrm>
              <a:off x="7425908" y="1817991"/>
              <a:ext cx="1234237" cy="45719"/>
            </p14:xfrm>
          </p:contentPart>
        </mc:Choice>
        <mc:Fallback>
          <p:pic>
            <p:nvPicPr>
              <p:cNvPr id="51" name="筆跡 4">
                <a:extLst>
                  <a:ext uri="{FF2B5EF4-FFF2-40B4-BE49-F238E27FC236}">
                    <a16:creationId xmlns:a16="http://schemas.microsoft.com/office/drawing/2014/main" id="{DE31061D-2314-55E2-14D5-CA05EC891F7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71885" y="-11897709"/>
                <a:ext cx="1341922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582" name="左大括弧 49">
            <a:extLst>
              <a:ext uri="{FF2B5EF4-FFF2-40B4-BE49-F238E27FC236}">
                <a16:creationId xmlns:a16="http://schemas.microsoft.com/office/drawing/2014/main" id="{55BB743C-C5AC-A30D-9B87-2BB22432C299}"/>
              </a:ext>
            </a:extLst>
          </p:cNvPr>
          <p:cNvSpPr/>
          <p:nvPr/>
        </p:nvSpPr>
        <p:spPr>
          <a:xfrm rot="10800000" flipH="1">
            <a:off x="6889253" y="4417471"/>
            <a:ext cx="252845" cy="1143001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>
              <a:solidFill>
                <a:srgbClr val="00B0F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3" name="TextBox 582">
                <a:extLst>
                  <a:ext uri="{FF2B5EF4-FFF2-40B4-BE49-F238E27FC236}">
                    <a16:creationId xmlns:a16="http://schemas.microsoft.com/office/drawing/2014/main" id="{88D11CD2-A4A2-12B2-6675-D873184AF5D6}"/>
                  </a:ext>
                </a:extLst>
              </p:cNvPr>
              <p:cNvSpPr txBox="1"/>
              <p:nvPr/>
            </p:nvSpPr>
            <p:spPr>
              <a:xfrm>
                <a:off x="6489831" y="4870008"/>
                <a:ext cx="39942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Lucida Handwriting" panose="03010101010101010101" pitchFamily="66" charset="0"/>
                        </a:rPr>
                        <m:t>11</m:t>
                      </m:r>
                    </m:oMath>
                  </m:oMathPara>
                </a14:m>
                <a:endParaRPr lang="en-US" sz="1600">
                  <a:solidFill>
                    <a:schemeClr val="accent4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83" name="TextBox 582">
                <a:extLst>
                  <a:ext uri="{FF2B5EF4-FFF2-40B4-BE49-F238E27FC236}">
                    <a16:creationId xmlns:a16="http://schemas.microsoft.com/office/drawing/2014/main" id="{88D11CD2-A4A2-12B2-6675-D873184AF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9831" y="4870008"/>
                <a:ext cx="399422" cy="33855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84" name="筆跡 4">
                <a:extLst>
                  <a:ext uri="{FF2B5EF4-FFF2-40B4-BE49-F238E27FC236}">
                    <a16:creationId xmlns:a16="http://schemas.microsoft.com/office/drawing/2014/main" id="{1545CA5E-86EF-4C07-4F13-94A3F641B75B}"/>
                  </a:ext>
                </a:extLst>
              </p14:cNvPr>
              <p14:cNvContentPartPr/>
              <p14:nvPr/>
            </p14:nvContentPartPr>
            <p14:xfrm>
              <a:off x="1592974" y="1044722"/>
              <a:ext cx="558555" cy="45719"/>
            </p14:xfrm>
          </p:contentPart>
        </mc:Choice>
        <mc:Fallback>
          <p:pic>
            <p:nvPicPr>
              <p:cNvPr id="584" name="筆跡 4">
                <a:extLst>
                  <a:ext uri="{FF2B5EF4-FFF2-40B4-BE49-F238E27FC236}">
                    <a16:creationId xmlns:a16="http://schemas.microsoft.com/office/drawing/2014/main" id="{1545CA5E-86EF-4C07-4F13-94A3F641B75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38990" y="-12670978"/>
                <a:ext cx="66616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85" name="筆跡 4">
                <a:extLst>
                  <a:ext uri="{FF2B5EF4-FFF2-40B4-BE49-F238E27FC236}">
                    <a16:creationId xmlns:a16="http://schemas.microsoft.com/office/drawing/2014/main" id="{1C5DD593-44A1-E5E6-8459-53221A838A34}"/>
                  </a:ext>
                </a:extLst>
              </p14:cNvPr>
              <p14:cNvContentPartPr/>
              <p14:nvPr/>
            </p14:nvContentPartPr>
            <p14:xfrm>
              <a:off x="2169458" y="1421239"/>
              <a:ext cx="1918448" cy="45719"/>
            </p14:xfrm>
          </p:contentPart>
        </mc:Choice>
        <mc:Fallback>
          <p:pic>
            <p:nvPicPr>
              <p:cNvPr id="585" name="筆跡 4">
                <a:extLst>
                  <a:ext uri="{FF2B5EF4-FFF2-40B4-BE49-F238E27FC236}">
                    <a16:creationId xmlns:a16="http://schemas.microsoft.com/office/drawing/2014/main" id="{1C5DD593-44A1-E5E6-8459-53221A838A3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15438" y="-12294461"/>
                <a:ext cx="202612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588" name="筆跡 4">
                <a:extLst>
                  <a:ext uri="{FF2B5EF4-FFF2-40B4-BE49-F238E27FC236}">
                    <a16:creationId xmlns:a16="http://schemas.microsoft.com/office/drawing/2014/main" id="{39D1AAE9-B498-F098-1494-EA3DAF9D24CB}"/>
                  </a:ext>
                </a:extLst>
              </p14:cNvPr>
              <p14:cNvContentPartPr/>
              <p14:nvPr/>
            </p14:nvContentPartPr>
            <p14:xfrm>
              <a:off x="7901348" y="3549598"/>
              <a:ext cx="449369" cy="45719"/>
            </p14:xfrm>
          </p:contentPart>
        </mc:Choice>
        <mc:Fallback>
          <p:pic>
            <p:nvPicPr>
              <p:cNvPr id="588" name="筆跡 4">
                <a:extLst>
                  <a:ext uri="{FF2B5EF4-FFF2-40B4-BE49-F238E27FC236}">
                    <a16:creationId xmlns:a16="http://schemas.microsoft.com/office/drawing/2014/main" id="{39D1AAE9-B498-F098-1494-EA3DAF9D24C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847337" y="-10166102"/>
                <a:ext cx="557030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759787B9-EDDE-931D-0D36-4111541B6506}"/>
              </a:ext>
            </a:extLst>
          </p:cNvPr>
          <p:cNvCxnSpPr/>
          <p:nvPr/>
        </p:nvCxnSpPr>
        <p:spPr>
          <a:xfrm>
            <a:off x="7855028" y="3682124"/>
            <a:ext cx="578796" cy="0"/>
          </a:xfrm>
          <a:prstGeom prst="line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591" name="筆跡 4">
                <a:extLst>
                  <a:ext uri="{FF2B5EF4-FFF2-40B4-BE49-F238E27FC236}">
                    <a16:creationId xmlns:a16="http://schemas.microsoft.com/office/drawing/2014/main" id="{3CD39738-E1BD-FF7C-6261-A00E44EBE511}"/>
                  </a:ext>
                </a:extLst>
              </p14:cNvPr>
              <p14:cNvContentPartPr/>
              <p14:nvPr/>
            </p14:nvContentPartPr>
            <p14:xfrm>
              <a:off x="8532783" y="4602952"/>
              <a:ext cx="449369" cy="45719"/>
            </p14:xfrm>
          </p:contentPart>
        </mc:Choice>
        <mc:Fallback>
          <p:pic>
            <p:nvPicPr>
              <p:cNvPr id="591" name="筆跡 4">
                <a:extLst>
                  <a:ext uri="{FF2B5EF4-FFF2-40B4-BE49-F238E27FC236}">
                    <a16:creationId xmlns:a16="http://schemas.microsoft.com/office/drawing/2014/main" id="{3CD39738-E1BD-FF7C-6261-A00E44EBE51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78772" y="-9112748"/>
                <a:ext cx="55703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83">
                <a:extLst>
                  <a:ext uri="{FF2B5EF4-FFF2-40B4-BE49-F238E27FC236}">
                    <a16:creationId xmlns:a16="http://schemas.microsoft.com/office/drawing/2014/main" id="{D226F6A7-DDC2-BA3B-880D-3A4ACCB74AF9}"/>
                  </a:ext>
                </a:extLst>
              </p:cNvPr>
              <p:cNvSpPr txBox="1"/>
              <p:nvPr/>
            </p:nvSpPr>
            <p:spPr>
              <a:xfrm>
                <a:off x="4298919" y="1217689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" name="文字方塊 83">
                <a:extLst>
                  <a:ext uri="{FF2B5EF4-FFF2-40B4-BE49-F238E27FC236}">
                    <a16:creationId xmlns:a16="http://schemas.microsoft.com/office/drawing/2014/main" id="{D226F6A7-DDC2-BA3B-880D-3A4ACCB74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919" y="1217689"/>
                <a:ext cx="328449" cy="40709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BD64B0-30A7-661A-D5BF-4455D670D1C3}"/>
                  </a:ext>
                </a:extLst>
              </p:cNvPr>
              <p:cNvSpPr txBox="1"/>
              <p:nvPr/>
            </p:nvSpPr>
            <p:spPr>
              <a:xfrm>
                <a:off x="4565351" y="1217688"/>
                <a:ext cx="375792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Lucida Handwriting" panose="03010101010101010101" pitchFamily="66" charset="0"/>
                        </a:rPr>
                        <m:t>11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accent4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DBD64B0-30A7-661A-D5BF-4455D670D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5351" y="1217688"/>
                <a:ext cx="375792" cy="4070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A13C0FD-7618-C1E1-D5B4-DF99A95B1127}"/>
              </a:ext>
            </a:extLst>
          </p:cNvPr>
          <p:cNvSpPr txBox="1"/>
          <p:nvPr/>
        </p:nvSpPr>
        <p:spPr>
          <a:xfrm>
            <a:off x="4968783" y="1221182"/>
            <a:ext cx="701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cm</a:t>
            </a:r>
            <a:endParaRPr lang="en-US" sz="2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E883F7-FA90-2450-E5E5-18DA647D8CB2}"/>
              </a:ext>
            </a:extLst>
          </p:cNvPr>
          <p:cNvSpPr txBox="1"/>
          <p:nvPr/>
        </p:nvSpPr>
        <p:spPr>
          <a:xfrm>
            <a:off x="96571" y="2465633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33F37B-51A2-AE31-510C-B2EE1DC6B5DC}"/>
              </a:ext>
            </a:extLst>
          </p:cNvPr>
          <p:cNvSpPr txBox="1"/>
          <p:nvPr/>
        </p:nvSpPr>
        <p:spPr>
          <a:xfrm>
            <a:off x="621261" y="2454882"/>
            <a:ext cx="5895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Total volume of water and the new stone</a:t>
            </a:r>
            <a:endParaRPr lang="zh-TW" altLang="en-US" sz="2000" b="1"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83">
                <a:extLst>
                  <a:ext uri="{FF2B5EF4-FFF2-40B4-BE49-F238E27FC236}">
                    <a16:creationId xmlns:a16="http://schemas.microsoft.com/office/drawing/2014/main" id="{9F1A6343-0CEF-68CD-C385-60DD01279FA1}"/>
                  </a:ext>
                </a:extLst>
              </p:cNvPr>
              <p:cNvSpPr txBox="1"/>
              <p:nvPr/>
            </p:nvSpPr>
            <p:spPr>
              <a:xfrm>
                <a:off x="387104" y="3121408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" name="文字方塊 83">
                <a:extLst>
                  <a:ext uri="{FF2B5EF4-FFF2-40B4-BE49-F238E27FC236}">
                    <a16:creationId xmlns:a16="http://schemas.microsoft.com/office/drawing/2014/main" id="{9F1A6343-0CEF-68CD-C385-60DD01279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04" y="3121408"/>
                <a:ext cx="328449" cy="40709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群組 74">
            <a:extLst>
              <a:ext uri="{FF2B5EF4-FFF2-40B4-BE49-F238E27FC236}">
                <a16:creationId xmlns:a16="http://schemas.microsoft.com/office/drawing/2014/main" id="{60A61B7A-2243-7155-20EF-95BDCE4188DA}"/>
              </a:ext>
            </a:extLst>
          </p:cNvPr>
          <p:cNvGrpSpPr/>
          <p:nvPr/>
        </p:nvGrpSpPr>
        <p:grpSpPr>
          <a:xfrm>
            <a:off x="2783330" y="2985393"/>
            <a:ext cx="364383" cy="777549"/>
            <a:chOff x="2896107" y="4671588"/>
            <a:chExt cx="364383" cy="777549"/>
          </a:xfrm>
        </p:grpSpPr>
        <p:sp>
          <p:nvSpPr>
            <p:cNvPr id="20" name="文字方塊 75">
              <a:extLst>
                <a:ext uri="{FF2B5EF4-FFF2-40B4-BE49-F238E27FC236}">
                  <a16:creationId xmlns:a16="http://schemas.microsoft.com/office/drawing/2014/main" id="{00402D0E-5D49-250B-E22D-1ABB53FC51CC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21" name="群組 76">
              <a:extLst>
                <a:ext uri="{FF2B5EF4-FFF2-40B4-BE49-F238E27FC236}">
                  <a16:creationId xmlns:a16="http://schemas.microsoft.com/office/drawing/2014/main" id="{427A6925-EA85-3B75-8203-E504E5BE2D3D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22" name="直線接點 77">
                <a:extLst>
                  <a:ext uri="{FF2B5EF4-FFF2-40B4-BE49-F238E27FC236}">
                    <a16:creationId xmlns:a16="http://schemas.microsoft.com/office/drawing/2014/main" id="{89D9C014-5157-B4C2-25DA-6E20E782AD2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3" name="文字方塊 78">
                <a:extLst>
                  <a:ext uri="{FF2B5EF4-FFF2-40B4-BE49-F238E27FC236}">
                    <a16:creationId xmlns:a16="http://schemas.microsoft.com/office/drawing/2014/main" id="{C4C8B905-D8D9-7828-5256-B54893573979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53">
                <a:extLst>
                  <a:ext uri="{FF2B5EF4-FFF2-40B4-BE49-F238E27FC236}">
                    <a16:creationId xmlns:a16="http://schemas.microsoft.com/office/drawing/2014/main" id="{42AFCE1E-ADFD-F38F-02E5-D831EB70AC71}"/>
                  </a:ext>
                </a:extLst>
              </p:cNvPr>
              <p:cNvSpPr txBox="1"/>
              <p:nvPr/>
            </p:nvSpPr>
            <p:spPr>
              <a:xfrm>
                <a:off x="3120171" y="315519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" name="文字方塊 53">
                <a:extLst>
                  <a:ext uri="{FF2B5EF4-FFF2-40B4-BE49-F238E27FC236}">
                    <a16:creationId xmlns:a16="http://schemas.microsoft.com/office/drawing/2014/main" id="{42AFCE1E-ADFD-F38F-02E5-D831EB70A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0171" y="3155191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199D7D5-BFB8-69F2-1758-11686CF4CBC6}"/>
                  </a:ext>
                </a:extLst>
              </p:cNvPr>
              <p:cNvSpPr txBox="1"/>
              <p:nvPr/>
            </p:nvSpPr>
            <p:spPr>
              <a:xfrm>
                <a:off x="3413890" y="3155191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199D7D5-BFB8-69F2-1758-11686CF4C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3890" y="3155191"/>
                <a:ext cx="357791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53">
                <a:extLst>
                  <a:ext uri="{FF2B5EF4-FFF2-40B4-BE49-F238E27FC236}">
                    <a16:creationId xmlns:a16="http://schemas.microsoft.com/office/drawing/2014/main" id="{092C5B5C-0A95-A636-A722-ECA7CA06C0EA}"/>
                  </a:ext>
                </a:extLst>
              </p:cNvPr>
              <p:cNvSpPr txBox="1"/>
              <p:nvPr/>
            </p:nvSpPr>
            <p:spPr>
              <a:xfrm>
                <a:off x="3716296" y="316708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" name="文字方塊 53">
                <a:extLst>
                  <a:ext uri="{FF2B5EF4-FFF2-40B4-BE49-F238E27FC236}">
                    <a16:creationId xmlns:a16="http://schemas.microsoft.com/office/drawing/2014/main" id="{092C5B5C-0A95-A636-A722-ECA7CA06C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296" y="3167085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7E221FF-235A-E05D-FC49-A37ACB933C38}"/>
                  </a:ext>
                </a:extLst>
              </p:cNvPr>
              <p:cNvSpPr txBox="1"/>
              <p:nvPr/>
            </p:nvSpPr>
            <p:spPr>
              <a:xfrm>
                <a:off x="3993951" y="3160303"/>
                <a:ext cx="485034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Handwriting" panose="03010101010101010101" pitchFamily="66" charset="0"/>
                        </a:rPr>
                        <m:t>4.5</m:t>
                      </m:r>
                    </m:oMath>
                  </m:oMathPara>
                </a14:m>
                <a:endParaRPr lang="en-US" sz="20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7E221FF-235A-E05D-FC49-A37ACB933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3951" y="3160303"/>
                <a:ext cx="485034" cy="40395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文字方塊 106">
            <a:extLst>
              <a:ext uri="{FF2B5EF4-FFF2-40B4-BE49-F238E27FC236}">
                <a16:creationId xmlns:a16="http://schemas.microsoft.com/office/drawing/2014/main" id="{FA1FB6E9-45AE-CC0C-DD50-B93E954441A3}"/>
              </a:ext>
            </a:extLst>
          </p:cNvPr>
          <p:cNvSpPr txBox="1"/>
          <p:nvPr/>
        </p:nvSpPr>
        <p:spPr>
          <a:xfrm>
            <a:off x="4399855" y="3028585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17">
                <a:extLst>
                  <a:ext uri="{FF2B5EF4-FFF2-40B4-BE49-F238E27FC236}">
                    <a16:creationId xmlns:a16="http://schemas.microsoft.com/office/drawing/2014/main" id="{DD0DEB5A-C01F-467D-0459-48B4C4FAF3E7}"/>
                  </a:ext>
                </a:extLst>
              </p:cNvPr>
              <p:cNvSpPr txBox="1"/>
              <p:nvPr/>
            </p:nvSpPr>
            <p:spPr>
              <a:xfrm>
                <a:off x="2440477" y="314795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1" name="文字方塊 17">
                <a:extLst>
                  <a:ext uri="{FF2B5EF4-FFF2-40B4-BE49-F238E27FC236}">
                    <a16:creationId xmlns:a16="http://schemas.microsoft.com/office/drawing/2014/main" id="{DD0DEB5A-C01F-467D-0459-48B4C4FAF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0477" y="3147954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0C207A7-F3A2-9B05-AF66-4B59F679E961}"/>
                  </a:ext>
                </a:extLst>
              </p:cNvPr>
              <p:cNvSpPr txBox="1"/>
              <p:nvPr/>
            </p:nvSpPr>
            <p:spPr>
              <a:xfrm>
                <a:off x="920847" y="3137657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0C207A7-F3A2-9B05-AF66-4B59F679E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847" y="3137657"/>
                <a:ext cx="357791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字方塊 53">
                <a:extLst>
                  <a:ext uri="{FF2B5EF4-FFF2-40B4-BE49-F238E27FC236}">
                    <a16:creationId xmlns:a16="http://schemas.microsoft.com/office/drawing/2014/main" id="{9D543994-CB2B-DDF3-A247-3D52C627FC54}"/>
                  </a:ext>
                </a:extLst>
              </p:cNvPr>
              <p:cNvSpPr txBox="1"/>
              <p:nvPr/>
            </p:nvSpPr>
            <p:spPr>
              <a:xfrm>
                <a:off x="1211459" y="315328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3" name="文字方塊 53">
                <a:extLst>
                  <a:ext uri="{FF2B5EF4-FFF2-40B4-BE49-F238E27FC236}">
                    <a16:creationId xmlns:a16="http://schemas.microsoft.com/office/drawing/2014/main" id="{9D543994-CB2B-DDF3-A247-3D52C627F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459" y="3153285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9F332DB-331B-2A23-90E0-51539C1D777F}"/>
                  </a:ext>
                </a:extLst>
              </p:cNvPr>
              <p:cNvSpPr txBox="1"/>
              <p:nvPr/>
            </p:nvSpPr>
            <p:spPr>
              <a:xfrm>
                <a:off x="1447037" y="3160614"/>
                <a:ext cx="369113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Lucida Handwriting" panose="03010101010101010101" pitchFamily="66" charset="0"/>
                        </a:rPr>
                        <m:t>6</m:t>
                      </m:r>
                    </m:oMath>
                  </m:oMathPara>
                </a14:m>
                <a:endParaRPr lang="en-US" sz="200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9F332DB-331B-2A23-90E0-51539C1D7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037" y="3160614"/>
                <a:ext cx="369113" cy="403957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字方塊 106">
            <a:extLst>
              <a:ext uri="{FF2B5EF4-FFF2-40B4-BE49-F238E27FC236}">
                <a16:creationId xmlns:a16="http://schemas.microsoft.com/office/drawing/2014/main" id="{E8CABA23-F552-3CA4-83E1-CAF6685BA8AD}"/>
              </a:ext>
            </a:extLst>
          </p:cNvPr>
          <p:cNvSpPr txBox="1"/>
          <p:nvPr/>
        </p:nvSpPr>
        <p:spPr>
          <a:xfrm>
            <a:off x="1654330" y="3031412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chemeClr val="tx2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chemeClr val="tx2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40" name="群組 245">
            <a:extLst>
              <a:ext uri="{FF2B5EF4-FFF2-40B4-BE49-F238E27FC236}">
                <a16:creationId xmlns:a16="http://schemas.microsoft.com/office/drawing/2014/main" id="{F049F849-5E42-08C2-A350-30C350D76F64}"/>
              </a:ext>
            </a:extLst>
          </p:cNvPr>
          <p:cNvGrpSpPr/>
          <p:nvPr/>
        </p:nvGrpSpPr>
        <p:grpSpPr>
          <a:xfrm>
            <a:off x="4674594" y="3117145"/>
            <a:ext cx="798167" cy="477054"/>
            <a:chOff x="2472626" y="4508122"/>
            <a:chExt cx="798167" cy="477054"/>
          </a:xfrm>
        </p:grpSpPr>
        <p:sp>
          <p:nvSpPr>
            <p:cNvPr id="41" name="文字方塊 249">
              <a:extLst>
                <a:ext uri="{FF2B5EF4-FFF2-40B4-BE49-F238E27FC236}">
                  <a16:creationId xmlns:a16="http://schemas.microsoft.com/office/drawing/2014/main" id="{0D7038AB-E788-0B6A-6F7D-3485F9309330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42" name="文字方塊 247">
              <a:extLst>
                <a:ext uri="{FF2B5EF4-FFF2-40B4-BE49-F238E27FC236}">
                  <a16:creationId xmlns:a16="http://schemas.microsoft.com/office/drawing/2014/main" id="{209D0E7F-D9F3-901C-20DA-EB6706B8ACF7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43" name="弧形 258">
            <a:extLst>
              <a:ext uri="{FF2B5EF4-FFF2-40B4-BE49-F238E27FC236}">
                <a16:creationId xmlns:a16="http://schemas.microsoft.com/office/drawing/2014/main" id="{2FA6F134-A9EA-58DD-03F5-B26B9A47CECD}"/>
              </a:ext>
            </a:extLst>
          </p:cNvPr>
          <p:cNvSpPr/>
          <p:nvPr/>
        </p:nvSpPr>
        <p:spPr>
          <a:xfrm rot="10957079">
            <a:off x="865427" y="3027034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4" name="弧形 259">
            <a:extLst>
              <a:ext uri="{FF2B5EF4-FFF2-40B4-BE49-F238E27FC236}">
                <a16:creationId xmlns:a16="http://schemas.microsoft.com/office/drawing/2014/main" id="{6D6B9BCC-F3BF-DA71-ECF5-4DE689F906EA}"/>
              </a:ext>
            </a:extLst>
          </p:cNvPr>
          <p:cNvSpPr/>
          <p:nvPr/>
        </p:nvSpPr>
        <p:spPr>
          <a:xfrm rot="235127">
            <a:off x="4535071" y="3039934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字方塊 53">
                <a:extLst>
                  <a:ext uri="{FF2B5EF4-FFF2-40B4-BE49-F238E27FC236}">
                    <a16:creationId xmlns:a16="http://schemas.microsoft.com/office/drawing/2014/main" id="{F8AA4B23-A93A-806E-CF3D-3724EA0BB890}"/>
                  </a:ext>
                </a:extLst>
              </p:cNvPr>
              <p:cNvSpPr txBox="1"/>
              <p:nvPr/>
            </p:nvSpPr>
            <p:spPr>
              <a:xfrm>
                <a:off x="1742335" y="316708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5" name="文字方塊 53">
                <a:extLst>
                  <a:ext uri="{FF2B5EF4-FFF2-40B4-BE49-F238E27FC236}">
                    <a16:creationId xmlns:a16="http://schemas.microsoft.com/office/drawing/2014/main" id="{F8AA4B23-A93A-806E-CF3D-3724EA0BB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335" y="3167085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A1059D2-CD71-8924-E9A0-1E6413D13834}"/>
                  </a:ext>
                </a:extLst>
              </p:cNvPr>
              <p:cNvSpPr txBox="1"/>
              <p:nvPr/>
            </p:nvSpPr>
            <p:spPr>
              <a:xfrm>
                <a:off x="2019990" y="3160303"/>
                <a:ext cx="485034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Lucida Handwriting" panose="03010101010101010101" pitchFamily="66" charset="0"/>
                        </a:rPr>
                        <m:t>11</m:t>
                      </m:r>
                    </m:oMath>
                  </m:oMathPara>
                </a14:m>
                <a:endParaRPr lang="en-US" sz="2000">
                  <a:solidFill>
                    <a:schemeClr val="accent4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A1059D2-CD71-8924-E9A0-1E6413D13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990" y="3160303"/>
                <a:ext cx="485034" cy="403957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字方塊 83">
                <a:extLst>
                  <a:ext uri="{FF2B5EF4-FFF2-40B4-BE49-F238E27FC236}">
                    <a16:creationId xmlns:a16="http://schemas.microsoft.com/office/drawing/2014/main" id="{18E8AAE2-D10D-3B8B-1FFA-4A1FCF73BAA8}"/>
                  </a:ext>
                </a:extLst>
              </p:cNvPr>
              <p:cNvSpPr txBox="1"/>
              <p:nvPr/>
            </p:nvSpPr>
            <p:spPr>
              <a:xfrm>
                <a:off x="387104" y="3892541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7" name="文字方塊 83">
                <a:extLst>
                  <a:ext uri="{FF2B5EF4-FFF2-40B4-BE49-F238E27FC236}">
                    <a16:creationId xmlns:a16="http://schemas.microsoft.com/office/drawing/2014/main" id="{18E8AAE2-D10D-3B8B-1FFA-4A1FCF73B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04" y="3892541"/>
                <a:ext cx="328449" cy="40709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字方塊 10">
                <a:extLst>
                  <a:ext uri="{FF2B5EF4-FFF2-40B4-BE49-F238E27FC236}">
                    <a16:creationId xmlns:a16="http://schemas.microsoft.com/office/drawing/2014/main" id="{FCAA3F16-89D3-D6FE-1C45-9513B5635935}"/>
                  </a:ext>
                </a:extLst>
              </p:cNvPr>
              <p:cNvSpPr txBox="1"/>
              <p:nvPr/>
            </p:nvSpPr>
            <p:spPr>
              <a:xfrm>
                <a:off x="688795" y="3911837"/>
                <a:ext cx="145025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rPr>
                  <a:t>517.5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US" sz="200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48" name="文字方塊 10">
                <a:extLst>
                  <a:ext uri="{FF2B5EF4-FFF2-40B4-BE49-F238E27FC236}">
                    <a16:creationId xmlns:a16="http://schemas.microsoft.com/office/drawing/2014/main" id="{FCAA3F16-89D3-D6FE-1C45-9513B56359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95" y="3911837"/>
                <a:ext cx="1450253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9" name="群組 245">
            <a:extLst>
              <a:ext uri="{FF2B5EF4-FFF2-40B4-BE49-F238E27FC236}">
                <a16:creationId xmlns:a16="http://schemas.microsoft.com/office/drawing/2014/main" id="{05E93CD6-40CF-56FF-E622-28C5D65E1014}"/>
              </a:ext>
            </a:extLst>
          </p:cNvPr>
          <p:cNvGrpSpPr/>
          <p:nvPr/>
        </p:nvGrpSpPr>
        <p:grpSpPr>
          <a:xfrm>
            <a:off x="1742335" y="3835634"/>
            <a:ext cx="733054" cy="483194"/>
            <a:chOff x="2472626" y="4501982"/>
            <a:chExt cx="733054" cy="483194"/>
          </a:xfrm>
        </p:grpSpPr>
        <p:sp>
          <p:nvSpPr>
            <p:cNvPr id="597" name="文字方塊 249">
              <a:extLst>
                <a:ext uri="{FF2B5EF4-FFF2-40B4-BE49-F238E27FC236}">
                  <a16:creationId xmlns:a16="http://schemas.microsoft.com/office/drawing/2014/main" id="{5C201D83-C8F1-909A-2D61-BAEAEAF6B426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598" name="文字方塊 247">
              <a:extLst>
                <a:ext uri="{FF2B5EF4-FFF2-40B4-BE49-F238E27FC236}">
                  <a16:creationId xmlns:a16="http://schemas.microsoft.com/office/drawing/2014/main" id="{F2E1E5F4-D970-B83E-74E8-AFD26D4EA5B5}"/>
                </a:ext>
              </a:extLst>
            </p:cNvPr>
            <p:cNvSpPr txBox="1"/>
            <p:nvPr/>
          </p:nvSpPr>
          <p:spPr>
            <a:xfrm>
              <a:off x="2916818" y="450198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</p:grpSp>
      <p:pic>
        <p:nvPicPr>
          <p:cNvPr id="599" name="Picture 598">
            <a:extLst>
              <a:ext uri="{FF2B5EF4-FFF2-40B4-BE49-F238E27FC236}">
                <a16:creationId xmlns:a16="http://schemas.microsoft.com/office/drawing/2014/main" id="{6441497E-05DB-0F5A-4D5A-4732065CA4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360" t="47069" r="25914"/>
          <a:stretch>
            <a:fillRect/>
          </a:stretch>
        </p:blipFill>
        <p:spPr>
          <a:xfrm>
            <a:off x="9853929" y="3307994"/>
            <a:ext cx="2004991" cy="2494487"/>
          </a:xfrm>
          <a:prstGeom prst="rect">
            <a:avLst/>
          </a:prstGeom>
        </p:spPr>
      </p:pic>
      <p:sp>
        <p:nvSpPr>
          <p:cNvPr id="600" name="Cylinder 599">
            <a:extLst>
              <a:ext uri="{FF2B5EF4-FFF2-40B4-BE49-F238E27FC236}">
                <a16:creationId xmlns:a16="http://schemas.microsoft.com/office/drawing/2014/main" id="{7DC6ED5C-0DDD-CFBC-05A8-C830EA567402}"/>
              </a:ext>
            </a:extLst>
          </p:cNvPr>
          <p:cNvSpPr/>
          <p:nvPr/>
        </p:nvSpPr>
        <p:spPr>
          <a:xfrm>
            <a:off x="10027878" y="4151628"/>
            <a:ext cx="1157592" cy="1566153"/>
          </a:xfrm>
          <a:prstGeom prst="can">
            <a:avLst>
              <a:gd name="adj" fmla="val 39286"/>
            </a:avLst>
          </a:prstGeom>
          <a:solidFill>
            <a:srgbClr val="00B0F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E2BEDE86-C937-0A99-9179-5D118952BC0A}"/>
              </a:ext>
            </a:extLst>
          </p:cNvPr>
          <p:cNvGrpSpPr/>
          <p:nvPr/>
        </p:nvGrpSpPr>
        <p:grpSpPr>
          <a:xfrm>
            <a:off x="10152766" y="4741682"/>
            <a:ext cx="946657" cy="911951"/>
            <a:chOff x="9227126" y="3312755"/>
            <a:chExt cx="840510" cy="788189"/>
          </a:xfrm>
          <a:solidFill>
            <a:srgbClr val="FFFF00">
              <a:alpha val="20000"/>
            </a:srgbClr>
          </a:solidFill>
        </p:grpSpPr>
        <p:sp>
          <p:nvSpPr>
            <p:cNvPr id="602" name="Oval 601">
              <a:extLst>
                <a:ext uri="{FF2B5EF4-FFF2-40B4-BE49-F238E27FC236}">
                  <a16:creationId xmlns:a16="http://schemas.microsoft.com/office/drawing/2014/main" id="{3A501E77-DAB9-F92E-7A77-1F582F292091}"/>
                </a:ext>
              </a:extLst>
            </p:cNvPr>
            <p:cNvSpPr/>
            <p:nvPr/>
          </p:nvSpPr>
          <p:spPr>
            <a:xfrm>
              <a:off x="9227127" y="3312755"/>
              <a:ext cx="840509" cy="78818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5" name="Arc 624">
              <a:extLst>
                <a:ext uri="{FF2B5EF4-FFF2-40B4-BE49-F238E27FC236}">
                  <a16:creationId xmlns:a16="http://schemas.microsoft.com/office/drawing/2014/main" id="{BF27AE10-BB6D-5ACB-8CDD-672E15E45FC1}"/>
                </a:ext>
              </a:extLst>
            </p:cNvPr>
            <p:cNvSpPr/>
            <p:nvPr/>
          </p:nvSpPr>
          <p:spPr>
            <a:xfrm>
              <a:off x="9227127" y="3556580"/>
              <a:ext cx="840509" cy="359206"/>
            </a:xfrm>
            <a:prstGeom prst="arc">
              <a:avLst>
                <a:gd name="adj1" fmla="val 10931580"/>
                <a:gd name="adj2" fmla="val 143650"/>
              </a:avLst>
            </a:prstGeom>
            <a:grpFill/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2" name="Arc 631">
              <a:extLst>
                <a:ext uri="{FF2B5EF4-FFF2-40B4-BE49-F238E27FC236}">
                  <a16:creationId xmlns:a16="http://schemas.microsoft.com/office/drawing/2014/main" id="{54025E31-3EED-50F7-50B6-09DD2A8E98DB}"/>
                </a:ext>
              </a:extLst>
            </p:cNvPr>
            <p:cNvSpPr/>
            <p:nvPr/>
          </p:nvSpPr>
          <p:spPr>
            <a:xfrm flipV="1">
              <a:off x="9227126" y="3613397"/>
              <a:ext cx="840509" cy="316814"/>
            </a:xfrm>
            <a:prstGeom prst="arc">
              <a:avLst>
                <a:gd name="adj1" fmla="val 10931580"/>
                <a:gd name="adj2" fmla="val 143650"/>
              </a:avLst>
            </a:prstGeom>
            <a:grpFill/>
            <a:ln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35" name="Cylinder 634">
            <a:extLst>
              <a:ext uri="{FF2B5EF4-FFF2-40B4-BE49-F238E27FC236}">
                <a16:creationId xmlns:a16="http://schemas.microsoft.com/office/drawing/2014/main" id="{E9F8BAA3-B9AC-A72F-CB73-21CE288F1853}"/>
              </a:ext>
            </a:extLst>
          </p:cNvPr>
          <p:cNvSpPr/>
          <p:nvPr/>
        </p:nvSpPr>
        <p:spPr>
          <a:xfrm>
            <a:off x="10020727" y="3893447"/>
            <a:ext cx="1166742" cy="698831"/>
          </a:xfrm>
          <a:prstGeom prst="can">
            <a:avLst>
              <a:gd name="adj" fmla="val 50000"/>
            </a:avLst>
          </a:prstGeom>
          <a:solidFill>
            <a:srgbClr val="FFFF00">
              <a:alpha val="40000"/>
            </a:srgb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6" name="Straight Arrow Connector 635">
            <a:extLst>
              <a:ext uri="{FF2B5EF4-FFF2-40B4-BE49-F238E27FC236}">
                <a16:creationId xmlns:a16="http://schemas.microsoft.com/office/drawing/2014/main" id="{42E7B9F9-1E57-6200-CB0A-B585829CAED0}"/>
              </a:ext>
            </a:extLst>
          </p:cNvPr>
          <p:cNvCxnSpPr>
            <a:cxnSpLocks/>
          </p:cNvCxnSpPr>
          <p:nvPr/>
        </p:nvCxnSpPr>
        <p:spPr>
          <a:xfrm>
            <a:off x="9285340" y="3062513"/>
            <a:ext cx="1214129" cy="106309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38" name="Group 637">
            <a:extLst>
              <a:ext uri="{FF2B5EF4-FFF2-40B4-BE49-F238E27FC236}">
                <a16:creationId xmlns:a16="http://schemas.microsoft.com/office/drawing/2014/main" id="{3D4D83FA-ABAA-5A1A-7668-DB4D53A58284}"/>
              </a:ext>
            </a:extLst>
          </p:cNvPr>
          <p:cNvGrpSpPr/>
          <p:nvPr/>
        </p:nvGrpSpPr>
        <p:grpSpPr>
          <a:xfrm>
            <a:off x="10012714" y="2086414"/>
            <a:ext cx="946657" cy="911951"/>
            <a:chOff x="9227126" y="3312755"/>
            <a:chExt cx="840510" cy="788189"/>
          </a:xfrm>
          <a:solidFill>
            <a:srgbClr val="FFFF00">
              <a:alpha val="20000"/>
            </a:srgbClr>
          </a:solidFill>
        </p:grpSpPr>
        <p:sp>
          <p:nvSpPr>
            <p:cNvPr id="639" name="Oval 638">
              <a:extLst>
                <a:ext uri="{FF2B5EF4-FFF2-40B4-BE49-F238E27FC236}">
                  <a16:creationId xmlns:a16="http://schemas.microsoft.com/office/drawing/2014/main" id="{C2C40A25-3593-46DB-3B4D-482EA3EF24FB}"/>
                </a:ext>
              </a:extLst>
            </p:cNvPr>
            <p:cNvSpPr/>
            <p:nvPr/>
          </p:nvSpPr>
          <p:spPr>
            <a:xfrm>
              <a:off x="9227127" y="3312755"/>
              <a:ext cx="840509" cy="78818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0" name="Arc 639">
              <a:extLst>
                <a:ext uri="{FF2B5EF4-FFF2-40B4-BE49-F238E27FC236}">
                  <a16:creationId xmlns:a16="http://schemas.microsoft.com/office/drawing/2014/main" id="{80E7BBC3-875A-2CBE-B216-E8FB049F76DB}"/>
                </a:ext>
              </a:extLst>
            </p:cNvPr>
            <p:cNvSpPr/>
            <p:nvPr/>
          </p:nvSpPr>
          <p:spPr>
            <a:xfrm>
              <a:off x="9227127" y="3556580"/>
              <a:ext cx="840509" cy="359206"/>
            </a:xfrm>
            <a:prstGeom prst="arc">
              <a:avLst>
                <a:gd name="adj1" fmla="val 10931580"/>
                <a:gd name="adj2" fmla="val 143650"/>
              </a:avLst>
            </a:prstGeom>
            <a:grpFill/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1" name="Arc 640">
              <a:extLst>
                <a:ext uri="{FF2B5EF4-FFF2-40B4-BE49-F238E27FC236}">
                  <a16:creationId xmlns:a16="http://schemas.microsoft.com/office/drawing/2014/main" id="{83E8E432-7A4D-5FF6-D9AE-218363CEBB9F}"/>
                </a:ext>
              </a:extLst>
            </p:cNvPr>
            <p:cNvSpPr/>
            <p:nvPr/>
          </p:nvSpPr>
          <p:spPr>
            <a:xfrm flipV="1">
              <a:off x="9227126" y="3613397"/>
              <a:ext cx="840509" cy="316814"/>
            </a:xfrm>
            <a:prstGeom prst="arc">
              <a:avLst>
                <a:gd name="adj1" fmla="val 10931580"/>
                <a:gd name="adj2" fmla="val 143650"/>
              </a:avLst>
            </a:prstGeom>
            <a:grpFill/>
            <a:ln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2" name="Straight Connector 641">
              <a:extLst>
                <a:ext uri="{FF2B5EF4-FFF2-40B4-BE49-F238E27FC236}">
                  <a16:creationId xmlns:a16="http://schemas.microsoft.com/office/drawing/2014/main" id="{B526A3CC-656B-0A7B-1A88-C52911B66394}"/>
                </a:ext>
              </a:extLst>
            </p:cNvPr>
            <p:cNvCxnSpPr>
              <a:cxnSpLocks/>
            </p:cNvCxnSpPr>
            <p:nvPr/>
          </p:nvCxnSpPr>
          <p:spPr>
            <a:xfrm>
              <a:off x="9229974" y="3764665"/>
              <a:ext cx="417406" cy="7139"/>
            </a:xfrm>
            <a:prstGeom prst="line">
              <a:avLst/>
            </a:prstGeom>
            <a:grpFill/>
            <a:ln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43" name="TextBox 642">
                  <a:extLst>
                    <a:ext uri="{FF2B5EF4-FFF2-40B4-BE49-F238E27FC236}">
                      <a16:creationId xmlns:a16="http://schemas.microsoft.com/office/drawing/2014/main" id="{8E250CCD-9F18-ADF2-7242-AF1DEE86C920}"/>
                    </a:ext>
                  </a:extLst>
                </p:cNvPr>
                <p:cNvSpPr txBox="1"/>
                <p:nvPr/>
              </p:nvSpPr>
              <p:spPr>
                <a:xfrm>
                  <a:off x="9290811" y="3540192"/>
                  <a:ext cx="407970" cy="29260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16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0000"/>
                            </a:solidFill>
                            <a:latin typeface="Lucida Handwriting" panose="03010101010101010101" pitchFamily="66" charset="0"/>
                          </a:rPr>
                          <m:t>4.5</m:t>
                        </m:r>
                      </m:oMath>
                    </m:oMathPara>
                  </a14:m>
                  <a:endParaRPr lang="en-US" sz="1600">
                    <a:solidFill>
                      <a:srgbClr val="FF00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643" name="TextBox 642">
                  <a:extLst>
                    <a:ext uri="{FF2B5EF4-FFF2-40B4-BE49-F238E27FC236}">
                      <a16:creationId xmlns:a16="http://schemas.microsoft.com/office/drawing/2014/main" id="{8E250CCD-9F18-ADF2-7242-AF1DEE86C9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90811" y="3540192"/>
                  <a:ext cx="407970" cy="292608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44" name="TextBox 643">
            <a:extLst>
              <a:ext uri="{FF2B5EF4-FFF2-40B4-BE49-F238E27FC236}">
                <a16:creationId xmlns:a16="http://schemas.microsoft.com/office/drawing/2014/main" id="{09B2FB33-2932-CF7D-55C0-4A91312CD195}"/>
              </a:ext>
            </a:extLst>
          </p:cNvPr>
          <p:cNvSpPr txBox="1"/>
          <p:nvPr/>
        </p:nvSpPr>
        <p:spPr>
          <a:xfrm>
            <a:off x="263630" y="4417471"/>
            <a:ext cx="28774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Capacity of the cup</a:t>
            </a:r>
            <a:endParaRPr lang="zh-TW" altLang="en-US" sz="2000" b="1"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5" name="文字方塊 83">
                <a:extLst>
                  <a:ext uri="{FF2B5EF4-FFF2-40B4-BE49-F238E27FC236}">
                    <a16:creationId xmlns:a16="http://schemas.microsoft.com/office/drawing/2014/main" id="{7DFB751A-CF87-22F6-75B6-AA0E56071E3C}"/>
                  </a:ext>
                </a:extLst>
              </p:cNvPr>
              <p:cNvSpPr txBox="1"/>
              <p:nvPr/>
            </p:nvSpPr>
            <p:spPr>
              <a:xfrm>
                <a:off x="3050088" y="4428799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45" name="文字方塊 83">
                <a:extLst>
                  <a:ext uri="{FF2B5EF4-FFF2-40B4-BE49-F238E27FC236}">
                    <a16:creationId xmlns:a16="http://schemas.microsoft.com/office/drawing/2014/main" id="{7DFB751A-CF87-22F6-75B6-AA0E56071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0088" y="4428799"/>
                <a:ext cx="328449" cy="407099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6" name="TextBox 645">
                <a:extLst>
                  <a:ext uri="{FF2B5EF4-FFF2-40B4-BE49-F238E27FC236}">
                    <a16:creationId xmlns:a16="http://schemas.microsoft.com/office/drawing/2014/main" id="{3144DBEC-E15B-558F-9BF1-EDDB0D8E3B83}"/>
                  </a:ext>
                </a:extLst>
              </p:cNvPr>
              <p:cNvSpPr txBox="1"/>
              <p:nvPr/>
            </p:nvSpPr>
            <p:spPr>
              <a:xfrm>
                <a:off x="3362606" y="4399371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646" name="TextBox 645">
                <a:extLst>
                  <a:ext uri="{FF2B5EF4-FFF2-40B4-BE49-F238E27FC236}">
                    <a16:creationId xmlns:a16="http://schemas.microsoft.com/office/drawing/2014/main" id="{3144DBEC-E15B-558F-9BF1-EDDB0D8E3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606" y="4399371"/>
                <a:ext cx="357791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7" name="文字方塊 53">
                <a:extLst>
                  <a:ext uri="{FF2B5EF4-FFF2-40B4-BE49-F238E27FC236}">
                    <a16:creationId xmlns:a16="http://schemas.microsoft.com/office/drawing/2014/main" id="{0BCA29F0-2BC0-5A86-7C66-C468E5CCCA4D}"/>
                  </a:ext>
                </a:extLst>
              </p:cNvPr>
              <p:cNvSpPr txBox="1"/>
              <p:nvPr/>
            </p:nvSpPr>
            <p:spPr>
              <a:xfrm>
                <a:off x="3653218" y="441499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47" name="文字方塊 53">
                <a:extLst>
                  <a:ext uri="{FF2B5EF4-FFF2-40B4-BE49-F238E27FC236}">
                    <a16:creationId xmlns:a16="http://schemas.microsoft.com/office/drawing/2014/main" id="{0BCA29F0-2BC0-5A86-7C66-C468E5CCC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3218" y="4414999"/>
                <a:ext cx="295688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8" name="TextBox 647">
                <a:extLst>
                  <a:ext uri="{FF2B5EF4-FFF2-40B4-BE49-F238E27FC236}">
                    <a16:creationId xmlns:a16="http://schemas.microsoft.com/office/drawing/2014/main" id="{3AC46899-E7CA-E759-B651-02520679E4F3}"/>
                  </a:ext>
                </a:extLst>
              </p:cNvPr>
              <p:cNvSpPr txBox="1"/>
              <p:nvPr/>
            </p:nvSpPr>
            <p:spPr>
              <a:xfrm>
                <a:off x="3888796" y="4422328"/>
                <a:ext cx="369113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Lucida Handwriting" panose="03010101010101010101" pitchFamily="66" charset="0"/>
                        </a:rPr>
                        <m:t>6</m:t>
                      </m:r>
                    </m:oMath>
                  </m:oMathPara>
                </a14:m>
                <a:endParaRPr lang="en-US" sz="200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48" name="TextBox 647">
                <a:extLst>
                  <a:ext uri="{FF2B5EF4-FFF2-40B4-BE49-F238E27FC236}">
                    <a16:creationId xmlns:a16="http://schemas.microsoft.com/office/drawing/2014/main" id="{3AC46899-E7CA-E759-B651-02520679E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8796" y="4422328"/>
                <a:ext cx="369113" cy="403957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9" name="文字方塊 106">
            <a:extLst>
              <a:ext uri="{FF2B5EF4-FFF2-40B4-BE49-F238E27FC236}">
                <a16:creationId xmlns:a16="http://schemas.microsoft.com/office/drawing/2014/main" id="{3CA865BE-F962-9113-AA1D-7ED556B633B8}"/>
              </a:ext>
            </a:extLst>
          </p:cNvPr>
          <p:cNvSpPr txBox="1"/>
          <p:nvPr/>
        </p:nvSpPr>
        <p:spPr>
          <a:xfrm>
            <a:off x="4096089" y="4293126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chemeClr val="tx2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chemeClr val="tx2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1" name="文字方塊 53">
                <a:extLst>
                  <a:ext uri="{FF2B5EF4-FFF2-40B4-BE49-F238E27FC236}">
                    <a16:creationId xmlns:a16="http://schemas.microsoft.com/office/drawing/2014/main" id="{7257840D-0F7D-FB83-EFDB-E38E46A3C904}"/>
                  </a:ext>
                </a:extLst>
              </p:cNvPr>
              <p:cNvSpPr txBox="1"/>
              <p:nvPr/>
            </p:nvSpPr>
            <p:spPr>
              <a:xfrm>
                <a:off x="4184094" y="442879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51" name="文字方塊 53">
                <a:extLst>
                  <a:ext uri="{FF2B5EF4-FFF2-40B4-BE49-F238E27FC236}">
                    <a16:creationId xmlns:a16="http://schemas.microsoft.com/office/drawing/2014/main" id="{7257840D-0F7D-FB83-EFDB-E38E46A3C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4094" y="4428799"/>
                <a:ext cx="295688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2" name="TextBox 651">
                <a:extLst>
                  <a:ext uri="{FF2B5EF4-FFF2-40B4-BE49-F238E27FC236}">
                    <a16:creationId xmlns:a16="http://schemas.microsoft.com/office/drawing/2014/main" id="{123E9BE6-49CC-3AEC-8385-473239D9686D}"/>
                  </a:ext>
                </a:extLst>
              </p:cNvPr>
              <p:cNvSpPr txBox="1"/>
              <p:nvPr/>
            </p:nvSpPr>
            <p:spPr>
              <a:xfrm>
                <a:off x="4461749" y="4422017"/>
                <a:ext cx="485034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Lucida Handwriting" panose="03010101010101010101" pitchFamily="66" charset="0"/>
                        </a:rPr>
                        <m:t>15</m:t>
                      </m:r>
                    </m:oMath>
                  </m:oMathPara>
                </a14:m>
                <a:endParaRPr lang="en-US" sz="200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652" name="TextBox 651">
                <a:extLst>
                  <a:ext uri="{FF2B5EF4-FFF2-40B4-BE49-F238E27FC236}">
                    <a16:creationId xmlns:a16="http://schemas.microsoft.com/office/drawing/2014/main" id="{123E9BE6-49CC-3AEC-8385-473239D96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1749" y="4422017"/>
                <a:ext cx="485034" cy="403957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3" name="群組 245">
            <a:extLst>
              <a:ext uri="{FF2B5EF4-FFF2-40B4-BE49-F238E27FC236}">
                <a16:creationId xmlns:a16="http://schemas.microsoft.com/office/drawing/2014/main" id="{F48E65FC-1A4C-4E13-381C-5F40A84A3558}"/>
              </a:ext>
            </a:extLst>
          </p:cNvPr>
          <p:cNvGrpSpPr/>
          <p:nvPr/>
        </p:nvGrpSpPr>
        <p:grpSpPr>
          <a:xfrm>
            <a:off x="4812147" y="4350158"/>
            <a:ext cx="798167" cy="477054"/>
            <a:chOff x="2472626" y="4508122"/>
            <a:chExt cx="798167" cy="477054"/>
          </a:xfrm>
        </p:grpSpPr>
        <p:sp>
          <p:nvSpPr>
            <p:cNvPr id="654" name="文字方塊 249">
              <a:extLst>
                <a:ext uri="{FF2B5EF4-FFF2-40B4-BE49-F238E27FC236}">
                  <a16:creationId xmlns:a16="http://schemas.microsoft.com/office/drawing/2014/main" id="{E68DD75A-E9FF-CA4E-2FA2-01553258BDC1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655" name="文字方塊 247">
              <a:extLst>
                <a:ext uri="{FF2B5EF4-FFF2-40B4-BE49-F238E27FC236}">
                  <a16:creationId xmlns:a16="http://schemas.microsoft.com/office/drawing/2014/main" id="{2F8279C5-8CC1-1005-C48D-9EC1F518D203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56" name="文字方塊 83">
                <a:extLst>
                  <a:ext uri="{FF2B5EF4-FFF2-40B4-BE49-F238E27FC236}">
                    <a16:creationId xmlns:a16="http://schemas.microsoft.com/office/drawing/2014/main" id="{641CB3BC-D7F0-9EF2-6EFF-4201A5D19989}"/>
                  </a:ext>
                </a:extLst>
              </p:cNvPr>
              <p:cNvSpPr txBox="1"/>
              <p:nvPr/>
            </p:nvSpPr>
            <p:spPr>
              <a:xfrm>
                <a:off x="3060400" y="5007096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56" name="文字方塊 83">
                <a:extLst>
                  <a:ext uri="{FF2B5EF4-FFF2-40B4-BE49-F238E27FC236}">
                    <a16:creationId xmlns:a16="http://schemas.microsoft.com/office/drawing/2014/main" id="{641CB3BC-D7F0-9EF2-6EFF-4201A5D199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400" y="5007096"/>
                <a:ext cx="328449" cy="407099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7" name="文字方塊 10">
                <a:extLst>
                  <a:ext uri="{FF2B5EF4-FFF2-40B4-BE49-F238E27FC236}">
                    <a16:creationId xmlns:a16="http://schemas.microsoft.com/office/drawing/2014/main" id="{31C4DAB2-8511-57DC-0CAD-8BE887E13D6D}"/>
                  </a:ext>
                </a:extLst>
              </p:cNvPr>
              <p:cNvSpPr txBox="1"/>
              <p:nvPr/>
            </p:nvSpPr>
            <p:spPr>
              <a:xfrm>
                <a:off x="3362092" y="5026392"/>
                <a:ext cx="9368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540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US" sz="200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57" name="文字方塊 10">
                <a:extLst>
                  <a:ext uri="{FF2B5EF4-FFF2-40B4-BE49-F238E27FC236}">
                    <a16:creationId xmlns:a16="http://schemas.microsoft.com/office/drawing/2014/main" id="{31C4DAB2-8511-57DC-0CAD-8BE887E13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2092" y="5026392"/>
                <a:ext cx="936828" cy="40011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8" name="群組 245">
            <a:extLst>
              <a:ext uri="{FF2B5EF4-FFF2-40B4-BE49-F238E27FC236}">
                <a16:creationId xmlns:a16="http://schemas.microsoft.com/office/drawing/2014/main" id="{7E1D7E2F-888C-C7DF-CA85-5F5A1A01B28E}"/>
              </a:ext>
            </a:extLst>
          </p:cNvPr>
          <p:cNvGrpSpPr/>
          <p:nvPr/>
        </p:nvGrpSpPr>
        <p:grpSpPr>
          <a:xfrm>
            <a:off x="4216507" y="4951470"/>
            <a:ext cx="733054" cy="483194"/>
            <a:chOff x="2472626" y="4501982"/>
            <a:chExt cx="733054" cy="483194"/>
          </a:xfrm>
        </p:grpSpPr>
        <p:sp>
          <p:nvSpPr>
            <p:cNvPr id="659" name="文字方塊 249">
              <a:extLst>
                <a:ext uri="{FF2B5EF4-FFF2-40B4-BE49-F238E27FC236}">
                  <a16:creationId xmlns:a16="http://schemas.microsoft.com/office/drawing/2014/main" id="{58B4DC2C-0887-4697-D3ED-0F595E77CCAF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660" name="文字方塊 247">
              <a:extLst>
                <a:ext uri="{FF2B5EF4-FFF2-40B4-BE49-F238E27FC236}">
                  <a16:creationId xmlns:a16="http://schemas.microsoft.com/office/drawing/2014/main" id="{BE83523F-17FE-22BB-35FA-659E842BF4C8}"/>
                </a:ext>
              </a:extLst>
            </p:cNvPr>
            <p:cNvSpPr txBox="1"/>
            <p:nvPr/>
          </p:nvSpPr>
          <p:spPr>
            <a:xfrm>
              <a:off x="2916818" y="450198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61" name="文字方塊 54">
                <a:extLst>
                  <a:ext uri="{FF2B5EF4-FFF2-40B4-BE49-F238E27FC236}">
                    <a16:creationId xmlns:a16="http://schemas.microsoft.com/office/drawing/2014/main" id="{D3A32DF9-AAFA-2783-04B6-32F861CE715C}"/>
                  </a:ext>
                </a:extLst>
              </p:cNvPr>
              <p:cNvSpPr txBox="1"/>
              <p:nvPr/>
            </p:nvSpPr>
            <p:spPr>
              <a:xfrm>
                <a:off x="333080" y="5456091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61" name="文字方塊 54">
                <a:extLst>
                  <a:ext uri="{FF2B5EF4-FFF2-40B4-BE49-F238E27FC236}">
                    <a16:creationId xmlns:a16="http://schemas.microsoft.com/office/drawing/2014/main" id="{D3A32DF9-AAFA-2783-04B6-32F861CE7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080" y="5456091"/>
                <a:ext cx="295688" cy="461665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2" name="文字方塊 10">
                <a:extLst>
                  <a:ext uri="{FF2B5EF4-FFF2-40B4-BE49-F238E27FC236}">
                    <a16:creationId xmlns:a16="http://schemas.microsoft.com/office/drawing/2014/main" id="{387A4961-90BF-7175-8971-BB7750307DCB}"/>
                  </a:ext>
                </a:extLst>
              </p:cNvPr>
              <p:cNvSpPr txBox="1"/>
              <p:nvPr/>
            </p:nvSpPr>
            <p:spPr>
              <a:xfrm>
                <a:off x="622531" y="5486868"/>
                <a:ext cx="11936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rPr>
                  <a:t>517.5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US" sz="200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662" name="文字方塊 10">
                <a:extLst>
                  <a:ext uri="{FF2B5EF4-FFF2-40B4-BE49-F238E27FC236}">
                    <a16:creationId xmlns:a16="http://schemas.microsoft.com/office/drawing/2014/main" id="{387A4961-90BF-7175-8971-BB7750307D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531" y="5486868"/>
                <a:ext cx="1193619" cy="4001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3" name="文字方塊 83">
                <a:extLst>
                  <a:ext uri="{FF2B5EF4-FFF2-40B4-BE49-F238E27FC236}">
                    <a16:creationId xmlns:a16="http://schemas.microsoft.com/office/drawing/2014/main" id="{B612A185-37B4-6751-ACA2-D9DD63C3D777}"/>
                  </a:ext>
                </a:extLst>
              </p:cNvPr>
              <p:cNvSpPr txBox="1"/>
              <p:nvPr/>
            </p:nvSpPr>
            <p:spPr>
              <a:xfrm>
                <a:off x="1742335" y="5486868"/>
                <a:ext cx="32844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63" name="文字方塊 83">
                <a:extLst>
                  <a:ext uri="{FF2B5EF4-FFF2-40B4-BE49-F238E27FC236}">
                    <a16:creationId xmlns:a16="http://schemas.microsoft.com/office/drawing/2014/main" id="{B612A185-37B4-6751-ACA2-D9DD63C3D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2335" y="5486868"/>
                <a:ext cx="328449" cy="40011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4" name="文字方塊 10">
                <a:extLst>
                  <a:ext uri="{FF2B5EF4-FFF2-40B4-BE49-F238E27FC236}">
                    <a16:creationId xmlns:a16="http://schemas.microsoft.com/office/drawing/2014/main" id="{DFCA3F6B-8B6C-5D25-77C1-F3D48B77D86F}"/>
                  </a:ext>
                </a:extLst>
              </p:cNvPr>
              <p:cNvSpPr txBox="1"/>
              <p:nvPr/>
            </p:nvSpPr>
            <p:spPr>
              <a:xfrm>
                <a:off x="2050561" y="5481197"/>
                <a:ext cx="9368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540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US" sz="200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64" name="文字方塊 10">
                <a:extLst>
                  <a:ext uri="{FF2B5EF4-FFF2-40B4-BE49-F238E27FC236}">
                    <a16:creationId xmlns:a16="http://schemas.microsoft.com/office/drawing/2014/main" id="{DFCA3F6B-8B6C-5D25-77C1-F3D48B77D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561" y="5481197"/>
                <a:ext cx="936828" cy="400110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5" name="文字方塊 260">
                <a:extLst>
                  <a:ext uri="{FF2B5EF4-FFF2-40B4-BE49-F238E27FC236}">
                    <a16:creationId xmlns:a16="http://schemas.microsoft.com/office/drawing/2014/main" id="{44674F07-9B5C-61E9-A941-24645CA4C5FF}"/>
                  </a:ext>
                </a:extLst>
              </p:cNvPr>
              <p:cNvSpPr txBox="1"/>
              <p:nvPr/>
            </p:nvSpPr>
            <p:spPr>
              <a:xfrm>
                <a:off x="333080" y="5918395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665" name="文字方塊 260">
                <a:extLst>
                  <a:ext uri="{FF2B5EF4-FFF2-40B4-BE49-F238E27FC236}">
                    <a16:creationId xmlns:a16="http://schemas.microsoft.com/office/drawing/2014/main" id="{44674F07-9B5C-61E9-A941-24645CA4C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080" y="5918395"/>
                <a:ext cx="238419" cy="461665"/>
              </a:xfrm>
              <a:prstGeom prst="rect">
                <a:avLst/>
              </a:prstGeom>
              <a:blipFill>
                <a:blip r:embed="rId48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6" name="TextBox 665">
            <a:extLst>
              <a:ext uri="{FF2B5EF4-FFF2-40B4-BE49-F238E27FC236}">
                <a16:creationId xmlns:a16="http://schemas.microsoft.com/office/drawing/2014/main" id="{4010998D-4D91-6AE5-72EC-82CEAC7B2BB4}"/>
              </a:ext>
            </a:extLst>
          </p:cNvPr>
          <p:cNvSpPr txBox="1"/>
          <p:nvPr/>
        </p:nvSpPr>
        <p:spPr>
          <a:xfrm>
            <a:off x="512950" y="5969199"/>
            <a:ext cx="41477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The water will not overflow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667" name="筆跡 4">
                <a:extLst>
                  <a:ext uri="{FF2B5EF4-FFF2-40B4-BE49-F238E27FC236}">
                    <a16:creationId xmlns:a16="http://schemas.microsoft.com/office/drawing/2014/main" id="{7B00E774-9C4C-7C5E-2A24-F2A6A982012F}"/>
                  </a:ext>
                </a:extLst>
              </p14:cNvPr>
              <p14:cNvContentPartPr/>
              <p14:nvPr/>
            </p14:nvContentPartPr>
            <p14:xfrm>
              <a:off x="2914736" y="2177621"/>
              <a:ext cx="856945" cy="45719"/>
            </p14:xfrm>
          </p:contentPart>
        </mc:Choice>
        <mc:Fallback>
          <p:pic>
            <p:nvPicPr>
              <p:cNvPr id="667" name="筆跡 4">
                <a:extLst>
                  <a:ext uri="{FF2B5EF4-FFF2-40B4-BE49-F238E27FC236}">
                    <a16:creationId xmlns:a16="http://schemas.microsoft.com/office/drawing/2014/main" id="{7B00E774-9C4C-7C5E-2A24-F2A6A982012F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2860727" y="-11538079"/>
                <a:ext cx="964603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668" name="Arrow: Right 667">
            <a:extLst>
              <a:ext uri="{FF2B5EF4-FFF2-40B4-BE49-F238E27FC236}">
                <a16:creationId xmlns:a16="http://schemas.microsoft.com/office/drawing/2014/main" id="{58184F2E-4F4F-043F-6BC9-640BD8B8E256}"/>
              </a:ext>
            </a:extLst>
          </p:cNvPr>
          <p:cNvSpPr/>
          <p:nvPr/>
        </p:nvSpPr>
        <p:spPr>
          <a:xfrm>
            <a:off x="9153427" y="4602952"/>
            <a:ext cx="675732" cy="232946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6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/>
      <p:bldP spid="18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6" grpId="0"/>
      <p:bldP spid="37" grpId="0"/>
      <p:bldP spid="43" grpId="0" animBg="1"/>
      <p:bldP spid="44" grpId="0" animBg="1"/>
      <p:bldP spid="45" grpId="0"/>
      <p:bldP spid="46" grpId="0"/>
      <p:bldP spid="47" grpId="0"/>
      <p:bldP spid="48" grpId="0"/>
      <p:bldP spid="600" grpId="0" animBg="1"/>
      <p:bldP spid="635" grpId="0" animBg="1"/>
      <p:bldP spid="644" grpId="0"/>
      <p:bldP spid="645" grpId="0"/>
      <p:bldP spid="646" grpId="0"/>
      <p:bldP spid="647" grpId="0"/>
      <p:bldP spid="648" grpId="0"/>
      <p:bldP spid="649" grpId="0"/>
      <p:bldP spid="651" grpId="0"/>
      <p:bldP spid="652" grpId="0"/>
      <p:bldP spid="656" grpId="0"/>
      <p:bldP spid="657" grpId="0"/>
      <p:bldP spid="661" grpId="0"/>
      <p:bldP spid="662" grpId="0"/>
      <p:bldP spid="663" grpId="0"/>
      <p:bldP spid="664" grpId="0"/>
      <p:bldP spid="665" grpId="0"/>
      <p:bldP spid="666" grpId="0"/>
      <p:bldP spid="66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Picture 668">
            <a:extLst>
              <a:ext uri="{FF2B5EF4-FFF2-40B4-BE49-F238E27FC236}">
                <a16:creationId xmlns:a16="http://schemas.microsoft.com/office/drawing/2014/main" id="{730F9898-4405-B7EC-3A35-B9962BBA29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0" t="5737" b="66093"/>
          <a:stretch>
            <a:fillRect/>
          </a:stretch>
        </p:blipFill>
        <p:spPr>
          <a:xfrm>
            <a:off x="187981" y="99272"/>
            <a:ext cx="11646356" cy="11544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181EF54-C79F-6DAE-2A1F-B6AF62D383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390" t="35215" r="-1"/>
          <a:stretch>
            <a:fillRect/>
          </a:stretch>
        </p:blipFill>
        <p:spPr>
          <a:xfrm>
            <a:off x="9008993" y="582662"/>
            <a:ext cx="3142268" cy="2655106"/>
          </a:xfrm>
          <a:prstGeom prst="rect">
            <a:avLst/>
          </a:prstGeom>
        </p:spPr>
      </p:pic>
      <p:sp>
        <p:nvSpPr>
          <p:cNvPr id="7" name="橢圓 3">
            <a:extLst>
              <a:ext uri="{FF2B5EF4-FFF2-40B4-BE49-F238E27FC236}">
                <a16:creationId xmlns:a16="http://schemas.microsoft.com/office/drawing/2014/main" id="{25A77282-8B2D-19A4-C189-B9546C5836E2}"/>
              </a:ext>
            </a:extLst>
          </p:cNvPr>
          <p:cNvSpPr/>
          <p:nvPr/>
        </p:nvSpPr>
        <p:spPr>
          <a:xfrm>
            <a:off x="10285710" y="1894802"/>
            <a:ext cx="76298" cy="8762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文字方塊 23">
            <a:extLst>
              <a:ext uri="{FF2B5EF4-FFF2-40B4-BE49-F238E27FC236}">
                <a16:creationId xmlns:a16="http://schemas.microsoft.com/office/drawing/2014/main" id="{842CA3FC-7B2F-9B34-7E2A-3D5A14571913}"/>
              </a:ext>
            </a:extLst>
          </p:cNvPr>
          <p:cNvSpPr txBox="1"/>
          <p:nvPr/>
        </p:nvSpPr>
        <p:spPr>
          <a:xfrm>
            <a:off x="9924369" y="1638533"/>
            <a:ext cx="328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O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9" name="文字方塊 23">
            <a:extLst>
              <a:ext uri="{FF2B5EF4-FFF2-40B4-BE49-F238E27FC236}">
                <a16:creationId xmlns:a16="http://schemas.microsoft.com/office/drawing/2014/main" id="{9A00C293-ADA8-F1EC-D30A-DDD0EADEB5D6}"/>
              </a:ext>
            </a:extLst>
          </p:cNvPr>
          <p:cNvSpPr txBox="1"/>
          <p:nvPr/>
        </p:nvSpPr>
        <p:spPr>
          <a:xfrm>
            <a:off x="9855638" y="2434094"/>
            <a:ext cx="328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0" name="文字方塊 23">
            <a:extLst>
              <a:ext uri="{FF2B5EF4-FFF2-40B4-BE49-F238E27FC236}">
                <a16:creationId xmlns:a16="http://schemas.microsoft.com/office/drawing/2014/main" id="{067C8C66-17A7-8BE1-BFDC-EC36741F5958}"/>
              </a:ext>
            </a:extLst>
          </p:cNvPr>
          <p:cNvSpPr txBox="1"/>
          <p:nvPr/>
        </p:nvSpPr>
        <p:spPr>
          <a:xfrm>
            <a:off x="11224096" y="2567641"/>
            <a:ext cx="328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8EA499AD-CF7A-DF0E-0A1F-B5B0B7B21242}"/>
              </a:ext>
            </a:extLst>
          </p:cNvPr>
          <p:cNvSpPr/>
          <p:nvPr/>
        </p:nvSpPr>
        <p:spPr>
          <a:xfrm>
            <a:off x="10322028" y="1938603"/>
            <a:ext cx="900235" cy="695533"/>
          </a:xfrm>
          <a:prstGeom prst="rtTriangle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76096F-2D2E-A31F-4C94-96DAA1574F95}"/>
              </a:ext>
            </a:extLst>
          </p:cNvPr>
          <p:cNvCxnSpPr>
            <a:cxnSpLocks/>
          </p:cNvCxnSpPr>
          <p:nvPr/>
        </p:nvCxnSpPr>
        <p:spPr>
          <a:xfrm>
            <a:off x="10323859" y="2634149"/>
            <a:ext cx="900237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BDED1AD-BDCB-656A-EEA6-738107C25A95}"/>
              </a:ext>
            </a:extLst>
          </p:cNvPr>
          <p:cNvCxnSpPr>
            <a:cxnSpLocks/>
          </p:cNvCxnSpPr>
          <p:nvPr/>
        </p:nvCxnSpPr>
        <p:spPr>
          <a:xfrm>
            <a:off x="10323858" y="1938616"/>
            <a:ext cx="900238" cy="695533"/>
          </a:xfrm>
          <a:prstGeom prst="line">
            <a:avLst/>
          </a:prstGeom>
          <a:ln w="28575">
            <a:solidFill>
              <a:srgbClr val="92D05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8AB578-7E7A-F658-CC20-EF03487EE0EB}"/>
              </a:ext>
            </a:extLst>
          </p:cNvPr>
          <p:cNvCxnSpPr>
            <a:cxnSpLocks/>
          </p:cNvCxnSpPr>
          <p:nvPr/>
        </p:nvCxnSpPr>
        <p:spPr>
          <a:xfrm>
            <a:off x="10323859" y="1938616"/>
            <a:ext cx="0" cy="695533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文字方塊 23">
            <a:extLst>
              <a:ext uri="{FF2B5EF4-FFF2-40B4-BE49-F238E27FC236}">
                <a16:creationId xmlns:a16="http://schemas.microsoft.com/office/drawing/2014/main" id="{A5A73556-8FDC-90E6-71BE-88BD0B611565}"/>
              </a:ext>
            </a:extLst>
          </p:cNvPr>
          <p:cNvSpPr txBox="1"/>
          <p:nvPr/>
        </p:nvSpPr>
        <p:spPr>
          <a:xfrm>
            <a:off x="10121246" y="439409"/>
            <a:ext cx="3289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9" name="筆跡 4">
                <a:extLst>
                  <a:ext uri="{FF2B5EF4-FFF2-40B4-BE49-F238E27FC236}">
                    <a16:creationId xmlns:a16="http://schemas.microsoft.com/office/drawing/2014/main" id="{56DC8F8A-A4E8-7F2E-B1E6-BE91AEFA8CD8}"/>
                  </a:ext>
                </a:extLst>
              </p14:cNvPr>
              <p14:cNvContentPartPr/>
              <p14:nvPr/>
            </p14:nvContentPartPr>
            <p14:xfrm>
              <a:off x="4527908" y="327216"/>
              <a:ext cx="1568092" cy="45719"/>
            </p14:xfrm>
          </p:contentPart>
        </mc:Choice>
        <mc:Fallback>
          <p:pic>
            <p:nvPicPr>
              <p:cNvPr id="19" name="筆跡 4">
                <a:extLst>
                  <a:ext uri="{FF2B5EF4-FFF2-40B4-BE49-F238E27FC236}">
                    <a16:creationId xmlns:a16="http://schemas.microsoft.com/office/drawing/2014/main" id="{56DC8F8A-A4E8-7F2E-B1E6-BE91AEFA8CD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73886" y="-13388484"/>
                <a:ext cx="167577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0" name="筆跡 4">
                <a:extLst>
                  <a:ext uri="{FF2B5EF4-FFF2-40B4-BE49-F238E27FC236}">
                    <a16:creationId xmlns:a16="http://schemas.microsoft.com/office/drawing/2014/main" id="{69DCC8AD-D8A5-BC4E-69A6-D0CED80E4D9E}"/>
                  </a:ext>
                </a:extLst>
              </p14:cNvPr>
              <p14:cNvContentPartPr/>
              <p14:nvPr/>
            </p14:nvContentPartPr>
            <p14:xfrm>
              <a:off x="6725418" y="327215"/>
              <a:ext cx="1061730" cy="45719"/>
            </p14:xfrm>
          </p:contentPart>
        </mc:Choice>
        <mc:Fallback>
          <p:pic>
            <p:nvPicPr>
              <p:cNvPr id="20" name="筆跡 4">
                <a:extLst>
                  <a:ext uri="{FF2B5EF4-FFF2-40B4-BE49-F238E27FC236}">
                    <a16:creationId xmlns:a16="http://schemas.microsoft.com/office/drawing/2014/main" id="{69DCC8AD-D8A5-BC4E-69A6-D0CED80E4D9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71395" y="-13388485"/>
                <a:ext cx="116941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1" name="筆跡 4">
                <a:extLst>
                  <a:ext uri="{FF2B5EF4-FFF2-40B4-BE49-F238E27FC236}">
                    <a16:creationId xmlns:a16="http://schemas.microsoft.com/office/drawing/2014/main" id="{93095941-EA8C-A07C-CD24-5984CB75EDAC}"/>
                  </a:ext>
                </a:extLst>
              </p14:cNvPr>
              <p14:cNvContentPartPr/>
              <p14:nvPr/>
            </p14:nvContentPartPr>
            <p14:xfrm>
              <a:off x="2236991" y="676519"/>
              <a:ext cx="2000712" cy="45719"/>
            </p14:xfrm>
          </p:contentPart>
        </mc:Choice>
        <mc:Fallback>
          <p:pic>
            <p:nvPicPr>
              <p:cNvPr id="21" name="筆跡 4">
                <a:extLst>
                  <a:ext uri="{FF2B5EF4-FFF2-40B4-BE49-F238E27FC236}">
                    <a16:creationId xmlns:a16="http://schemas.microsoft.com/office/drawing/2014/main" id="{93095941-EA8C-A07C-CD24-5984CB75EDA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182966" y="-13039181"/>
                <a:ext cx="2108401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1452B7B7-81F6-5588-12B1-C202BF6AB6A9}"/>
              </a:ext>
            </a:extLst>
          </p:cNvPr>
          <p:cNvSpPr txBox="1"/>
          <p:nvPr/>
        </p:nvSpPr>
        <p:spPr>
          <a:xfrm>
            <a:off x="0" y="1409698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/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C3B63D45-ADFA-3A9B-7E7B-AEEDB5EC1DED}"/>
              </a:ext>
            </a:extLst>
          </p:cNvPr>
          <p:cNvSpPr txBox="1"/>
          <p:nvPr/>
        </p:nvSpPr>
        <p:spPr>
          <a:xfrm>
            <a:off x="491975" y="1409698"/>
            <a:ext cx="491576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Refer to the notations in the figure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3C61C4C1-4949-87A2-6E37-F94D73657389}"/>
              </a:ext>
            </a:extLst>
          </p:cNvPr>
          <p:cNvSpPr txBox="1"/>
          <p:nvPr/>
        </p:nvSpPr>
        <p:spPr>
          <a:xfrm>
            <a:off x="446973" y="1831013"/>
            <a:ext cx="580696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r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be the radius of the sphere, then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4B64138-FD7B-D56E-05C1-D09D7FDE494D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0322025" y="773011"/>
            <a:ext cx="1834" cy="1121791"/>
          </a:xfrm>
          <a:prstGeom prst="line">
            <a:avLst/>
          </a:prstGeom>
          <a:ln w="28575">
            <a:solidFill>
              <a:srgbClr val="92D05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B843313-5635-9E8E-8CB1-8CFA2347A79C}"/>
              </a:ext>
            </a:extLst>
          </p:cNvPr>
          <p:cNvSpPr txBox="1"/>
          <p:nvPr/>
        </p:nvSpPr>
        <p:spPr>
          <a:xfrm>
            <a:off x="10292384" y="1282522"/>
            <a:ext cx="285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r</a:t>
            </a:r>
            <a:endParaRPr lang="en-US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EEB305-2180-0D7A-A60D-1AA6FDF6FD16}"/>
              </a:ext>
            </a:extLst>
          </p:cNvPr>
          <p:cNvSpPr txBox="1"/>
          <p:nvPr/>
        </p:nvSpPr>
        <p:spPr>
          <a:xfrm>
            <a:off x="10540856" y="1853977"/>
            <a:ext cx="285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r</a:t>
            </a:r>
            <a:endParaRPr lang="en-US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0" name="筆跡 4">
                <a:extLst>
                  <a:ext uri="{FF2B5EF4-FFF2-40B4-BE49-F238E27FC236}">
                    <a16:creationId xmlns:a16="http://schemas.microsoft.com/office/drawing/2014/main" id="{4BB1585C-FE35-851E-916E-46A719F7C268}"/>
                  </a:ext>
                </a:extLst>
              </p14:cNvPr>
              <p14:cNvContentPartPr/>
              <p14:nvPr/>
            </p14:nvContentPartPr>
            <p14:xfrm>
              <a:off x="11566328" y="1651854"/>
              <a:ext cx="353864" cy="45719"/>
            </p14:xfrm>
          </p:contentPart>
        </mc:Choice>
        <mc:Fallback>
          <p:pic>
            <p:nvPicPr>
              <p:cNvPr id="30" name="筆跡 4">
                <a:extLst>
                  <a:ext uri="{FF2B5EF4-FFF2-40B4-BE49-F238E27FC236}">
                    <a16:creationId xmlns:a16="http://schemas.microsoft.com/office/drawing/2014/main" id="{4BB1585C-FE35-851E-916E-46A719F7C26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512330" y="-12063846"/>
                <a:ext cx="46149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1" name="筆跡 4">
                <a:extLst>
                  <a:ext uri="{FF2B5EF4-FFF2-40B4-BE49-F238E27FC236}">
                    <a16:creationId xmlns:a16="http://schemas.microsoft.com/office/drawing/2014/main" id="{0C817485-F941-CA22-DBA2-7ADD3E97A3F3}"/>
                  </a:ext>
                </a:extLst>
              </p14:cNvPr>
              <p14:cNvContentPartPr/>
              <p14:nvPr/>
            </p14:nvContentPartPr>
            <p14:xfrm>
              <a:off x="10561321" y="2739716"/>
              <a:ext cx="391205" cy="45719"/>
            </p14:xfrm>
          </p:contentPart>
        </mc:Choice>
        <mc:Fallback>
          <p:pic>
            <p:nvPicPr>
              <p:cNvPr id="31" name="筆跡 4">
                <a:extLst>
                  <a:ext uri="{FF2B5EF4-FFF2-40B4-BE49-F238E27FC236}">
                    <a16:creationId xmlns:a16="http://schemas.microsoft.com/office/drawing/2014/main" id="{0C817485-F941-CA22-DBA2-7ADD3E97A3F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507337" y="-10975984"/>
                <a:ext cx="49881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A87307E-DAAB-811D-913A-21FDB2AA7985}"/>
                  </a:ext>
                </a:extLst>
              </p:cNvPr>
              <p:cNvSpPr txBox="1"/>
              <p:nvPr/>
            </p:nvSpPr>
            <p:spPr>
              <a:xfrm>
                <a:off x="9641352" y="2026231"/>
                <a:ext cx="75749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16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Handwriting" panose="03010101010101010101" pitchFamily="66" charset="0"/>
                  </a:rPr>
                  <a:t>8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HK" sz="16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r</a:t>
                </a:r>
                <a:endParaRPr lang="en-US" sz="16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A87307E-DAAB-811D-913A-21FDB2AA7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352" y="2026231"/>
                <a:ext cx="757497" cy="33855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83">
            <a:extLst>
              <a:ext uri="{FF2B5EF4-FFF2-40B4-BE49-F238E27FC236}">
                <a16:creationId xmlns:a16="http://schemas.microsoft.com/office/drawing/2014/main" id="{6623B44B-9BE3-804C-F063-9345921148C3}"/>
              </a:ext>
            </a:extLst>
          </p:cNvPr>
          <p:cNvSpPr txBox="1"/>
          <p:nvPr/>
        </p:nvSpPr>
        <p:spPr>
          <a:xfrm>
            <a:off x="456664" y="2367915"/>
            <a:ext cx="737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OA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6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7D958DD-DE69-388E-EF74-45726FD9C0C1}"/>
                  </a:ext>
                </a:extLst>
              </p:cNvPr>
              <p:cNvSpPr txBox="1"/>
              <p:nvPr/>
            </p:nvSpPr>
            <p:spPr>
              <a:xfrm>
                <a:off x="947072" y="2332654"/>
                <a:ext cx="59944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7D958DD-DE69-388E-EF74-45726FD9C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072" y="2332654"/>
                <a:ext cx="599440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83">
            <a:extLst>
              <a:ext uri="{FF2B5EF4-FFF2-40B4-BE49-F238E27FC236}">
                <a16:creationId xmlns:a16="http://schemas.microsoft.com/office/drawing/2014/main" id="{614F0976-E2E9-E554-547D-6E8658660594}"/>
              </a:ext>
            </a:extLst>
          </p:cNvPr>
          <p:cNvSpPr txBox="1"/>
          <p:nvPr/>
        </p:nvSpPr>
        <p:spPr>
          <a:xfrm>
            <a:off x="1347270" y="2367915"/>
            <a:ext cx="737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OC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6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B2CF2D3-F5FC-DD44-87C2-34067576C339}"/>
                  </a:ext>
                </a:extLst>
              </p:cNvPr>
              <p:cNvSpPr txBox="1"/>
              <p:nvPr/>
            </p:nvSpPr>
            <p:spPr>
              <a:xfrm>
                <a:off x="1747545" y="2332654"/>
                <a:ext cx="59944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B2CF2D3-F5FC-DD44-87C2-34067576C3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7545" y="2332654"/>
                <a:ext cx="599440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字方塊 83">
            <a:extLst>
              <a:ext uri="{FF2B5EF4-FFF2-40B4-BE49-F238E27FC236}">
                <a16:creationId xmlns:a16="http://schemas.microsoft.com/office/drawing/2014/main" id="{4AFE385E-A20D-B7BE-808D-33F1920A2F43}"/>
              </a:ext>
            </a:extLst>
          </p:cNvPr>
          <p:cNvSpPr txBox="1"/>
          <p:nvPr/>
        </p:nvSpPr>
        <p:spPr>
          <a:xfrm>
            <a:off x="2210359" y="2367915"/>
            <a:ext cx="965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r cm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6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9" name="文字方塊 83">
            <a:extLst>
              <a:ext uri="{FF2B5EF4-FFF2-40B4-BE49-F238E27FC236}">
                <a16:creationId xmlns:a16="http://schemas.microsoft.com/office/drawing/2014/main" id="{058EF703-B794-85D0-ABED-D6519CA79FB6}"/>
              </a:ext>
            </a:extLst>
          </p:cNvPr>
          <p:cNvSpPr txBox="1"/>
          <p:nvPr/>
        </p:nvSpPr>
        <p:spPr>
          <a:xfrm>
            <a:off x="3012979" y="2367915"/>
            <a:ext cx="965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and</a:t>
            </a:r>
            <a:endParaRPr lang="en-HK" altLang="zh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40" name="文字方塊 83">
            <a:extLst>
              <a:ext uri="{FF2B5EF4-FFF2-40B4-BE49-F238E27FC236}">
                <a16:creationId xmlns:a16="http://schemas.microsoft.com/office/drawing/2014/main" id="{9FC4FE7D-1F44-2153-09CE-08B2D6C672B9}"/>
              </a:ext>
            </a:extLst>
          </p:cNvPr>
          <p:cNvSpPr txBox="1"/>
          <p:nvPr/>
        </p:nvSpPr>
        <p:spPr>
          <a:xfrm>
            <a:off x="3725188" y="2367780"/>
            <a:ext cx="737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OB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981CC68-7B04-8AE2-CE90-CBAB02A21923}"/>
                  </a:ext>
                </a:extLst>
              </p:cNvPr>
              <p:cNvSpPr txBox="1"/>
              <p:nvPr/>
            </p:nvSpPr>
            <p:spPr>
              <a:xfrm>
                <a:off x="4165769" y="2361715"/>
                <a:ext cx="59944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3981CC68-7B04-8AE2-CE90-CBAB02A219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769" y="2361715"/>
                <a:ext cx="599440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字方塊 83">
                <a:extLst>
                  <a:ext uri="{FF2B5EF4-FFF2-40B4-BE49-F238E27FC236}">
                    <a16:creationId xmlns:a16="http://schemas.microsoft.com/office/drawing/2014/main" id="{56A4BD66-A828-60A6-AC51-17E87E4EA7D2}"/>
                  </a:ext>
                </a:extLst>
              </p:cNvPr>
              <p:cNvSpPr txBox="1"/>
              <p:nvPr/>
            </p:nvSpPr>
            <p:spPr>
              <a:xfrm>
                <a:off x="4579469" y="2361715"/>
                <a:ext cx="161561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Handwriting" panose="03010101010101010101" pitchFamily="66" charset="0"/>
                  </a:rPr>
                  <a:t>8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r) cm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2" name="文字方塊 83">
                <a:extLst>
                  <a:ext uri="{FF2B5EF4-FFF2-40B4-BE49-F238E27FC236}">
                    <a16:creationId xmlns:a16="http://schemas.microsoft.com/office/drawing/2014/main" id="{56A4BD66-A828-60A6-AC51-17E87E4EA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9469" y="2361715"/>
                <a:ext cx="1615610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39">
                <a:extLst>
                  <a:ext uri="{FF2B5EF4-FFF2-40B4-BE49-F238E27FC236}">
                    <a16:creationId xmlns:a16="http://schemas.microsoft.com/office/drawing/2014/main" id="{9216ECCF-2B40-CD30-9A8D-F1C133E85200}"/>
                  </a:ext>
                </a:extLst>
              </p:cNvPr>
              <p:cNvSpPr txBox="1"/>
              <p:nvPr/>
            </p:nvSpPr>
            <p:spPr>
              <a:xfrm>
                <a:off x="475388" y="2971190"/>
                <a:ext cx="133795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In </a:t>
                </a:r>
                <a14:m>
                  <m:oMath xmlns:m="http://schemas.openxmlformats.org/officeDocument/2006/math">
                    <m:r>
                      <a:rPr lang="en-US" altLang="zh-HK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HK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𝑶𝑩𝑪</m:t>
                    </m:r>
                    <m:r>
                      <a:rPr lang="en-US" altLang="zh-HK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3" name="文字方塊 39">
                <a:extLst>
                  <a:ext uri="{FF2B5EF4-FFF2-40B4-BE49-F238E27FC236}">
                    <a16:creationId xmlns:a16="http://schemas.microsoft.com/office/drawing/2014/main" id="{9216ECCF-2B40-CD30-9A8D-F1C133E85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88" y="2971190"/>
                <a:ext cx="1337957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群組 100">
            <a:extLst>
              <a:ext uri="{FF2B5EF4-FFF2-40B4-BE49-F238E27FC236}">
                <a16:creationId xmlns:a16="http://schemas.microsoft.com/office/drawing/2014/main" id="{E3FF2131-BA9A-4822-8A97-7D70D7B0545D}"/>
              </a:ext>
            </a:extLst>
          </p:cNvPr>
          <p:cNvGrpSpPr/>
          <p:nvPr/>
        </p:nvGrpSpPr>
        <p:grpSpPr>
          <a:xfrm>
            <a:off x="1374375" y="3488414"/>
            <a:ext cx="781144" cy="494281"/>
            <a:chOff x="6106944" y="620688"/>
            <a:chExt cx="781144" cy="494281"/>
          </a:xfrm>
        </p:grpSpPr>
        <p:sp>
          <p:nvSpPr>
            <p:cNvPr id="56" name="文字方塊 109">
              <a:extLst>
                <a:ext uri="{FF2B5EF4-FFF2-40B4-BE49-F238E27FC236}">
                  <a16:creationId xmlns:a16="http://schemas.microsoft.com/office/drawing/2014/main" id="{A4CBFDB2-75D7-1788-95E3-C68702BF6415}"/>
                </a:ext>
              </a:extLst>
            </p:cNvPr>
            <p:cNvSpPr txBox="1"/>
            <p:nvPr/>
          </p:nvSpPr>
          <p:spPr>
            <a:xfrm>
              <a:off x="6106944" y="714859"/>
              <a:ext cx="5870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rPr>
                <a:t>OB</a:t>
              </a:r>
              <a:endParaRPr lang="en-HK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57" name="文字方塊 110">
              <a:extLst>
                <a:ext uri="{FF2B5EF4-FFF2-40B4-BE49-F238E27FC236}">
                  <a16:creationId xmlns:a16="http://schemas.microsoft.com/office/drawing/2014/main" id="{0BEABC1B-921C-D224-7CC8-747098B1924A}"/>
                </a:ext>
              </a:extLst>
            </p:cNvPr>
            <p:cNvSpPr txBox="1"/>
            <p:nvPr/>
          </p:nvSpPr>
          <p:spPr>
            <a:xfrm>
              <a:off x="6599226" y="620688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字方塊 101">
                <a:extLst>
                  <a:ext uri="{FF2B5EF4-FFF2-40B4-BE49-F238E27FC236}">
                    <a16:creationId xmlns:a16="http://schemas.microsoft.com/office/drawing/2014/main" id="{6CB9DCAB-B4CB-FE47-817B-42FC51D556AB}"/>
                  </a:ext>
                </a:extLst>
              </p:cNvPr>
              <p:cNvSpPr txBox="1"/>
              <p:nvPr/>
            </p:nvSpPr>
            <p:spPr>
              <a:xfrm>
                <a:off x="2849079" y="358258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8" name="文字方塊 101">
                <a:extLst>
                  <a:ext uri="{FF2B5EF4-FFF2-40B4-BE49-F238E27FC236}">
                    <a16:creationId xmlns:a16="http://schemas.microsoft.com/office/drawing/2014/main" id="{6CB9DCAB-B4CB-FE47-817B-42FC51D55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079" y="3582585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群組 102">
            <a:extLst>
              <a:ext uri="{FF2B5EF4-FFF2-40B4-BE49-F238E27FC236}">
                <a16:creationId xmlns:a16="http://schemas.microsoft.com/office/drawing/2014/main" id="{C4123684-603C-88F4-92BC-72F69C70A7E7}"/>
              </a:ext>
            </a:extLst>
          </p:cNvPr>
          <p:cNvGrpSpPr/>
          <p:nvPr/>
        </p:nvGrpSpPr>
        <p:grpSpPr>
          <a:xfrm>
            <a:off x="3119961" y="3511010"/>
            <a:ext cx="762193" cy="490713"/>
            <a:chOff x="6106944" y="624256"/>
            <a:chExt cx="762193" cy="490713"/>
          </a:xfrm>
        </p:grpSpPr>
        <p:sp>
          <p:nvSpPr>
            <p:cNvPr id="54" name="文字方塊 107">
              <a:extLst>
                <a:ext uri="{FF2B5EF4-FFF2-40B4-BE49-F238E27FC236}">
                  <a16:creationId xmlns:a16="http://schemas.microsoft.com/office/drawing/2014/main" id="{C51EC5AD-5212-B7E4-DBA0-70E8101AE04A}"/>
                </a:ext>
              </a:extLst>
            </p:cNvPr>
            <p:cNvSpPr txBox="1"/>
            <p:nvPr/>
          </p:nvSpPr>
          <p:spPr>
            <a:xfrm>
              <a:off x="6106944" y="714859"/>
              <a:ext cx="55976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rPr>
                <a:t>OC</a:t>
              </a:r>
            </a:p>
          </p:txBody>
        </p:sp>
        <p:sp>
          <p:nvSpPr>
            <p:cNvPr id="55" name="文字方塊 108">
              <a:extLst>
                <a:ext uri="{FF2B5EF4-FFF2-40B4-BE49-F238E27FC236}">
                  <a16:creationId xmlns:a16="http://schemas.microsoft.com/office/drawing/2014/main" id="{FA869969-43D7-C612-1BA4-BC321CD6D7D2}"/>
                </a:ext>
              </a:extLst>
            </p:cNvPr>
            <p:cNvSpPr txBox="1"/>
            <p:nvPr/>
          </p:nvSpPr>
          <p:spPr>
            <a:xfrm>
              <a:off x="6580275" y="624256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40000"/>
                      <a:lumOff val="60000"/>
                    </a:schemeClr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字方塊 103">
                <a:extLst>
                  <a:ext uri="{FF2B5EF4-FFF2-40B4-BE49-F238E27FC236}">
                    <a16:creationId xmlns:a16="http://schemas.microsoft.com/office/drawing/2014/main" id="{0240BF60-080B-C91F-5401-449A5BE79961}"/>
                  </a:ext>
                </a:extLst>
              </p:cNvPr>
              <p:cNvSpPr txBox="1"/>
              <p:nvPr/>
            </p:nvSpPr>
            <p:spPr>
              <a:xfrm>
                <a:off x="2011584" y="35744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0" name="文字方塊 103">
                <a:extLst>
                  <a:ext uri="{FF2B5EF4-FFF2-40B4-BE49-F238E27FC236}">
                    <a16:creationId xmlns:a16="http://schemas.microsoft.com/office/drawing/2014/main" id="{0240BF60-080B-C91F-5401-449A5BE79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1584" y="3574466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群組 104">
            <a:extLst>
              <a:ext uri="{FF2B5EF4-FFF2-40B4-BE49-F238E27FC236}">
                <a16:creationId xmlns:a16="http://schemas.microsoft.com/office/drawing/2014/main" id="{D3F115B2-7F0E-F7E7-D76F-D3FCFB345DD0}"/>
              </a:ext>
            </a:extLst>
          </p:cNvPr>
          <p:cNvGrpSpPr/>
          <p:nvPr/>
        </p:nvGrpSpPr>
        <p:grpSpPr>
          <a:xfrm>
            <a:off x="2262813" y="3469738"/>
            <a:ext cx="712358" cy="528074"/>
            <a:chOff x="6106944" y="586895"/>
            <a:chExt cx="712358" cy="528074"/>
          </a:xfrm>
        </p:grpSpPr>
        <p:sp>
          <p:nvSpPr>
            <p:cNvPr id="52" name="文字方塊 105">
              <a:extLst>
                <a:ext uri="{FF2B5EF4-FFF2-40B4-BE49-F238E27FC236}">
                  <a16:creationId xmlns:a16="http://schemas.microsoft.com/office/drawing/2014/main" id="{AA0A5F16-F6CC-1256-D6E6-EBBCD97C34B1}"/>
                </a:ext>
              </a:extLst>
            </p:cNvPr>
            <p:cNvSpPr txBox="1"/>
            <p:nvPr/>
          </p:nvSpPr>
          <p:spPr>
            <a:xfrm>
              <a:off x="6106944" y="714859"/>
              <a:ext cx="5613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rPr>
                <a:t>BC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53" name="文字方塊 106">
              <a:extLst>
                <a:ext uri="{FF2B5EF4-FFF2-40B4-BE49-F238E27FC236}">
                  <a16:creationId xmlns:a16="http://schemas.microsoft.com/office/drawing/2014/main" id="{16B53D39-DBDC-D576-40A8-809D639C5723}"/>
                </a:ext>
              </a:extLst>
            </p:cNvPr>
            <p:cNvSpPr txBox="1"/>
            <p:nvPr/>
          </p:nvSpPr>
          <p:spPr>
            <a:xfrm>
              <a:off x="6530440" y="586895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46" name="文字方塊 111">
            <a:extLst>
              <a:ext uri="{FF2B5EF4-FFF2-40B4-BE49-F238E27FC236}">
                <a16:creationId xmlns:a16="http://schemas.microsoft.com/office/drawing/2014/main" id="{BD278E86-1CD0-A30E-D4FD-189FD1FE251D}"/>
              </a:ext>
            </a:extLst>
          </p:cNvPr>
          <p:cNvSpPr txBox="1"/>
          <p:nvPr/>
        </p:nvSpPr>
        <p:spPr>
          <a:xfrm>
            <a:off x="3943288" y="3574466"/>
            <a:ext cx="22836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  <a:r>
              <a:rPr lang="en-HK" sz="2000" b="1" err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Pyth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. theorem)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字方塊 83">
                <a:extLst>
                  <a:ext uri="{FF2B5EF4-FFF2-40B4-BE49-F238E27FC236}">
                    <a16:creationId xmlns:a16="http://schemas.microsoft.com/office/drawing/2014/main" id="{371205E6-CDA2-A14F-E4F1-8F2631424EC4}"/>
                  </a:ext>
                </a:extLst>
              </p:cNvPr>
              <p:cNvSpPr txBox="1"/>
              <p:nvPr/>
            </p:nvSpPr>
            <p:spPr>
              <a:xfrm>
                <a:off x="1014247" y="4022165"/>
                <a:ext cx="106224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Handwriting" panose="03010101010101010101" pitchFamily="66" charset="0"/>
                  </a:rPr>
                  <a:t>8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0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r)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8" name="文字方塊 83">
                <a:extLst>
                  <a:ext uri="{FF2B5EF4-FFF2-40B4-BE49-F238E27FC236}">
                    <a16:creationId xmlns:a16="http://schemas.microsoft.com/office/drawing/2014/main" id="{371205E6-CDA2-A14F-E4F1-8F2631424E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247" y="4022165"/>
                <a:ext cx="1062245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字方塊 110">
            <a:extLst>
              <a:ext uri="{FF2B5EF4-FFF2-40B4-BE49-F238E27FC236}">
                <a16:creationId xmlns:a16="http://schemas.microsoft.com/office/drawing/2014/main" id="{D1E9A9AF-FD44-26C1-1E2B-7D1434571733}"/>
              </a:ext>
            </a:extLst>
          </p:cNvPr>
          <p:cNvSpPr txBox="1"/>
          <p:nvPr/>
        </p:nvSpPr>
        <p:spPr>
          <a:xfrm>
            <a:off x="1858966" y="3883665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文字方塊 103">
                <a:extLst>
                  <a:ext uri="{FF2B5EF4-FFF2-40B4-BE49-F238E27FC236}">
                    <a16:creationId xmlns:a16="http://schemas.microsoft.com/office/drawing/2014/main" id="{05E44910-85E0-DF06-9159-C62479E3538B}"/>
                  </a:ext>
                </a:extLst>
              </p:cNvPr>
              <p:cNvSpPr txBox="1"/>
              <p:nvPr/>
            </p:nvSpPr>
            <p:spPr>
              <a:xfrm>
                <a:off x="1994692" y="401306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0" name="文字方塊 103">
                <a:extLst>
                  <a:ext uri="{FF2B5EF4-FFF2-40B4-BE49-F238E27FC236}">
                    <a16:creationId xmlns:a16="http://schemas.microsoft.com/office/drawing/2014/main" id="{05E44910-85E0-DF06-9159-C62479E353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4692" y="4013063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25F23E9-CE09-8C69-5C57-2C76F3FDEAC4}"/>
                  </a:ext>
                </a:extLst>
              </p:cNvPr>
              <p:cNvSpPr txBox="1"/>
              <p:nvPr/>
            </p:nvSpPr>
            <p:spPr>
              <a:xfrm>
                <a:off x="2353275" y="4043492"/>
                <a:ext cx="369113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Lucida Handwriting" panose="03010101010101010101" pitchFamily="66" charset="0"/>
                        </a:rPr>
                        <m:t>4</m:t>
                      </m:r>
                    </m:oMath>
                  </m:oMathPara>
                </a14:m>
                <a:endParaRPr lang="en-US" sz="200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25F23E9-CE09-8C69-5C57-2C76F3FDE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275" y="4043492"/>
                <a:ext cx="369113" cy="40395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文字方塊 106">
            <a:extLst>
              <a:ext uri="{FF2B5EF4-FFF2-40B4-BE49-F238E27FC236}">
                <a16:creationId xmlns:a16="http://schemas.microsoft.com/office/drawing/2014/main" id="{07609F5F-6755-2484-74D4-1D4282D4C40F}"/>
              </a:ext>
            </a:extLst>
          </p:cNvPr>
          <p:cNvSpPr txBox="1"/>
          <p:nvPr/>
        </p:nvSpPr>
        <p:spPr>
          <a:xfrm>
            <a:off x="2560568" y="3914290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chemeClr val="tx2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chemeClr val="tx2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0" name="文字方塊 101">
                <a:extLst>
                  <a:ext uri="{FF2B5EF4-FFF2-40B4-BE49-F238E27FC236}">
                    <a16:creationId xmlns:a16="http://schemas.microsoft.com/office/drawing/2014/main" id="{41D7739B-9A0E-15AA-DA6F-F1D3B39AE1A8}"/>
                  </a:ext>
                </a:extLst>
              </p:cNvPr>
              <p:cNvSpPr txBox="1"/>
              <p:nvPr/>
            </p:nvSpPr>
            <p:spPr>
              <a:xfrm>
                <a:off x="2858997" y="405278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40" name="文字方塊 101">
                <a:extLst>
                  <a:ext uri="{FF2B5EF4-FFF2-40B4-BE49-F238E27FC236}">
                    <a16:creationId xmlns:a16="http://schemas.microsoft.com/office/drawing/2014/main" id="{41D7739B-9A0E-15AA-DA6F-F1D3B39AE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997" y="4052789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CC564535-4770-554A-7A2D-75CF287094F4}"/>
                  </a:ext>
                </a:extLst>
              </p:cNvPr>
              <p:cNvSpPr txBox="1"/>
              <p:nvPr/>
            </p:nvSpPr>
            <p:spPr>
              <a:xfrm>
                <a:off x="3176631" y="4043492"/>
                <a:ext cx="369113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US" sz="200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CC564535-4770-554A-7A2D-75CF28709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631" y="4043492"/>
                <a:ext cx="369113" cy="40395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2" name="文字方塊 106">
            <a:extLst>
              <a:ext uri="{FF2B5EF4-FFF2-40B4-BE49-F238E27FC236}">
                <a16:creationId xmlns:a16="http://schemas.microsoft.com/office/drawing/2014/main" id="{0A4E4325-7CEE-2B49-4AA1-75A8905D114C}"/>
              </a:ext>
            </a:extLst>
          </p:cNvPr>
          <p:cNvSpPr txBox="1"/>
          <p:nvPr/>
        </p:nvSpPr>
        <p:spPr>
          <a:xfrm>
            <a:off x="3383924" y="3914290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3" name="TextBox 642">
                <a:extLst>
                  <a:ext uri="{FF2B5EF4-FFF2-40B4-BE49-F238E27FC236}">
                    <a16:creationId xmlns:a16="http://schemas.microsoft.com/office/drawing/2014/main" id="{B9F44804-C920-86E8-10E8-91BB73FB395A}"/>
                  </a:ext>
                </a:extLst>
              </p:cNvPr>
              <p:cNvSpPr txBox="1"/>
              <p:nvPr/>
            </p:nvSpPr>
            <p:spPr>
              <a:xfrm>
                <a:off x="78769" y="4582918"/>
                <a:ext cx="485034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64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43" name="TextBox 642">
                <a:extLst>
                  <a:ext uri="{FF2B5EF4-FFF2-40B4-BE49-F238E27FC236}">
                    <a16:creationId xmlns:a16="http://schemas.microsoft.com/office/drawing/2014/main" id="{B9F44804-C920-86E8-10E8-91BB73FB3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69" y="4582918"/>
                <a:ext cx="485034" cy="40395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4" name="文字方塊 128">
                <a:extLst>
                  <a:ext uri="{FF2B5EF4-FFF2-40B4-BE49-F238E27FC236}">
                    <a16:creationId xmlns:a16="http://schemas.microsoft.com/office/drawing/2014/main" id="{537B8CBF-5F61-D44D-A85B-6E2877658400}"/>
                  </a:ext>
                </a:extLst>
              </p:cNvPr>
              <p:cNvSpPr txBox="1"/>
              <p:nvPr/>
            </p:nvSpPr>
            <p:spPr>
              <a:xfrm>
                <a:off x="563803" y="45867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44" name="文字方塊 128">
                <a:extLst>
                  <a:ext uri="{FF2B5EF4-FFF2-40B4-BE49-F238E27FC236}">
                    <a16:creationId xmlns:a16="http://schemas.microsoft.com/office/drawing/2014/main" id="{537B8CBF-5F61-D44D-A85B-6E2877658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03" y="4586765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5" name="TextBox 644">
                <a:extLst>
                  <a:ext uri="{FF2B5EF4-FFF2-40B4-BE49-F238E27FC236}">
                    <a16:creationId xmlns:a16="http://schemas.microsoft.com/office/drawing/2014/main" id="{08DA8310-974D-9125-66D9-AE9A0C0E5E27}"/>
                  </a:ext>
                </a:extLst>
              </p:cNvPr>
              <p:cNvSpPr txBox="1"/>
              <p:nvPr/>
            </p:nvSpPr>
            <p:spPr>
              <a:xfrm>
                <a:off x="859490" y="4573816"/>
                <a:ext cx="75930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16</m:t>
                      </m:r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45" name="TextBox 644">
                <a:extLst>
                  <a:ext uri="{FF2B5EF4-FFF2-40B4-BE49-F238E27FC236}">
                    <a16:creationId xmlns:a16="http://schemas.microsoft.com/office/drawing/2014/main" id="{08DA8310-974D-9125-66D9-AE9A0C0E5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490" y="4573816"/>
                <a:ext cx="759303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6" name="文字方塊 103">
                <a:extLst>
                  <a:ext uri="{FF2B5EF4-FFF2-40B4-BE49-F238E27FC236}">
                    <a16:creationId xmlns:a16="http://schemas.microsoft.com/office/drawing/2014/main" id="{CD9038C9-C391-3741-89C8-F0587BC0511A}"/>
                  </a:ext>
                </a:extLst>
              </p:cNvPr>
              <p:cNvSpPr txBox="1"/>
              <p:nvPr/>
            </p:nvSpPr>
            <p:spPr>
              <a:xfrm>
                <a:off x="1517657" y="45608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46" name="文字方塊 103">
                <a:extLst>
                  <a:ext uri="{FF2B5EF4-FFF2-40B4-BE49-F238E27FC236}">
                    <a16:creationId xmlns:a16="http://schemas.microsoft.com/office/drawing/2014/main" id="{CD9038C9-C391-3741-89C8-F0587BC05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7657" y="4560867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7" name="TextBox 646">
                <a:extLst>
                  <a:ext uri="{FF2B5EF4-FFF2-40B4-BE49-F238E27FC236}">
                    <a16:creationId xmlns:a16="http://schemas.microsoft.com/office/drawing/2014/main" id="{05E20109-4137-93E7-DBEF-85F78F7DB5FC}"/>
                  </a:ext>
                </a:extLst>
              </p:cNvPr>
              <p:cNvSpPr txBox="1"/>
              <p:nvPr/>
            </p:nvSpPr>
            <p:spPr>
              <a:xfrm>
                <a:off x="1758359" y="4573620"/>
                <a:ext cx="369113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47" name="TextBox 646">
                <a:extLst>
                  <a:ext uri="{FF2B5EF4-FFF2-40B4-BE49-F238E27FC236}">
                    <a16:creationId xmlns:a16="http://schemas.microsoft.com/office/drawing/2014/main" id="{05E20109-4137-93E7-DBEF-85F78F7DB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8359" y="4573620"/>
                <a:ext cx="369113" cy="403957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8" name="文字方塊 106">
            <a:extLst>
              <a:ext uri="{FF2B5EF4-FFF2-40B4-BE49-F238E27FC236}">
                <a16:creationId xmlns:a16="http://schemas.microsoft.com/office/drawing/2014/main" id="{2A6E3F3C-8847-D1AC-6E19-B4F8727973DD}"/>
              </a:ext>
            </a:extLst>
          </p:cNvPr>
          <p:cNvSpPr txBox="1"/>
          <p:nvPr/>
        </p:nvSpPr>
        <p:spPr>
          <a:xfrm>
            <a:off x="1965652" y="4444418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9" name="文字方塊 103">
                <a:extLst>
                  <a:ext uri="{FF2B5EF4-FFF2-40B4-BE49-F238E27FC236}">
                    <a16:creationId xmlns:a16="http://schemas.microsoft.com/office/drawing/2014/main" id="{42278339-920F-0AA0-4302-381C769B1CB0}"/>
                  </a:ext>
                </a:extLst>
              </p:cNvPr>
              <p:cNvSpPr txBox="1"/>
              <p:nvPr/>
            </p:nvSpPr>
            <p:spPr>
              <a:xfrm>
                <a:off x="2106670" y="45608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49" name="文字方塊 103">
                <a:extLst>
                  <a:ext uri="{FF2B5EF4-FFF2-40B4-BE49-F238E27FC236}">
                    <a16:creationId xmlns:a16="http://schemas.microsoft.com/office/drawing/2014/main" id="{42278339-920F-0AA0-4302-381C769B1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70" y="4560867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0" name="TextBox 649">
                <a:extLst>
                  <a:ext uri="{FF2B5EF4-FFF2-40B4-BE49-F238E27FC236}">
                    <a16:creationId xmlns:a16="http://schemas.microsoft.com/office/drawing/2014/main" id="{6ADFD2B2-0DAF-06B1-58C9-D252C5F96ADF}"/>
                  </a:ext>
                </a:extLst>
              </p:cNvPr>
              <p:cNvSpPr txBox="1"/>
              <p:nvPr/>
            </p:nvSpPr>
            <p:spPr>
              <a:xfrm>
                <a:off x="2373963" y="4573620"/>
                <a:ext cx="485034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16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50" name="TextBox 649">
                <a:extLst>
                  <a:ext uri="{FF2B5EF4-FFF2-40B4-BE49-F238E27FC236}">
                    <a16:creationId xmlns:a16="http://schemas.microsoft.com/office/drawing/2014/main" id="{6ADFD2B2-0DAF-06B1-58C9-D252C5F96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3963" y="4573620"/>
                <a:ext cx="485034" cy="403957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1" name="文字方塊 101">
                <a:extLst>
                  <a:ext uri="{FF2B5EF4-FFF2-40B4-BE49-F238E27FC236}">
                    <a16:creationId xmlns:a16="http://schemas.microsoft.com/office/drawing/2014/main" id="{777F8E08-62C7-22BB-B25E-E1724680D506}"/>
                  </a:ext>
                </a:extLst>
              </p:cNvPr>
              <p:cNvSpPr txBox="1"/>
              <p:nvPr/>
            </p:nvSpPr>
            <p:spPr>
              <a:xfrm>
                <a:off x="2883394" y="458291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51" name="文字方塊 101">
                <a:extLst>
                  <a:ext uri="{FF2B5EF4-FFF2-40B4-BE49-F238E27FC236}">
                    <a16:creationId xmlns:a16="http://schemas.microsoft.com/office/drawing/2014/main" id="{777F8E08-62C7-22BB-B25E-E1724680D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394" y="4582917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2" name="TextBox 651">
                <a:extLst>
                  <a:ext uri="{FF2B5EF4-FFF2-40B4-BE49-F238E27FC236}">
                    <a16:creationId xmlns:a16="http://schemas.microsoft.com/office/drawing/2014/main" id="{95B82056-B7A4-BD0D-8E3C-E11D32D6FDD5}"/>
                  </a:ext>
                </a:extLst>
              </p:cNvPr>
              <p:cNvSpPr txBox="1"/>
              <p:nvPr/>
            </p:nvSpPr>
            <p:spPr>
              <a:xfrm>
                <a:off x="3201028" y="4573620"/>
                <a:ext cx="369113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US" sz="200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52" name="TextBox 651">
                <a:extLst>
                  <a:ext uri="{FF2B5EF4-FFF2-40B4-BE49-F238E27FC236}">
                    <a16:creationId xmlns:a16="http://schemas.microsoft.com/office/drawing/2014/main" id="{95B82056-B7A4-BD0D-8E3C-E11D32D6F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1028" y="4573620"/>
                <a:ext cx="369113" cy="403957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3" name="文字方塊 106">
            <a:extLst>
              <a:ext uri="{FF2B5EF4-FFF2-40B4-BE49-F238E27FC236}">
                <a16:creationId xmlns:a16="http://schemas.microsoft.com/office/drawing/2014/main" id="{EFDD403C-E101-EA39-37DF-F11447771CD0}"/>
              </a:ext>
            </a:extLst>
          </p:cNvPr>
          <p:cNvSpPr txBox="1"/>
          <p:nvPr/>
        </p:nvSpPr>
        <p:spPr>
          <a:xfrm>
            <a:off x="3408321" y="4444418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4" name="TextBox 653">
                <a:extLst>
                  <a:ext uri="{FF2B5EF4-FFF2-40B4-BE49-F238E27FC236}">
                    <a16:creationId xmlns:a16="http://schemas.microsoft.com/office/drawing/2014/main" id="{34A65BD0-4967-DD34-861D-4D228F9F31F0}"/>
                  </a:ext>
                </a:extLst>
              </p:cNvPr>
              <p:cNvSpPr txBox="1"/>
              <p:nvPr/>
            </p:nvSpPr>
            <p:spPr>
              <a:xfrm>
                <a:off x="2205603" y="5108171"/>
                <a:ext cx="75930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16</m:t>
                      </m:r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54" name="TextBox 653">
                <a:extLst>
                  <a:ext uri="{FF2B5EF4-FFF2-40B4-BE49-F238E27FC236}">
                    <a16:creationId xmlns:a16="http://schemas.microsoft.com/office/drawing/2014/main" id="{34A65BD0-4967-DD34-861D-4D228F9F31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5603" y="5108171"/>
                <a:ext cx="759303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5" name="文字方塊 101">
                <a:extLst>
                  <a:ext uri="{FF2B5EF4-FFF2-40B4-BE49-F238E27FC236}">
                    <a16:creationId xmlns:a16="http://schemas.microsoft.com/office/drawing/2014/main" id="{A2828F9C-06BC-E476-BD6F-C7B7ADC44E30}"/>
                  </a:ext>
                </a:extLst>
              </p:cNvPr>
              <p:cNvSpPr txBox="1"/>
              <p:nvPr/>
            </p:nvSpPr>
            <p:spPr>
              <a:xfrm>
                <a:off x="2883394" y="51130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55" name="文字方塊 101">
                <a:extLst>
                  <a:ext uri="{FF2B5EF4-FFF2-40B4-BE49-F238E27FC236}">
                    <a16:creationId xmlns:a16="http://schemas.microsoft.com/office/drawing/2014/main" id="{A2828F9C-06BC-E476-BD6F-C7B7ADC44E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394" y="5113045"/>
                <a:ext cx="29568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6" name="TextBox 655">
                <a:extLst>
                  <a:ext uri="{FF2B5EF4-FFF2-40B4-BE49-F238E27FC236}">
                    <a16:creationId xmlns:a16="http://schemas.microsoft.com/office/drawing/2014/main" id="{7B57E063-E3DF-1C3F-2E5B-9EB62E19E019}"/>
                  </a:ext>
                </a:extLst>
              </p:cNvPr>
              <p:cNvSpPr txBox="1"/>
              <p:nvPr/>
            </p:nvSpPr>
            <p:spPr>
              <a:xfrm>
                <a:off x="3187752" y="5113045"/>
                <a:ext cx="485034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80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656" name="TextBox 655">
                <a:extLst>
                  <a:ext uri="{FF2B5EF4-FFF2-40B4-BE49-F238E27FC236}">
                    <a16:creationId xmlns:a16="http://schemas.microsoft.com/office/drawing/2014/main" id="{7B57E063-E3DF-1C3F-2E5B-9EB62E19E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752" y="5113045"/>
                <a:ext cx="485034" cy="403957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7" name="TextBox 656">
                <a:extLst>
                  <a:ext uri="{FF2B5EF4-FFF2-40B4-BE49-F238E27FC236}">
                    <a16:creationId xmlns:a16="http://schemas.microsoft.com/office/drawing/2014/main" id="{88ED8F15-131F-103D-B22B-BDBD44C4EE4E}"/>
                  </a:ext>
                </a:extLst>
              </p:cNvPr>
              <p:cNvSpPr txBox="1"/>
              <p:nvPr/>
            </p:nvSpPr>
            <p:spPr>
              <a:xfrm>
                <a:off x="2535700" y="5681667"/>
                <a:ext cx="3796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US" sz="200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57" name="TextBox 656">
                <a:extLst>
                  <a:ext uri="{FF2B5EF4-FFF2-40B4-BE49-F238E27FC236}">
                    <a16:creationId xmlns:a16="http://schemas.microsoft.com/office/drawing/2014/main" id="{88ED8F15-131F-103D-B22B-BDBD44C4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5700" y="5681667"/>
                <a:ext cx="379652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8" name="文字方塊 101">
                <a:extLst>
                  <a:ext uri="{FF2B5EF4-FFF2-40B4-BE49-F238E27FC236}">
                    <a16:creationId xmlns:a16="http://schemas.microsoft.com/office/drawing/2014/main" id="{0D7EDC32-9F84-8A7A-63D1-4C85A401B159}"/>
                  </a:ext>
                </a:extLst>
              </p:cNvPr>
              <p:cNvSpPr txBox="1"/>
              <p:nvPr/>
            </p:nvSpPr>
            <p:spPr>
              <a:xfrm>
                <a:off x="2875631" y="567679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58" name="文字方塊 101">
                <a:extLst>
                  <a:ext uri="{FF2B5EF4-FFF2-40B4-BE49-F238E27FC236}">
                    <a16:creationId xmlns:a16="http://schemas.microsoft.com/office/drawing/2014/main" id="{0D7EDC32-9F84-8A7A-63D1-4C85A401B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5631" y="5676793"/>
                <a:ext cx="295688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9" name="TextBox 658">
                <a:extLst>
                  <a:ext uri="{FF2B5EF4-FFF2-40B4-BE49-F238E27FC236}">
                    <a16:creationId xmlns:a16="http://schemas.microsoft.com/office/drawing/2014/main" id="{53A7A706-3ECD-AE7C-FAD1-055C3BA40DCE}"/>
                  </a:ext>
                </a:extLst>
              </p:cNvPr>
              <p:cNvSpPr txBox="1"/>
              <p:nvPr/>
            </p:nvSpPr>
            <p:spPr>
              <a:xfrm>
                <a:off x="3186214" y="5672946"/>
                <a:ext cx="447474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latin typeface="Lucida Handwriting" panose="03010101010101010101" pitchFamily="66" charset="0"/>
                        </a:rPr>
                        <m:t>5</m:t>
                      </m:r>
                    </m:oMath>
                  </m:oMathPara>
                </a14:m>
                <a:endParaRPr lang="en-US" sz="200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59" name="TextBox 658">
                <a:extLst>
                  <a:ext uri="{FF2B5EF4-FFF2-40B4-BE49-F238E27FC236}">
                    <a16:creationId xmlns:a16="http://schemas.microsoft.com/office/drawing/2014/main" id="{53A7A706-3ECD-AE7C-FAD1-055C3BA40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6214" y="5672946"/>
                <a:ext cx="447474" cy="403957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0" name="文字方塊 260">
                <a:extLst>
                  <a:ext uri="{FF2B5EF4-FFF2-40B4-BE49-F238E27FC236}">
                    <a16:creationId xmlns:a16="http://schemas.microsoft.com/office/drawing/2014/main" id="{53A23C9E-CF06-83CF-47F7-6CA20AC4AC35}"/>
                  </a:ext>
                </a:extLst>
              </p:cNvPr>
              <p:cNvSpPr txBox="1"/>
              <p:nvPr/>
            </p:nvSpPr>
            <p:spPr>
              <a:xfrm>
                <a:off x="78769" y="6173877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660" name="文字方塊 260">
                <a:extLst>
                  <a:ext uri="{FF2B5EF4-FFF2-40B4-BE49-F238E27FC236}">
                    <a16:creationId xmlns:a16="http://schemas.microsoft.com/office/drawing/2014/main" id="{53A23C9E-CF06-83CF-47F7-6CA20AC4A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69" y="6173877"/>
                <a:ext cx="238419" cy="461665"/>
              </a:xfrm>
              <a:prstGeom prst="rect">
                <a:avLst/>
              </a:prstGeom>
              <a:blipFill>
                <a:blip r:embed="rId42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1" name="TextBox 15">
                <a:extLst>
                  <a:ext uri="{FF2B5EF4-FFF2-40B4-BE49-F238E27FC236}">
                    <a16:creationId xmlns:a16="http://schemas.microsoft.com/office/drawing/2014/main" id="{181277EC-A5C9-B7BE-8C25-E06EA60CC84B}"/>
                  </a:ext>
                </a:extLst>
              </p:cNvPr>
              <p:cNvSpPr txBox="1"/>
              <p:nvPr/>
            </p:nvSpPr>
            <p:spPr>
              <a:xfrm>
                <a:off x="288157" y="6223362"/>
                <a:ext cx="480108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The radius of the sphere is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Lucida Handwriting" panose="03010101010101010101" pitchFamily="66" charset="0"/>
                      </a:rPr>
                      <m:t>5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 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Lucida Calligraphy" panose="03010101010101010101" pitchFamily="66" charset="0"/>
                  </a:rPr>
                  <a:t>cm</a:t>
                </a:r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Lucida Calligraphy" panose="03010101010101010101" pitchFamily="66" charset="0"/>
                  </a:rPr>
                  <a:t> </a:t>
                </a:r>
                <a:endParaRPr lang="zh-TW" altLang="en-US" sz="2000" b="1"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61" name="TextBox 15">
                <a:extLst>
                  <a:ext uri="{FF2B5EF4-FFF2-40B4-BE49-F238E27FC236}">
                    <a16:creationId xmlns:a16="http://schemas.microsoft.com/office/drawing/2014/main" id="{181277EC-A5C9-B7BE-8C25-E06EA60CC8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57" y="6223362"/>
                <a:ext cx="4801080" cy="40011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2" name="TextBox 661">
            <a:extLst>
              <a:ext uri="{FF2B5EF4-FFF2-40B4-BE49-F238E27FC236}">
                <a16:creationId xmlns:a16="http://schemas.microsoft.com/office/drawing/2014/main" id="{F9F81C12-8C19-1407-974C-EBC9BBBB7C8D}"/>
              </a:ext>
            </a:extLst>
          </p:cNvPr>
          <p:cNvSpPr txBox="1"/>
          <p:nvPr/>
        </p:nvSpPr>
        <p:spPr>
          <a:xfrm>
            <a:off x="6270334" y="2785435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/>
          </a:p>
        </p:txBody>
      </p:sp>
      <p:sp>
        <p:nvSpPr>
          <p:cNvPr id="663" name="TextBox 15">
            <a:extLst>
              <a:ext uri="{FF2B5EF4-FFF2-40B4-BE49-F238E27FC236}">
                <a16:creationId xmlns:a16="http://schemas.microsoft.com/office/drawing/2014/main" id="{8EBF31F0-03C3-37EA-34A0-165F0BEAA96E}"/>
              </a:ext>
            </a:extLst>
          </p:cNvPr>
          <p:cNvSpPr txBox="1"/>
          <p:nvPr/>
        </p:nvSpPr>
        <p:spPr>
          <a:xfrm>
            <a:off x="6704406" y="2785435"/>
            <a:ext cx="2756812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rPr>
              <a:t>Volume of the cone</a:t>
            </a:r>
            <a:endParaRPr lang="zh-TW" altLang="en-US" sz="2000" b="1">
              <a:solidFill>
                <a:srgbClr val="0070C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664" name="群組 74">
            <a:extLst>
              <a:ext uri="{FF2B5EF4-FFF2-40B4-BE49-F238E27FC236}">
                <a16:creationId xmlns:a16="http://schemas.microsoft.com/office/drawing/2014/main" id="{C518E382-F2CE-F685-5BEF-EA6E0224DDB6}"/>
              </a:ext>
            </a:extLst>
          </p:cNvPr>
          <p:cNvGrpSpPr/>
          <p:nvPr/>
        </p:nvGrpSpPr>
        <p:grpSpPr>
          <a:xfrm>
            <a:off x="7174607" y="3144237"/>
            <a:ext cx="364383" cy="777549"/>
            <a:chOff x="2896107" y="4671588"/>
            <a:chExt cx="364383" cy="777549"/>
          </a:xfrm>
        </p:grpSpPr>
        <p:sp>
          <p:nvSpPr>
            <p:cNvPr id="665" name="文字方塊 75">
              <a:extLst>
                <a:ext uri="{FF2B5EF4-FFF2-40B4-BE49-F238E27FC236}">
                  <a16:creationId xmlns:a16="http://schemas.microsoft.com/office/drawing/2014/main" id="{67883294-9769-F576-9C37-4CCD7420DD06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666" name="群組 76">
              <a:extLst>
                <a:ext uri="{FF2B5EF4-FFF2-40B4-BE49-F238E27FC236}">
                  <a16:creationId xmlns:a16="http://schemas.microsoft.com/office/drawing/2014/main" id="{9B31B8C3-B882-241B-7B7D-ADFDCAE04B5F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667" name="直線接點 77">
                <a:extLst>
                  <a:ext uri="{FF2B5EF4-FFF2-40B4-BE49-F238E27FC236}">
                    <a16:creationId xmlns:a16="http://schemas.microsoft.com/office/drawing/2014/main" id="{2238BDB0-51C7-AE77-9CC9-80705A524E6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68" name="文字方塊 78">
                <a:extLst>
                  <a:ext uri="{FF2B5EF4-FFF2-40B4-BE49-F238E27FC236}">
                    <a16:creationId xmlns:a16="http://schemas.microsoft.com/office/drawing/2014/main" id="{1D80A57C-3ABD-A52A-9890-A5D343A30ED4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70" name="TextBox 669">
                <a:extLst>
                  <a:ext uri="{FF2B5EF4-FFF2-40B4-BE49-F238E27FC236}">
                    <a16:creationId xmlns:a16="http://schemas.microsoft.com/office/drawing/2014/main" id="{75EFF38F-5EF5-BFB3-4FE6-EC84F46C8C79}"/>
                  </a:ext>
                </a:extLst>
              </p:cNvPr>
              <p:cNvSpPr txBox="1"/>
              <p:nvPr/>
            </p:nvSpPr>
            <p:spPr>
              <a:xfrm>
                <a:off x="7895550" y="3306813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670" name="TextBox 669">
                <a:extLst>
                  <a:ext uri="{FF2B5EF4-FFF2-40B4-BE49-F238E27FC236}">
                    <a16:creationId xmlns:a16="http://schemas.microsoft.com/office/drawing/2014/main" id="{75EFF38F-5EF5-BFB3-4FE6-EC84F46C8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5550" y="3306813"/>
                <a:ext cx="357791" cy="4001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1" name="TextBox 670">
                <a:extLst>
                  <a:ext uri="{FF2B5EF4-FFF2-40B4-BE49-F238E27FC236}">
                    <a16:creationId xmlns:a16="http://schemas.microsoft.com/office/drawing/2014/main" id="{24EEFB3D-1F06-9AFD-5A41-017DE6B3FB34}"/>
                  </a:ext>
                </a:extLst>
              </p:cNvPr>
              <p:cNvSpPr txBox="1"/>
              <p:nvPr/>
            </p:nvSpPr>
            <p:spPr>
              <a:xfrm>
                <a:off x="9193965" y="3329961"/>
                <a:ext cx="573508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Lucida Handwriting" panose="03010101010101010101" pitchFamily="66" charset="0"/>
                        </a:rPr>
                        <m:t>8</m:t>
                      </m:r>
                    </m:oMath>
                  </m:oMathPara>
                </a14:m>
                <a:endParaRPr lang="en-US" sz="200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671" name="TextBox 670">
                <a:extLst>
                  <a:ext uri="{FF2B5EF4-FFF2-40B4-BE49-F238E27FC236}">
                    <a16:creationId xmlns:a16="http://schemas.microsoft.com/office/drawing/2014/main" id="{24EEFB3D-1F06-9AFD-5A41-017DE6B3F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3965" y="3329961"/>
                <a:ext cx="573508" cy="403957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2" name="文字方塊 44">
                <a:extLst>
                  <a:ext uri="{FF2B5EF4-FFF2-40B4-BE49-F238E27FC236}">
                    <a16:creationId xmlns:a16="http://schemas.microsoft.com/office/drawing/2014/main" id="{F647E961-ACB7-F57D-8BF4-A4962452A04C}"/>
                  </a:ext>
                </a:extLst>
              </p:cNvPr>
              <p:cNvSpPr txBox="1"/>
              <p:nvPr/>
            </p:nvSpPr>
            <p:spPr>
              <a:xfrm>
                <a:off x="7545302" y="333738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72" name="文字方塊 44">
                <a:extLst>
                  <a:ext uri="{FF2B5EF4-FFF2-40B4-BE49-F238E27FC236}">
                    <a16:creationId xmlns:a16="http://schemas.microsoft.com/office/drawing/2014/main" id="{F647E961-ACB7-F57D-8BF4-A4962452A0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5302" y="3337388"/>
                <a:ext cx="295688" cy="40011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3" name="文字方塊 44">
                <a:extLst>
                  <a:ext uri="{FF2B5EF4-FFF2-40B4-BE49-F238E27FC236}">
                    <a16:creationId xmlns:a16="http://schemas.microsoft.com/office/drawing/2014/main" id="{18EBE734-C6DB-F795-7B21-AC4EBA4F551C}"/>
                  </a:ext>
                </a:extLst>
              </p:cNvPr>
              <p:cNvSpPr txBox="1"/>
              <p:nvPr/>
            </p:nvSpPr>
            <p:spPr>
              <a:xfrm>
                <a:off x="8274555" y="33271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73" name="文字方塊 44">
                <a:extLst>
                  <a:ext uri="{FF2B5EF4-FFF2-40B4-BE49-F238E27FC236}">
                    <a16:creationId xmlns:a16="http://schemas.microsoft.com/office/drawing/2014/main" id="{18EBE734-C6DB-F795-7B21-AC4EBA4F5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555" y="3327131"/>
                <a:ext cx="295688" cy="400110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4" name="文字方塊 44">
                <a:extLst>
                  <a:ext uri="{FF2B5EF4-FFF2-40B4-BE49-F238E27FC236}">
                    <a16:creationId xmlns:a16="http://schemas.microsoft.com/office/drawing/2014/main" id="{F87C2BFF-898A-C951-3DCA-4B41F33B743E}"/>
                  </a:ext>
                </a:extLst>
              </p:cNvPr>
              <p:cNvSpPr txBox="1"/>
              <p:nvPr/>
            </p:nvSpPr>
            <p:spPr>
              <a:xfrm>
                <a:off x="8988741" y="332162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74" name="文字方塊 44">
                <a:extLst>
                  <a:ext uri="{FF2B5EF4-FFF2-40B4-BE49-F238E27FC236}">
                    <a16:creationId xmlns:a16="http://schemas.microsoft.com/office/drawing/2014/main" id="{F87C2BFF-898A-C951-3DCA-4B41F33B7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8741" y="3321621"/>
                <a:ext cx="295688" cy="400110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5" name="群組 116">
            <a:extLst>
              <a:ext uri="{FF2B5EF4-FFF2-40B4-BE49-F238E27FC236}">
                <a16:creationId xmlns:a16="http://schemas.microsoft.com/office/drawing/2014/main" id="{E0A06925-E46B-0A7C-0F29-0698A9BD0259}"/>
              </a:ext>
            </a:extLst>
          </p:cNvPr>
          <p:cNvGrpSpPr/>
          <p:nvPr/>
        </p:nvGrpSpPr>
        <p:grpSpPr>
          <a:xfrm>
            <a:off x="8512206" y="3205367"/>
            <a:ext cx="604648" cy="504177"/>
            <a:chOff x="7281365" y="5039000"/>
            <a:chExt cx="604648" cy="50417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6" name="文字方塊 119">
                  <a:extLst>
                    <a:ext uri="{FF2B5EF4-FFF2-40B4-BE49-F238E27FC236}">
                      <a16:creationId xmlns:a16="http://schemas.microsoft.com/office/drawing/2014/main" id="{1C2C494C-D756-6073-314F-F4F4ED8DA025}"/>
                    </a:ext>
                  </a:extLst>
                </p:cNvPr>
                <p:cNvSpPr txBox="1"/>
                <p:nvPr/>
              </p:nvSpPr>
              <p:spPr>
                <a:xfrm>
                  <a:off x="7281365" y="5143067"/>
                  <a:ext cx="58701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Lucida Handwriting" panose="03010101010101010101" pitchFamily="66" charset="0"/>
                          </a:rPr>
                          <m:t>4</m:t>
                        </m:r>
                      </m:oMath>
                    </m:oMathPara>
                  </a14:m>
                  <a:endParaRPr lang="en-US" sz="2000">
                    <a:solidFill>
                      <a:schemeClr val="accent5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676" name="文字方塊 119">
                  <a:extLst>
                    <a:ext uri="{FF2B5EF4-FFF2-40B4-BE49-F238E27FC236}">
                      <a16:creationId xmlns:a16="http://schemas.microsoft.com/office/drawing/2014/main" id="{1C2C494C-D756-6073-314F-F4F4ED8DA0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1365" y="5143067"/>
                  <a:ext cx="587019" cy="400110"/>
                </a:xfrm>
                <a:prstGeom prst="rect">
                  <a:avLst/>
                </a:prstGeom>
                <a:blipFill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7" name="文字方塊 118">
              <a:extLst>
                <a:ext uri="{FF2B5EF4-FFF2-40B4-BE49-F238E27FC236}">
                  <a16:creationId xmlns:a16="http://schemas.microsoft.com/office/drawing/2014/main" id="{74CF4635-1B3A-8C4F-D79E-E2DA9D2C8D99}"/>
                </a:ext>
              </a:extLst>
            </p:cNvPr>
            <p:cNvSpPr txBox="1"/>
            <p:nvPr/>
          </p:nvSpPr>
          <p:spPr>
            <a:xfrm>
              <a:off x="7597151" y="5039000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678" name="群組 245">
            <a:extLst>
              <a:ext uri="{FF2B5EF4-FFF2-40B4-BE49-F238E27FC236}">
                <a16:creationId xmlns:a16="http://schemas.microsoft.com/office/drawing/2014/main" id="{84FBB891-9B30-2281-EF96-71D7C916604F}"/>
              </a:ext>
            </a:extLst>
          </p:cNvPr>
          <p:cNvGrpSpPr/>
          <p:nvPr/>
        </p:nvGrpSpPr>
        <p:grpSpPr>
          <a:xfrm>
            <a:off x="9544808" y="3256864"/>
            <a:ext cx="798167" cy="477054"/>
            <a:chOff x="2472626" y="4508122"/>
            <a:chExt cx="798167" cy="477054"/>
          </a:xfrm>
        </p:grpSpPr>
        <p:sp>
          <p:nvSpPr>
            <p:cNvPr id="679" name="文字方塊 249">
              <a:extLst>
                <a:ext uri="{FF2B5EF4-FFF2-40B4-BE49-F238E27FC236}">
                  <a16:creationId xmlns:a16="http://schemas.microsoft.com/office/drawing/2014/main" id="{FF9CDEE9-23F8-916E-5CFF-0ED01A7F33AB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680" name="文字方塊 247">
              <a:extLst>
                <a:ext uri="{FF2B5EF4-FFF2-40B4-BE49-F238E27FC236}">
                  <a16:creationId xmlns:a16="http://schemas.microsoft.com/office/drawing/2014/main" id="{48946E98-A25D-D285-73F1-1FCBD9646B00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81" name="文字方塊 101">
                <a:extLst>
                  <a:ext uri="{FF2B5EF4-FFF2-40B4-BE49-F238E27FC236}">
                    <a16:creationId xmlns:a16="http://schemas.microsoft.com/office/drawing/2014/main" id="{C5E4302C-0705-FC79-5521-EB97A3B838B5}"/>
                  </a:ext>
                </a:extLst>
              </p:cNvPr>
              <p:cNvSpPr txBox="1"/>
              <p:nvPr/>
            </p:nvSpPr>
            <p:spPr>
              <a:xfrm>
                <a:off x="10293477" y="332162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81" name="文字方塊 101">
                <a:extLst>
                  <a:ext uri="{FF2B5EF4-FFF2-40B4-BE49-F238E27FC236}">
                    <a16:creationId xmlns:a16="http://schemas.microsoft.com/office/drawing/2014/main" id="{C5E4302C-0705-FC79-5521-EB97A3B83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3477" y="3321621"/>
                <a:ext cx="295688" cy="40011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2" name="群組 74">
            <a:extLst>
              <a:ext uri="{FF2B5EF4-FFF2-40B4-BE49-F238E27FC236}">
                <a16:creationId xmlns:a16="http://schemas.microsoft.com/office/drawing/2014/main" id="{A8A5792A-3801-8318-9771-C0279B1D0596}"/>
              </a:ext>
            </a:extLst>
          </p:cNvPr>
          <p:cNvGrpSpPr/>
          <p:nvPr/>
        </p:nvGrpSpPr>
        <p:grpSpPr>
          <a:xfrm>
            <a:off x="10601608" y="3157677"/>
            <a:ext cx="704039" cy="756109"/>
            <a:chOff x="2773253" y="4787261"/>
            <a:chExt cx="704039" cy="75610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83" name="文字方塊 75">
                  <a:extLst>
                    <a:ext uri="{FF2B5EF4-FFF2-40B4-BE49-F238E27FC236}">
                      <a16:creationId xmlns:a16="http://schemas.microsoft.com/office/drawing/2014/main" id="{73346705-EA5D-D81F-E540-8E08A089B564}"/>
                    </a:ext>
                  </a:extLst>
                </p:cNvPr>
                <p:cNvSpPr txBox="1"/>
                <p:nvPr/>
              </p:nvSpPr>
              <p:spPr>
                <a:xfrm>
                  <a:off x="2773253" y="4787261"/>
                  <a:ext cx="70403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70C0"/>
                          </a:solidFill>
                          <a:latin typeface="Lucida Handwriting" panose="03010101010101010101" pitchFamily="66" charset="0"/>
                        </a:rPr>
                        <m:t>1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0070C0"/>
                      </a:solidFill>
                      <a:latin typeface="Lucida Handwriting" panose="03010101010101010101" pitchFamily="66" charset="0"/>
                    </a:rPr>
                    <a:t>28</a:t>
                  </a:r>
                </a:p>
              </p:txBody>
            </p:sp>
          </mc:Choice>
          <mc:Fallback>
            <p:sp>
              <p:nvSpPr>
                <p:cNvPr id="683" name="文字方塊 75">
                  <a:extLst>
                    <a:ext uri="{FF2B5EF4-FFF2-40B4-BE49-F238E27FC236}">
                      <a16:creationId xmlns:a16="http://schemas.microsoft.com/office/drawing/2014/main" id="{73346705-EA5D-D81F-E540-8E08A089B5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3253" y="4787261"/>
                  <a:ext cx="704039" cy="400110"/>
                </a:xfrm>
                <a:prstGeom prst="rect">
                  <a:avLst/>
                </a:prstGeom>
                <a:blipFill>
                  <a:blip r:embed="rId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84" name="群組 76">
              <a:extLst>
                <a:ext uri="{FF2B5EF4-FFF2-40B4-BE49-F238E27FC236}">
                  <a16:creationId xmlns:a16="http://schemas.microsoft.com/office/drawing/2014/main" id="{4BDCBCB1-B3DB-C586-1A0C-A578A3BC5F6B}"/>
                </a:ext>
              </a:extLst>
            </p:cNvPr>
            <p:cNvGrpSpPr/>
            <p:nvPr/>
          </p:nvGrpSpPr>
          <p:grpSpPr>
            <a:xfrm>
              <a:off x="2828452" y="5143260"/>
              <a:ext cx="598446" cy="400110"/>
              <a:chOff x="2828452" y="5143260"/>
              <a:chExt cx="598446" cy="400110"/>
            </a:xfrm>
          </p:grpSpPr>
          <p:cxnSp>
            <p:nvCxnSpPr>
              <p:cNvPr id="685" name="直線接點 77">
                <a:extLst>
                  <a:ext uri="{FF2B5EF4-FFF2-40B4-BE49-F238E27FC236}">
                    <a16:creationId xmlns:a16="http://schemas.microsoft.com/office/drawing/2014/main" id="{A624BCD7-78DA-0C75-C624-B39095A6FDA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28452" y="5157607"/>
                <a:ext cx="598446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86" name="文字方塊 78">
                    <a:extLst>
                      <a:ext uri="{FF2B5EF4-FFF2-40B4-BE49-F238E27FC236}">
                        <a16:creationId xmlns:a16="http://schemas.microsoft.com/office/drawing/2014/main" id="{04A508CF-15D5-F585-B96B-A38ABDD004C1}"/>
                      </a:ext>
                    </a:extLst>
                  </p:cNvPr>
                  <p:cNvSpPr txBox="1"/>
                  <p:nvPr/>
                </p:nvSpPr>
                <p:spPr>
                  <a:xfrm>
                    <a:off x="2885519" y="5143260"/>
                    <a:ext cx="442750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HK" sz="2000" b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Lucida Handwriting" panose="03010101010101010101" pitchFamily="66" charset="0"/>
                            </a:rPr>
                            <m:t>3</m:t>
                          </m:r>
                        </m:oMath>
                      </m:oMathPara>
                    </a14:m>
                    <a:endPara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0070C0"/>
                      </a:solidFill>
                      <a:latin typeface="Lucida Calligraphy" panose="03010101010101010101" pitchFamily="66" charset="0"/>
                    </a:endParaRPr>
                  </a:p>
                </p:txBody>
              </p:sp>
            </mc:Choice>
            <mc:Fallback>
              <p:sp>
                <p:nvSpPr>
                  <p:cNvPr id="686" name="文字方塊 78">
                    <a:extLst>
                      <a:ext uri="{FF2B5EF4-FFF2-40B4-BE49-F238E27FC236}">
                        <a16:creationId xmlns:a16="http://schemas.microsoft.com/office/drawing/2014/main" id="{04A508CF-15D5-F585-B96B-A38ABDD004C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5519" y="5143260"/>
                    <a:ext cx="442750" cy="400110"/>
                  </a:xfrm>
                  <a:prstGeom prst="rect">
                    <a:avLst/>
                  </a:prstGeom>
                  <a:blipFill>
                    <a:blip r:embed="rId5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87" name="TextBox 686">
                <a:extLst>
                  <a:ext uri="{FF2B5EF4-FFF2-40B4-BE49-F238E27FC236}">
                    <a16:creationId xmlns:a16="http://schemas.microsoft.com/office/drawing/2014/main" id="{5A3529DC-FD50-2945-94E9-53215B07ACB8}"/>
                  </a:ext>
                </a:extLst>
              </p:cNvPr>
              <p:cNvSpPr txBox="1"/>
              <p:nvPr/>
            </p:nvSpPr>
            <p:spPr>
              <a:xfrm>
                <a:off x="11233695" y="3305605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687" name="TextBox 686">
                <a:extLst>
                  <a:ext uri="{FF2B5EF4-FFF2-40B4-BE49-F238E27FC236}">
                    <a16:creationId xmlns:a16="http://schemas.microsoft.com/office/drawing/2014/main" id="{5A3529DC-FD50-2945-94E9-53215B07AC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33695" y="3305605"/>
                <a:ext cx="357791" cy="400110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8" name="群組 245">
            <a:extLst>
              <a:ext uri="{FF2B5EF4-FFF2-40B4-BE49-F238E27FC236}">
                <a16:creationId xmlns:a16="http://schemas.microsoft.com/office/drawing/2014/main" id="{8F4F2A82-D11D-83A9-8B72-9238B39BED8E}"/>
              </a:ext>
            </a:extLst>
          </p:cNvPr>
          <p:cNvGrpSpPr/>
          <p:nvPr/>
        </p:nvGrpSpPr>
        <p:grpSpPr>
          <a:xfrm>
            <a:off x="11390735" y="3238600"/>
            <a:ext cx="798167" cy="477054"/>
            <a:chOff x="2472626" y="4508122"/>
            <a:chExt cx="798167" cy="477054"/>
          </a:xfrm>
        </p:grpSpPr>
        <p:sp>
          <p:nvSpPr>
            <p:cNvPr id="689" name="文字方塊 249">
              <a:extLst>
                <a:ext uri="{FF2B5EF4-FFF2-40B4-BE49-F238E27FC236}">
                  <a16:creationId xmlns:a16="http://schemas.microsoft.com/office/drawing/2014/main" id="{0693390B-51DD-BB58-412E-163748764083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70C0"/>
                  </a:solidFill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690" name="文字方塊 247">
              <a:extLst>
                <a:ext uri="{FF2B5EF4-FFF2-40B4-BE49-F238E27FC236}">
                  <a16:creationId xmlns:a16="http://schemas.microsoft.com/office/drawing/2014/main" id="{41F1399C-749E-9548-D211-743EB9AEAED7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0070C0"/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91" name="文字方塊 101">
                <a:extLst>
                  <a:ext uri="{FF2B5EF4-FFF2-40B4-BE49-F238E27FC236}">
                    <a16:creationId xmlns:a16="http://schemas.microsoft.com/office/drawing/2014/main" id="{4F0D6812-AE06-0414-4EA9-26E3ED2762B0}"/>
                  </a:ext>
                </a:extLst>
              </p:cNvPr>
              <p:cNvSpPr txBox="1"/>
              <p:nvPr/>
            </p:nvSpPr>
            <p:spPr>
              <a:xfrm>
                <a:off x="6783673" y="32891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91" name="文字方塊 101">
                <a:extLst>
                  <a:ext uri="{FF2B5EF4-FFF2-40B4-BE49-F238E27FC236}">
                    <a16:creationId xmlns:a16="http://schemas.microsoft.com/office/drawing/2014/main" id="{4F0D6812-AE06-0414-4EA9-26E3ED2762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3673" y="3289131"/>
                <a:ext cx="295688" cy="400110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2" name="TextBox 15">
            <a:extLst>
              <a:ext uri="{FF2B5EF4-FFF2-40B4-BE49-F238E27FC236}">
                <a16:creationId xmlns:a16="http://schemas.microsoft.com/office/drawing/2014/main" id="{992015D7-F345-87E7-876C-DE49239083A3}"/>
              </a:ext>
            </a:extLst>
          </p:cNvPr>
          <p:cNvSpPr txBox="1"/>
          <p:nvPr/>
        </p:nvSpPr>
        <p:spPr>
          <a:xfrm>
            <a:off x="6725619" y="3869050"/>
            <a:ext cx="304185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Volume of the sphere</a:t>
            </a:r>
            <a:endParaRPr lang="zh-TW" altLang="en-US" sz="2000" b="1">
              <a:solidFill>
                <a:srgbClr val="00B05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693" name="群組 74">
            <a:extLst>
              <a:ext uri="{FF2B5EF4-FFF2-40B4-BE49-F238E27FC236}">
                <a16:creationId xmlns:a16="http://schemas.microsoft.com/office/drawing/2014/main" id="{945BB9C1-FDB0-13E2-F457-8D078653B4DE}"/>
              </a:ext>
            </a:extLst>
          </p:cNvPr>
          <p:cNvGrpSpPr/>
          <p:nvPr/>
        </p:nvGrpSpPr>
        <p:grpSpPr>
          <a:xfrm>
            <a:off x="7195821" y="4227852"/>
            <a:ext cx="364383" cy="777549"/>
            <a:chOff x="2896107" y="4671588"/>
            <a:chExt cx="364383" cy="777549"/>
          </a:xfrm>
        </p:grpSpPr>
        <p:sp>
          <p:nvSpPr>
            <p:cNvPr id="694" name="文字方塊 75">
              <a:extLst>
                <a:ext uri="{FF2B5EF4-FFF2-40B4-BE49-F238E27FC236}">
                  <a16:creationId xmlns:a16="http://schemas.microsoft.com/office/drawing/2014/main" id="{ACE2EF6F-BE24-925D-BFC9-DD1C090C99C9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695" name="群組 76">
              <a:extLst>
                <a:ext uri="{FF2B5EF4-FFF2-40B4-BE49-F238E27FC236}">
                  <a16:creationId xmlns:a16="http://schemas.microsoft.com/office/drawing/2014/main" id="{2CBB34FA-34C6-DA09-E12A-380FB040D0F4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696" name="直線接點 77">
                <a:extLst>
                  <a:ext uri="{FF2B5EF4-FFF2-40B4-BE49-F238E27FC236}">
                    <a16:creationId xmlns:a16="http://schemas.microsoft.com/office/drawing/2014/main" id="{D05C4BA2-0FD0-BADA-DA03-399AF265A77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97" name="文字方塊 78">
                <a:extLst>
                  <a:ext uri="{FF2B5EF4-FFF2-40B4-BE49-F238E27FC236}">
                    <a16:creationId xmlns:a16="http://schemas.microsoft.com/office/drawing/2014/main" id="{A78D1238-D2CE-05BC-2E7D-F05F0C74405D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98" name="TextBox 697">
                <a:extLst>
                  <a:ext uri="{FF2B5EF4-FFF2-40B4-BE49-F238E27FC236}">
                    <a16:creationId xmlns:a16="http://schemas.microsoft.com/office/drawing/2014/main" id="{078968B9-3238-3DEB-004B-1F979CFFB988}"/>
                  </a:ext>
                </a:extLst>
              </p:cNvPr>
              <p:cNvSpPr txBox="1"/>
              <p:nvPr/>
            </p:nvSpPr>
            <p:spPr>
              <a:xfrm>
                <a:off x="7916764" y="4390428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698" name="TextBox 697">
                <a:extLst>
                  <a:ext uri="{FF2B5EF4-FFF2-40B4-BE49-F238E27FC236}">
                    <a16:creationId xmlns:a16="http://schemas.microsoft.com/office/drawing/2014/main" id="{078968B9-3238-3DEB-004B-1F979CFFB9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6764" y="4390428"/>
                <a:ext cx="357791" cy="400110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0" name="文字方塊 44">
                <a:extLst>
                  <a:ext uri="{FF2B5EF4-FFF2-40B4-BE49-F238E27FC236}">
                    <a16:creationId xmlns:a16="http://schemas.microsoft.com/office/drawing/2014/main" id="{47061FC6-7988-EB2B-1160-3233BFAA347C}"/>
                  </a:ext>
                </a:extLst>
              </p:cNvPr>
              <p:cNvSpPr txBox="1"/>
              <p:nvPr/>
            </p:nvSpPr>
            <p:spPr>
              <a:xfrm>
                <a:off x="7566516" y="442100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00" name="文字方塊 44">
                <a:extLst>
                  <a:ext uri="{FF2B5EF4-FFF2-40B4-BE49-F238E27FC236}">
                    <a16:creationId xmlns:a16="http://schemas.microsoft.com/office/drawing/2014/main" id="{47061FC6-7988-EB2B-1160-3233BFAA34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6516" y="4421003"/>
                <a:ext cx="295688" cy="400110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1" name="文字方塊 44">
                <a:extLst>
                  <a:ext uri="{FF2B5EF4-FFF2-40B4-BE49-F238E27FC236}">
                    <a16:creationId xmlns:a16="http://schemas.microsoft.com/office/drawing/2014/main" id="{E84C9213-74DA-C9C2-96E9-F66C12C7BC2A}"/>
                  </a:ext>
                </a:extLst>
              </p:cNvPr>
              <p:cNvSpPr txBox="1"/>
              <p:nvPr/>
            </p:nvSpPr>
            <p:spPr>
              <a:xfrm>
                <a:off x="8295769" y="44107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01" name="文字方塊 44">
                <a:extLst>
                  <a:ext uri="{FF2B5EF4-FFF2-40B4-BE49-F238E27FC236}">
                    <a16:creationId xmlns:a16="http://schemas.microsoft.com/office/drawing/2014/main" id="{E84C9213-74DA-C9C2-96E9-F66C12C7B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5769" y="4410746"/>
                <a:ext cx="295688" cy="400110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3" name="群組 116">
            <a:extLst>
              <a:ext uri="{FF2B5EF4-FFF2-40B4-BE49-F238E27FC236}">
                <a16:creationId xmlns:a16="http://schemas.microsoft.com/office/drawing/2014/main" id="{F5948691-0E4E-1360-E9AF-09FA158172A8}"/>
              </a:ext>
            </a:extLst>
          </p:cNvPr>
          <p:cNvGrpSpPr/>
          <p:nvPr/>
        </p:nvGrpSpPr>
        <p:grpSpPr>
          <a:xfrm>
            <a:off x="8533420" y="4288982"/>
            <a:ext cx="604648" cy="504177"/>
            <a:chOff x="7281365" y="5039000"/>
            <a:chExt cx="604648" cy="50417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04" name="文字方塊 119">
                  <a:extLst>
                    <a:ext uri="{FF2B5EF4-FFF2-40B4-BE49-F238E27FC236}">
                      <a16:creationId xmlns:a16="http://schemas.microsoft.com/office/drawing/2014/main" id="{0195BE36-6001-0D63-9CB0-E9518EA10E76}"/>
                    </a:ext>
                  </a:extLst>
                </p:cNvPr>
                <p:cNvSpPr txBox="1"/>
                <p:nvPr/>
              </p:nvSpPr>
              <p:spPr>
                <a:xfrm>
                  <a:off x="7281365" y="5143067"/>
                  <a:ext cx="58701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Lucida Handwriting" panose="03010101010101010101" pitchFamily="66" charset="0"/>
                          </a:rPr>
                          <m:t>5</m:t>
                        </m:r>
                      </m:oMath>
                    </m:oMathPara>
                  </a14:m>
                  <a:endParaRPr lang="en-US" sz="2000">
                    <a:solidFill>
                      <a:srgbClr val="92D050"/>
                    </a:solidFill>
                  </a:endParaRPr>
                </a:p>
              </p:txBody>
            </p:sp>
          </mc:Choice>
          <mc:Fallback>
            <p:sp>
              <p:nvSpPr>
                <p:cNvPr id="704" name="文字方塊 119">
                  <a:extLst>
                    <a:ext uri="{FF2B5EF4-FFF2-40B4-BE49-F238E27FC236}">
                      <a16:creationId xmlns:a16="http://schemas.microsoft.com/office/drawing/2014/main" id="{0195BE36-6001-0D63-9CB0-E9518EA10E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1365" y="5143067"/>
                  <a:ext cx="587019" cy="400110"/>
                </a:xfrm>
                <a:prstGeom prst="rect">
                  <a:avLst/>
                </a:prstGeom>
                <a:blipFill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5" name="文字方塊 118">
              <a:extLst>
                <a:ext uri="{FF2B5EF4-FFF2-40B4-BE49-F238E27FC236}">
                  <a16:creationId xmlns:a16="http://schemas.microsoft.com/office/drawing/2014/main" id="{BF84E786-86C1-39F5-B4F0-D26115D01674}"/>
                </a:ext>
              </a:extLst>
            </p:cNvPr>
            <p:cNvSpPr txBox="1"/>
            <p:nvPr/>
          </p:nvSpPr>
          <p:spPr>
            <a:xfrm>
              <a:off x="7597151" y="5039000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706" name="群組 245">
            <a:extLst>
              <a:ext uri="{FF2B5EF4-FFF2-40B4-BE49-F238E27FC236}">
                <a16:creationId xmlns:a16="http://schemas.microsoft.com/office/drawing/2014/main" id="{32FB90C0-A4BF-E6DF-9929-CB699748F9C1}"/>
              </a:ext>
            </a:extLst>
          </p:cNvPr>
          <p:cNvGrpSpPr/>
          <p:nvPr/>
        </p:nvGrpSpPr>
        <p:grpSpPr>
          <a:xfrm>
            <a:off x="8885578" y="4331647"/>
            <a:ext cx="798167" cy="477054"/>
            <a:chOff x="2472626" y="4508122"/>
            <a:chExt cx="798167" cy="477054"/>
          </a:xfrm>
        </p:grpSpPr>
        <p:sp>
          <p:nvSpPr>
            <p:cNvPr id="707" name="文字方塊 249">
              <a:extLst>
                <a:ext uri="{FF2B5EF4-FFF2-40B4-BE49-F238E27FC236}">
                  <a16:creationId xmlns:a16="http://schemas.microsoft.com/office/drawing/2014/main" id="{D37DAB3E-7E2B-3C87-11BD-33A4EA0C7576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708" name="文字方塊 247">
              <a:extLst>
                <a:ext uri="{FF2B5EF4-FFF2-40B4-BE49-F238E27FC236}">
                  <a16:creationId xmlns:a16="http://schemas.microsoft.com/office/drawing/2014/main" id="{C2A74DFE-DC1A-2E75-3EE1-96DD4B4B387F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09" name="文字方塊 101">
                <a:extLst>
                  <a:ext uri="{FF2B5EF4-FFF2-40B4-BE49-F238E27FC236}">
                    <a16:creationId xmlns:a16="http://schemas.microsoft.com/office/drawing/2014/main" id="{F6CE943D-F508-7F01-95AC-2BB6B7F030CD}"/>
                  </a:ext>
                </a:extLst>
              </p:cNvPr>
              <p:cNvSpPr txBox="1"/>
              <p:nvPr/>
            </p:nvSpPr>
            <p:spPr>
              <a:xfrm>
                <a:off x="9634247" y="439640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09" name="文字方塊 101">
                <a:extLst>
                  <a:ext uri="{FF2B5EF4-FFF2-40B4-BE49-F238E27FC236}">
                    <a16:creationId xmlns:a16="http://schemas.microsoft.com/office/drawing/2014/main" id="{F6CE943D-F508-7F01-95AC-2BB6B7F030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4247" y="4396404"/>
                <a:ext cx="295688" cy="400110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0" name="群組 74">
            <a:extLst>
              <a:ext uri="{FF2B5EF4-FFF2-40B4-BE49-F238E27FC236}">
                <a16:creationId xmlns:a16="http://schemas.microsoft.com/office/drawing/2014/main" id="{A3F3BA93-D67D-A4D7-8889-827061D8D364}"/>
              </a:ext>
            </a:extLst>
          </p:cNvPr>
          <p:cNvGrpSpPr/>
          <p:nvPr/>
        </p:nvGrpSpPr>
        <p:grpSpPr>
          <a:xfrm>
            <a:off x="9942378" y="4232460"/>
            <a:ext cx="704039" cy="756109"/>
            <a:chOff x="2773253" y="4787261"/>
            <a:chExt cx="704039" cy="75610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1" name="文字方塊 75">
                  <a:extLst>
                    <a:ext uri="{FF2B5EF4-FFF2-40B4-BE49-F238E27FC236}">
                      <a16:creationId xmlns:a16="http://schemas.microsoft.com/office/drawing/2014/main" id="{94C025B2-0B42-59BA-F844-791EBB3428A5}"/>
                    </a:ext>
                  </a:extLst>
                </p:cNvPr>
                <p:cNvSpPr txBox="1"/>
                <p:nvPr/>
              </p:nvSpPr>
              <p:spPr>
                <a:xfrm>
                  <a:off x="2773253" y="4787261"/>
                  <a:ext cx="70403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Lucida Handwriting" panose="03010101010101010101" pitchFamily="66" charset="0"/>
                        </a:rPr>
                        <m:t>5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00B050"/>
                      </a:solidFill>
                      <a:latin typeface="Lucida Handwriting" panose="03010101010101010101" pitchFamily="66" charset="0"/>
                    </a:rPr>
                    <a:t>00</a:t>
                  </a:r>
                </a:p>
              </p:txBody>
            </p:sp>
          </mc:Choice>
          <mc:Fallback>
            <p:sp>
              <p:nvSpPr>
                <p:cNvPr id="711" name="文字方塊 75">
                  <a:extLst>
                    <a:ext uri="{FF2B5EF4-FFF2-40B4-BE49-F238E27FC236}">
                      <a16:creationId xmlns:a16="http://schemas.microsoft.com/office/drawing/2014/main" id="{94C025B2-0B42-59BA-F844-791EBB3428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3253" y="4787261"/>
                  <a:ext cx="704039" cy="400110"/>
                </a:xfrm>
                <a:prstGeom prst="rect">
                  <a:avLst/>
                </a:prstGeom>
                <a:blipFill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12" name="群組 76">
              <a:extLst>
                <a:ext uri="{FF2B5EF4-FFF2-40B4-BE49-F238E27FC236}">
                  <a16:creationId xmlns:a16="http://schemas.microsoft.com/office/drawing/2014/main" id="{AFF84F86-6FFD-E916-994B-A6946DF818F7}"/>
                </a:ext>
              </a:extLst>
            </p:cNvPr>
            <p:cNvGrpSpPr/>
            <p:nvPr/>
          </p:nvGrpSpPr>
          <p:grpSpPr>
            <a:xfrm>
              <a:off x="2828452" y="5143260"/>
              <a:ext cx="598446" cy="400110"/>
              <a:chOff x="2828452" y="5143260"/>
              <a:chExt cx="598446" cy="400110"/>
            </a:xfrm>
          </p:grpSpPr>
          <p:cxnSp>
            <p:nvCxnSpPr>
              <p:cNvPr id="713" name="直線接點 77">
                <a:extLst>
                  <a:ext uri="{FF2B5EF4-FFF2-40B4-BE49-F238E27FC236}">
                    <a16:creationId xmlns:a16="http://schemas.microsoft.com/office/drawing/2014/main" id="{A7155EBE-011E-C5B2-EAE3-18D7062DBD7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28452" y="5157607"/>
                <a:ext cx="598446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14" name="文字方塊 78">
                    <a:extLst>
                      <a:ext uri="{FF2B5EF4-FFF2-40B4-BE49-F238E27FC236}">
                        <a16:creationId xmlns:a16="http://schemas.microsoft.com/office/drawing/2014/main" id="{E2F6E2A0-4E9A-421F-F80E-8B898949A24D}"/>
                      </a:ext>
                    </a:extLst>
                  </p:cNvPr>
                  <p:cNvSpPr txBox="1"/>
                  <p:nvPr/>
                </p:nvSpPr>
                <p:spPr>
                  <a:xfrm>
                    <a:off x="2885519" y="5143260"/>
                    <a:ext cx="442750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HK" sz="2000" b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Lucida Handwriting" panose="03010101010101010101" pitchFamily="66" charset="0"/>
                            </a:rPr>
                            <m:t>3</m:t>
                          </m:r>
                        </m:oMath>
                      </m:oMathPara>
                    </a14:m>
                    <a:endPara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00B050"/>
                      </a:solidFill>
                      <a:latin typeface="Lucida Calligraphy" panose="03010101010101010101" pitchFamily="66" charset="0"/>
                    </a:endParaRPr>
                  </a:p>
                </p:txBody>
              </p:sp>
            </mc:Choice>
            <mc:Fallback>
              <p:sp>
                <p:nvSpPr>
                  <p:cNvPr id="714" name="文字方塊 78">
                    <a:extLst>
                      <a:ext uri="{FF2B5EF4-FFF2-40B4-BE49-F238E27FC236}">
                        <a16:creationId xmlns:a16="http://schemas.microsoft.com/office/drawing/2014/main" id="{E2F6E2A0-4E9A-421F-F80E-8B898949A24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5519" y="5143260"/>
                    <a:ext cx="442750" cy="400110"/>
                  </a:xfrm>
                  <a:prstGeom prst="rect">
                    <a:avLst/>
                  </a:prstGeom>
                  <a:blipFill>
                    <a:blip r:embed="rId6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15" name="TextBox 714">
                <a:extLst>
                  <a:ext uri="{FF2B5EF4-FFF2-40B4-BE49-F238E27FC236}">
                    <a16:creationId xmlns:a16="http://schemas.microsoft.com/office/drawing/2014/main" id="{746FE0BC-2339-F536-DAA7-EBFA2AAD1170}"/>
                  </a:ext>
                </a:extLst>
              </p:cNvPr>
              <p:cNvSpPr txBox="1"/>
              <p:nvPr/>
            </p:nvSpPr>
            <p:spPr>
              <a:xfrm>
                <a:off x="10574465" y="4380388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715" name="TextBox 714">
                <a:extLst>
                  <a:ext uri="{FF2B5EF4-FFF2-40B4-BE49-F238E27FC236}">
                    <a16:creationId xmlns:a16="http://schemas.microsoft.com/office/drawing/2014/main" id="{746FE0BC-2339-F536-DAA7-EBFA2AAD1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4465" y="4380388"/>
                <a:ext cx="357791" cy="400110"/>
              </a:xfrm>
              <a:prstGeom prst="rect">
                <a:avLst/>
              </a:prstGeom>
              <a:blipFill>
                <a:blip r:embed="rId6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6" name="群組 245">
            <a:extLst>
              <a:ext uri="{FF2B5EF4-FFF2-40B4-BE49-F238E27FC236}">
                <a16:creationId xmlns:a16="http://schemas.microsoft.com/office/drawing/2014/main" id="{9363FAA4-4EFC-E3E7-F8E4-2E9A2E97F5B1}"/>
              </a:ext>
            </a:extLst>
          </p:cNvPr>
          <p:cNvGrpSpPr/>
          <p:nvPr/>
        </p:nvGrpSpPr>
        <p:grpSpPr>
          <a:xfrm>
            <a:off x="10731505" y="4313383"/>
            <a:ext cx="798167" cy="477054"/>
            <a:chOff x="2472626" y="4508122"/>
            <a:chExt cx="798167" cy="477054"/>
          </a:xfrm>
        </p:grpSpPr>
        <p:sp>
          <p:nvSpPr>
            <p:cNvPr id="717" name="文字方塊 249">
              <a:extLst>
                <a:ext uri="{FF2B5EF4-FFF2-40B4-BE49-F238E27FC236}">
                  <a16:creationId xmlns:a16="http://schemas.microsoft.com/office/drawing/2014/main" id="{B18DDA6A-A985-1120-65FF-3ABD30C6D192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718" name="文字方塊 247">
              <a:extLst>
                <a:ext uri="{FF2B5EF4-FFF2-40B4-BE49-F238E27FC236}">
                  <a16:creationId xmlns:a16="http://schemas.microsoft.com/office/drawing/2014/main" id="{FC483330-BC15-BBE5-9A22-AF3A5DB95F83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19" name="文字方塊 101">
                <a:extLst>
                  <a:ext uri="{FF2B5EF4-FFF2-40B4-BE49-F238E27FC236}">
                    <a16:creationId xmlns:a16="http://schemas.microsoft.com/office/drawing/2014/main" id="{EB06A0D9-47AF-94FF-1902-925F83B5C417}"/>
                  </a:ext>
                </a:extLst>
              </p:cNvPr>
              <p:cNvSpPr txBox="1"/>
              <p:nvPr/>
            </p:nvSpPr>
            <p:spPr>
              <a:xfrm>
                <a:off x="6804887" y="43727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19" name="文字方塊 101">
                <a:extLst>
                  <a:ext uri="{FF2B5EF4-FFF2-40B4-BE49-F238E27FC236}">
                    <a16:creationId xmlns:a16="http://schemas.microsoft.com/office/drawing/2014/main" id="{EB06A0D9-47AF-94FF-1902-925F83B5C4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887" y="4372746"/>
                <a:ext cx="295688" cy="400110"/>
              </a:xfrm>
              <a:prstGeom prst="rect">
                <a:avLst/>
              </a:prstGeom>
              <a:blipFill>
                <a:blip r:embed="rId6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0" name="TextBox 15">
            <a:extLst>
              <a:ext uri="{FF2B5EF4-FFF2-40B4-BE49-F238E27FC236}">
                <a16:creationId xmlns:a16="http://schemas.microsoft.com/office/drawing/2014/main" id="{9CB357DE-CA8D-A86E-0ABA-87B388AC56A5}"/>
              </a:ext>
            </a:extLst>
          </p:cNvPr>
          <p:cNvSpPr txBox="1"/>
          <p:nvPr/>
        </p:nvSpPr>
        <p:spPr>
          <a:xfrm>
            <a:off x="6672525" y="4952665"/>
            <a:ext cx="367465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The required percentage</a:t>
            </a:r>
            <a:endParaRPr lang="zh-TW" altLang="en-US" sz="2000" b="1">
              <a:solidFill>
                <a:schemeClr val="accent4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1" name="文字方塊 101">
                <a:extLst>
                  <a:ext uri="{FF2B5EF4-FFF2-40B4-BE49-F238E27FC236}">
                    <a16:creationId xmlns:a16="http://schemas.microsoft.com/office/drawing/2014/main" id="{83D82979-6884-E9C6-C98B-BD0E2AE45384}"/>
                  </a:ext>
                </a:extLst>
              </p:cNvPr>
              <p:cNvSpPr txBox="1"/>
              <p:nvPr/>
            </p:nvSpPr>
            <p:spPr>
              <a:xfrm>
                <a:off x="6840404" y="594340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21" name="文字方塊 101">
                <a:extLst>
                  <a:ext uri="{FF2B5EF4-FFF2-40B4-BE49-F238E27FC236}">
                    <a16:creationId xmlns:a16="http://schemas.microsoft.com/office/drawing/2014/main" id="{83D82979-6884-E9C6-C98B-BD0E2AE45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0404" y="5943404"/>
                <a:ext cx="295688" cy="400110"/>
              </a:xfrm>
              <a:prstGeom prst="rect">
                <a:avLst/>
              </a:prstGeom>
              <a:blipFill>
                <a:blip r:embed="rId6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2" name="群組 74">
            <a:extLst>
              <a:ext uri="{FF2B5EF4-FFF2-40B4-BE49-F238E27FC236}">
                <a16:creationId xmlns:a16="http://schemas.microsoft.com/office/drawing/2014/main" id="{ABE1086E-44DE-10B3-584D-EC9C53B56021}"/>
              </a:ext>
            </a:extLst>
          </p:cNvPr>
          <p:cNvGrpSpPr/>
          <p:nvPr/>
        </p:nvGrpSpPr>
        <p:grpSpPr>
          <a:xfrm>
            <a:off x="7421034" y="5439977"/>
            <a:ext cx="704039" cy="756109"/>
            <a:chOff x="2773253" y="4787261"/>
            <a:chExt cx="704039" cy="75610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23" name="文字方塊 75">
                  <a:extLst>
                    <a:ext uri="{FF2B5EF4-FFF2-40B4-BE49-F238E27FC236}">
                      <a16:creationId xmlns:a16="http://schemas.microsoft.com/office/drawing/2014/main" id="{1FDD9F01-997F-7220-2E64-7699EB07A14E}"/>
                    </a:ext>
                  </a:extLst>
                </p:cNvPr>
                <p:cNvSpPr txBox="1"/>
                <p:nvPr/>
              </p:nvSpPr>
              <p:spPr>
                <a:xfrm>
                  <a:off x="2773253" y="4787261"/>
                  <a:ext cx="70403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70C0"/>
                          </a:solidFill>
                          <a:latin typeface="Lucida Handwriting" panose="03010101010101010101" pitchFamily="66" charset="0"/>
                        </a:rPr>
                        <m:t>1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0070C0"/>
                      </a:solidFill>
                      <a:latin typeface="Lucida Handwriting" panose="03010101010101010101" pitchFamily="66" charset="0"/>
                    </a:rPr>
                    <a:t>28</a:t>
                  </a:r>
                </a:p>
              </p:txBody>
            </p:sp>
          </mc:Choice>
          <mc:Fallback>
            <p:sp>
              <p:nvSpPr>
                <p:cNvPr id="723" name="文字方塊 75">
                  <a:extLst>
                    <a:ext uri="{FF2B5EF4-FFF2-40B4-BE49-F238E27FC236}">
                      <a16:creationId xmlns:a16="http://schemas.microsoft.com/office/drawing/2014/main" id="{1FDD9F01-997F-7220-2E64-7699EB07A1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3253" y="4787261"/>
                  <a:ext cx="704039" cy="400110"/>
                </a:xfrm>
                <a:prstGeom prst="rect">
                  <a:avLst/>
                </a:prstGeom>
                <a:blipFill>
                  <a:blip r:embed="rId6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24" name="群組 76">
              <a:extLst>
                <a:ext uri="{FF2B5EF4-FFF2-40B4-BE49-F238E27FC236}">
                  <a16:creationId xmlns:a16="http://schemas.microsoft.com/office/drawing/2014/main" id="{FA4E8D6A-DB24-683F-80A2-167FCF6139F9}"/>
                </a:ext>
              </a:extLst>
            </p:cNvPr>
            <p:cNvGrpSpPr/>
            <p:nvPr/>
          </p:nvGrpSpPr>
          <p:grpSpPr>
            <a:xfrm>
              <a:off x="2828452" y="5143260"/>
              <a:ext cx="598446" cy="400110"/>
              <a:chOff x="2828452" y="5143260"/>
              <a:chExt cx="598446" cy="400110"/>
            </a:xfrm>
          </p:grpSpPr>
          <p:cxnSp>
            <p:nvCxnSpPr>
              <p:cNvPr id="725" name="直線接點 77">
                <a:extLst>
                  <a:ext uri="{FF2B5EF4-FFF2-40B4-BE49-F238E27FC236}">
                    <a16:creationId xmlns:a16="http://schemas.microsoft.com/office/drawing/2014/main" id="{528E6818-15C9-8268-CA05-5CF1DA81B53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28452" y="5157607"/>
                <a:ext cx="598446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26" name="文字方塊 78">
                    <a:extLst>
                      <a:ext uri="{FF2B5EF4-FFF2-40B4-BE49-F238E27FC236}">
                        <a16:creationId xmlns:a16="http://schemas.microsoft.com/office/drawing/2014/main" id="{6DCCF552-822E-927C-AF16-92757A2CFFFF}"/>
                      </a:ext>
                    </a:extLst>
                  </p:cNvPr>
                  <p:cNvSpPr txBox="1"/>
                  <p:nvPr/>
                </p:nvSpPr>
                <p:spPr>
                  <a:xfrm>
                    <a:off x="2885519" y="5143260"/>
                    <a:ext cx="442750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HK" sz="2000" b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0070C0"/>
                              </a:solidFill>
                              <a:latin typeface="Lucida Handwriting" panose="03010101010101010101" pitchFamily="66" charset="0"/>
                            </a:rPr>
                            <m:t>3</m:t>
                          </m:r>
                        </m:oMath>
                      </m:oMathPara>
                    </a14:m>
                    <a:endPara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0070C0"/>
                      </a:solidFill>
                      <a:latin typeface="Lucida Calligraphy" panose="03010101010101010101" pitchFamily="66" charset="0"/>
                    </a:endParaRPr>
                  </a:p>
                </p:txBody>
              </p:sp>
            </mc:Choice>
            <mc:Fallback>
              <p:sp>
                <p:nvSpPr>
                  <p:cNvPr id="726" name="文字方塊 78">
                    <a:extLst>
                      <a:ext uri="{FF2B5EF4-FFF2-40B4-BE49-F238E27FC236}">
                        <a16:creationId xmlns:a16="http://schemas.microsoft.com/office/drawing/2014/main" id="{6DCCF552-822E-927C-AF16-92757A2CFFF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5519" y="5143260"/>
                    <a:ext cx="442750" cy="400110"/>
                  </a:xfrm>
                  <a:prstGeom prst="rect">
                    <a:avLst/>
                  </a:prstGeom>
                  <a:blipFill>
                    <a:blip r:embed="rId6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27" name="TextBox 726">
                <a:extLst>
                  <a:ext uri="{FF2B5EF4-FFF2-40B4-BE49-F238E27FC236}">
                    <a16:creationId xmlns:a16="http://schemas.microsoft.com/office/drawing/2014/main" id="{F74562EA-2DD6-4A92-C4B8-867300EAF61D}"/>
                  </a:ext>
                </a:extLst>
              </p:cNvPr>
              <p:cNvSpPr txBox="1"/>
              <p:nvPr/>
            </p:nvSpPr>
            <p:spPr>
              <a:xfrm>
                <a:off x="8053121" y="5587905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727" name="TextBox 726">
                <a:extLst>
                  <a:ext uri="{FF2B5EF4-FFF2-40B4-BE49-F238E27FC236}">
                    <a16:creationId xmlns:a16="http://schemas.microsoft.com/office/drawing/2014/main" id="{F74562EA-2DD6-4A92-C4B8-867300EAF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3121" y="5587905"/>
                <a:ext cx="357791" cy="400110"/>
              </a:xfrm>
              <a:prstGeom prst="rect">
                <a:avLst/>
              </a:prstGeom>
              <a:blipFill>
                <a:blip r:embed="rId6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8" name="直線接點 77">
            <a:extLst>
              <a:ext uri="{FF2B5EF4-FFF2-40B4-BE49-F238E27FC236}">
                <a16:creationId xmlns:a16="http://schemas.microsoft.com/office/drawing/2014/main" id="{EA9E628F-F2C9-2EDC-12BD-C8326A11C8B0}"/>
              </a:ext>
            </a:extLst>
          </p:cNvPr>
          <p:cNvCxnSpPr>
            <a:cxnSpLocks/>
          </p:cNvCxnSpPr>
          <p:nvPr/>
        </p:nvCxnSpPr>
        <p:spPr bwMode="auto">
          <a:xfrm>
            <a:off x="7374213" y="6176083"/>
            <a:ext cx="969908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730" name="群組 74">
            <a:extLst>
              <a:ext uri="{FF2B5EF4-FFF2-40B4-BE49-F238E27FC236}">
                <a16:creationId xmlns:a16="http://schemas.microsoft.com/office/drawing/2014/main" id="{0E619816-52B0-4CF3-FA04-17B604A9178D}"/>
              </a:ext>
            </a:extLst>
          </p:cNvPr>
          <p:cNvGrpSpPr/>
          <p:nvPr/>
        </p:nvGrpSpPr>
        <p:grpSpPr>
          <a:xfrm>
            <a:off x="7463057" y="6191002"/>
            <a:ext cx="704039" cy="756109"/>
            <a:chOff x="2773253" y="4787261"/>
            <a:chExt cx="704039" cy="75610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1" name="文字方塊 75">
                  <a:extLst>
                    <a:ext uri="{FF2B5EF4-FFF2-40B4-BE49-F238E27FC236}">
                      <a16:creationId xmlns:a16="http://schemas.microsoft.com/office/drawing/2014/main" id="{CB0BE12D-15C7-6915-8181-F5D59C372558}"/>
                    </a:ext>
                  </a:extLst>
                </p:cNvPr>
                <p:cNvSpPr txBox="1"/>
                <p:nvPr/>
              </p:nvSpPr>
              <p:spPr>
                <a:xfrm>
                  <a:off x="2773253" y="4787261"/>
                  <a:ext cx="704039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Lucida Handwriting" panose="03010101010101010101" pitchFamily="66" charset="0"/>
                        </a:rPr>
                        <m:t>5</m:t>
                      </m:r>
                    </m:oMath>
                  </a14:m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00B050"/>
                      </a:solidFill>
                      <a:latin typeface="Lucida Handwriting" panose="03010101010101010101" pitchFamily="66" charset="0"/>
                    </a:rPr>
                    <a:t>00</a:t>
                  </a:r>
                </a:p>
              </p:txBody>
            </p:sp>
          </mc:Choice>
          <mc:Fallback>
            <p:sp>
              <p:nvSpPr>
                <p:cNvPr id="731" name="文字方塊 75">
                  <a:extLst>
                    <a:ext uri="{FF2B5EF4-FFF2-40B4-BE49-F238E27FC236}">
                      <a16:creationId xmlns:a16="http://schemas.microsoft.com/office/drawing/2014/main" id="{CB0BE12D-15C7-6915-8181-F5D59C3725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3253" y="4787261"/>
                  <a:ext cx="704039" cy="400110"/>
                </a:xfrm>
                <a:prstGeom prst="rect">
                  <a:avLst/>
                </a:prstGeom>
                <a:blipFill>
                  <a:blip r:embed="rId6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32" name="群組 76">
              <a:extLst>
                <a:ext uri="{FF2B5EF4-FFF2-40B4-BE49-F238E27FC236}">
                  <a16:creationId xmlns:a16="http://schemas.microsoft.com/office/drawing/2014/main" id="{084F70D2-FDF7-91CC-A88D-E4BC840FFEA3}"/>
                </a:ext>
              </a:extLst>
            </p:cNvPr>
            <p:cNvGrpSpPr/>
            <p:nvPr/>
          </p:nvGrpSpPr>
          <p:grpSpPr>
            <a:xfrm>
              <a:off x="2828452" y="5143260"/>
              <a:ext cx="598446" cy="400110"/>
              <a:chOff x="2828452" y="5143260"/>
              <a:chExt cx="598446" cy="400110"/>
            </a:xfrm>
          </p:grpSpPr>
          <p:cxnSp>
            <p:nvCxnSpPr>
              <p:cNvPr id="733" name="直線接點 77">
                <a:extLst>
                  <a:ext uri="{FF2B5EF4-FFF2-40B4-BE49-F238E27FC236}">
                    <a16:creationId xmlns:a16="http://schemas.microsoft.com/office/drawing/2014/main" id="{0D70FC02-A4EB-23B9-CC4D-8704F26C163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28452" y="5157607"/>
                <a:ext cx="598446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34" name="文字方塊 78">
                    <a:extLst>
                      <a:ext uri="{FF2B5EF4-FFF2-40B4-BE49-F238E27FC236}">
                        <a16:creationId xmlns:a16="http://schemas.microsoft.com/office/drawing/2014/main" id="{51E404B4-678E-2C5F-E358-9BAF8822E2A6}"/>
                      </a:ext>
                    </a:extLst>
                  </p:cNvPr>
                  <p:cNvSpPr txBox="1"/>
                  <p:nvPr/>
                </p:nvSpPr>
                <p:spPr>
                  <a:xfrm>
                    <a:off x="2885519" y="5143260"/>
                    <a:ext cx="442750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HK" sz="2000" b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00B050"/>
                              </a:solidFill>
                              <a:latin typeface="Lucida Handwriting" panose="03010101010101010101" pitchFamily="66" charset="0"/>
                            </a:rPr>
                            <m:t>3</m:t>
                          </m:r>
                        </m:oMath>
                      </m:oMathPara>
                    </a14:m>
                    <a:endPara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00B050"/>
                      </a:solidFill>
                      <a:latin typeface="Lucida Calligraphy" panose="03010101010101010101" pitchFamily="66" charset="0"/>
                    </a:endParaRPr>
                  </a:p>
                </p:txBody>
              </p:sp>
            </mc:Choice>
            <mc:Fallback>
              <p:sp>
                <p:nvSpPr>
                  <p:cNvPr id="734" name="文字方塊 78">
                    <a:extLst>
                      <a:ext uri="{FF2B5EF4-FFF2-40B4-BE49-F238E27FC236}">
                        <a16:creationId xmlns:a16="http://schemas.microsoft.com/office/drawing/2014/main" id="{51E404B4-678E-2C5F-E358-9BAF8822E2A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5519" y="5143260"/>
                    <a:ext cx="442750" cy="400110"/>
                  </a:xfrm>
                  <a:prstGeom prst="rect">
                    <a:avLst/>
                  </a:prstGeom>
                  <a:blipFill>
                    <a:blip r:embed="rId6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35" name="TextBox 734">
                <a:extLst>
                  <a:ext uri="{FF2B5EF4-FFF2-40B4-BE49-F238E27FC236}">
                    <a16:creationId xmlns:a16="http://schemas.microsoft.com/office/drawing/2014/main" id="{34968DAA-5FCE-0158-AB7D-DC5F79F2348A}"/>
                  </a:ext>
                </a:extLst>
              </p:cNvPr>
              <p:cNvSpPr txBox="1"/>
              <p:nvPr/>
            </p:nvSpPr>
            <p:spPr>
              <a:xfrm>
                <a:off x="8095144" y="6338930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735" name="TextBox 734">
                <a:extLst>
                  <a:ext uri="{FF2B5EF4-FFF2-40B4-BE49-F238E27FC236}">
                    <a16:creationId xmlns:a16="http://schemas.microsoft.com/office/drawing/2014/main" id="{34968DAA-5FCE-0158-AB7D-DC5F79F23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5144" y="6338930"/>
                <a:ext cx="357791" cy="400110"/>
              </a:xfrm>
              <a:prstGeom prst="rect">
                <a:avLst/>
              </a:prstGeom>
              <a:blipFill>
                <a:blip r:embed="rId7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7" name="文字方塊 108">
                <a:extLst>
                  <a:ext uri="{FF2B5EF4-FFF2-40B4-BE49-F238E27FC236}">
                    <a16:creationId xmlns:a16="http://schemas.microsoft.com/office/drawing/2014/main" id="{FA64B4A5-C417-FE4A-E9EB-5097E4361383}"/>
                  </a:ext>
                </a:extLst>
              </p:cNvPr>
              <p:cNvSpPr txBox="1"/>
              <p:nvPr/>
            </p:nvSpPr>
            <p:spPr>
              <a:xfrm>
                <a:off x="8353752" y="597382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37" name="文字方塊 108">
                <a:extLst>
                  <a:ext uri="{FF2B5EF4-FFF2-40B4-BE49-F238E27FC236}">
                    <a16:creationId xmlns:a16="http://schemas.microsoft.com/office/drawing/2014/main" id="{FA64B4A5-C417-FE4A-E9EB-5097E4361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3752" y="5973822"/>
                <a:ext cx="295688" cy="400110"/>
              </a:xfrm>
              <a:prstGeom prst="rect">
                <a:avLst/>
              </a:prstGeom>
              <a:blipFill>
                <a:blip r:embed="rId7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8" name="文字方塊 109">
            <a:extLst>
              <a:ext uri="{FF2B5EF4-FFF2-40B4-BE49-F238E27FC236}">
                <a16:creationId xmlns:a16="http://schemas.microsoft.com/office/drawing/2014/main" id="{983C01A4-D4F1-9F04-AEDC-2D8857876A8F}"/>
              </a:ext>
            </a:extLst>
          </p:cNvPr>
          <p:cNvSpPr txBox="1"/>
          <p:nvPr/>
        </p:nvSpPr>
        <p:spPr>
          <a:xfrm>
            <a:off x="8611197" y="6004599"/>
            <a:ext cx="960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100%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9" name="文字方塊 101">
                <a:extLst>
                  <a:ext uri="{FF2B5EF4-FFF2-40B4-BE49-F238E27FC236}">
                    <a16:creationId xmlns:a16="http://schemas.microsoft.com/office/drawing/2014/main" id="{0F3442FF-A40D-24EE-C994-40BE6EBC3378}"/>
                  </a:ext>
                </a:extLst>
              </p:cNvPr>
              <p:cNvSpPr txBox="1"/>
              <p:nvPr/>
            </p:nvSpPr>
            <p:spPr>
              <a:xfrm>
                <a:off x="9461218" y="597382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39" name="文字方塊 101">
                <a:extLst>
                  <a:ext uri="{FF2B5EF4-FFF2-40B4-BE49-F238E27FC236}">
                    <a16:creationId xmlns:a16="http://schemas.microsoft.com/office/drawing/2014/main" id="{0F3442FF-A40D-24EE-C994-40BE6EBC3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1218" y="5973822"/>
                <a:ext cx="295688" cy="400110"/>
              </a:xfrm>
              <a:prstGeom prst="rect">
                <a:avLst/>
              </a:prstGeom>
              <a:blipFill>
                <a:blip r:embed="rId7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0" name="文字方塊 109">
            <a:extLst>
              <a:ext uri="{FF2B5EF4-FFF2-40B4-BE49-F238E27FC236}">
                <a16:creationId xmlns:a16="http://schemas.microsoft.com/office/drawing/2014/main" id="{E5BF1E4C-2FB4-B645-3FE4-1824EB5E6F1C}"/>
              </a:ext>
            </a:extLst>
          </p:cNvPr>
          <p:cNvSpPr txBox="1"/>
          <p:nvPr/>
        </p:nvSpPr>
        <p:spPr>
          <a:xfrm>
            <a:off x="9758758" y="6004599"/>
            <a:ext cx="1082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25.6%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741" name="筆跡 4">
                <a:extLst>
                  <a:ext uri="{FF2B5EF4-FFF2-40B4-BE49-F238E27FC236}">
                    <a16:creationId xmlns:a16="http://schemas.microsoft.com/office/drawing/2014/main" id="{34869936-BE5C-4A6D-F665-53C4DD07CD4B}"/>
                  </a:ext>
                </a:extLst>
              </p14:cNvPr>
              <p14:cNvContentPartPr/>
              <p14:nvPr/>
            </p14:nvContentPartPr>
            <p14:xfrm>
              <a:off x="1868141" y="1115172"/>
              <a:ext cx="2624562" cy="45719"/>
            </p14:xfrm>
          </p:contentPart>
        </mc:Choice>
        <mc:Fallback>
          <p:pic>
            <p:nvPicPr>
              <p:cNvPr id="741" name="筆跡 4">
                <a:extLst>
                  <a:ext uri="{FF2B5EF4-FFF2-40B4-BE49-F238E27FC236}">
                    <a16:creationId xmlns:a16="http://schemas.microsoft.com/office/drawing/2014/main" id="{34869936-BE5C-4A6D-F665-53C4DD07CD4B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814115" y="-12600528"/>
                <a:ext cx="2732253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4868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5" dur="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8"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3" dur="5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6"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1" dur="500" fill="hold"/>
                                        <p:tgtEl>
                                          <p:spTgt spid="74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2" fill="hold">
                      <p:stCondLst>
                        <p:cond delay="indefinite"/>
                      </p:stCondLst>
                      <p:childTnLst>
                        <p:par>
                          <p:cTn id="283" fill="hold">
                            <p:stCondLst>
                              <p:cond delay="0"/>
                            </p:stCondLst>
                            <p:childTnLst>
                              <p:par>
                                <p:cTn id="2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6"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1" dur="5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6" dur="500"/>
                                        <p:tgtEl>
                                          <p:spTgt spid="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1" dur="50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4" dur="5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9"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2"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7" dur="5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0"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5"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8" dur="5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1" dur="5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6" dur="5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9" dur="5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2" dur="5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7" dur="5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2" dur="5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7" dur="5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0" dur="500"/>
                                        <p:tgtEl>
                                          <p:spTgt spid="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1" fill="hold">
                      <p:stCondLst>
                        <p:cond delay="indefinite"/>
                      </p:stCondLst>
                      <p:childTnLst>
                        <p:par>
                          <p:cTn id="362" fill="hold">
                            <p:stCondLst>
                              <p:cond delay="0"/>
                            </p:stCondLst>
                            <p:childTnLst>
                              <p:par>
                                <p:cTn id="3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5" dur="5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8" dur="5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3" dur="500"/>
                                        <p:tgtEl>
                                          <p:spTgt spid="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6" dur="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9"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0" fill="hold">
                      <p:stCondLst>
                        <p:cond delay="indefinite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4"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7" dur="5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0" dur="500"/>
                                        <p:tgtEl>
                                          <p:spTgt spid="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5" dur="5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8" dur="5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9" fill="hold">
                      <p:stCondLst>
                        <p:cond delay="indefinite"/>
                      </p:stCondLst>
                      <p:childTnLst>
                        <p:par>
                          <p:cTn id="400" fill="hold">
                            <p:stCondLst>
                              <p:cond delay="0"/>
                            </p:stCondLst>
                            <p:childTnLst>
                              <p:par>
                                <p:cTn id="4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3"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6" dur="5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9" dur="5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0" fill="hold">
                      <p:stCondLst>
                        <p:cond delay="indefinite"/>
                      </p:stCondLst>
                      <p:childTnLst>
                        <p:par>
                          <p:cTn id="411" fill="hold">
                            <p:stCondLst>
                              <p:cond delay="0"/>
                            </p:stCondLst>
                            <p:childTnLst>
                              <p:par>
                                <p:cTn id="4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4" dur="500"/>
                                        <p:tgtEl>
                                          <p:spTgt spid="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7"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0"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1" fill="hold">
                      <p:stCondLst>
                        <p:cond delay="indefinite"/>
                      </p:stCondLst>
                      <p:childTnLst>
                        <p:par>
                          <p:cTn id="422" fill="hold">
                            <p:stCondLst>
                              <p:cond delay="0"/>
                            </p:stCondLst>
                            <p:childTnLst>
                              <p:par>
                                <p:cTn id="4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5"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8"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9" fill="hold">
                      <p:stCondLst>
                        <p:cond delay="indefinite"/>
                      </p:stCondLst>
                      <p:childTnLst>
                        <p:par>
                          <p:cTn id="430" fill="hold">
                            <p:stCondLst>
                              <p:cond delay="0"/>
                            </p:stCondLst>
                            <p:childTnLst>
                              <p:par>
                                <p:cTn id="4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3"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17" grpId="0" animBg="1"/>
      <p:bldP spid="18" grpId="0"/>
      <p:bldP spid="22" grpId="0"/>
      <p:bldP spid="23" grpId="0"/>
      <p:bldP spid="24" grpId="0"/>
      <p:bldP spid="28" grpId="0"/>
      <p:bldP spid="29" grpId="0"/>
      <p:bldP spid="32" grpId="0"/>
      <p:bldP spid="33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8" grpId="0"/>
      <p:bldP spid="50" grpId="0"/>
      <p:bldP spid="46" grpId="0"/>
      <p:bldP spid="58" grpId="0"/>
      <p:bldP spid="59" grpId="0"/>
      <p:bldP spid="60" grpId="0"/>
      <p:bldP spid="61" grpId="0"/>
      <p:bldP spid="62" grpId="0"/>
      <p:bldP spid="640" grpId="0"/>
      <p:bldP spid="641" grpId="0"/>
      <p:bldP spid="642" grpId="0"/>
      <p:bldP spid="643" grpId="0"/>
      <p:bldP spid="644" grpId="0"/>
      <p:bldP spid="645" grpId="0"/>
      <p:bldP spid="646" grpId="0"/>
      <p:bldP spid="647" grpId="0"/>
      <p:bldP spid="648" grpId="0"/>
      <p:bldP spid="649" grpId="0"/>
      <p:bldP spid="650" grpId="0"/>
      <p:bldP spid="651" grpId="0"/>
      <p:bldP spid="652" grpId="0"/>
      <p:bldP spid="653" grpId="0"/>
      <p:bldP spid="654" grpId="0"/>
      <p:bldP spid="655" grpId="0"/>
      <p:bldP spid="656" grpId="0"/>
      <p:bldP spid="657" grpId="0"/>
      <p:bldP spid="658" grpId="0"/>
      <p:bldP spid="659" grpId="0"/>
      <p:bldP spid="660" grpId="0"/>
      <p:bldP spid="661" grpId="0"/>
      <p:bldP spid="662" grpId="0"/>
      <p:bldP spid="663" grpId="0"/>
      <p:bldP spid="670" grpId="0"/>
      <p:bldP spid="671" grpId="0"/>
      <p:bldP spid="672" grpId="0"/>
      <p:bldP spid="673" grpId="0"/>
      <p:bldP spid="674" grpId="0"/>
      <p:bldP spid="681" grpId="0"/>
      <p:bldP spid="687" grpId="0"/>
      <p:bldP spid="691" grpId="0"/>
      <p:bldP spid="692" grpId="0"/>
      <p:bldP spid="698" grpId="0"/>
      <p:bldP spid="700" grpId="0"/>
      <p:bldP spid="701" grpId="0"/>
      <p:bldP spid="709" grpId="0"/>
      <p:bldP spid="715" grpId="0"/>
      <p:bldP spid="719" grpId="0"/>
      <p:bldP spid="720" grpId="0"/>
      <p:bldP spid="721" grpId="0"/>
      <p:bldP spid="727" grpId="0"/>
      <p:bldP spid="735" grpId="0"/>
      <p:bldP spid="737" grpId="0"/>
      <p:bldP spid="738" grpId="0"/>
      <p:bldP spid="739" grpId="0"/>
      <p:bldP spid="74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Picture 741">
            <a:extLst>
              <a:ext uri="{FF2B5EF4-FFF2-40B4-BE49-F238E27FC236}">
                <a16:creationId xmlns:a16="http://schemas.microsoft.com/office/drawing/2014/main" id="{6AC66D24-E694-E211-8AEA-1C59B403D0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9177"/>
          <a:stretch>
            <a:fillRect/>
          </a:stretch>
        </p:blipFill>
        <p:spPr>
          <a:xfrm>
            <a:off x="99001" y="86099"/>
            <a:ext cx="11687910" cy="11331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72EEA1-1D1F-92D0-F6E9-2186011C8C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398"/>
          <a:stretch>
            <a:fillRect/>
          </a:stretch>
        </p:blipFill>
        <p:spPr>
          <a:xfrm>
            <a:off x="99001" y="1219200"/>
            <a:ext cx="11687910" cy="12299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CD54D7-1ED8-3F2C-C7E7-4026F084858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34070" t="21163" r="34320" b="26048"/>
          <a:stretch>
            <a:fillRect/>
          </a:stretch>
        </p:blipFill>
        <p:spPr>
          <a:xfrm>
            <a:off x="8642726" y="2449106"/>
            <a:ext cx="2789382" cy="2168745"/>
          </a:xfrm>
          <a:prstGeom prst="rect">
            <a:avLst/>
          </a:prstGeom>
        </p:spPr>
      </p:pic>
      <p:sp>
        <p:nvSpPr>
          <p:cNvPr id="8" name="TextBox 15">
            <a:extLst>
              <a:ext uri="{FF2B5EF4-FFF2-40B4-BE49-F238E27FC236}">
                <a16:creationId xmlns:a16="http://schemas.microsoft.com/office/drawing/2014/main" id="{A7834E23-2BEC-8078-3BFD-5635F3178F5D}"/>
              </a:ext>
            </a:extLst>
          </p:cNvPr>
          <p:cNvSpPr txBox="1"/>
          <p:nvPr/>
        </p:nvSpPr>
        <p:spPr>
          <a:xfrm>
            <a:off x="99001" y="2491329"/>
            <a:ext cx="611176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h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be the height of the right cylinder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sp>
        <p:nvSpPr>
          <p:cNvPr id="9" name="左大括弧 49">
            <a:extLst>
              <a:ext uri="{FF2B5EF4-FFF2-40B4-BE49-F238E27FC236}">
                <a16:creationId xmlns:a16="http://schemas.microsoft.com/office/drawing/2014/main" id="{074AE3DA-9B83-4C45-6C42-D0FD984E2402}"/>
              </a:ext>
            </a:extLst>
          </p:cNvPr>
          <p:cNvSpPr/>
          <p:nvPr/>
        </p:nvSpPr>
        <p:spPr>
          <a:xfrm rot="10800000">
            <a:off x="10073521" y="3874139"/>
            <a:ext cx="165733" cy="430481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>
              <a:solidFill>
                <a:srgbClr val="00B0F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EDF8F8-7A92-4183-F572-95BA5E0CB5E3}"/>
              </a:ext>
            </a:extLst>
          </p:cNvPr>
          <p:cNvSpPr txBox="1"/>
          <p:nvPr/>
        </p:nvSpPr>
        <p:spPr>
          <a:xfrm>
            <a:off x="10179627" y="3940003"/>
            <a:ext cx="4248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h</a:t>
            </a:r>
            <a:endParaRPr lang="en-US" sz="160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C310A5F-E1DE-706B-78AE-985D86995C1F}"/>
              </a:ext>
            </a:extLst>
          </p:cNvPr>
          <p:cNvCxnSpPr>
            <a:cxnSpLocks/>
          </p:cNvCxnSpPr>
          <p:nvPr/>
        </p:nvCxnSpPr>
        <p:spPr>
          <a:xfrm>
            <a:off x="10031080" y="3186722"/>
            <a:ext cx="0" cy="111532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接點: 肘形 56">
            <a:extLst>
              <a:ext uri="{FF2B5EF4-FFF2-40B4-BE49-F238E27FC236}">
                <a16:creationId xmlns:a16="http://schemas.microsoft.com/office/drawing/2014/main" id="{119F2113-F58A-2DF8-9E07-9650E9116911}"/>
              </a:ext>
            </a:extLst>
          </p:cNvPr>
          <p:cNvCxnSpPr>
            <a:cxnSpLocks/>
          </p:cNvCxnSpPr>
          <p:nvPr/>
        </p:nvCxnSpPr>
        <p:spPr>
          <a:xfrm rot="16200000" flipH="1">
            <a:off x="9938380" y="3848345"/>
            <a:ext cx="91440" cy="91440"/>
          </a:xfrm>
          <a:prstGeom prst="bentConnector3">
            <a:avLst>
              <a:gd name="adj1" fmla="val 97736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左大括弧 49">
            <a:extLst>
              <a:ext uri="{FF2B5EF4-FFF2-40B4-BE49-F238E27FC236}">
                <a16:creationId xmlns:a16="http://schemas.microsoft.com/office/drawing/2014/main" id="{A8CB9C33-B3DA-6D6A-4F9E-D09D36670F25}"/>
              </a:ext>
            </a:extLst>
          </p:cNvPr>
          <p:cNvSpPr/>
          <p:nvPr/>
        </p:nvSpPr>
        <p:spPr>
          <a:xfrm flipH="1">
            <a:off x="10079444" y="3196134"/>
            <a:ext cx="200366" cy="642844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/>
          </a:p>
        </p:txBody>
      </p:sp>
      <p:sp>
        <p:nvSpPr>
          <p:cNvPr id="21" name="文字方塊 10">
            <a:extLst>
              <a:ext uri="{FF2B5EF4-FFF2-40B4-BE49-F238E27FC236}">
                <a16:creationId xmlns:a16="http://schemas.microsoft.com/office/drawing/2014/main" id="{530AF957-01B4-3B2D-B138-61DAFB837853}"/>
              </a:ext>
            </a:extLst>
          </p:cNvPr>
          <p:cNvSpPr txBox="1"/>
          <p:nvPr/>
        </p:nvSpPr>
        <p:spPr>
          <a:xfrm>
            <a:off x="9605425" y="4239309"/>
            <a:ext cx="33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757B4AE-11D6-2818-F653-2D21238D575C}"/>
              </a:ext>
            </a:extLst>
          </p:cNvPr>
          <p:cNvCxnSpPr/>
          <p:nvPr/>
        </p:nvCxnSpPr>
        <p:spPr>
          <a:xfrm>
            <a:off x="9368242" y="3838978"/>
            <a:ext cx="66031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1DB737F-4694-D128-8225-C2E5B37F6768}"/>
              </a:ext>
            </a:extLst>
          </p:cNvPr>
          <p:cNvCxnSpPr/>
          <p:nvPr/>
        </p:nvCxnSpPr>
        <p:spPr>
          <a:xfrm>
            <a:off x="9368242" y="4302051"/>
            <a:ext cx="66031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字方塊 10">
            <a:extLst>
              <a:ext uri="{FF2B5EF4-FFF2-40B4-BE49-F238E27FC236}">
                <a16:creationId xmlns:a16="http://schemas.microsoft.com/office/drawing/2014/main" id="{7A50B6C1-A047-37AA-3762-3493BCC8E4B1}"/>
              </a:ext>
            </a:extLst>
          </p:cNvPr>
          <p:cNvSpPr txBox="1"/>
          <p:nvPr/>
        </p:nvSpPr>
        <p:spPr>
          <a:xfrm>
            <a:off x="9578497" y="3586177"/>
            <a:ext cx="33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r</a:t>
            </a:r>
          </a:p>
        </p:txBody>
      </p:sp>
      <p:sp>
        <p:nvSpPr>
          <p:cNvPr id="33" name="文字方塊 10">
            <a:extLst>
              <a:ext uri="{FF2B5EF4-FFF2-40B4-BE49-F238E27FC236}">
                <a16:creationId xmlns:a16="http://schemas.microsoft.com/office/drawing/2014/main" id="{01B65CC6-11BD-500D-203A-854C8F556759}"/>
              </a:ext>
            </a:extLst>
          </p:cNvPr>
          <p:cNvSpPr txBox="1"/>
          <p:nvPr/>
        </p:nvSpPr>
        <p:spPr>
          <a:xfrm>
            <a:off x="10209472" y="3365860"/>
            <a:ext cx="33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r</a:t>
            </a:r>
          </a:p>
        </p:txBody>
      </p:sp>
      <p:cxnSp>
        <p:nvCxnSpPr>
          <p:cNvPr id="34" name="接點: 肘形 56">
            <a:extLst>
              <a:ext uri="{FF2B5EF4-FFF2-40B4-BE49-F238E27FC236}">
                <a16:creationId xmlns:a16="http://schemas.microsoft.com/office/drawing/2014/main" id="{B2EDD202-2602-2927-2CF5-F394C0795F97}"/>
              </a:ext>
            </a:extLst>
          </p:cNvPr>
          <p:cNvCxnSpPr>
            <a:cxnSpLocks/>
          </p:cNvCxnSpPr>
          <p:nvPr/>
        </p:nvCxnSpPr>
        <p:spPr>
          <a:xfrm flipH="1">
            <a:off x="9945977" y="4201245"/>
            <a:ext cx="91440" cy="91440"/>
          </a:xfrm>
          <a:prstGeom prst="bentConnector3">
            <a:avLst>
              <a:gd name="adj1" fmla="val 97736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左大括弧 49">
            <a:extLst>
              <a:ext uri="{FF2B5EF4-FFF2-40B4-BE49-F238E27FC236}">
                <a16:creationId xmlns:a16="http://schemas.microsoft.com/office/drawing/2014/main" id="{7958E553-E9B1-32E1-9353-98357652F3F4}"/>
              </a:ext>
            </a:extLst>
          </p:cNvPr>
          <p:cNvSpPr/>
          <p:nvPr/>
        </p:nvSpPr>
        <p:spPr>
          <a:xfrm rot="5400000" flipH="1">
            <a:off x="9264830" y="3929789"/>
            <a:ext cx="238421" cy="1306745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>
              <a:solidFill>
                <a:srgbClr val="FFC000"/>
              </a:solidFill>
            </a:endParaRPr>
          </a:p>
        </p:txBody>
      </p:sp>
      <p:sp>
        <p:nvSpPr>
          <p:cNvPr id="36" name="文字方塊 10">
            <a:extLst>
              <a:ext uri="{FF2B5EF4-FFF2-40B4-BE49-F238E27FC236}">
                <a16:creationId xmlns:a16="http://schemas.microsoft.com/office/drawing/2014/main" id="{29D5F647-F66E-2025-205A-94D446C8F004}"/>
              </a:ext>
            </a:extLst>
          </p:cNvPr>
          <p:cNvSpPr txBox="1"/>
          <p:nvPr/>
        </p:nvSpPr>
        <p:spPr>
          <a:xfrm>
            <a:off x="9112107" y="4681738"/>
            <a:ext cx="543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2</a:t>
            </a:r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r</a:t>
            </a:r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BD8F9E2D-CBCD-AA91-676C-492692BE7D79}"/>
              </a:ext>
            </a:extLst>
          </p:cNvPr>
          <p:cNvSpPr/>
          <p:nvPr/>
        </p:nvSpPr>
        <p:spPr>
          <a:xfrm>
            <a:off x="10250913" y="4746796"/>
            <a:ext cx="242904" cy="595858"/>
          </a:xfrm>
          <a:prstGeom prst="downArrow">
            <a:avLst>
              <a:gd name="adj1" fmla="val 35380"/>
              <a:gd name="adj2" fmla="val 57309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Cylinder 39">
            <a:extLst>
              <a:ext uri="{FF2B5EF4-FFF2-40B4-BE49-F238E27FC236}">
                <a16:creationId xmlns:a16="http://schemas.microsoft.com/office/drawing/2014/main" id="{90AA9E20-C2C2-C003-D74B-0E15ABA173B4}"/>
              </a:ext>
            </a:extLst>
          </p:cNvPr>
          <p:cNvSpPr/>
          <p:nvPr/>
        </p:nvSpPr>
        <p:spPr>
          <a:xfrm>
            <a:off x="8668224" y="5452307"/>
            <a:ext cx="1375530" cy="1319594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ylinder 40">
            <a:extLst>
              <a:ext uri="{FF2B5EF4-FFF2-40B4-BE49-F238E27FC236}">
                <a16:creationId xmlns:a16="http://schemas.microsoft.com/office/drawing/2014/main" id="{4CB64A77-61A7-C5AD-0EF9-CD74F4B81523}"/>
              </a:ext>
            </a:extLst>
          </p:cNvPr>
          <p:cNvSpPr/>
          <p:nvPr/>
        </p:nvSpPr>
        <p:spPr>
          <a:xfrm>
            <a:off x="8668224" y="5854747"/>
            <a:ext cx="1375530" cy="917153"/>
          </a:xfrm>
          <a:prstGeom prst="can">
            <a:avLst>
              <a:gd name="adj" fmla="val 34913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左大括弧 49">
            <a:extLst>
              <a:ext uri="{FF2B5EF4-FFF2-40B4-BE49-F238E27FC236}">
                <a16:creationId xmlns:a16="http://schemas.microsoft.com/office/drawing/2014/main" id="{C62F45AD-1CD4-2C4A-D70F-6459FC980EF8}"/>
              </a:ext>
            </a:extLst>
          </p:cNvPr>
          <p:cNvSpPr/>
          <p:nvPr/>
        </p:nvSpPr>
        <p:spPr>
          <a:xfrm>
            <a:off x="8313117" y="5993845"/>
            <a:ext cx="225381" cy="640900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/>
          </a:p>
        </p:txBody>
      </p:sp>
      <p:grpSp>
        <p:nvGrpSpPr>
          <p:cNvPr id="43" name="群組 74">
            <a:extLst>
              <a:ext uri="{FF2B5EF4-FFF2-40B4-BE49-F238E27FC236}">
                <a16:creationId xmlns:a16="http://schemas.microsoft.com/office/drawing/2014/main" id="{0EE86204-288F-9173-7BE7-93D2AF9BA599}"/>
              </a:ext>
            </a:extLst>
          </p:cNvPr>
          <p:cNvGrpSpPr/>
          <p:nvPr/>
        </p:nvGrpSpPr>
        <p:grpSpPr>
          <a:xfrm>
            <a:off x="7045940" y="5898570"/>
            <a:ext cx="364383" cy="777549"/>
            <a:chOff x="2896107" y="4671588"/>
            <a:chExt cx="364383" cy="777549"/>
          </a:xfrm>
        </p:grpSpPr>
        <p:sp>
          <p:nvSpPr>
            <p:cNvPr id="44" name="文字方塊 75">
              <a:extLst>
                <a:ext uri="{FF2B5EF4-FFF2-40B4-BE49-F238E27FC236}">
                  <a16:creationId xmlns:a16="http://schemas.microsoft.com/office/drawing/2014/main" id="{E7EDFB73-F357-37C2-F6E1-D49A1EACA619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45" name="群組 76">
              <a:extLst>
                <a:ext uri="{FF2B5EF4-FFF2-40B4-BE49-F238E27FC236}">
                  <a16:creationId xmlns:a16="http://schemas.microsoft.com/office/drawing/2014/main" id="{567CAAA8-B6BA-1CCB-366A-F4D95360A1BE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46" name="直線接點 77">
                <a:extLst>
                  <a:ext uri="{FF2B5EF4-FFF2-40B4-BE49-F238E27FC236}">
                    <a16:creationId xmlns:a16="http://schemas.microsoft.com/office/drawing/2014/main" id="{21A8EDB9-D165-F07A-C8F6-F3D65D48CD8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7" name="文字方塊 78">
                <a:extLst>
                  <a:ext uri="{FF2B5EF4-FFF2-40B4-BE49-F238E27FC236}">
                    <a16:creationId xmlns:a16="http://schemas.microsoft.com/office/drawing/2014/main" id="{454A5A15-6BC9-B286-1BF0-D6C1BD59258E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5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92C58BF-742A-CB85-E3F7-782FAED5A5E7}"/>
                  </a:ext>
                </a:extLst>
              </p:cNvPr>
              <p:cNvSpPr txBox="1"/>
              <p:nvPr/>
            </p:nvSpPr>
            <p:spPr>
              <a:xfrm>
                <a:off x="7416916" y="6086553"/>
                <a:ext cx="10009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US" altLang="zh-HK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r</a:t>
                </a:r>
                <a:r>
                  <a:rPr lang="en-HK" sz="18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HK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h</a:t>
                </a:r>
                <a:r>
                  <a:rPr lang="en-US" altLang="zh-HK" sz="18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  <a:r>
                  <a:rPr lang="en-US" altLang="zh-HK" sz="18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92C58BF-742A-CB85-E3F7-782FAED5A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916" y="6086553"/>
                <a:ext cx="100095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字方塊 103">
                <a:extLst>
                  <a:ext uri="{FF2B5EF4-FFF2-40B4-BE49-F238E27FC236}">
                    <a16:creationId xmlns:a16="http://schemas.microsoft.com/office/drawing/2014/main" id="{420E8D25-ACD7-55F4-F81A-FD3CB46145EB}"/>
                  </a:ext>
                </a:extLst>
              </p:cNvPr>
              <p:cNvSpPr txBox="1"/>
              <p:nvPr/>
            </p:nvSpPr>
            <p:spPr>
              <a:xfrm>
                <a:off x="10198129" y="594057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0" name="文字方塊 103">
                <a:extLst>
                  <a:ext uri="{FF2B5EF4-FFF2-40B4-BE49-F238E27FC236}">
                    <a16:creationId xmlns:a16="http://schemas.microsoft.com/office/drawing/2014/main" id="{420E8D25-ACD7-55F4-F81A-FD3CB4614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8129" y="5940579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" name="Picture 50">
            <a:extLst>
              <a:ext uri="{FF2B5EF4-FFF2-40B4-BE49-F238E27FC236}">
                <a16:creationId xmlns:a16="http://schemas.microsoft.com/office/drawing/2014/main" id="{20412E8F-BF68-3C32-109A-8A0A8D163AD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2063" t="41510" r="2223" b="4217"/>
          <a:stretch>
            <a:fillRect/>
          </a:stretch>
        </p:blipFill>
        <p:spPr>
          <a:xfrm>
            <a:off x="10767852" y="5638800"/>
            <a:ext cx="1147073" cy="102563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4BE281E3-D5FB-1CC7-042E-D961118141CC}"/>
              </a:ext>
            </a:extLst>
          </p:cNvPr>
          <p:cNvSpPr txBox="1"/>
          <p:nvPr/>
        </p:nvSpPr>
        <p:spPr>
          <a:xfrm>
            <a:off x="178225" y="2941197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/>
          </a:p>
        </p:txBody>
      </p:sp>
      <p:sp>
        <p:nvSpPr>
          <p:cNvPr id="53" name="TextBox 15">
            <a:extLst>
              <a:ext uri="{FF2B5EF4-FFF2-40B4-BE49-F238E27FC236}">
                <a16:creationId xmlns:a16="http://schemas.microsoft.com/office/drawing/2014/main" id="{7D998F12-C1A6-797A-4C98-2DE80A6B2F7F}"/>
              </a:ext>
            </a:extLst>
          </p:cNvPr>
          <p:cNvSpPr txBox="1"/>
          <p:nvPr/>
        </p:nvSpPr>
        <p:spPr>
          <a:xfrm>
            <a:off x="699110" y="2941197"/>
            <a:ext cx="289107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Drop in water level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字方塊 101">
                <a:extLst>
                  <a:ext uri="{FF2B5EF4-FFF2-40B4-BE49-F238E27FC236}">
                    <a16:creationId xmlns:a16="http://schemas.microsoft.com/office/drawing/2014/main" id="{FA7BDD8C-0879-AB5D-12BB-104B5DB5A4B6}"/>
                  </a:ext>
                </a:extLst>
              </p:cNvPr>
              <p:cNvSpPr txBox="1"/>
              <p:nvPr/>
            </p:nvSpPr>
            <p:spPr>
              <a:xfrm>
                <a:off x="3545677" y="294119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4" name="文字方塊 101">
                <a:extLst>
                  <a:ext uri="{FF2B5EF4-FFF2-40B4-BE49-F238E27FC236}">
                    <a16:creationId xmlns:a16="http://schemas.microsoft.com/office/drawing/2014/main" id="{FA7BDD8C-0879-AB5D-12BB-104B5DB5A4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5677" y="2941197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4113995-F538-3911-C79F-A7BC95D00237}"/>
                  </a:ext>
                </a:extLst>
              </p:cNvPr>
              <p:cNvSpPr txBox="1"/>
              <p:nvPr/>
            </p:nvSpPr>
            <p:spPr>
              <a:xfrm>
                <a:off x="3829101" y="2965750"/>
                <a:ext cx="100095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r</a:t>
                </a:r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h</a:t>
                </a:r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 sz="200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4113995-F538-3911-C79F-A7BC95D00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101" y="2965750"/>
                <a:ext cx="1000957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字方塊 44">
                <a:extLst>
                  <a:ext uri="{FF2B5EF4-FFF2-40B4-BE49-F238E27FC236}">
                    <a16:creationId xmlns:a16="http://schemas.microsoft.com/office/drawing/2014/main" id="{ECD8E790-2ED3-2443-2555-4376EB1DEB2C}"/>
                  </a:ext>
                </a:extLst>
              </p:cNvPr>
              <p:cNvSpPr txBox="1"/>
              <p:nvPr/>
            </p:nvSpPr>
            <p:spPr>
              <a:xfrm>
                <a:off x="4859615" y="295922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6" name="文字方塊 44">
                <a:extLst>
                  <a:ext uri="{FF2B5EF4-FFF2-40B4-BE49-F238E27FC236}">
                    <a16:creationId xmlns:a16="http://schemas.microsoft.com/office/drawing/2014/main" id="{ECD8E790-2ED3-2443-2555-4376EB1DE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615" y="2959221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字方塊 109">
            <a:extLst>
              <a:ext uri="{FF2B5EF4-FFF2-40B4-BE49-F238E27FC236}">
                <a16:creationId xmlns:a16="http://schemas.microsoft.com/office/drawing/2014/main" id="{EEAE7FCE-959F-C1F5-71E5-24862B07B237}"/>
              </a:ext>
            </a:extLst>
          </p:cNvPr>
          <p:cNvSpPr txBox="1"/>
          <p:nvPr/>
        </p:nvSpPr>
        <p:spPr>
          <a:xfrm>
            <a:off x="5127121" y="2959221"/>
            <a:ext cx="882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20%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8" name="筆跡 4">
                <a:extLst>
                  <a:ext uri="{FF2B5EF4-FFF2-40B4-BE49-F238E27FC236}">
                    <a16:creationId xmlns:a16="http://schemas.microsoft.com/office/drawing/2014/main" id="{96C6E150-FA32-D30E-2E97-03F136F0492A}"/>
                  </a:ext>
                </a:extLst>
              </p14:cNvPr>
              <p14:cNvContentPartPr/>
              <p14:nvPr/>
            </p14:nvContentPartPr>
            <p14:xfrm>
              <a:off x="9368241" y="297411"/>
              <a:ext cx="1213941" cy="45719"/>
            </p14:xfrm>
          </p:contentPart>
        </mc:Choice>
        <mc:Fallback>
          <p:pic>
            <p:nvPicPr>
              <p:cNvPr id="58" name="筆跡 4">
                <a:extLst>
                  <a:ext uri="{FF2B5EF4-FFF2-40B4-BE49-F238E27FC236}">
                    <a16:creationId xmlns:a16="http://schemas.microsoft.com/office/drawing/2014/main" id="{96C6E150-FA32-D30E-2E97-03F136F0492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314224" y="-13418289"/>
                <a:ext cx="132161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9" name="筆跡 4">
                <a:extLst>
                  <a:ext uri="{FF2B5EF4-FFF2-40B4-BE49-F238E27FC236}">
                    <a16:creationId xmlns:a16="http://schemas.microsoft.com/office/drawing/2014/main" id="{B7293692-89BA-A0E9-73DF-CC22CC5F728A}"/>
                  </a:ext>
                </a:extLst>
              </p14:cNvPr>
              <p14:cNvContentPartPr/>
              <p14:nvPr/>
            </p14:nvContentPartPr>
            <p14:xfrm>
              <a:off x="7030207" y="652649"/>
              <a:ext cx="3007206" cy="45719"/>
            </p14:xfrm>
          </p:contentPart>
        </mc:Choice>
        <mc:Fallback>
          <p:pic>
            <p:nvPicPr>
              <p:cNvPr id="59" name="筆跡 4">
                <a:extLst>
                  <a:ext uri="{FF2B5EF4-FFF2-40B4-BE49-F238E27FC236}">
                    <a16:creationId xmlns:a16="http://schemas.microsoft.com/office/drawing/2014/main" id="{B7293692-89BA-A0E9-73DF-CC22CC5F728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976179" y="-13063051"/>
                <a:ext cx="311490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0" name="筆跡 4">
                <a:extLst>
                  <a:ext uri="{FF2B5EF4-FFF2-40B4-BE49-F238E27FC236}">
                    <a16:creationId xmlns:a16="http://schemas.microsoft.com/office/drawing/2014/main" id="{8043C0E9-36F4-9D55-CEEF-F05EE7179A87}"/>
                  </a:ext>
                </a:extLst>
              </p14:cNvPr>
              <p14:cNvContentPartPr/>
              <p14:nvPr/>
            </p14:nvContentPartPr>
            <p14:xfrm>
              <a:off x="4891792" y="1058488"/>
              <a:ext cx="267506" cy="45719"/>
            </p14:xfrm>
          </p:contentPart>
        </mc:Choice>
        <mc:Fallback>
          <p:pic>
            <p:nvPicPr>
              <p:cNvPr id="60" name="筆跡 4">
                <a:extLst>
                  <a:ext uri="{FF2B5EF4-FFF2-40B4-BE49-F238E27FC236}">
                    <a16:creationId xmlns:a16="http://schemas.microsoft.com/office/drawing/2014/main" id="{8043C0E9-36F4-9D55-CEEF-F05EE7179A8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837859" y="-12657212"/>
                <a:ext cx="37501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61" name="筆跡 4">
                <a:extLst>
                  <a:ext uri="{FF2B5EF4-FFF2-40B4-BE49-F238E27FC236}">
                    <a16:creationId xmlns:a16="http://schemas.microsoft.com/office/drawing/2014/main" id="{0013155F-4C81-E99E-3B6C-9355BFAE1A4D}"/>
                  </a:ext>
                </a:extLst>
              </p14:cNvPr>
              <p14:cNvContentPartPr/>
              <p14:nvPr/>
            </p14:nvContentPartPr>
            <p14:xfrm>
              <a:off x="7960550" y="1456756"/>
              <a:ext cx="437726" cy="45719"/>
            </p14:xfrm>
          </p:contentPart>
        </mc:Choice>
        <mc:Fallback>
          <p:pic>
            <p:nvPicPr>
              <p:cNvPr id="61" name="筆跡 4">
                <a:extLst>
                  <a:ext uri="{FF2B5EF4-FFF2-40B4-BE49-F238E27FC236}">
                    <a16:creationId xmlns:a16="http://schemas.microsoft.com/office/drawing/2014/main" id="{0013155F-4C81-E99E-3B6C-9355BFAE1A4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906554" y="-12258944"/>
                <a:ext cx="54535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63" name="筆跡 4">
                <a:extLst>
                  <a:ext uri="{FF2B5EF4-FFF2-40B4-BE49-F238E27FC236}">
                    <a16:creationId xmlns:a16="http://schemas.microsoft.com/office/drawing/2014/main" id="{59CCB22B-9845-D9C6-05D0-3D738A7E39EE}"/>
                  </a:ext>
                </a:extLst>
              </p14:cNvPr>
              <p14:cNvContentPartPr/>
              <p14:nvPr/>
            </p14:nvContentPartPr>
            <p14:xfrm>
              <a:off x="2528895" y="1845557"/>
              <a:ext cx="2642269" cy="45719"/>
            </p14:xfrm>
          </p:contentPart>
        </mc:Choice>
        <mc:Fallback>
          <p:pic>
            <p:nvPicPr>
              <p:cNvPr id="63" name="筆跡 4">
                <a:extLst>
                  <a:ext uri="{FF2B5EF4-FFF2-40B4-BE49-F238E27FC236}">
                    <a16:creationId xmlns:a16="http://schemas.microsoft.com/office/drawing/2014/main" id="{59CCB22B-9845-D9C6-05D0-3D738A7E39E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474868" y="-11870143"/>
                <a:ext cx="274996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4" name="文字方塊 101">
                <a:extLst>
                  <a:ext uri="{FF2B5EF4-FFF2-40B4-BE49-F238E27FC236}">
                    <a16:creationId xmlns:a16="http://schemas.microsoft.com/office/drawing/2014/main" id="{B17016EA-566F-E4B5-FD35-C50331A5F0FA}"/>
                  </a:ext>
                </a:extLst>
              </p:cNvPr>
              <p:cNvSpPr txBox="1"/>
              <p:nvPr/>
            </p:nvSpPr>
            <p:spPr>
              <a:xfrm>
                <a:off x="5808250" y="294994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04" name="文字方塊 101">
                <a:extLst>
                  <a:ext uri="{FF2B5EF4-FFF2-40B4-BE49-F238E27FC236}">
                    <a16:creationId xmlns:a16="http://schemas.microsoft.com/office/drawing/2014/main" id="{B17016EA-566F-E4B5-FD35-C50331A5F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8250" y="2949941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5" name="群組 74">
            <a:extLst>
              <a:ext uri="{FF2B5EF4-FFF2-40B4-BE49-F238E27FC236}">
                <a16:creationId xmlns:a16="http://schemas.microsoft.com/office/drawing/2014/main" id="{90F5E6F6-80B0-322B-C17F-50AF86B4B45F}"/>
              </a:ext>
            </a:extLst>
          </p:cNvPr>
          <p:cNvGrpSpPr/>
          <p:nvPr/>
        </p:nvGrpSpPr>
        <p:grpSpPr>
          <a:xfrm>
            <a:off x="6163424" y="2788328"/>
            <a:ext cx="364383" cy="777549"/>
            <a:chOff x="2896107" y="4671588"/>
            <a:chExt cx="364383" cy="777549"/>
          </a:xfrm>
        </p:grpSpPr>
        <p:sp>
          <p:nvSpPr>
            <p:cNvPr id="706" name="文字方塊 75">
              <a:extLst>
                <a:ext uri="{FF2B5EF4-FFF2-40B4-BE49-F238E27FC236}">
                  <a16:creationId xmlns:a16="http://schemas.microsoft.com/office/drawing/2014/main" id="{A91A99EB-3113-81B2-A6B5-5EC252311D63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707" name="群組 76">
              <a:extLst>
                <a:ext uri="{FF2B5EF4-FFF2-40B4-BE49-F238E27FC236}">
                  <a16:creationId xmlns:a16="http://schemas.microsoft.com/office/drawing/2014/main" id="{DEF54CDE-9AC8-A375-55C4-393665C2D843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708" name="直線接點 77">
                <a:extLst>
                  <a:ext uri="{FF2B5EF4-FFF2-40B4-BE49-F238E27FC236}">
                    <a16:creationId xmlns:a16="http://schemas.microsoft.com/office/drawing/2014/main" id="{B4B5B6AA-BD22-52A2-B261-C4F7B3EE166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09" name="文字方塊 78">
                <a:extLst>
                  <a:ext uri="{FF2B5EF4-FFF2-40B4-BE49-F238E27FC236}">
                    <a16:creationId xmlns:a16="http://schemas.microsoft.com/office/drawing/2014/main" id="{FA0232D7-3A14-E9AD-8710-52A5A9703322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5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711" name="TextBox 710">
            <a:extLst>
              <a:ext uri="{FF2B5EF4-FFF2-40B4-BE49-F238E27FC236}">
                <a16:creationId xmlns:a16="http://schemas.microsoft.com/office/drawing/2014/main" id="{0A81EBE1-8C7F-C157-2F92-04A4EF7D80E8}"/>
              </a:ext>
            </a:extLst>
          </p:cNvPr>
          <p:cNvSpPr txBox="1"/>
          <p:nvPr/>
        </p:nvSpPr>
        <p:spPr>
          <a:xfrm>
            <a:off x="6526429" y="2973944"/>
            <a:ext cx="295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r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2" name="文字方塊 103">
                <a:extLst>
                  <a:ext uri="{FF2B5EF4-FFF2-40B4-BE49-F238E27FC236}">
                    <a16:creationId xmlns:a16="http://schemas.microsoft.com/office/drawing/2014/main" id="{46A6D85E-DFB2-D764-9118-337F2DAFDC4D}"/>
                  </a:ext>
                </a:extLst>
              </p:cNvPr>
              <p:cNvSpPr txBox="1"/>
              <p:nvPr/>
            </p:nvSpPr>
            <p:spPr>
              <a:xfrm>
                <a:off x="6778195" y="29739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12" name="文字方塊 103">
                <a:extLst>
                  <a:ext uri="{FF2B5EF4-FFF2-40B4-BE49-F238E27FC236}">
                    <a16:creationId xmlns:a16="http://schemas.microsoft.com/office/drawing/2014/main" id="{46A6D85E-DFB2-D764-9118-337F2DAFD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8195" y="2973944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3" name="群組 74">
            <a:extLst>
              <a:ext uri="{FF2B5EF4-FFF2-40B4-BE49-F238E27FC236}">
                <a16:creationId xmlns:a16="http://schemas.microsoft.com/office/drawing/2014/main" id="{E55C5C93-9494-3B18-C645-0255EF4E539B}"/>
              </a:ext>
            </a:extLst>
          </p:cNvPr>
          <p:cNvGrpSpPr/>
          <p:nvPr/>
        </p:nvGrpSpPr>
        <p:grpSpPr>
          <a:xfrm>
            <a:off x="7171049" y="2788328"/>
            <a:ext cx="364383" cy="777549"/>
            <a:chOff x="2896107" y="4671588"/>
            <a:chExt cx="364383" cy="777549"/>
          </a:xfrm>
        </p:grpSpPr>
        <p:sp>
          <p:nvSpPr>
            <p:cNvPr id="714" name="文字方塊 75">
              <a:extLst>
                <a:ext uri="{FF2B5EF4-FFF2-40B4-BE49-F238E27FC236}">
                  <a16:creationId xmlns:a16="http://schemas.microsoft.com/office/drawing/2014/main" id="{841A6EC2-FD54-EBFC-2240-6183BEB3C62D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715" name="群組 76">
              <a:extLst>
                <a:ext uri="{FF2B5EF4-FFF2-40B4-BE49-F238E27FC236}">
                  <a16:creationId xmlns:a16="http://schemas.microsoft.com/office/drawing/2014/main" id="{5834F258-18BB-F3DC-0C6E-491BDA8F5DB0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716" name="直線接點 77">
                <a:extLst>
                  <a:ext uri="{FF2B5EF4-FFF2-40B4-BE49-F238E27FC236}">
                    <a16:creationId xmlns:a16="http://schemas.microsoft.com/office/drawing/2014/main" id="{AF022756-7956-638E-3C29-58C1EAF64D3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17" name="文字方塊 78">
                <a:extLst>
                  <a:ext uri="{FF2B5EF4-FFF2-40B4-BE49-F238E27FC236}">
                    <a16:creationId xmlns:a16="http://schemas.microsoft.com/office/drawing/2014/main" id="{03F4F3EC-0C6C-245B-CFC3-E43F9784AD81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5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718" name="TextBox 717">
            <a:extLst>
              <a:ext uri="{FF2B5EF4-FFF2-40B4-BE49-F238E27FC236}">
                <a16:creationId xmlns:a16="http://schemas.microsoft.com/office/drawing/2014/main" id="{90C8C954-B537-85D5-CA23-FA158A87961D}"/>
              </a:ext>
            </a:extLst>
          </p:cNvPr>
          <p:cNvSpPr txBox="1"/>
          <p:nvPr/>
        </p:nvSpPr>
        <p:spPr>
          <a:xfrm>
            <a:off x="7506458" y="2959221"/>
            <a:ext cx="295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h</a:t>
            </a:r>
            <a:endParaRPr lang="en-US" sz="200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19" name="TextBox 15">
            <a:extLst>
              <a:ext uri="{FF2B5EF4-FFF2-40B4-BE49-F238E27FC236}">
                <a16:creationId xmlns:a16="http://schemas.microsoft.com/office/drawing/2014/main" id="{D17D9768-A007-3918-BE25-005DD6B5F95C}"/>
              </a:ext>
            </a:extLst>
          </p:cNvPr>
          <p:cNvSpPr txBox="1"/>
          <p:nvPr/>
        </p:nvSpPr>
        <p:spPr>
          <a:xfrm>
            <a:off x="3521770" y="3542515"/>
            <a:ext cx="2768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rPr>
              <a:t>Volume of the solid</a:t>
            </a:r>
            <a:endParaRPr lang="zh-TW" altLang="en-US" sz="2000" b="1">
              <a:solidFill>
                <a:srgbClr val="0070C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0" name="文字方塊 83">
                <a:extLst>
                  <a:ext uri="{FF2B5EF4-FFF2-40B4-BE49-F238E27FC236}">
                    <a16:creationId xmlns:a16="http://schemas.microsoft.com/office/drawing/2014/main" id="{3BD6FABA-05A8-3159-F736-7225CB1EC2DE}"/>
                  </a:ext>
                </a:extLst>
              </p:cNvPr>
              <p:cNvSpPr txBox="1"/>
              <p:nvPr/>
            </p:nvSpPr>
            <p:spPr>
              <a:xfrm>
                <a:off x="3179986" y="3517863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20" name="文字方塊 83">
                <a:extLst>
                  <a:ext uri="{FF2B5EF4-FFF2-40B4-BE49-F238E27FC236}">
                    <a16:creationId xmlns:a16="http://schemas.microsoft.com/office/drawing/2014/main" id="{3BD6FABA-05A8-3159-F736-7225CB1EC2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9986" y="3517863"/>
                <a:ext cx="328449" cy="40709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1" name="TextBox 15">
            <a:extLst>
              <a:ext uri="{FF2B5EF4-FFF2-40B4-BE49-F238E27FC236}">
                <a16:creationId xmlns:a16="http://schemas.microsoft.com/office/drawing/2014/main" id="{96C24CF5-D1E0-F644-5872-EE7438F88FE8}"/>
              </a:ext>
            </a:extLst>
          </p:cNvPr>
          <p:cNvSpPr txBox="1"/>
          <p:nvPr/>
        </p:nvSpPr>
        <p:spPr>
          <a:xfrm>
            <a:off x="554315" y="3378842"/>
            <a:ext cx="26956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rPr>
              <a:t>Volume of water that has dropped</a:t>
            </a:r>
            <a:endParaRPr lang="zh-TW" altLang="en-US" sz="2000" b="1">
              <a:solidFill>
                <a:srgbClr val="0070C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2" name="文字方塊 54">
                <a:extLst>
                  <a:ext uri="{FF2B5EF4-FFF2-40B4-BE49-F238E27FC236}">
                    <a16:creationId xmlns:a16="http://schemas.microsoft.com/office/drawing/2014/main" id="{3EE7E329-87BB-F4C7-5400-9562153575B1}"/>
                  </a:ext>
                </a:extLst>
              </p:cNvPr>
              <p:cNvSpPr txBox="1"/>
              <p:nvPr/>
            </p:nvSpPr>
            <p:spPr>
              <a:xfrm>
                <a:off x="245292" y="3480960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22" name="文字方塊 54">
                <a:extLst>
                  <a:ext uri="{FF2B5EF4-FFF2-40B4-BE49-F238E27FC236}">
                    <a16:creationId xmlns:a16="http://schemas.microsoft.com/office/drawing/2014/main" id="{3EE7E329-87BB-F4C7-5400-956215357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92" y="3480960"/>
                <a:ext cx="295688" cy="46166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3" name="文字方塊 260">
                <a:extLst>
                  <a:ext uri="{FF2B5EF4-FFF2-40B4-BE49-F238E27FC236}">
                    <a16:creationId xmlns:a16="http://schemas.microsoft.com/office/drawing/2014/main" id="{899BBF18-EA8D-86C8-E953-88E66B31D52D}"/>
                  </a:ext>
                </a:extLst>
              </p:cNvPr>
              <p:cNvSpPr txBox="1"/>
              <p:nvPr/>
            </p:nvSpPr>
            <p:spPr>
              <a:xfrm>
                <a:off x="202010" y="4239628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723" name="文字方塊 260">
                <a:extLst>
                  <a:ext uri="{FF2B5EF4-FFF2-40B4-BE49-F238E27FC236}">
                    <a16:creationId xmlns:a16="http://schemas.microsoft.com/office/drawing/2014/main" id="{899BBF18-EA8D-86C8-E953-88E66B31D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010" y="4239628"/>
                <a:ext cx="238419" cy="461665"/>
              </a:xfrm>
              <a:prstGeom prst="rect">
                <a:avLst/>
              </a:prstGeom>
              <a:blipFill>
                <a:blip r:embed="rId23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4" name="TextBox 723">
                <a:extLst>
                  <a:ext uri="{FF2B5EF4-FFF2-40B4-BE49-F238E27FC236}">
                    <a16:creationId xmlns:a16="http://schemas.microsoft.com/office/drawing/2014/main" id="{357A11F3-F762-8EA7-2ED6-4216036776DE}"/>
                  </a:ext>
                </a:extLst>
              </p:cNvPr>
              <p:cNvSpPr txBox="1"/>
              <p:nvPr/>
            </p:nvSpPr>
            <p:spPr>
              <a:xfrm>
                <a:off x="532938" y="4283661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724" name="TextBox 723">
                <a:extLst>
                  <a:ext uri="{FF2B5EF4-FFF2-40B4-BE49-F238E27FC236}">
                    <a16:creationId xmlns:a16="http://schemas.microsoft.com/office/drawing/2014/main" id="{357A11F3-F762-8EA7-2ED6-421603677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938" y="4283661"/>
                <a:ext cx="357791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5" name="文字方塊 53">
                <a:extLst>
                  <a:ext uri="{FF2B5EF4-FFF2-40B4-BE49-F238E27FC236}">
                    <a16:creationId xmlns:a16="http://schemas.microsoft.com/office/drawing/2014/main" id="{BCDFEE7B-C146-1778-9448-9C87EEF85133}"/>
                  </a:ext>
                </a:extLst>
              </p:cNvPr>
              <p:cNvSpPr txBox="1"/>
              <p:nvPr/>
            </p:nvSpPr>
            <p:spPr>
              <a:xfrm>
                <a:off x="797970" y="43017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25" name="文字方塊 53">
                <a:extLst>
                  <a:ext uri="{FF2B5EF4-FFF2-40B4-BE49-F238E27FC236}">
                    <a16:creationId xmlns:a16="http://schemas.microsoft.com/office/drawing/2014/main" id="{BCDFEE7B-C146-1778-9448-9C87EEF85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970" y="4301765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7" name="文字方塊 106">
            <a:extLst>
              <a:ext uri="{FF2B5EF4-FFF2-40B4-BE49-F238E27FC236}">
                <a16:creationId xmlns:a16="http://schemas.microsoft.com/office/drawing/2014/main" id="{A5AFBCEC-CC33-E9C7-E850-0979C06915F7}"/>
              </a:ext>
            </a:extLst>
          </p:cNvPr>
          <p:cNvSpPr txBox="1"/>
          <p:nvPr/>
        </p:nvSpPr>
        <p:spPr>
          <a:xfrm>
            <a:off x="1553944" y="4187103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8" name="文字方塊 53">
                <a:extLst>
                  <a:ext uri="{FF2B5EF4-FFF2-40B4-BE49-F238E27FC236}">
                    <a16:creationId xmlns:a16="http://schemas.microsoft.com/office/drawing/2014/main" id="{7BF51F1E-5C0C-3036-9F6E-27C4BBEFCD92}"/>
                  </a:ext>
                </a:extLst>
              </p:cNvPr>
              <p:cNvSpPr txBox="1"/>
              <p:nvPr/>
            </p:nvSpPr>
            <p:spPr>
              <a:xfrm>
                <a:off x="1620062" y="428366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28" name="文字方塊 53">
                <a:extLst>
                  <a:ext uri="{FF2B5EF4-FFF2-40B4-BE49-F238E27FC236}">
                    <a16:creationId xmlns:a16="http://schemas.microsoft.com/office/drawing/2014/main" id="{7BF51F1E-5C0C-3036-9F6E-27C4BBEFC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062" y="4283661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9" name="文字方塊 75">
                <a:extLst>
                  <a:ext uri="{FF2B5EF4-FFF2-40B4-BE49-F238E27FC236}">
                    <a16:creationId xmlns:a16="http://schemas.microsoft.com/office/drawing/2014/main" id="{0D4698FF-1087-6E6E-AE16-8420BC1E6364}"/>
                  </a:ext>
                </a:extLst>
              </p:cNvPr>
              <p:cNvSpPr txBox="1"/>
              <p:nvPr/>
            </p:nvSpPr>
            <p:spPr>
              <a:xfrm>
                <a:off x="1060661" y="4301765"/>
                <a:ext cx="707245" cy="407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rPr>
                  <a:t>2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Lucida Calligraphy" panose="030101010101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729" name="文字方塊 75">
                <a:extLst>
                  <a:ext uri="{FF2B5EF4-FFF2-40B4-BE49-F238E27FC236}">
                    <a16:creationId xmlns:a16="http://schemas.microsoft.com/office/drawing/2014/main" id="{0D4698FF-1087-6E6E-AE16-8420BC1E6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661" y="4301765"/>
                <a:ext cx="707245" cy="407099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6" name="弧形 258">
            <a:extLst>
              <a:ext uri="{FF2B5EF4-FFF2-40B4-BE49-F238E27FC236}">
                <a16:creationId xmlns:a16="http://schemas.microsoft.com/office/drawing/2014/main" id="{4AC07EDB-EE97-9DCF-713F-A8B0B4697E37}"/>
              </a:ext>
            </a:extLst>
          </p:cNvPr>
          <p:cNvSpPr/>
          <p:nvPr/>
        </p:nvSpPr>
        <p:spPr>
          <a:xfrm rot="10957079">
            <a:off x="2010828" y="4195689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737" name="弧形 259">
            <a:extLst>
              <a:ext uri="{FF2B5EF4-FFF2-40B4-BE49-F238E27FC236}">
                <a16:creationId xmlns:a16="http://schemas.microsoft.com/office/drawing/2014/main" id="{E70C69C6-7A12-71FF-4AE9-55A4F00E11AA}"/>
              </a:ext>
            </a:extLst>
          </p:cNvPr>
          <p:cNvSpPr/>
          <p:nvPr/>
        </p:nvSpPr>
        <p:spPr>
          <a:xfrm rot="235127">
            <a:off x="3426594" y="4189119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738" name="群組 74">
            <a:extLst>
              <a:ext uri="{FF2B5EF4-FFF2-40B4-BE49-F238E27FC236}">
                <a16:creationId xmlns:a16="http://schemas.microsoft.com/office/drawing/2014/main" id="{C88ACCEF-537C-2D8C-27BF-97C999B0DBDD}"/>
              </a:ext>
            </a:extLst>
          </p:cNvPr>
          <p:cNvGrpSpPr/>
          <p:nvPr/>
        </p:nvGrpSpPr>
        <p:grpSpPr>
          <a:xfrm>
            <a:off x="2131196" y="4147033"/>
            <a:ext cx="364383" cy="777549"/>
            <a:chOff x="2896107" y="4671588"/>
            <a:chExt cx="364383" cy="777549"/>
          </a:xfrm>
        </p:grpSpPr>
        <p:sp>
          <p:nvSpPr>
            <p:cNvPr id="739" name="文字方塊 75">
              <a:extLst>
                <a:ext uri="{FF2B5EF4-FFF2-40B4-BE49-F238E27FC236}">
                  <a16:creationId xmlns:a16="http://schemas.microsoft.com/office/drawing/2014/main" id="{DF9650EF-FAA4-F51A-845F-36E319C9BD0F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740" name="群組 76">
              <a:extLst>
                <a:ext uri="{FF2B5EF4-FFF2-40B4-BE49-F238E27FC236}">
                  <a16:creationId xmlns:a16="http://schemas.microsoft.com/office/drawing/2014/main" id="{AB98A1EB-B768-90F4-B799-56F88EE65ADB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741" name="直線接點 77">
                <a:extLst>
                  <a:ext uri="{FF2B5EF4-FFF2-40B4-BE49-F238E27FC236}">
                    <a16:creationId xmlns:a16="http://schemas.microsoft.com/office/drawing/2014/main" id="{240D2E13-A76F-E273-F584-4898143615A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43" name="文字方塊 78">
                <a:extLst>
                  <a:ext uri="{FF2B5EF4-FFF2-40B4-BE49-F238E27FC236}">
                    <a16:creationId xmlns:a16="http://schemas.microsoft.com/office/drawing/2014/main" id="{E9C69D18-574F-F4FF-EC0D-1E59FFA4CE83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5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744" name="TextBox 743">
            <a:extLst>
              <a:ext uri="{FF2B5EF4-FFF2-40B4-BE49-F238E27FC236}">
                <a16:creationId xmlns:a16="http://schemas.microsoft.com/office/drawing/2014/main" id="{7F813077-61A7-447E-A838-FBE90A203022}"/>
              </a:ext>
            </a:extLst>
          </p:cNvPr>
          <p:cNvSpPr txBox="1"/>
          <p:nvPr/>
        </p:nvSpPr>
        <p:spPr>
          <a:xfrm>
            <a:off x="2432997" y="4332649"/>
            <a:ext cx="295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r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5" name="文字方塊 103">
                <a:extLst>
                  <a:ext uri="{FF2B5EF4-FFF2-40B4-BE49-F238E27FC236}">
                    <a16:creationId xmlns:a16="http://schemas.microsoft.com/office/drawing/2014/main" id="{FF02C34F-E1FB-B0B5-C855-C3A86D3C81C3}"/>
                  </a:ext>
                </a:extLst>
              </p:cNvPr>
              <p:cNvSpPr txBox="1"/>
              <p:nvPr/>
            </p:nvSpPr>
            <p:spPr>
              <a:xfrm>
                <a:off x="2640683" y="433264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45" name="文字方塊 103">
                <a:extLst>
                  <a:ext uri="{FF2B5EF4-FFF2-40B4-BE49-F238E27FC236}">
                    <a16:creationId xmlns:a16="http://schemas.microsoft.com/office/drawing/2014/main" id="{FF02C34F-E1FB-B0B5-C855-C3A86D3C8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683" y="4332649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6" name="群組 74">
            <a:extLst>
              <a:ext uri="{FF2B5EF4-FFF2-40B4-BE49-F238E27FC236}">
                <a16:creationId xmlns:a16="http://schemas.microsoft.com/office/drawing/2014/main" id="{45961CA2-1C61-4C65-EB72-E15B268655E5}"/>
              </a:ext>
            </a:extLst>
          </p:cNvPr>
          <p:cNvGrpSpPr/>
          <p:nvPr/>
        </p:nvGrpSpPr>
        <p:grpSpPr>
          <a:xfrm>
            <a:off x="2977067" y="4135697"/>
            <a:ext cx="364383" cy="777549"/>
            <a:chOff x="2896107" y="4671588"/>
            <a:chExt cx="364383" cy="777549"/>
          </a:xfrm>
        </p:grpSpPr>
        <p:sp>
          <p:nvSpPr>
            <p:cNvPr id="747" name="文字方塊 75">
              <a:extLst>
                <a:ext uri="{FF2B5EF4-FFF2-40B4-BE49-F238E27FC236}">
                  <a16:creationId xmlns:a16="http://schemas.microsoft.com/office/drawing/2014/main" id="{F174E7C5-C321-6261-217E-88A8E1EFBF36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748" name="群組 76">
              <a:extLst>
                <a:ext uri="{FF2B5EF4-FFF2-40B4-BE49-F238E27FC236}">
                  <a16:creationId xmlns:a16="http://schemas.microsoft.com/office/drawing/2014/main" id="{B7194063-1213-9F25-41F4-752CD83E0F3D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749" name="直線接點 77">
                <a:extLst>
                  <a:ext uri="{FF2B5EF4-FFF2-40B4-BE49-F238E27FC236}">
                    <a16:creationId xmlns:a16="http://schemas.microsoft.com/office/drawing/2014/main" id="{372BBCE1-4730-46C6-8AEC-266B02D3596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50" name="文字方塊 78">
                <a:extLst>
                  <a:ext uri="{FF2B5EF4-FFF2-40B4-BE49-F238E27FC236}">
                    <a16:creationId xmlns:a16="http://schemas.microsoft.com/office/drawing/2014/main" id="{8EEA2619-CCAB-A5D2-6296-15238F092030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5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751" name="TextBox 750">
            <a:extLst>
              <a:ext uri="{FF2B5EF4-FFF2-40B4-BE49-F238E27FC236}">
                <a16:creationId xmlns:a16="http://schemas.microsoft.com/office/drawing/2014/main" id="{10B9ED2E-E9C8-D542-9D98-A4D7C07D4BC1}"/>
              </a:ext>
            </a:extLst>
          </p:cNvPr>
          <p:cNvSpPr txBox="1"/>
          <p:nvPr/>
        </p:nvSpPr>
        <p:spPr>
          <a:xfrm>
            <a:off x="3275853" y="4324417"/>
            <a:ext cx="295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h</a:t>
            </a:r>
            <a:endParaRPr lang="en-US" sz="200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2" name="文字方塊 83">
                <a:extLst>
                  <a:ext uri="{FF2B5EF4-FFF2-40B4-BE49-F238E27FC236}">
                    <a16:creationId xmlns:a16="http://schemas.microsoft.com/office/drawing/2014/main" id="{970F5AC7-59E1-E14A-F5CE-0C7C3031661C}"/>
                  </a:ext>
                </a:extLst>
              </p:cNvPr>
              <p:cNvSpPr txBox="1"/>
              <p:nvPr/>
            </p:nvSpPr>
            <p:spPr>
              <a:xfrm>
                <a:off x="3706102" y="4294194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52" name="文字方塊 83">
                <a:extLst>
                  <a:ext uri="{FF2B5EF4-FFF2-40B4-BE49-F238E27FC236}">
                    <a16:creationId xmlns:a16="http://schemas.microsoft.com/office/drawing/2014/main" id="{970F5AC7-59E1-E14A-F5CE-0C7C30316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6102" y="4294194"/>
                <a:ext cx="328449" cy="4070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3" name="群組 74">
            <a:extLst>
              <a:ext uri="{FF2B5EF4-FFF2-40B4-BE49-F238E27FC236}">
                <a16:creationId xmlns:a16="http://schemas.microsoft.com/office/drawing/2014/main" id="{7847FBF5-E75E-BF6D-E634-FAD978219599}"/>
              </a:ext>
            </a:extLst>
          </p:cNvPr>
          <p:cNvGrpSpPr/>
          <p:nvPr/>
        </p:nvGrpSpPr>
        <p:grpSpPr>
          <a:xfrm>
            <a:off x="4082499" y="4139461"/>
            <a:ext cx="364383" cy="777549"/>
            <a:chOff x="2896107" y="4671588"/>
            <a:chExt cx="364383" cy="777549"/>
          </a:xfrm>
        </p:grpSpPr>
        <p:sp>
          <p:nvSpPr>
            <p:cNvPr id="754" name="文字方塊 75">
              <a:extLst>
                <a:ext uri="{FF2B5EF4-FFF2-40B4-BE49-F238E27FC236}">
                  <a16:creationId xmlns:a16="http://schemas.microsoft.com/office/drawing/2014/main" id="{F1B2758D-362B-44E2-0EAD-5FB43251DB02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755" name="群組 76">
              <a:extLst>
                <a:ext uri="{FF2B5EF4-FFF2-40B4-BE49-F238E27FC236}">
                  <a16:creationId xmlns:a16="http://schemas.microsoft.com/office/drawing/2014/main" id="{17CECFEB-1974-4B87-ED0F-89E72BDCAF08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756" name="直線接點 77">
                <a:extLst>
                  <a:ext uri="{FF2B5EF4-FFF2-40B4-BE49-F238E27FC236}">
                    <a16:creationId xmlns:a16="http://schemas.microsoft.com/office/drawing/2014/main" id="{C6A22E03-89E2-F414-96EF-82525F9B141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57" name="文字方塊 78">
                <a:extLst>
                  <a:ext uri="{FF2B5EF4-FFF2-40B4-BE49-F238E27FC236}">
                    <a16:creationId xmlns:a16="http://schemas.microsoft.com/office/drawing/2014/main" id="{AB865990-A5EC-58F1-285A-9DF55A6E7268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58" name="文字方塊 53">
                <a:extLst>
                  <a:ext uri="{FF2B5EF4-FFF2-40B4-BE49-F238E27FC236}">
                    <a16:creationId xmlns:a16="http://schemas.microsoft.com/office/drawing/2014/main" id="{63164AE8-D2BF-1144-E612-A89A61094C32}"/>
                  </a:ext>
                </a:extLst>
              </p:cNvPr>
              <p:cNvSpPr txBox="1"/>
              <p:nvPr/>
            </p:nvSpPr>
            <p:spPr>
              <a:xfrm>
                <a:off x="4462538" y="42941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58" name="文字方塊 53">
                <a:extLst>
                  <a:ext uri="{FF2B5EF4-FFF2-40B4-BE49-F238E27FC236}">
                    <a16:creationId xmlns:a16="http://schemas.microsoft.com/office/drawing/2014/main" id="{63164AE8-D2BF-1144-E612-A89A61094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2538" y="4294194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9" name="群組 74">
            <a:extLst>
              <a:ext uri="{FF2B5EF4-FFF2-40B4-BE49-F238E27FC236}">
                <a16:creationId xmlns:a16="http://schemas.microsoft.com/office/drawing/2014/main" id="{CC798096-9717-C66D-D9CA-7216A728C214}"/>
              </a:ext>
            </a:extLst>
          </p:cNvPr>
          <p:cNvGrpSpPr/>
          <p:nvPr/>
        </p:nvGrpSpPr>
        <p:grpSpPr>
          <a:xfrm>
            <a:off x="4792581" y="4147033"/>
            <a:ext cx="364383" cy="777549"/>
            <a:chOff x="2896107" y="4671588"/>
            <a:chExt cx="364383" cy="777549"/>
          </a:xfrm>
        </p:grpSpPr>
        <p:sp>
          <p:nvSpPr>
            <p:cNvPr id="760" name="文字方塊 75">
              <a:extLst>
                <a:ext uri="{FF2B5EF4-FFF2-40B4-BE49-F238E27FC236}">
                  <a16:creationId xmlns:a16="http://schemas.microsoft.com/office/drawing/2014/main" id="{F7B71FC1-BB9C-6FA7-23C0-4C9E7E816A63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761" name="群組 76">
              <a:extLst>
                <a:ext uri="{FF2B5EF4-FFF2-40B4-BE49-F238E27FC236}">
                  <a16:creationId xmlns:a16="http://schemas.microsoft.com/office/drawing/2014/main" id="{C351C4E3-A4F1-1AA2-E01D-160BF80D1526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762" name="直線接點 77">
                <a:extLst>
                  <a:ext uri="{FF2B5EF4-FFF2-40B4-BE49-F238E27FC236}">
                    <a16:creationId xmlns:a16="http://schemas.microsoft.com/office/drawing/2014/main" id="{C8C951D1-2BDA-F958-CA01-057DDD67187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63" name="文字方塊 78">
                <a:extLst>
                  <a:ext uri="{FF2B5EF4-FFF2-40B4-BE49-F238E27FC236}">
                    <a16:creationId xmlns:a16="http://schemas.microsoft.com/office/drawing/2014/main" id="{743ABA0C-AA43-6E2A-4357-A27A1E45187B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64" name="TextBox 763">
                <a:extLst>
                  <a:ext uri="{FF2B5EF4-FFF2-40B4-BE49-F238E27FC236}">
                    <a16:creationId xmlns:a16="http://schemas.microsoft.com/office/drawing/2014/main" id="{969D87D7-CDC0-F076-9703-592ED7E0EF1A}"/>
                  </a:ext>
                </a:extLst>
              </p:cNvPr>
              <p:cNvSpPr txBox="1"/>
              <p:nvPr/>
            </p:nvSpPr>
            <p:spPr>
              <a:xfrm>
                <a:off x="5132123" y="4283661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764" name="TextBox 763">
                <a:extLst>
                  <a:ext uri="{FF2B5EF4-FFF2-40B4-BE49-F238E27FC236}">
                    <a16:creationId xmlns:a16="http://schemas.microsoft.com/office/drawing/2014/main" id="{969D87D7-CDC0-F076-9703-592ED7E0E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123" y="4283661"/>
                <a:ext cx="357791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5" name="TextBox 764">
                <a:extLst>
                  <a:ext uri="{FF2B5EF4-FFF2-40B4-BE49-F238E27FC236}">
                    <a16:creationId xmlns:a16="http://schemas.microsoft.com/office/drawing/2014/main" id="{5D3F301C-BFAE-DFB8-EC9D-D12086A9F6A2}"/>
                  </a:ext>
                </a:extLst>
              </p:cNvPr>
              <p:cNvSpPr txBox="1"/>
              <p:nvPr/>
            </p:nvSpPr>
            <p:spPr>
              <a:xfrm>
                <a:off x="5330792" y="4288225"/>
                <a:ext cx="369113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US" sz="20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65" name="TextBox 764">
                <a:extLst>
                  <a:ext uri="{FF2B5EF4-FFF2-40B4-BE49-F238E27FC236}">
                    <a16:creationId xmlns:a16="http://schemas.microsoft.com/office/drawing/2014/main" id="{5D3F301C-BFAE-DFB8-EC9D-D12086A9F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0792" y="4288225"/>
                <a:ext cx="369113" cy="403957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6" name="文字方塊 106">
            <a:extLst>
              <a:ext uri="{FF2B5EF4-FFF2-40B4-BE49-F238E27FC236}">
                <a16:creationId xmlns:a16="http://schemas.microsoft.com/office/drawing/2014/main" id="{13675827-CE23-655B-0D93-39992998F8DF}"/>
              </a:ext>
            </a:extLst>
          </p:cNvPr>
          <p:cNvSpPr txBox="1"/>
          <p:nvPr/>
        </p:nvSpPr>
        <p:spPr>
          <a:xfrm>
            <a:off x="5538085" y="4159023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7" name="文字方塊 103">
                <a:extLst>
                  <a:ext uri="{FF2B5EF4-FFF2-40B4-BE49-F238E27FC236}">
                    <a16:creationId xmlns:a16="http://schemas.microsoft.com/office/drawing/2014/main" id="{A037FB0B-2732-1590-4418-07F74D805A14}"/>
                  </a:ext>
                </a:extLst>
              </p:cNvPr>
              <p:cNvSpPr txBox="1"/>
              <p:nvPr/>
            </p:nvSpPr>
            <p:spPr>
              <a:xfrm>
                <a:off x="5637353" y="431253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67" name="文字方塊 103">
                <a:extLst>
                  <a:ext uri="{FF2B5EF4-FFF2-40B4-BE49-F238E27FC236}">
                    <a16:creationId xmlns:a16="http://schemas.microsoft.com/office/drawing/2014/main" id="{A037FB0B-2732-1590-4418-07F74D805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7353" y="4312535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8" name="TextBox 767">
                <a:extLst>
                  <a:ext uri="{FF2B5EF4-FFF2-40B4-BE49-F238E27FC236}">
                    <a16:creationId xmlns:a16="http://schemas.microsoft.com/office/drawing/2014/main" id="{E6243471-6D5E-5183-3C2F-CC8507B8E4E8}"/>
                  </a:ext>
                </a:extLst>
              </p:cNvPr>
              <p:cNvSpPr txBox="1"/>
              <p:nvPr/>
            </p:nvSpPr>
            <p:spPr>
              <a:xfrm>
                <a:off x="5932791" y="4320297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768" name="TextBox 767">
                <a:extLst>
                  <a:ext uri="{FF2B5EF4-FFF2-40B4-BE49-F238E27FC236}">
                    <a16:creationId xmlns:a16="http://schemas.microsoft.com/office/drawing/2014/main" id="{E6243471-6D5E-5183-3C2F-CC8507B8E4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791" y="4320297"/>
                <a:ext cx="357791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9" name="TextBox 768">
                <a:extLst>
                  <a:ext uri="{FF2B5EF4-FFF2-40B4-BE49-F238E27FC236}">
                    <a16:creationId xmlns:a16="http://schemas.microsoft.com/office/drawing/2014/main" id="{3BF3A976-B8D5-BE45-58CF-3EA0E29D6187}"/>
                  </a:ext>
                </a:extLst>
              </p:cNvPr>
              <p:cNvSpPr txBox="1"/>
              <p:nvPr/>
            </p:nvSpPr>
            <p:spPr>
              <a:xfrm>
                <a:off x="6140606" y="4316450"/>
                <a:ext cx="369113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US" sz="20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69" name="TextBox 768">
                <a:extLst>
                  <a:ext uri="{FF2B5EF4-FFF2-40B4-BE49-F238E27FC236}">
                    <a16:creationId xmlns:a16="http://schemas.microsoft.com/office/drawing/2014/main" id="{3BF3A976-B8D5-BE45-58CF-3EA0E29D6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0606" y="4316450"/>
                <a:ext cx="369113" cy="403957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0" name="文字方塊 106">
            <a:extLst>
              <a:ext uri="{FF2B5EF4-FFF2-40B4-BE49-F238E27FC236}">
                <a16:creationId xmlns:a16="http://schemas.microsoft.com/office/drawing/2014/main" id="{1C407F13-21FE-8635-C6E1-3ED4E446EA42}"/>
              </a:ext>
            </a:extLst>
          </p:cNvPr>
          <p:cNvSpPr txBox="1"/>
          <p:nvPr/>
        </p:nvSpPr>
        <p:spPr>
          <a:xfrm>
            <a:off x="6347899" y="4187248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771" name="TextBox 770">
            <a:extLst>
              <a:ext uri="{FF2B5EF4-FFF2-40B4-BE49-F238E27FC236}">
                <a16:creationId xmlns:a16="http://schemas.microsoft.com/office/drawing/2014/main" id="{6F6E8386-59FD-F4F4-7724-FE541C8EFD2F}"/>
              </a:ext>
            </a:extLst>
          </p:cNvPr>
          <p:cNvSpPr txBox="1"/>
          <p:nvPr/>
        </p:nvSpPr>
        <p:spPr>
          <a:xfrm>
            <a:off x="6390463" y="4314126"/>
            <a:ext cx="295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h</a:t>
            </a:r>
            <a:endParaRPr lang="en-US" sz="200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772" name="群組 74">
            <a:extLst>
              <a:ext uri="{FF2B5EF4-FFF2-40B4-BE49-F238E27FC236}">
                <a16:creationId xmlns:a16="http://schemas.microsoft.com/office/drawing/2014/main" id="{ACD1D0FF-D391-4E2A-7C6C-596E79940C7D}"/>
              </a:ext>
            </a:extLst>
          </p:cNvPr>
          <p:cNvGrpSpPr/>
          <p:nvPr/>
        </p:nvGrpSpPr>
        <p:grpSpPr>
          <a:xfrm>
            <a:off x="1339368" y="4963881"/>
            <a:ext cx="364383" cy="777549"/>
            <a:chOff x="2896107" y="4671588"/>
            <a:chExt cx="364383" cy="777549"/>
          </a:xfrm>
        </p:grpSpPr>
        <p:sp>
          <p:nvSpPr>
            <p:cNvPr id="773" name="文字方塊 75">
              <a:extLst>
                <a:ext uri="{FF2B5EF4-FFF2-40B4-BE49-F238E27FC236}">
                  <a16:creationId xmlns:a16="http://schemas.microsoft.com/office/drawing/2014/main" id="{F04463AA-7D8D-140E-73D7-19A54EB453A3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774" name="群組 76">
              <a:extLst>
                <a:ext uri="{FF2B5EF4-FFF2-40B4-BE49-F238E27FC236}">
                  <a16:creationId xmlns:a16="http://schemas.microsoft.com/office/drawing/2014/main" id="{BA075706-38FB-19CD-E596-2BF865A1DE01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775" name="直線接點 77">
                <a:extLst>
                  <a:ext uri="{FF2B5EF4-FFF2-40B4-BE49-F238E27FC236}">
                    <a16:creationId xmlns:a16="http://schemas.microsoft.com/office/drawing/2014/main" id="{527EAD6B-91CC-E655-54DD-FB263FB8170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76" name="文字方塊 78">
                <a:extLst>
                  <a:ext uri="{FF2B5EF4-FFF2-40B4-BE49-F238E27FC236}">
                    <a16:creationId xmlns:a16="http://schemas.microsoft.com/office/drawing/2014/main" id="{A5A6D469-0521-310A-3307-8B4A3B837673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77" name="TextBox 776">
                <a:extLst>
                  <a:ext uri="{FF2B5EF4-FFF2-40B4-BE49-F238E27FC236}">
                    <a16:creationId xmlns:a16="http://schemas.microsoft.com/office/drawing/2014/main" id="{244C732D-4009-4E3F-2B4A-FFC841A679F6}"/>
                  </a:ext>
                </a:extLst>
              </p:cNvPr>
              <p:cNvSpPr txBox="1"/>
              <p:nvPr/>
            </p:nvSpPr>
            <p:spPr>
              <a:xfrm>
                <a:off x="1678910" y="5100509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777" name="TextBox 776">
                <a:extLst>
                  <a:ext uri="{FF2B5EF4-FFF2-40B4-BE49-F238E27FC236}">
                    <a16:creationId xmlns:a16="http://schemas.microsoft.com/office/drawing/2014/main" id="{244C732D-4009-4E3F-2B4A-FFC841A67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910" y="5100509"/>
                <a:ext cx="357791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8" name="TextBox 777">
                <a:extLst>
                  <a:ext uri="{FF2B5EF4-FFF2-40B4-BE49-F238E27FC236}">
                    <a16:creationId xmlns:a16="http://schemas.microsoft.com/office/drawing/2014/main" id="{6821D17F-1C7C-7588-6356-D4F8F655E822}"/>
                  </a:ext>
                </a:extLst>
              </p:cNvPr>
              <p:cNvSpPr txBox="1"/>
              <p:nvPr/>
            </p:nvSpPr>
            <p:spPr>
              <a:xfrm>
                <a:off x="1877579" y="5105073"/>
                <a:ext cx="369113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US" sz="20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78" name="TextBox 777">
                <a:extLst>
                  <a:ext uri="{FF2B5EF4-FFF2-40B4-BE49-F238E27FC236}">
                    <a16:creationId xmlns:a16="http://schemas.microsoft.com/office/drawing/2014/main" id="{6821D17F-1C7C-7588-6356-D4F8F655E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7579" y="5105073"/>
                <a:ext cx="369113" cy="403957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9" name="文字方塊 106">
            <a:extLst>
              <a:ext uri="{FF2B5EF4-FFF2-40B4-BE49-F238E27FC236}">
                <a16:creationId xmlns:a16="http://schemas.microsoft.com/office/drawing/2014/main" id="{6904DB2E-2202-AB5E-0003-03FA25FD689B}"/>
              </a:ext>
            </a:extLst>
          </p:cNvPr>
          <p:cNvSpPr txBox="1"/>
          <p:nvPr/>
        </p:nvSpPr>
        <p:spPr>
          <a:xfrm>
            <a:off x="2084872" y="4975871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80" name="文字方塊 103">
                <a:extLst>
                  <a:ext uri="{FF2B5EF4-FFF2-40B4-BE49-F238E27FC236}">
                    <a16:creationId xmlns:a16="http://schemas.microsoft.com/office/drawing/2014/main" id="{55E07240-8CDB-D6E0-E45E-FD683D3A5B04}"/>
                  </a:ext>
                </a:extLst>
              </p:cNvPr>
              <p:cNvSpPr txBox="1"/>
              <p:nvPr/>
            </p:nvSpPr>
            <p:spPr>
              <a:xfrm>
                <a:off x="2217122" y="512102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80" name="文字方塊 103">
                <a:extLst>
                  <a:ext uri="{FF2B5EF4-FFF2-40B4-BE49-F238E27FC236}">
                    <a16:creationId xmlns:a16="http://schemas.microsoft.com/office/drawing/2014/main" id="{55E07240-8CDB-D6E0-E45E-FD683D3A5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122" y="5121026"/>
                <a:ext cx="295688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1" name="群組 74">
            <a:extLst>
              <a:ext uri="{FF2B5EF4-FFF2-40B4-BE49-F238E27FC236}">
                <a16:creationId xmlns:a16="http://schemas.microsoft.com/office/drawing/2014/main" id="{FD808386-88DA-587A-72D8-D35CF6BF8E09}"/>
              </a:ext>
            </a:extLst>
          </p:cNvPr>
          <p:cNvGrpSpPr/>
          <p:nvPr/>
        </p:nvGrpSpPr>
        <p:grpSpPr>
          <a:xfrm>
            <a:off x="2611507" y="4985651"/>
            <a:ext cx="364383" cy="777549"/>
            <a:chOff x="2896107" y="4671588"/>
            <a:chExt cx="364383" cy="777549"/>
          </a:xfrm>
        </p:grpSpPr>
        <p:sp>
          <p:nvSpPr>
            <p:cNvPr id="782" name="文字方塊 75">
              <a:extLst>
                <a:ext uri="{FF2B5EF4-FFF2-40B4-BE49-F238E27FC236}">
                  <a16:creationId xmlns:a16="http://schemas.microsoft.com/office/drawing/2014/main" id="{4364D0B3-E375-AC92-2F0A-44F590AD0D95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783" name="群組 76">
              <a:extLst>
                <a:ext uri="{FF2B5EF4-FFF2-40B4-BE49-F238E27FC236}">
                  <a16:creationId xmlns:a16="http://schemas.microsoft.com/office/drawing/2014/main" id="{F32F53AE-39B7-744B-A661-691F4D4BB073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784" name="直線接點 77">
                <a:extLst>
                  <a:ext uri="{FF2B5EF4-FFF2-40B4-BE49-F238E27FC236}">
                    <a16:creationId xmlns:a16="http://schemas.microsoft.com/office/drawing/2014/main" id="{F11B1564-B984-9FD8-12B3-867D753224D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85" name="文字方塊 78">
                <a:extLst>
                  <a:ext uri="{FF2B5EF4-FFF2-40B4-BE49-F238E27FC236}">
                    <a16:creationId xmlns:a16="http://schemas.microsoft.com/office/drawing/2014/main" id="{7EE98697-6D3A-2D23-36F5-F41091C92245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5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86" name="TextBox 785">
                <a:extLst>
                  <a:ext uri="{FF2B5EF4-FFF2-40B4-BE49-F238E27FC236}">
                    <a16:creationId xmlns:a16="http://schemas.microsoft.com/office/drawing/2014/main" id="{3D0A3B96-2FCF-45EE-686B-A58565B3E0D6}"/>
                  </a:ext>
                </a:extLst>
              </p:cNvPr>
              <p:cNvSpPr txBox="1"/>
              <p:nvPr/>
            </p:nvSpPr>
            <p:spPr>
              <a:xfrm>
                <a:off x="2949138" y="5127197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786" name="TextBox 785">
                <a:extLst>
                  <a:ext uri="{FF2B5EF4-FFF2-40B4-BE49-F238E27FC236}">
                    <a16:creationId xmlns:a16="http://schemas.microsoft.com/office/drawing/2014/main" id="{3D0A3B96-2FCF-45EE-686B-A58565B3E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9138" y="5127197"/>
                <a:ext cx="357791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7" name="TextBox 786">
                <a:extLst>
                  <a:ext uri="{FF2B5EF4-FFF2-40B4-BE49-F238E27FC236}">
                    <a16:creationId xmlns:a16="http://schemas.microsoft.com/office/drawing/2014/main" id="{EE8F2624-379C-A85B-BD48-B53CC9114E48}"/>
                  </a:ext>
                </a:extLst>
              </p:cNvPr>
              <p:cNvSpPr txBox="1"/>
              <p:nvPr/>
            </p:nvSpPr>
            <p:spPr>
              <a:xfrm>
                <a:off x="3181793" y="5123451"/>
                <a:ext cx="369113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US" sz="20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87" name="TextBox 786">
                <a:extLst>
                  <a:ext uri="{FF2B5EF4-FFF2-40B4-BE49-F238E27FC236}">
                    <a16:creationId xmlns:a16="http://schemas.microsoft.com/office/drawing/2014/main" id="{EE8F2624-379C-A85B-BD48-B53CC9114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1793" y="5123451"/>
                <a:ext cx="369113" cy="403957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8" name="文字方塊 106">
            <a:extLst>
              <a:ext uri="{FF2B5EF4-FFF2-40B4-BE49-F238E27FC236}">
                <a16:creationId xmlns:a16="http://schemas.microsoft.com/office/drawing/2014/main" id="{8EC3BB00-E4D5-5843-169F-2EA24AD1EDDF}"/>
              </a:ext>
            </a:extLst>
          </p:cNvPr>
          <p:cNvSpPr txBox="1"/>
          <p:nvPr/>
        </p:nvSpPr>
        <p:spPr>
          <a:xfrm>
            <a:off x="3364246" y="4994148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789" name="TextBox 788">
            <a:extLst>
              <a:ext uri="{FF2B5EF4-FFF2-40B4-BE49-F238E27FC236}">
                <a16:creationId xmlns:a16="http://schemas.microsoft.com/office/drawing/2014/main" id="{A880D41D-3BD4-DCCC-90A0-FA8693D1E3F7}"/>
              </a:ext>
            </a:extLst>
          </p:cNvPr>
          <p:cNvSpPr txBox="1"/>
          <p:nvPr/>
        </p:nvSpPr>
        <p:spPr>
          <a:xfrm>
            <a:off x="3406810" y="5121026"/>
            <a:ext cx="295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h</a:t>
            </a:r>
            <a:endParaRPr lang="en-US" sz="200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0" name="文字方塊 83">
                <a:extLst>
                  <a:ext uri="{FF2B5EF4-FFF2-40B4-BE49-F238E27FC236}">
                    <a16:creationId xmlns:a16="http://schemas.microsoft.com/office/drawing/2014/main" id="{116F280E-6514-A8B2-188A-25AE287BA6CA}"/>
                  </a:ext>
                </a:extLst>
              </p:cNvPr>
              <p:cNvSpPr txBox="1"/>
              <p:nvPr/>
            </p:nvSpPr>
            <p:spPr>
              <a:xfrm>
                <a:off x="3689324" y="5131098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90" name="文字方塊 83">
                <a:extLst>
                  <a:ext uri="{FF2B5EF4-FFF2-40B4-BE49-F238E27FC236}">
                    <a16:creationId xmlns:a16="http://schemas.microsoft.com/office/drawing/2014/main" id="{116F280E-6514-A8B2-188A-25AE287BA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324" y="5131098"/>
                <a:ext cx="328449" cy="407099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1" name="群組 74">
            <a:extLst>
              <a:ext uri="{FF2B5EF4-FFF2-40B4-BE49-F238E27FC236}">
                <a16:creationId xmlns:a16="http://schemas.microsoft.com/office/drawing/2014/main" id="{20B31E40-317E-5B5E-9EC8-19AA1A239D7C}"/>
              </a:ext>
            </a:extLst>
          </p:cNvPr>
          <p:cNvGrpSpPr/>
          <p:nvPr/>
        </p:nvGrpSpPr>
        <p:grpSpPr>
          <a:xfrm>
            <a:off x="4024039" y="4973057"/>
            <a:ext cx="364383" cy="777549"/>
            <a:chOff x="2896107" y="4671588"/>
            <a:chExt cx="364383" cy="777549"/>
          </a:xfrm>
        </p:grpSpPr>
        <p:sp>
          <p:nvSpPr>
            <p:cNvPr id="792" name="文字方塊 75">
              <a:extLst>
                <a:ext uri="{FF2B5EF4-FFF2-40B4-BE49-F238E27FC236}">
                  <a16:creationId xmlns:a16="http://schemas.microsoft.com/office/drawing/2014/main" id="{A9E07188-C02D-C73A-424A-63F44723FD54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793" name="群組 76">
              <a:extLst>
                <a:ext uri="{FF2B5EF4-FFF2-40B4-BE49-F238E27FC236}">
                  <a16:creationId xmlns:a16="http://schemas.microsoft.com/office/drawing/2014/main" id="{BD4B7547-DDF8-8D1A-E73A-830577A6C413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794" name="直線接點 77">
                <a:extLst>
                  <a:ext uri="{FF2B5EF4-FFF2-40B4-BE49-F238E27FC236}">
                    <a16:creationId xmlns:a16="http://schemas.microsoft.com/office/drawing/2014/main" id="{0E2B022E-6143-B732-5FEC-9A6ADEE33E3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95" name="文字方塊 78">
                <a:extLst>
                  <a:ext uri="{FF2B5EF4-FFF2-40B4-BE49-F238E27FC236}">
                    <a16:creationId xmlns:a16="http://schemas.microsoft.com/office/drawing/2014/main" id="{8B0AFD4F-83BE-98EB-D32E-21CEE8426CB4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96" name="TextBox 795">
                <a:extLst>
                  <a:ext uri="{FF2B5EF4-FFF2-40B4-BE49-F238E27FC236}">
                    <a16:creationId xmlns:a16="http://schemas.microsoft.com/office/drawing/2014/main" id="{D85A4571-59E9-9898-BBCA-ED3678786600}"/>
                  </a:ext>
                </a:extLst>
              </p:cNvPr>
              <p:cNvSpPr txBox="1"/>
              <p:nvPr/>
            </p:nvSpPr>
            <p:spPr>
              <a:xfrm>
                <a:off x="4363581" y="5109685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796" name="TextBox 795">
                <a:extLst>
                  <a:ext uri="{FF2B5EF4-FFF2-40B4-BE49-F238E27FC236}">
                    <a16:creationId xmlns:a16="http://schemas.microsoft.com/office/drawing/2014/main" id="{D85A4571-59E9-9898-BBCA-ED3678786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581" y="5109685"/>
                <a:ext cx="357791" cy="40011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7" name="TextBox 796">
                <a:extLst>
                  <a:ext uri="{FF2B5EF4-FFF2-40B4-BE49-F238E27FC236}">
                    <a16:creationId xmlns:a16="http://schemas.microsoft.com/office/drawing/2014/main" id="{02E05593-BDBD-0F75-007C-9B62F12CF2E0}"/>
                  </a:ext>
                </a:extLst>
              </p:cNvPr>
              <p:cNvSpPr txBox="1"/>
              <p:nvPr/>
            </p:nvSpPr>
            <p:spPr>
              <a:xfrm>
                <a:off x="4562250" y="5114249"/>
                <a:ext cx="369113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US" sz="20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97" name="TextBox 796">
                <a:extLst>
                  <a:ext uri="{FF2B5EF4-FFF2-40B4-BE49-F238E27FC236}">
                    <a16:creationId xmlns:a16="http://schemas.microsoft.com/office/drawing/2014/main" id="{02E05593-BDBD-0F75-007C-9B62F12CF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2250" y="5114249"/>
                <a:ext cx="369113" cy="403957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8" name="文字方塊 106">
            <a:extLst>
              <a:ext uri="{FF2B5EF4-FFF2-40B4-BE49-F238E27FC236}">
                <a16:creationId xmlns:a16="http://schemas.microsoft.com/office/drawing/2014/main" id="{90D9CC61-69D3-804A-5BBB-B6730CC5D2A8}"/>
              </a:ext>
            </a:extLst>
          </p:cNvPr>
          <p:cNvSpPr txBox="1"/>
          <p:nvPr/>
        </p:nvSpPr>
        <p:spPr>
          <a:xfrm>
            <a:off x="4769543" y="4985047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99" name="文字方塊 103">
                <a:extLst>
                  <a:ext uri="{FF2B5EF4-FFF2-40B4-BE49-F238E27FC236}">
                    <a16:creationId xmlns:a16="http://schemas.microsoft.com/office/drawing/2014/main" id="{798649A4-49D6-F52E-EE54-9FEBECDC8A7B}"/>
                  </a:ext>
                </a:extLst>
              </p:cNvPr>
              <p:cNvSpPr txBox="1"/>
              <p:nvPr/>
            </p:nvSpPr>
            <p:spPr>
              <a:xfrm>
                <a:off x="4875484" y="513808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99" name="文字方塊 103">
                <a:extLst>
                  <a:ext uri="{FF2B5EF4-FFF2-40B4-BE49-F238E27FC236}">
                    <a16:creationId xmlns:a16="http://schemas.microsoft.com/office/drawing/2014/main" id="{798649A4-49D6-F52E-EE54-9FEBECDC8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5484" y="5138087"/>
                <a:ext cx="295688" cy="4001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0" name="TextBox 799">
                <a:extLst>
                  <a:ext uri="{FF2B5EF4-FFF2-40B4-BE49-F238E27FC236}">
                    <a16:creationId xmlns:a16="http://schemas.microsoft.com/office/drawing/2014/main" id="{6CB6BF35-E273-82E4-55AA-8F84391B004D}"/>
                  </a:ext>
                </a:extLst>
              </p:cNvPr>
              <p:cNvSpPr txBox="1"/>
              <p:nvPr/>
            </p:nvSpPr>
            <p:spPr>
              <a:xfrm>
                <a:off x="5125053" y="5120362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800" name="TextBox 799">
                <a:extLst>
                  <a:ext uri="{FF2B5EF4-FFF2-40B4-BE49-F238E27FC236}">
                    <a16:creationId xmlns:a16="http://schemas.microsoft.com/office/drawing/2014/main" id="{6CB6BF35-E273-82E4-55AA-8F84391B0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053" y="5120362"/>
                <a:ext cx="357791" cy="4001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1" name="TextBox 800">
                <a:extLst>
                  <a:ext uri="{FF2B5EF4-FFF2-40B4-BE49-F238E27FC236}">
                    <a16:creationId xmlns:a16="http://schemas.microsoft.com/office/drawing/2014/main" id="{908103FB-6356-5F20-3B65-33E19E63A5C4}"/>
                  </a:ext>
                </a:extLst>
              </p:cNvPr>
              <p:cNvSpPr txBox="1"/>
              <p:nvPr/>
            </p:nvSpPr>
            <p:spPr>
              <a:xfrm>
                <a:off x="5332868" y="5116515"/>
                <a:ext cx="369113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US" sz="200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01" name="TextBox 800">
                <a:extLst>
                  <a:ext uri="{FF2B5EF4-FFF2-40B4-BE49-F238E27FC236}">
                    <a16:creationId xmlns:a16="http://schemas.microsoft.com/office/drawing/2014/main" id="{908103FB-6356-5F20-3B65-33E19E63A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2868" y="5116515"/>
                <a:ext cx="369113" cy="403957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2" name="文字方塊 106">
            <a:extLst>
              <a:ext uri="{FF2B5EF4-FFF2-40B4-BE49-F238E27FC236}">
                <a16:creationId xmlns:a16="http://schemas.microsoft.com/office/drawing/2014/main" id="{B7078488-037B-0E1F-9D1C-F02AF7ABB5F6}"/>
              </a:ext>
            </a:extLst>
          </p:cNvPr>
          <p:cNvSpPr txBox="1"/>
          <p:nvPr/>
        </p:nvSpPr>
        <p:spPr>
          <a:xfrm>
            <a:off x="5540161" y="4987313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803" name="TextBox 802">
            <a:extLst>
              <a:ext uri="{FF2B5EF4-FFF2-40B4-BE49-F238E27FC236}">
                <a16:creationId xmlns:a16="http://schemas.microsoft.com/office/drawing/2014/main" id="{8E57E060-9C0D-BE52-BA55-5477B65963AE}"/>
              </a:ext>
            </a:extLst>
          </p:cNvPr>
          <p:cNvSpPr txBox="1"/>
          <p:nvPr/>
        </p:nvSpPr>
        <p:spPr>
          <a:xfrm>
            <a:off x="5582725" y="5114191"/>
            <a:ext cx="295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h</a:t>
            </a:r>
            <a:endParaRPr lang="en-US" sz="200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04" name="TextBox 803">
            <a:extLst>
              <a:ext uri="{FF2B5EF4-FFF2-40B4-BE49-F238E27FC236}">
                <a16:creationId xmlns:a16="http://schemas.microsoft.com/office/drawing/2014/main" id="{1D54053D-3234-2496-6923-44A0ECF8ADA3}"/>
              </a:ext>
            </a:extLst>
          </p:cNvPr>
          <p:cNvSpPr txBox="1"/>
          <p:nvPr/>
        </p:nvSpPr>
        <p:spPr>
          <a:xfrm>
            <a:off x="3399543" y="5785268"/>
            <a:ext cx="295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h</a:t>
            </a:r>
            <a:endParaRPr lang="en-US" sz="200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05" name="文字方塊 83">
                <a:extLst>
                  <a:ext uri="{FF2B5EF4-FFF2-40B4-BE49-F238E27FC236}">
                    <a16:creationId xmlns:a16="http://schemas.microsoft.com/office/drawing/2014/main" id="{2FA63DB9-4E6B-9D70-2905-30D8E253788B}"/>
                  </a:ext>
                </a:extLst>
              </p:cNvPr>
              <p:cNvSpPr txBox="1"/>
              <p:nvPr/>
            </p:nvSpPr>
            <p:spPr>
              <a:xfrm>
                <a:off x="3685804" y="5775346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05" name="文字方塊 83">
                <a:extLst>
                  <a:ext uri="{FF2B5EF4-FFF2-40B4-BE49-F238E27FC236}">
                    <a16:creationId xmlns:a16="http://schemas.microsoft.com/office/drawing/2014/main" id="{2FA63DB9-4E6B-9D70-2905-30D8E2537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5804" y="5775346"/>
                <a:ext cx="328449" cy="407099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6" name="群組 74">
            <a:extLst>
              <a:ext uri="{FF2B5EF4-FFF2-40B4-BE49-F238E27FC236}">
                <a16:creationId xmlns:a16="http://schemas.microsoft.com/office/drawing/2014/main" id="{94BD2C70-97B2-F746-6A5C-9F8EDA188DC2}"/>
              </a:ext>
            </a:extLst>
          </p:cNvPr>
          <p:cNvGrpSpPr/>
          <p:nvPr/>
        </p:nvGrpSpPr>
        <p:grpSpPr>
          <a:xfrm>
            <a:off x="4034551" y="5620763"/>
            <a:ext cx="364383" cy="777549"/>
            <a:chOff x="2896107" y="4671588"/>
            <a:chExt cx="364383" cy="777549"/>
          </a:xfrm>
        </p:grpSpPr>
        <p:sp>
          <p:nvSpPr>
            <p:cNvPr id="807" name="文字方塊 75">
              <a:extLst>
                <a:ext uri="{FF2B5EF4-FFF2-40B4-BE49-F238E27FC236}">
                  <a16:creationId xmlns:a16="http://schemas.microsoft.com/office/drawing/2014/main" id="{408EFA71-DE85-E07F-6A28-30EC5DDE43DA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40000"/>
                      <a:lumOff val="60000"/>
                    </a:schemeClr>
                  </a:solidFill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808" name="群組 76">
              <a:extLst>
                <a:ext uri="{FF2B5EF4-FFF2-40B4-BE49-F238E27FC236}">
                  <a16:creationId xmlns:a16="http://schemas.microsoft.com/office/drawing/2014/main" id="{6EB531C2-7A57-BB4F-49A3-37F3675FBF7E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809" name="直線接點 77">
                <a:extLst>
                  <a:ext uri="{FF2B5EF4-FFF2-40B4-BE49-F238E27FC236}">
                    <a16:creationId xmlns:a16="http://schemas.microsoft.com/office/drawing/2014/main" id="{336D9EDE-91B4-BB90-F2B4-D1FF687235C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10" name="文字方塊 78">
                <a:extLst>
                  <a:ext uri="{FF2B5EF4-FFF2-40B4-BE49-F238E27FC236}">
                    <a16:creationId xmlns:a16="http://schemas.microsoft.com/office/drawing/2014/main" id="{B89AE4B8-3CA2-EC8F-D765-F49C2254CD01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811" name="TextBox 810">
            <a:extLst>
              <a:ext uri="{FF2B5EF4-FFF2-40B4-BE49-F238E27FC236}">
                <a16:creationId xmlns:a16="http://schemas.microsoft.com/office/drawing/2014/main" id="{0938BB13-0194-92A7-40F3-EB5AE646A429}"/>
              </a:ext>
            </a:extLst>
          </p:cNvPr>
          <p:cNvSpPr txBox="1"/>
          <p:nvPr/>
        </p:nvSpPr>
        <p:spPr>
          <a:xfrm>
            <a:off x="4351326" y="5767101"/>
            <a:ext cx="295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r</a:t>
            </a:r>
            <a:endParaRPr lang="en-US" sz="200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2" name="文字方塊 260">
                <a:extLst>
                  <a:ext uri="{FF2B5EF4-FFF2-40B4-BE49-F238E27FC236}">
                    <a16:creationId xmlns:a16="http://schemas.microsoft.com/office/drawing/2014/main" id="{A79AFDFC-63C4-D20B-5F87-619C7CC72161}"/>
                  </a:ext>
                </a:extLst>
              </p:cNvPr>
              <p:cNvSpPr txBox="1"/>
              <p:nvPr/>
            </p:nvSpPr>
            <p:spPr>
              <a:xfrm>
                <a:off x="245292" y="6297646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812" name="文字方塊 260">
                <a:extLst>
                  <a:ext uri="{FF2B5EF4-FFF2-40B4-BE49-F238E27FC236}">
                    <a16:creationId xmlns:a16="http://schemas.microsoft.com/office/drawing/2014/main" id="{A79AFDFC-63C4-D20B-5F87-619C7CC72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92" y="6297646"/>
                <a:ext cx="238419" cy="461665"/>
              </a:xfrm>
              <a:prstGeom prst="rect">
                <a:avLst/>
              </a:prstGeom>
              <a:blipFill>
                <a:blip r:embed="rId48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3" name="TextBox 15">
            <a:extLst>
              <a:ext uri="{FF2B5EF4-FFF2-40B4-BE49-F238E27FC236}">
                <a16:creationId xmlns:a16="http://schemas.microsoft.com/office/drawing/2014/main" id="{C5FFB9C4-8159-5ECB-E30A-88180D290DFB}"/>
              </a:ext>
            </a:extLst>
          </p:cNvPr>
          <p:cNvSpPr txBox="1"/>
          <p:nvPr/>
        </p:nvSpPr>
        <p:spPr>
          <a:xfrm>
            <a:off x="481870" y="6334862"/>
            <a:ext cx="4449493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The height of the right cylinder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14" name="文字方塊 83">
                <a:extLst>
                  <a:ext uri="{FF2B5EF4-FFF2-40B4-BE49-F238E27FC236}">
                    <a16:creationId xmlns:a16="http://schemas.microsoft.com/office/drawing/2014/main" id="{B5DDCB0A-9957-67D5-F7A5-2CFD0A9C9062}"/>
                  </a:ext>
                </a:extLst>
              </p:cNvPr>
              <p:cNvSpPr txBox="1"/>
              <p:nvPr/>
            </p:nvSpPr>
            <p:spPr>
              <a:xfrm>
                <a:off x="4857305" y="6313323"/>
                <a:ext cx="328449" cy="407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14" name="文字方塊 83">
                <a:extLst>
                  <a:ext uri="{FF2B5EF4-FFF2-40B4-BE49-F238E27FC236}">
                    <a16:creationId xmlns:a16="http://schemas.microsoft.com/office/drawing/2014/main" id="{B5DDCB0A-9957-67D5-F7A5-2CFD0A9C9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7305" y="6313323"/>
                <a:ext cx="328449" cy="40709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5" name="群組 74">
            <a:extLst>
              <a:ext uri="{FF2B5EF4-FFF2-40B4-BE49-F238E27FC236}">
                <a16:creationId xmlns:a16="http://schemas.microsoft.com/office/drawing/2014/main" id="{A7D368FA-5049-C3F8-32CE-DACC2FD77BBB}"/>
              </a:ext>
            </a:extLst>
          </p:cNvPr>
          <p:cNvGrpSpPr/>
          <p:nvPr/>
        </p:nvGrpSpPr>
        <p:grpSpPr>
          <a:xfrm>
            <a:off x="5231155" y="6140634"/>
            <a:ext cx="364383" cy="777549"/>
            <a:chOff x="2896107" y="4671588"/>
            <a:chExt cx="364383" cy="777549"/>
          </a:xfrm>
        </p:grpSpPr>
        <p:sp>
          <p:nvSpPr>
            <p:cNvPr id="816" name="文字方塊 75">
              <a:extLst>
                <a:ext uri="{FF2B5EF4-FFF2-40B4-BE49-F238E27FC236}">
                  <a16:creationId xmlns:a16="http://schemas.microsoft.com/office/drawing/2014/main" id="{1221AEB5-6B87-7361-7C20-C07B5F3BC6C3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40000"/>
                      <a:lumOff val="60000"/>
                    </a:schemeClr>
                  </a:solidFill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817" name="群組 76">
              <a:extLst>
                <a:ext uri="{FF2B5EF4-FFF2-40B4-BE49-F238E27FC236}">
                  <a16:creationId xmlns:a16="http://schemas.microsoft.com/office/drawing/2014/main" id="{FD62EEC0-8B76-0BB3-E7C7-D0437DB5B751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818" name="直線接點 77">
                <a:extLst>
                  <a:ext uri="{FF2B5EF4-FFF2-40B4-BE49-F238E27FC236}">
                    <a16:creationId xmlns:a16="http://schemas.microsoft.com/office/drawing/2014/main" id="{231750E9-182C-2166-C6C2-269E189F3BC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19" name="文字方塊 78">
                <a:extLst>
                  <a:ext uri="{FF2B5EF4-FFF2-40B4-BE49-F238E27FC236}">
                    <a16:creationId xmlns:a16="http://schemas.microsoft.com/office/drawing/2014/main" id="{9ED11538-BEA0-8897-4931-4BFB2F5AE969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820" name="TextBox 819">
            <a:extLst>
              <a:ext uri="{FF2B5EF4-FFF2-40B4-BE49-F238E27FC236}">
                <a16:creationId xmlns:a16="http://schemas.microsoft.com/office/drawing/2014/main" id="{6AE74158-D807-BE39-3B32-E81A40E72B06}"/>
              </a:ext>
            </a:extLst>
          </p:cNvPr>
          <p:cNvSpPr txBox="1"/>
          <p:nvPr/>
        </p:nvSpPr>
        <p:spPr>
          <a:xfrm>
            <a:off x="5609497" y="6303683"/>
            <a:ext cx="295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r</a:t>
            </a:r>
            <a:endParaRPr lang="en-US" sz="200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21" name="左大括弧 49">
            <a:extLst>
              <a:ext uri="{FF2B5EF4-FFF2-40B4-BE49-F238E27FC236}">
                <a16:creationId xmlns:a16="http://schemas.microsoft.com/office/drawing/2014/main" id="{0559B10A-6A1A-D1D1-6BE5-5BF313376BDF}"/>
              </a:ext>
            </a:extLst>
          </p:cNvPr>
          <p:cNvSpPr/>
          <p:nvPr/>
        </p:nvSpPr>
        <p:spPr>
          <a:xfrm flipH="1">
            <a:off x="10829341" y="3186721"/>
            <a:ext cx="301996" cy="1125813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2" name="TextBox 821">
                <a:extLst>
                  <a:ext uri="{FF2B5EF4-FFF2-40B4-BE49-F238E27FC236}">
                    <a16:creationId xmlns:a16="http://schemas.microsoft.com/office/drawing/2014/main" id="{9813FA9F-2E7E-9DDA-5364-9844B4B4939B}"/>
                  </a:ext>
                </a:extLst>
              </p:cNvPr>
              <p:cNvSpPr txBox="1"/>
              <p:nvPr/>
            </p:nvSpPr>
            <p:spPr>
              <a:xfrm>
                <a:off x="11061657" y="3570453"/>
                <a:ext cx="10009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US" altLang="zh-HK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r</a:t>
                </a:r>
                <a:r>
                  <a:rPr lang="en-HK" sz="18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HK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h</a:t>
                </a:r>
                <a:r>
                  <a:rPr lang="en-US" altLang="zh-HK" sz="18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  <a:r>
                  <a:rPr lang="en-US" altLang="zh-HK" sz="18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/>
              </a:p>
            </p:txBody>
          </p:sp>
        </mc:Choice>
        <mc:Fallback>
          <p:sp>
            <p:nvSpPr>
              <p:cNvPr id="822" name="TextBox 821">
                <a:extLst>
                  <a:ext uri="{FF2B5EF4-FFF2-40B4-BE49-F238E27FC236}">
                    <a16:creationId xmlns:a16="http://schemas.microsoft.com/office/drawing/2014/main" id="{9813FA9F-2E7E-9DDA-5364-9844B4B49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1657" y="3570453"/>
                <a:ext cx="1000957" cy="369332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312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4"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6"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2" dur="500"/>
                                        <p:tgtEl>
                                          <p:spTgt spid="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0" dur="500"/>
                                        <p:tgtEl>
                                          <p:spTgt spid="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6"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5" dur="500"/>
                                        <p:tgtEl>
                                          <p:spTgt spid="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8" dur="5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1"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4" dur="500"/>
                                        <p:tgtEl>
                                          <p:spTgt spid="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500"/>
                                        <p:tgtEl>
                                          <p:spTgt spid="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500"/>
                                        <p:tgtEl>
                                          <p:spTgt spid="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500"/>
                                        <p:tgtEl>
                                          <p:spTgt spid="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8" dur="500"/>
                                        <p:tgtEl>
                                          <p:spTgt spid="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6" dur="5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9" dur="5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2" dur="5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5" dur="500"/>
                                        <p:tgtEl>
                                          <p:spTgt spid="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0"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3" dur="500"/>
                                        <p:tgtEl>
                                          <p:spTgt spid="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6" dur="500"/>
                                        <p:tgtEl>
                                          <p:spTgt spid="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2" dur="500"/>
                                        <p:tgtEl>
                                          <p:spTgt spid="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5" dur="5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0" dur="500"/>
                                        <p:tgtEl>
                                          <p:spTgt spid="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3" dur="5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6" dur="5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9" dur="5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2" dur="5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7" dur="5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0" dur="5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3" dur="5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6" dur="500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1" dur="500"/>
                                        <p:tgtEl>
                                          <p:spTgt spid="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4" dur="5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9" dur="5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2" dur="5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7" dur="5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0" dur="50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3" dur="5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6" dur="5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9" dur="5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2" grpId="0"/>
      <p:bldP spid="18" grpId="0" animBg="1"/>
      <p:bldP spid="21" grpId="0"/>
      <p:bldP spid="32" grpId="0"/>
      <p:bldP spid="33" grpId="0"/>
      <p:bldP spid="35" grpId="0" animBg="1"/>
      <p:bldP spid="36" grpId="0"/>
      <p:bldP spid="39" grpId="0" animBg="1"/>
      <p:bldP spid="40" grpId="0" animBg="1"/>
      <p:bldP spid="41" grpId="0" animBg="1"/>
      <p:bldP spid="42" grpId="0" animBg="1"/>
      <p:bldP spid="49" grpId="0"/>
      <p:bldP spid="50" grpId="0"/>
      <p:bldP spid="52" grpId="0"/>
      <p:bldP spid="53" grpId="0"/>
      <p:bldP spid="54" grpId="0"/>
      <p:bldP spid="55" grpId="0"/>
      <p:bldP spid="56" grpId="0"/>
      <p:bldP spid="57" grpId="0"/>
      <p:bldP spid="704" grpId="0"/>
      <p:bldP spid="711" grpId="0"/>
      <p:bldP spid="712" grpId="0"/>
      <p:bldP spid="718" grpId="0"/>
      <p:bldP spid="719" grpId="0"/>
      <p:bldP spid="720" grpId="0"/>
      <p:bldP spid="721" grpId="0"/>
      <p:bldP spid="722" grpId="0"/>
      <p:bldP spid="723" grpId="0"/>
      <p:bldP spid="724" grpId="0"/>
      <p:bldP spid="725" grpId="0"/>
      <p:bldP spid="727" grpId="0"/>
      <p:bldP spid="728" grpId="0"/>
      <p:bldP spid="729" grpId="0"/>
      <p:bldP spid="736" grpId="0" animBg="1"/>
      <p:bldP spid="737" grpId="0" animBg="1"/>
      <p:bldP spid="744" grpId="0"/>
      <p:bldP spid="745" grpId="0"/>
      <p:bldP spid="751" grpId="0"/>
      <p:bldP spid="752" grpId="0"/>
      <p:bldP spid="758" grpId="0"/>
      <p:bldP spid="764" grpId="0"/>
      <p:bldP spid="765" grpId="0"/>
      <p:bldP spid="766" grpId="0"/>
      <p:bldP spid="767" grpId="0"/>
      <p:bldP spid="768" grpId="0"/>
      <p:bldP spid="769" grpId="0"/>
      <p:bldP spid="770" grpId="0"/>
      <p:bldP spid="771" grpId="0"/>
      <p:bldP spid="777" grpId="0"/>
      <p:bldP spid="778" grpId="0"/>
      <p:bldP spid="779" grpId="0"/>
      <p:bldP spid="780" grpId="0"/>
      <p:bldP spid="786" grpId="0"/>
      <p:bldP spid="787" grpId="0"/>
      <p:bldP spid="788" grpId="0"/>
      <p:bldP spid="789" grpId="0"/>
      <p:bldP spid="790" grpId="0"/>
      <p:bldP spid="796" grpId="0"/>
      <p:bldP spid="797" grpId="0"/>
      <p:bldP spid="798" grpId="0"/>
      <p:bldP spid="799" grpId="0"/>
      <p:bldP spid="800" grpId="0"/>
      <p:bldP spid="801" grpId="0"/>
      <p:bldP spid="802" grpId="0"/>
      <p:bldP spid="803" grpId="0"/>
      <p:bldP spid="804" grpId="0"/>
      <p:bldP spid="805" grpId="0"/>
      <p:bldP spid="811" grpId="0"/>
      <p:bldP spid="812" grpId="0"/>
      <p:bldP spid="813" grpId="0"/>
      <p:bldP spid="814" grpId="0"/>
      <p:bldP spid="820" grpId="0"/>
      <p:bldP spid="821" grpId="0" animBg="1"/>
      <p:bldP spid="8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0F90A-A0E6-3550-D2A2-2D0C728F2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Picture 741">
            <a:extLst>
              <a:ext uri="{FF2B5EF4-FFF2-40B4-BE49-F238E27FC236}">
                <a16:creationId xmlns:a16="http://schemas.microsoft.com/office/drawing/2014/main" id="{D6F9D956-33F6-DA56-2E14-AFEAE1B0F9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9177"/>
          <a:stretch>
            <a:fillRect/>
          </a:stretch>
        </p:blipFill>
        <p:spPr>
          <a:xfrm>
            <a:off x="99001" y="86099"/>
            <a:ext cx="11687910" cy="11331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2F85F13-086F-BB9B-7F56-ABBDC832BC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398"/>
          <a:stretch>
            <a:fillRect/>
          </a:stretch>
        </p:blipFill>
        <p:spPr>
          <a:xfrm>
            <a:off x="99001" y="1219200"/>
            <a:ext cx="11687910" cy="12299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71CC69-053E-065D-052D-011C98598D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34070" t="21163" r="34320" b="26048"/>
          <a:stretch>
            <a:fillRect/>
          </a:stretch>
        </p:blipFill>
        <p:spPr>
          <a:xfrm>
            <a:off x="8642726" y="2449106"/>
            <a:ext cx="2789382" cy="2168745"/>
          </a:xfrm>
          <a:prstGeom prst="rect">
            <a:avLst/>
          </a:prstGeom>
        </p:spPr>
      </p:pic>
      <p:sp>
        <p:nvSpPr>
          <p:cNvPr id="9" name="左大括弧 49">
            <a:extLst>
              <a:ext uri="{FF2B5EF4-FFF2-40B4-BE49-F238E27FC236}">
                <a16:creationId xmlns:a16="http://schemas.microsoft.com/office/drawing/2014/main" id="{A565B76C-B9BC-C0CF-D348-E61604435E01}"/>
              </a:ext>
            </a:extLst>
          </p:cNvPr>
          <p:cNvSpPr/>
          <p:nvPr/>
        </p:nvSpPr>
        <p:spPr>
          <a:xfrm rot="10800000">
            <a:off x="10073521" y="3874139"/>
            <a:ext cx="165733" cy="430481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>
              <a:solidFill>
                <a:srgbClr val="00B0F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0AD6F7-E218-EA11-88AB-C55E95B83736}"/>
              </a:ext>
            </a:extLst>
          </p:cNvPr>
          <p:cNvSpPr txBox="1"/>
          <p:nvPr/>
        </p:nvSpPr>
        <p:spPr>
          <a:xfrm>
            <a:off x="10179627" y="3940003"/>
            <a:ext cx="4248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h</a:t>
            </a:r>
            <a:endParaRPr lang="en-US" sz="160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8C6F6E-70F9-185F-9020-B4B6B8A34302}"/>
              </a:ext>
            </a:extLst>
          </p:cNvPr>
          <p:cNvCxnSpPr>
            <a:cxnSpLocks/>
          </p:cNvCxnSpPr>
          <p:nvPr/>
        </p:nvCxnSpPr>
        <p:spPr>
          <a:xfrm>
            <a:off x="10031080" y="3186722"/>
            <a:ext cx="0" cy="111532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接點: 肘形 56">
            <a:extLst>
              <a:ext uri="{FF2B5EF4-FFF2-40B4-BE49-F238E27FC236}">
                <a16:creationId xmlns:a16="http://schemas.microsoft.com/office/drawing/2014/main" id="{8F4A6E8C-24C3-1BD4-F0A1-AC7D3766A6D2}"/>
              </a:ext>
            </a:extLst>
          </p:cNvPr>
          <p:cNvCxnSpPr>
            <a:cxnSpLocks/>
          </p:cNvCxnSpPr>
          <p:nvPr/>
        </p:nvCxnSpPr>
        <p:spPr>
          <a:xfrm rot="16200000" flipH="1">
            <a:off x="9938380" y="3848345"/>
            <a:ext cx="91440" cy="91440"/>
          </a:xfrm>
          <a:prstGeom prst="bentConnector3">
            <a:avLst>
              <a:gd name="adj1" fmla="val 97736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左大括弧 49">
            <a:extLst>
              <a:ext uri="{FF2B5EF4-FFF2-40B4-BE49-F238E27FC236}">
                <a16:creationId xmlns:a16="http://schemas.microsoft.com/office/drawing/2014/main" id="{3DC3F9DE-10E7-CBB4-EDD9-F10DBEBA46E9}"/>
              </a:ext>
            </a:extLst>
          </p:cNvPr>
          <p:cNvSpPr/>
          <p:nvPr/>
        </p:nvSpPr>
        <p:spPr>
          <a:xfrm flipH="1">
            <a:off x="10079444" y="3196134"/>
            <a:ext cx="200366" cy="642844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/>
          </a:p>
        </p:txBody>
      </p:sp>
      <p:sp>
        <p:nvSpPr>
          <p:cNvPr id="21" name="文字方塊 10">
            <a:extLst>
              <a:ext uri="{FF2B5EF4-FFF2-40B4-BE49-F238E27FC236}">
                <a16:creationId xmlns:a16="http://schemas.microsoft.com/office/drawing/2014/main" id="{62C06066-91D7-4E96-80BA-84FE1AD1C467}"/>
              </a:ext>
            </a:extLst>
          </p:cNvPr>
          <p:cNvSpPr txBox="1"/>
          <p:nvPr/>
        </p:nvSpPr>
        <p:spPr>
          <a:xfrm>
            <a:off x="9605425" y="4239309"/>
            <a:ext cx="33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r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9C1BD80-AEF9-958E-6D72-37FBCA83ECD8}"/>
              </a:ext>
            </a:extLst>
          </p:cNvPr>
          <p:cNvCxnSpPr/>
          <p:nvPr/>
        </p:nvCxnSpPr>
        <p:spPr>
          <a:xfrm>
            <a:off x="9368242" y="3838978"/>
            <a:ext cx="66031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ADEEDFD-5CA6-BFA3-50E6-D115F044353F}"/>
              </a:ext>
            </a:extLst>
          </p:cNvPr>
          <p:cNvCxnSpPr/>
          <p:nvPr/>
        </p:nvCxnSpPr>
        <p:spPr>
          <a:xfrm>
            <a:off x="9368242" y="4302051"/>
            <a:ext cx="66031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字方塊 10">
            <a:extLst>
              <a:ext uri="{FF2B5EF4-FFF2-40B4-BE49-F238E27FC236}">
                <a16:creationId xmlns:a16="http://schemas.microsoft.com/office/drawing/2014/main" id="{44605416-EE65-B2D7-AFA1-6E6C88D6F05E}"/>
              </a:ext>
            </a:extLst>
          </p:cNvPr>
          <p:cNvSpPr txBox="1"/>
          <p:nvPr/>
        </p:nvSpPr>
        <p:spPr>
          <a:xfrm>
            <a:off x="9578497" y="3586177"/>
            <a:ext cx="33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r</a:t>
            </a:r>
          </a:p>
        </p:txBody>
      </p:sp>
      <p:sp>
        <p:nvSpPr>
          <p:cNvPr id="33" name="文字方塊 10">
            <a:extLst>
              <a:ext uri="{FF2B5EF4-FFF2-40B4-BE49-F238E27FC236}">
                <a16:creationId xmlns:a16="http://schemas.microsoft.com/office/drawing/2014/main" id="{DF3CE768-913E-86D0-4712-4AED47735914}"/>
              </a:ext>
            </a:extLst>
          </p:cNvPr>
          <p:cNvSpPr txBox="1"/>
          <p:nvPr/>
        </p:nvSpPr>
        <p:spPr>
          <a:xfrm>
            <a:off x="10209472" y="3365860"/>
            <a:ext cx="33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r</a:t>
            </a:r>
          </a:p>
        </p:txBody>
      </p:sp>
      <p:cxnSp>
        <p:nvCxnSpPr>
          <p:cNvPr id="34" name="接點: 肘形 56">
            <a:extLst>
              <a:ext uri="{FF2B5EF4-FFF2-40B4-BE49-F238E27FC236}">
                <a16:creationId xmlns:a16="http://schemas.microsoft.com/office/drawing/2014/main" id="{D821B640-E4F4-066D-8EBD-EEA9A3AA044D}"/>
              </a:ext>
            </a:extLst>
          </p:cNvPr>
          <p:cNvCxnSpPr>
            <a:cxnSpLocks/>
          </p:cNvCxnSpPr>
          <p:nvPr/>
        </p:nvCxnSpPr>
        <p:spPr>
          <a:xfrm flipH="1">
            <a:off x="9945977" y="4201245"/>
            <a:ext cx="91440" cy="91440"/>
          </a:xfrm>
          <a:prstGeom prst="bentConnector3">
            <a:avLst>
              <a:gd name="adj1" fmla="val 97736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左大括弧 49">
            <a:extLst>
              <a:ext uri="{FF2B5EF4-FFF2-40B4-BE49-F238E27FC236}">
                <a16:creationId xmlns:a16="http://schemas.microsoft.com/office/drawing/2014/main" id="{862B80FF-7D5A-EC99-AE2B-9EBF9E898F52}"/>
              </a:ext>
            </a:extLst>
          </p:cNvPr>
          <p:cNvSpPr/>
          <p:nvPr/>
        </p:nvSpPr>
        <p:spPr>
          <a:xfrm rot="5400000" flipH="1">
            <a:off x="9264830" y="3929789"/>
            <a:ext cx="238421" cy="1306745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>
              <a:solidFill>
                <a:srgbClr val="FFC000"/>
              </a:solidFill>
            </a:endParaRPr>
          </a:p>
        </p:txBody>
      </p:sp>
      <p:sp>
        <p:nvSpPr>
          <p:cNvPr id="36" name="文字方塊 10">
            <a:extLst>
              <a:ext uri="{FF2B5EF4-FFF2-40B4-BE49-F238E27FC236}">
                <a16:creationId xmlns:a16="http://schemas.microsoft.com/office/drawing/2014/main" id="{517B9BE5-5229-6C47-1950-61C9FEFBE682}"/>
              </a:ext>
            </a:extLst>
          </p:cNvPr>
          <p:cNvSpPr txBox="1"/>
          <p:nvPr/>
        </p:nvSpPr>
        <p:spPr>
          <a:xfrm>
            <a:off x="9112107" y="4681738"/>
            <a:ext cx="5438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2</a:t>
            </a:r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r</a:t>
            </a:r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5DA28BBF-A330-B6BC-DBD9-BE3107AE7676}"/>
              </a:ext>
            </a:extLst>
          </p:cNvPr>
          <p:cNvSpPr/>
          <p:nvPr/>
        </p:nvSpPr>
        <p:spPr>
          <a:xfrm>
            <a:off x="10250913" y="4746796"/>
            <a:ext cx="242904" cy="595858"/>
          </a:xfrm>
          <a:prstGeom prst="downArrow">
            <a:avLst>
              <a:gd name="adj1" fmla="val 35380"/>
              <a:gd name="adj2" fmla="val 57309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Cylinder 39">
            <a:extLst>
              <a:ext uri="{FF2B5EF4-FFF2-40B4-BE49-F238E27FC236}">
                <a16:creationId xmlns:a16="http://schemas.microsoft.com/office/drawing/2014/main" id="{7C4C2AF9-33F9-AFE0-7768-FEB9CDDDCEC5}"/>
              </a:ext>
            </a:extLst>
          </p:cNvPr>
          <p:cNvSpPr/>
          <p:nvPr/>
        </p:nvSpPr>
        <p:spPr>
          <a:xfrm>
            <a:off x="8668224" y="5452307"/>
            <a:ext cx="1375530" cy="1319594"/>
          </a:xfrm>
          <a:prstGeom prst="can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ylinder 40">
            <a:extLst>
              <a:ext uri="{FF2B5EF4-FFF2-40B4-BE49-F238E27FC236}">
                <a16:creationId xmlns:a16="http://schemas.microsoft.com/office/drawing/2014/main" id="{E40913D0-46E9-96BA-4619-C8D3E1E1E689}"/>
              </a:ext>
            </a:extLst>
          </p:cNvPr>
          <p:cNvSpPr/>
          <p:nvPr/>
        </p:nvSpPr>
        <p:spPr>
          <a:xfrm>
            <a:off x="8668224" y="5854747"/>
            <a:ext cx="1375530" cy="917153"/>
          </a:xfrm>
          <a:prstGeom prst="can">
            <a:avLst>
              <a:gd name="adj" fmla="val 34913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左大括弧 49">
            <a:extLst>
              <a:ext uri="{FF2B5EF4-FFF2-40B4-BE49-F238E27FC236}">
                <a16:creationId xmlns:a16="http://schemas.microsoft.com/office/drawing/2014/main" id="{DA09CE45-B155-30AF-0135-99762D0FA5EC}"/>
              </a:ext>
            </a:extLst>
          </p:cNvPr>
          <p:cNvSpPr/>
          <p:nvPr/>
        </p:nvSpPr>
        <p:spPr>
          <a:xfrm>
            <a:off x="8313117" y="5993845"/>
            <a:ext cx="225381" cy="640900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/>
          </a:p>
        </p:txBody>
      </p:sp>
      <p:grpSp>
        <p:nvGrpSpPr>
          <p:cNvPr id="43" name="群組 74">
            <a:extLst>
              <a:ext uri="{FF2B5EF4-FFF2-40B4-BE49-F238E27FC236}">
                <a16:creationId xmlns:a16="http://schemas.microsoft.com/office/drawing/2014/main" id="{9FFB8891-CA7D-2FCD-168E-B5046150903D}"/>
              </a:ext>
            </a:extLst>
          </p:cNvPr>
          <p:cNvGrpSpPr/>
          <p:nvPr/>
        </p:nvGrpSpPr>
        <p:grpSpPr>
          <a:xfrm>
            <a:off x="7045940" y="5898570"/>
            <a:ext cx="364383" cy="777549"/>
            <a:chOff x="2896107" y="4671588"/>
            <a:chExt cx="364383" cy="777549"/>
          </a:xfrm>
        </p:grpSpPr>
        <p:sp>
          <p:nvSpPr>
            <p:cNvPr id="44" name="文字方塊 75">
              <a:extLst>
                <a:ext uri="{FF2B5EF4-FFF2-40B4-BE49-F238E27FC236}">
                  <a16:creationId xmlns:a16="http://schemas.microsoft.com/office/drawing/2014/main" id="{A79895C4-9476-8E46-D15F-9DD1E1DEA633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45" name="群組 76">
              <a:extLst>
                <a:ext uri="{FF2B5EF4-FFF2-40B4-BE49-F238E27FC236}">
                  <a16:creationId xmlns:a16="http://schemas.microsoft.com/office/drawing/2014/main" id="{D0C559BF-74C2-1D73-CA14-B3D7600644EE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46" name="直線接點 77">
                <a:extLst>
                  <a:ext uri="{FF2B5EF4-FFF2-40B4-BE49-F238E27FC236}">
                    <a16:creationId xmlns:a16="http://schemas.microsoft.com/office/drawing/2014/main" id="{49E1C27F-D88D-78FF-6F84-154F9842A82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7" name="文字方塊 78">
                <a:extLst>
                  <a:ext uri="{FF2B5EF4-FFF2-40B4-BE49-F238E27FC236}">
                    <a16:creationId xmlns:a16="http://schemas.microsoft.com/office/drawing/2014/main" id="{3807249C-0F2F-3B62-CBD4-982BC5EA01A2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5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449307C-F0ED-4DA5-EAF4-25BE9EF14278}"/>
                  </a:ext>
                </a:extLst>
              </p:cNvPr>
              <p:cNvSpPr txBox="1"/>
              <p:nvPr/>
            </p:nvSpPr>
            <p:spPr>
              <a:xfrm>
                <a:off x="7416916" y="6086553"/>
                <a:ext cx="10009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US" altLang="zh-HK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r</a:t>
                </a:r>
                <a:r>
                  <a:rPr lang="en-HK" sz="18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HK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h</a:t>
                </a:r>
                <a:r>
                  <a:rPr lang="en-US" altLang="zh-HK" sz="18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  <a:r>
                  <a:rPr lang="en-US" altLang="zh-HK" sz="18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449307C-F0ED-4DA5-EAF4-25BE9EF14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916" y="6086553"/>
                <a:ext cx="100095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字方塊 103">
                <a:extLst>
                  <a:ext uri="{FF2B5EF4-FFF2-40B4-BE49-F238E27FC236}">
                    <a16:creationId xmlns:a16="http://schemas.microsoft.com/office/drawing/2014/main" id="{BE031F31-AD47-D987-29CE-9B5A46A4B8D2}"/>
                  </a:ext>
                </a:extLst>
              </p:cNvPr>
              <p:cNvSpPr txBox="1"/>
              <p:nvPr/>
            </p:nvSpPr>
            <p:spPr>
              <a:xfrm>
                <a:off x="10198129" y="594057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0" name="文字方塊 103">
                <a:extLst>
                  <a:ext uri="{FF2B5EF4-FFF2-40B4-BE49-F238E27FC236}">
                    <a16:creationId xmlns:a16="http://schemas.microsoft.com/office/drawing/2014/main" id="{BE031F31-AD47-D987-29CE-9B5A46A4B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8129" y="5940579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8" name="筆跡 4">
                <a:extLst>
                  <a:ext uri="{FF2B5EF4-FFF2-40B4-BE49-F238E27FC236}">
                    <a16:creationId xmlns:a16="http://schemas.microsoft.com/office/drawing/2014/main" id="{FE6954EE-A4AD-54F1-324F-C48EE461C688}"/>
                  </a:ext>
                </a:extLst>
              </p14:cNvPr>
              <p14:cNvContentPartPr/>
              <p14:nvPr/>
            </p14:nvContentPartPr>
            <p14:xfrm>
              <a:off x="9368241" y="297411"/>
              <a:ext cx="1213941" cy="45719"/>
            </p14:xfrm>
          </p:contentPart>
        </mc:Choice>
        <mc:Fallback>
          <p:pic>
            <p:nvPicPr>
              <p:cNvPr id="58" name="筆跡 4">
                <a:extLst>
                  <a:ext uri="{FF2B5EF4-FFF2-40B4-BE49-F238E27FC236}">
                    <a16:creationId xmlns:a16="http://schemas.microsoft.com/office/drawing/2014/main" id="{FE6954EE-A4AD-54F1-324F-C48EE461C68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314224" y="-13418289"/>
                <a:ext cx="132161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9" name="筆跡 4">
                <a:extLst>
                  <a:ext uri="{FF2B5EF4-FFF2-40B4-BE49-F238E27FC236}">
                    <a16:creationId xmlns:a16="http://schemas.microsoft.com/office/drawing/2014/main" id="{6F3D1CEB-A04E-C58E-7762-2AC0F41D80DF}"/>
                  </a:ext>
                </a:extLst>
              </p14:cNvPr>
              <p14:cNvContentPartPr/>
              <p14:nvPr/>
            </p14:nvContentPartPr>
            <p14:xfrm>
              <a:off x="7030207" y="652649"/>
              <a:ext cx="3007206" cy="45719"/>
            </p14:xfrm>
          </p:contentPart>
        </mc:Choice>
        <mc:Fallback>
          <p:pic>
            <p:nvPicPr>
              <p:cNvPr id="59" name="筆跡 4">
                <a:extLst>
                  <a:ext uri="{FF2B5EF4-FFF2-40B4-BE49-F238E27FC236}">
                    <a16:creationId xmlns:a16="http://schemas.microsoft.com/office/drawing/2014/main" id="{6F3D1CEB-A04E-C58E-7762-2AC0F41D80D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76179" y="-13063051"/>
                <a:ext cx="311490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0" name="筆跡 4">
                <a:extLst>
                  <a:ext uri="{FF2B5EF4-FFF2-40B4-BE49-F238E27FC236}">
                    <a16:creationId xmlns:a16="http://schemas.microsoft.com/office/drawing/2014/main" id="{3827985D-A0E8-37E7-CC31-5EC78275E1A8}"/>
                  </a:ext>
                </a:extLst>
              </p14:cNvPr>
              <p14:cNvContentPartPr/>
              <p14:nvPr/>
            </p14:nvContentPartPr>
            <p14:xfrm>
              <a:off x="4891792" y="1058488"/>
              <a:ext cx="267506" cy="45719"/>
            </p14:xfrm>
          </p:contentPart>
        </mc:Choice>
        <mc:Fallback>
          <p:pic>
            <p:nvPicPr>
              <p:cNvPr id="60" name="筆跡 4">
                <a:extLst>
                  <a:ext uri="{FF2B5EF4-FFF2-40B4-BE49-F238E27FC236}">
                    <a16:creationId xmlns:a16="http://schemas.microsoft.com/office/drawing/2014/main" id="{3827985D-A0E8-37E7-CC31-5EC78275E1A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837859" y="-12657212"/>
                <a:ext cx="37501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61" name="筆跡 4">
                <a:extLst>
                  <a:ext uri="{FF2B5EF4-FFF2-40B4-BE49-F238E27FC236}">
                    <a16:creationId xmlns:a16="http://schemas.microsoft.com/office/drawing/2014/main" id="{A52F1804-6EDE-65A9-4E98-DAEE3BFCC7CC}"/>
                  </a:ext>
                </a:extLst>
              </p14:cNvPr>
              <p14:cNvContentPartPr/>
              <p14:nvPr/>
            </p14:nvContentPartPr>
            <p14:xfrm>
              <a:off x="7960550" y="1456756"/>
              <a:ext cx="437726" cy="45719"/>
            </p14:xfrm>
          </p:contentPart>
        </mc:Choice>
        <mc:Fallback>
          <p:pic>
            <p:nvPicPr>
              <p:cNvPr id="61" name="筆跡 4">
                <a:extLst>
                  <a:ext uri="{FF2B5EF4-FFF2-40B4-BE49-F238E27FC236}">
                    <a16:creationId xmlns:a16="http://schemas.microsoft.com/office/drawing/2014/main" id="{A52F1804-6EDE-65A9-4E98-DAEE3BFCC7C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06554" y="-12258944"/>
                <a:ext cx="54535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3" name="筆跡 4">
                <a:extLst>
                  <a:ext uri="{FF2B5EF4-FFF2-40B4-BE49-F238E27FC236}">
                    <a16:creationId xmlns:a16="http://schemas.microsoft.com/office/drawing/2014/main" id="{64C996B9-414A-FFE3-69A3-CA76D5B13863}"/>
                  </a:ext>
                </a:extLst>
              </p14:cNvPr>
              <p14:cNvContentPartPr/>
              <p14:nvPr/>
            </p14:nvContentPartPr>
            <p14:xfrm>
              <a:off x="2528895" y="1845557"/>
              <a:ext cx="2642269" cy="45719"/>
            </p14:xfrm>
          </p:contentPart>
        </mc:Choice>
        <mc:Fallback>
          <p:pic>
            <p:nvPicPr>
              <p:cNvPr id="63" name="筆跡 4">
                <a:extLst>
                  <a:ext uri="{FF2B5EF4-FFF2-40B4-BE49-F238E27FC236}">
                    <a16:creationId xmlns:a16="http://schemas.microsoft.com/office/drawing/2014/main" id="{64C996B9-414A-FFE3-69A3-CA76D5B1386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74868" y="-11870143"/>
                <a:ext cx="2749962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821" name="左大括弧 49">
            <a:extLst>
              <a:ext uri="{FF2B5EF4-FFF2-40B4-BE49-F238E27FC236}">
                <a16:creationId xmlns:a16="http://schemas.microsoft.com/office/drawing/2014/main" id="{44D7D440-3CC2-8315-1595-1D25642641C4}"/>
              </a:ext>
            </a:extLst>
          </p:cNvPr>
          <p:cNvSpPr/>
          <p:nvPr/>
        </p:nvSpPr>
        <p:spPr>
          <a:xfrm flipH="1">
            <a:off x="10829341" y="3186721"/>
            <a:ext cx="301996" cy="1125813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2" name="TextBox 821">
                <a:extLst>
                  <a:ext uri="{FF2B5EF4-FFF2-40B4-BE49-F238E27FC236}">
                    <a16:creationId xmlns:a16="http://schemas.microsoft.com/office/drawing/2014/main" id="{CC6BE430-4C91-19BE-40AC-274729BEC31B}"/>
                  </a:ext>
                </a:extLst>
              </p:cNvPr>
              <p:cNvSpPr txBox="1"/>
              <p:nvPr/>
            </p:nvSpPr>
            <p:spPr>
              <a:xfrm>
                <a:off x="11061657" y="3570453"/>
                <a:ext cx="100095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18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US" altLang="zh-HK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r</a:t>
                </a:r>
                <a:r>
                  <a:rPr lang="en-HK" sz="18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HK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rPr>
                  <a:t>h</a:t>
                </a:r>
                <a:r>
                  <a:rPr lang="en-US" altLang="zh-HK" sz="18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  <a:r>
                  <a:rPr lang="en-US" altLang="zh-HK" sz="18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 </a:t>
                </a:r>
                <a:endParaRPr lang="en-US"/>
              </a:p>
            </p:txBody>
          </p:sp>
        </mc:Choice>
        <mc:Fallback>
          <p:sp>
            <p:nvSpPr>
              <p:cNvPr id="822" name="TextBox 821">
                <a:extLst>
                  <a:ext uri="{FF2B5EF4-FFF2-40B4-BE49-F238E27FC236}">
                    <a16:creationId xmlns:a16="http://schemas.microsoft.com/office/drawing/2014/main" id="{CC6BE430-4C91-19BE-40AC-274729BEC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61657" y="3570453"/>
                <a:ext cx="100095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6" name="筆跡 4">
                <a:extLst>
                  <a:ext uri="{FF2B5EF4-FFF2-40B4-BE49-F238E27FC236}">
                    <a16:creationId xmlns:a16="http://schemas.microsoft.com/office/drawing/2014/main" id="{3A5C8E91-F5A0-B208-4EC3-62D173B5426D}"/>
                  </a:ext>
                </a:extLst>
              </p14:cNvPr>
              <p14:cNvContentPartPr/>
              <p14:nvPr/>
            </p14:nvContentPartPr>
            <p14:xfrm>
              <a:off x="5159298" y="2234994"/>
              <a:ext cx="936702" cy="45719"/>
            </p14:xfrm>
          </p:contentPart>
        </mc:Choice>
        <mc:Fallback>
          <p:pic>
            <p:nvPicPr>
              <p:cNvPr id="6" name="筆跡 4">
                <a:extLst>
                  <a:ext uri="{FF2B5EF4-FFF2-40B4-BE49-F238E27FC236}">
                    <a16:creationId xmlns:a16="http://schemas.microsoft.com/office/drawing/2014/main" id="{3A5C8E91-F5A0-B208-4EC3-62D173B5426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105278" y="-11480706"/>
                <a:ext cx="1044381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182CB8B-D684-C7CF-ADBB-60160B7603FC}"/>
              </a:ext>
            </a:extLst>
          </p:cNvPr>
          <p:cNvSpPr txBox="1"/>
          <p:nvPr/>
        </p:nvSpPr>
        <p:spPr>
          <a:xfrm>
            <a:off x="7213490" y="5305101"/>
            <a:ext cx="2956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h</a:t>
            </a:r>
            <a:endParaRPr lang="en-US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字方塊 83">
                <a:extLst>
                  <a:ext uri="{FF2B5EF4-FFF2-40B4-BE49-F238E27FC236}">
                    <a16:creationId xmlns:a16="http://schemas.microsoft.com/office/drawing/2014/main" id="{ECF910CB-1289-6F78-5F1E-DCCAFD01C3F9}"/>
                  </a:ext>
                </a:extLst>
              </p:cNvPr>
              <p:cNvSpPr txBox="1"/>
              <p:nvPr/>
            </p:nvSpPr>
            <p:spPr>
              <a:xfrm>
                <a:off x="7499751" y="5295179"/>
                <a:ext cx="32844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" name="文字方塊 83">
                <a:extLst>
                  <a:ext uri="{FF2B5EF4-FFF2-40B4-BE49-F238E27FC236}">
                    <a16:creationId xmlns:a16="http://schemas.microsoft.com/office/drawing/2014/main" id="{ECF910CB-1289-6F78-5F1E-DCCAFD01C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9751" y="5295179"/>
                <a:ext cx="328449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群組 74">
            <a:extLst>
              <a:ext uri="{FF2B5EF4-FFF2-40B4-BE49-F238E27FC236}">
                <a16:creationId xmlns:a16="http://schemas.microsoft.com/office/drawing/2014/main" id="{597E0CF3-6811-6B63-3100-93458E5974F6}"/>
              </a:ext>
            </a:extLst>
          </p:cNvPr>
          <p:cNvGrpSpPr/>
          <p:nvPr/>
        </p:nvGrpSpPr>
        <p:grpSpPr>
          <a:xfrm>
            <a:off x="7848498" y="5140596"/>
            <a:ext cx="364383" cy="746771"/>
            <a:chOff x="2896107" y="4671588"/>
            <a:chExt cx="364383" cy="746771"/>
          </a:xfrm>
        </p:grpSpPr>
        <p:sp>
          <p:nvSpPr>
            <p:cNvPr id="13" name="文字方塊 75">
              <a:extLst>
                <a:ext uri="{FF2B5EF4-FFF2-40B4-BE49-F238E27FC236}">
                  <a16:creationId xmlns:a16="http://schemas.microsoft.com/office/drawing/2014/main" id="{E6EB081F-F80C-831E-EA2C-E53EA4874D90}"/>
                </a:ext>
              </a:extLst>
            </p:cNvPr>
            <p:cNvSpPr txBox="1"/>
            <p:nvPr/>
          </p:nvSpPr>
          <p:spPr>
            <a:xfrm>
              <a:off x="2896107" y="4671588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40000"/>
                      <a:lumOff val="60000"/>
                    </a:schemeClr>
                  </a:solidFill>
                  <a:latin typeface="Lucida Handwriting" panose="03010101010101010101" pitchFamily="66" charset="0"/>
                </a:rPr>
                <a:t>2</a:t>
              </a:r>
              <a:endParaRPr lang="en-HK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4" name="群組 76">
              <a:extLst>
                <a:ext uri="{FF2B5EF4-FFF2-40B4-BE49-F238E27FC236}">
                  <a16:creationId xmlns:a16="http://schemas.microsoft.com/office/drawing/2014/main" id="{F6D2CABE-DB7A-9EE2-5D32-11EEC4803A8D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383905"/>
              <a:chOff x="2896107" y="5034454"/>
              <a:chExt cx="364383" cy="383905"/>
            </a:xfrm>
          </p:grpSpPr>
          <p:cxnSp>
            <p:nvCxnSpPr>
              <p:cNvPr id="16" name="直線接點 77">
                <a:extLst>
                  <a:ext uri="{FF2B5EF4-FFF2-40B4-BE49-F238E27FC236}">
                    <a16:creationId xmlns:a16="http://schemas.microsoft.com/office/drawing/2014/main" id="{36F62428-F8BC-81F1-808C-DE1E4AD9227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9" name="文字方塊 78">
                <a:extLst>
                  <a:ext uri="{FF2B5EF4-FFF2-40B4-BE49-F238E27FC236}">
                    <a16:creationId xmlns:a16="http://schemas.microsoft.com/office/drawing/2014/main" id="{0485FCA5-A3DD-7B27-CAF4-42275D7440EE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401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3</a:t>
                </a:r>
                <a:endParaRPr lang="en-HK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49AEE3F-85AE-3FBC-DD5B-189043026DF1}"/>
              </a:ext>
            </a:extLst>
          </p:cNvPr>
          <p:cNvSpPr txBox="1"/>
          <p:nvPr/>
        </p:nvSpPr>
        <p:spPr>
          <a:xfrm>
            <a:off x="8165273" y="5286934"/>
            <a:ext cx="2956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r</a:t>
            </a:r>
            <a:endParaRPr lang="en-US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0E30E9-C224-B78E-7242-1CE8F78FC4C3}"/>
              </a:ext>
            </a:extLst>
          </p:cNvPr>
          <p:cNvSpPr txBox="1"/>
          <p:nvPr/>
        </p:nvSpPr>
        <p:spPr>
          <a:xfrm>
            <a:off x="150098" y="2405740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8B56937-8F87-2FEA-5A55-01C185C37B1D}"/>
                  </a:ext>
                </a:extLst>
              </p:cNvPr>
              <p:cNvSpPr txBox="1"/>
              <p:nvPr/>
            </p:nvSpPr>
            <p:spPr>
              <a:xfrm>
                <a:off x="576711" y="2429245"/>
                <a:ext cx="44823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Total surface area of the solid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8B56937-8F87-2FEA-5A55-01C185C37B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11" y="2429245"/>
                <a:ext cx="4482332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群組 245">
            <a:extLst>
              <a:ext uri="{FF2B5EF4-FFF2-40B4-BE49-F238E27FC236}">
                <a16:creationId xmlns:a16="http://schemas.microsoft.com/office/drawing/2014/main" id="{2A0562E9-56D3-B92C-E567-F8215B35F4BD}"/>
              </a:ext>
            </a:extLst>
          </p:cNvPr>
          <p:cNvGrpSpPr/>
          <p:nvPr/>
        </p:nvGrpSpPr>
        <p:grpSpPr>
          <a:xfrm>
            <a:off x="5746800" y="2352301"/>
            <a:ext cx="798167" cy="477054"/>
            <a:chOff x="2472626" y="4508122"/>
            <a:chExt cx="798167" cy="477054"/>
          </a:xfrm>
        </p:grpSpPr>
        <p:sp>
          <p:nvSpPr>
            <p:cNvPr id="25" name="文字方塊 249">
              <a:extLst>
                <a:ext uri="{FF2B5EF4-FFF2-40B4-BE49-F238E27FC236}">
                  <a16:creationId xmlns:a16="http://schemas.microsoft.com/office/drawing/2014/main" id="{AAB6ADFA-EAEA-62D2-444D-1C65AF08B039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26" name="文字方塊 247">
              <a:extLst>
                <a:ext uri="{FF2B5EF4-FFF2-40B4-BE49-F238E27FC236}">
                  <a16:creationId xmlns:a16="http://schemas.microsoft.com/office/drawing/2014/main" id="{B3ED17AD-9DC6-C5E6-4FEB-4AB33B46277E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3B10DA9-C4CA-1768-F15B-B59DD63D2724}"/>
                  </a:ext>
                </a:extLst>
              </p:cNvPr>
              <p:cNvSpPr txBox="1"/>
              <p:nvPr/>
            </p:nvSpPr>
            <p:spPr>
              <a:xfrm>
                <a:off x="5007736" y="2429245"/>
                <a:ext cx="10565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975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𝛑</m:t>
                    </m:r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3B10DA9-C4CA-1768-F15B-B59DD63D2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7736" y="2429245"/>
                <a:ext cx="1056539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158B489F-5573-4FC7-0628-1C850BA6A4AB}"/>
              </a:ext>
            </a:extLst>
          </p:cNvPr>
          <p:cNvSpPr txBox="1"/>
          <p:nvPr/>
        </p:nvSpPr>
        <p:spPr>
          <a:xfrm>
            <a:off x="6728573" y="1721326"/>
            <a:ext cx="2956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h</a:t>
            </a:r>
            <a:endParaRPr lang="en-US" sz="160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83">
                <a:extLst>
                  <a:ext uri="{FF2B5EF4-FFF2-40B4-BE49-F238E27FC236}">
                    <a16:creationId xmlns:a16="http://schemas.microsoft.com/office/drawing/2014/main" id="{857CFE31-7D27-445A-B192-C0075FF1D74C}"/>
                  </a:ext>
                </a:extLst>
              </p:cNvPr>
              <p:cNvSpPr txBox="1"/>
              <p:nvPr/>
            </p:nvSpPr>
            <p:spPr>
              <a:xfrm>
                <a:off x="7014834" y="1711404"/>
                <a:ext cx="32844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altLang="zh-HK" sz="16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7" name="文字方塊 83">
                <a:extLst>
                  <a:ext uri="{FF2B5EF4-FFF2-40B4-BE49-F238E27FC236}">
                    <a16:creationId xmlns:a16="http://schemas.microsoft.com/office/drawing/2014/main" id="{857CFE31-7D27-445A-B192-C0075FF1D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4834" y="1711404"/>
                <a:ext cx="328449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群組 74">
            <a:extLst>
              <a:ext uri="{FF2B5EF4-FFF2-40B4-BE49-F238E27FC236}">
                <a16:creationId xmlns:a16="http://schemas.microsoft.com/office/drawing/2014/main" id="{9EDF0972-8718-6284-2E77-ECD288217425}"/>
              </a:ext>
            </a:extLst>
          </p:cNvPr>
          <p:cNvGrpSpPr/>
          <p:nvPr/>
        </p:nvGrpSpPr>
        <p:grpSpPr>
          <a:xfrm>
            <a:off x="7363581" y="1574439"/>
            <a:ext cx="364383" cy="614837"/>
            <a:chOff x="2896107" y="4691531"/>
            <a:chExt cx="364383" cy="696050"/>
          </a:xfrm>
        </p:grpSpPr>
        <p:sp>
          <p:nvSpPr>
            <p:cNvPr id="48" name="文字方塊 75">
              <a:extLst>
                <a:ext uri="{FF2B5EF4-FFF2-40B4-BE49-F238E27FC236}">
                  <a16:creationId xmlns:a16="http://schemas.microsoft.com/office/drawing/2014/main" id="{BC1C06FF-2FD9-36DA-BD36-7A13683C431A}"/>
                </a:ext>
              </a:extLst>
            </p:cNvPr>
            <p:cNvSpPr txBox="1"/>
            <p:nvPr/>
          </p:nvSpPr>
          <p:spPr>
            <a:xfrm>
              <a:off x="2917036" y="4691531"/>
              <a:ext cx="322524" cy="338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16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40000"/>
                      <a:lumOff val="60000"/>
                    </a:schemeClr>
                  </a:solidFill>
                  <a:latin typeface="Lucida Handwriting" panose="03010101010101010101" pitchFamily="66" charset="0"/>
                </a:rPr>
                <a:t>2</a:t>
              </a:r>
              <a:endParaRPr lang="en-HK" sz="16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62" name="群組 76">
              <a:extLst>
                <a:ext uri="{FF2B5EF4-FFF2-40B4-BE49-F238E27FC236}">
                  <a16:creationId xmlns:a16="http://schemas.microsoft.com/office/drawing/2014/main" id="{5234DC3A-B854-3125-3E94-E77DD16886D1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353127"/>
              <a:chOff x="2896107" y="5034454"/>
              <a:chExt cx="364383" cy="353127"/>
            </a:xfrm>
          </p:grpSpPr>
          <p:cxnSp>
            <p:nvCxnSpPr>
              <p:cNvPr id="710" name="直線接點 77">
                <a:extLst>
                  <a:ext uri="{FF2B5EF4-FFF2-40B4-BE49-F238E27FC236}">
                    <a16:creationId xmlns:a16="http://schemas.microsoft.com/office/drawing/2014/main" id="{390063C8-6686-CAF2-30F1-CDEB6289E81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26" name="文字方塊 78">
                <a:extLst>
                  <a:ext uri="{FF2B5EF4-FFF2-40B4-BE49-F238E27FC236}">
                    <a16:creationId xmlns:a16="http://schemas.microsoft.com/office/drawing/2014/main" id="{28E8D89A-4D82-6658-B5B4-14C8AD36609F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2252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16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3</a:t>
                </a:r>
                <a:endParaRPr lang="en-HK" sz="16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730" name="TextBox 729">
            <a:extLst>
              <a:ext uri="{FF2B5EF4-FFF2-40B4-BE49-F238E27FC236}">
                <a16:creationId xmlns:a16="http://schemas.microsoft.com/office/drawing/2014/main" id="{158CC092-D0B0-7E7A-8F58-C644854F1E1B}"/>
              </a:ext>
            </a:extLst>
          </p:cNvPr>
          <p:cNvSpPr txBox="1"/>
          <p:nvPr/>
        </p:nvSpPr>
        <p:spPr>
          <a:xfrm>
            <a:off x="7680356" y="1703159"/>
            <a:ext cx="2956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r</a:t>
            </a:r>
            <a:endParaRPr lang="en-US" sz="160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731" name="群組 74">
            <a:extLst>
              <a:ext uri="{FF2B5EF4-FFF2-40B4-BE49-F238E27FC236}">
                <a16:creationId xmlns:a16="http://schemas.microsoft.com/office/drawing/2014/main" id="{AC523BC8-AA95-6115-E0A0-0B4714BB861B}"/>
              </a:ext>
            </a:extLst>
          </p:cNvPr>
          <p:cNvGrpSpPr/>
          <p:nvPr/>
        </p:nvGrpSpPr>
        <p:grpSpPr>
          <a:xfrm>
            <a:off x="1461398" y="2742883"/>
            <a:ext cx="364383" cy="777549"/>
            <a:chOff x="2896107" y="4671588"/>
            <a:chExt cx="364383" cy="777549"/>
          </a:xfrm>
        </p:grpSpPr>
        <p:sp>
          <p:nvSpPr>
            <p:cNvPr id="732" name="文字方塊 75">
              <a:extLst>
                <a:ext uri="{FF2B5EF4-FFF2-40B4-BE49-F238E27FC236}">
                  <a16:creationId xmlns:a16="http://schemas.microsoft.com/office/drawing/2014/main" id="{E3A9D260-54A9-B801-0B42-FA45B19B86BC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733" name="群組 76">
              <a:extLst>
                <a:ext uri="{FF2B5EF4-FFF2-40B4-BE49-F238E27FC236}">
                  <a16:creationId xmlns:a16="http://schemas.microsoft.com/office/drawing/2014/main" id="{E2A8E0B2-26D9-D045-89EF-32F7591FBA11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734" name="直線接點 77">
                <a:extLst>
                  <a:ext uri="{FF2B5EF4-FFF2-40B4-BE49-F238E27FC236}">
                    <a16:creationId xmlns:a16="http://schemas.microsoft.com/office/drawing/2014/main" id="{F43703D6-E9B0-4E8B-5809-B41F63CFFAF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35" name="文字方塊 78">
                <a:extLst>
                  <a:ext uri="{FF2B5EF4-FFF2-40B4-BE49-F238E27FC236}">
                    <a16:creationId xmlns:a16="http://schemas.microsoft.com/office/drawing/2014/main" id="{881D6DB5-C8C1-F80A-408F-4CB99C00A8BA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23" name="文字方塊 53">
                <a:extLst>
                  <a:ext uri="{FF2B5EF4-FFF2-40B4-BE49-F238E27FC236}">
                    <a16:creationId xmlns:a16="http://schemas.microsoft.com/office/drawing/2014/main" id="{9FD60A8B-ED2E-5CCE-5ADE-C8F0A2B16D14}"/>
                  </a:ext>
                </a:extLst>
              </p:cNvPr>
              <p:cNvSpPr txBox="1"/>
              <p:nvPr/>
            </p:nvSpPr>
            <p:spPr>
              <a:xfrm>
                <a:off x="1819188" y="290797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23" name="文字方塊 53">
                <a:extLst>
                  <a:ext uri="{FF2B5EF4-FFF2-40B4-BE49-F238E27FC236}">
                    <a16:creationId xmlns:a16="http://schemas.microsoft.com/office/drawing/2014/main" id="{9FD60A8B-ED2E-5CCE-5ADE-C8F0A2B16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188" y="2907977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4" name="文字方塊 75">
            <a:extLst>
              <a:ext uri="{FF2B5EF4-FFF2-40B4-BE49-F238E27FC236}">
                <a16:creationId xmlns:a16="http://schemas.microsoft.com/office/drawing/2014/main" id="{48FBD77A-9869-1E3F-072B-D801312FC838}"/>
              </a:ext>
            </a:extLst>
          </p:cNvPr>
          <p:cNvSpPr txBox="1"/>
          <p:nvPr/>
        </p:nvSpPr>
        <p:spPr>
          <a:xfrm>
            <a:off x="2108283" y="2914813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6" name="TextBox 825">
                <a:extLst>
                  <a:ext uri="{FF2B5EF4-FFF2-40B4-BE49-F238E27FC236}">
                    <a16:creationId xmlns:a16="http://schemas.microsoft.com/office/drawing/2014/main" id="{9AF08672-324A-8182-D640-3F111ED84796}"/>
                  </a:ext>
                </a:extLst>
              </p:cNvPr>
              <p:cNvSpPr txBox="1"/>
              <p:nvPr/>
            </p:nvSpPr>
            <p:spPr>
              <a:xfrm>
                <a:off x="2352714" y="2901852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826" name="TextBox 825">
                <a:extLst>
                  <a:ext uri="{FF2B5EF4-FFF2-40B4-BE49-F238E27FC236}">
                    <a16:creationId xmlns:a16="http://schemas.microsoft.com/office/drawing/2014/main" id="{9AF08672-324A-8182-D640-3F111ED84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2714" y="2901852"/>
                <a:ext cx="357791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8" name="TextBox 827">
                <a:extLst>
                  <a:ext uri="{FF2B5EF4-FFF2-40B4-BE49-F238E27FC236}">
                    <a16:creationId xmlns:a16="http://schemas.microsoft.com/office/drawing/2014/main" id="{F1E50848-C964-BB76-11B0-9F5CDAE44583}"/>
                  </a:ext>
                </a:extLst>
              </p:cNvPr>
              <p:cNvSpPr txBox="1"/>
              <p:nvPr/>
            </p:nvSpPr>
            <p:spPr>
              <a:xfrm>
                <a:off x="2514651" y="2894160"/>
                <a:ext cx="485034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US" sz="2000">
                  <a:solidFill>
                    <a:srgbClr val="FF00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828" name="TextBox 827">
                <a:extLst>
                  <a:ext uri="{FF2B5EF4-FFF2-40B4-BE49-F238E27FC236}">
                    <a16:creationId xmlns:a16="http://schemas.microsoft.com/office/drawing/2014/main" id="{F1E50848-C964-BB76-11B0-9F5CDAE445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51" y="2894160"/>
                <a:ext cx="485034" cy="40395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9" name="文字方塊 106">
            <a:extLst>
              <a:ext uri="{FF2B5EF4-FFF2-40B4-BE49-F238E27FC236}">
                <a16:creationId xmlns:a16="http://schemas.microsoft.com/office/drawing/2014/main" id="{C2DC01BC-3B53-7FF5-7AF9-36027786253B}"/>
              </a:ext>
            </a:extLst>
          </p:cNvPr>
          <p:cNvSpPr txBox="1"/>
          <p:nvPr/>
        </p:nvSpPr>
        <p:spPr>
          <a:xfrm>
            <a:off x="2790915" y="2815959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00B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1" name="文字方塊 103">
                <a:extLst>
                  <a:ext uri="{FF2B5EF4-FFF2-40B4-BE49-F238E27FC236}">
                    <a16:creationId xmlns:a16="http://schemas.microsoft.com/office/drawing/2014/main" id="{CFC2A1D3-F115-DAA6-240E-E3FEA73AE828}"/>
                  </a:ext>
                </a:extLst>
              </p:cNvPr>
              <p:cNvSpPr txBox="1"/>
              <p:nvPr/>
            </p:nvSpPr>
            <p:spPr>
              <a:xfrm>
                <a:off x="2935346" y="288698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31" name="文字方塊 103">
                <a:extLst>
                  <a:ext uri="{FF2B5EF4-FFF2-40B4-BE49-F238E27FC236}">
                    <a16:creationId xmlns:a16="http://schemas.microsoft.com/office/drawing/2014/main" id="{CFC2A1D3-F115-DAA6-240E-E3FEA73AE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5346" y="2886984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2" name="TextBox 831">
                <a:extLst>
                  <a:ext uri="{FF2B5EF4-FFF2-40B4-BE49-F238E27FC236}">
                    <a16:creationId xmlns:a16="http://schemas.microsoft.com/office/drawing/2014/main" id="{34F4B42F-3385-F682-9307-3EC4F79CB3A8}"/>
                  </a:ext>
                </a:extLst>
              </p:cNvPr>
              <p:cNvSpPr txBox="1"/>
              <p:nvPr/>
            </p:nvSpPr>
            <p:spPr>
              <a:xfrm>
                <a:off x="3158241" y="2901852"/>
                <a:ext cx="884724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14:m>
                  <m:oMath xmlns:m="http://schemas.openxmlformats.org/officeDocument/2006/math"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𝛑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Lucida Calligraphy" panose="030101010101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en-US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92D050"/>
                        </a:solidFill>
                        <a:latin typeface="Lucida Calligraphy" panose="03010101010101010101" pitchFamily="66" charset="0"/>
                      </a:rPr>
                      <m:t>h</m:t>
                    </m:r>
                  </m:oMath>
                </a14:m>
                <a:endParaRPr lang="en-US" sz="2000">
                  <a:solidFill>
                    <a:srgbClr val="00B05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832" name="TextBox 831">
                <a:extLst>
                  <a:ext uri="{FF2B5EF4-FFF2-40B4-BE49-F238E27FC236}">
                    <a16:creationId xmlns:a16="http://schemas.microsoft.com/office/drawing/2014/main" id="{34F4B42F-3385-F682-9307-3EC4F79CB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241" y="2901852"/>
                <a:ext cx="884724" cy="40709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3" name="文字方塊 103">
                <a:extLst>
                  <a:ext uri="{FF2B5EF4-FFF2-40B4-BE49-F238E27FC236}">
                    <a16:creationId xmlns:a16="http://schemas.microsoft.com/office/drawing/2014/main" id="{C8ADB336-E9EE-1E41-C64B-6478117057FA}"/>
                  </a:ext>
                </a:extLst>
              </p:cNvPr>
              <p:cNvSpPr txBox="1"/>
              <p:nvPr/>
            </p:nvSpPr>
            <p:spPr>
              <a:xfrm>
                <a:off x="3895751" y="287722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33" name="文字方塊 103">
                <a:extLst>
                  <a:ext uri="{FF2B5EF4-FFF2-40B4-BE49-F238E27FC236}">
                    <a16:creationId xmlns:a16="http://schemas.microsoft.com/office/drawing/2014/main" id="{C8ADB336-E9EE-1E41-C64B-647811705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5751" y="2877222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4" name="TextBox 833">
                <a:extLst>
                  <a:ext uri="{FF2B5EF4-FFF2-40B4-BE49-F238E27FC236}">
                    <a16:creationId xmlns:a16="http://schemas.microsoft.com/office/drawing/2014/main" id="{E6A188F7-AFE2-4297-4708-762FA631F6F9}"/>
                  </a:ext>
                </a:extLst>
              </p:cNvPr>
              <p:cNvSpPr txBox="1"/>
              <p:nvPr/>
            </p:nvSpPr>
            <p:spPr>
              <a:xfrm>
                <a:off x="4158093" y="2880543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834" name="TextBox 833">
                <a:extLst>
                  <a:ext uri="{FF2B5EF4-FFF2-40B4-BE49-F238E27FC236}">
                    <a16:creationId xmlns:a16="http://schemas.microsoft.com/office/drawing/2014/main" id="{E6A188F7-AFE2-4297-4708-762FA631F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093" y="2880543"/>
                <a:ext cx="357791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5" name="TextBox 834">
                <a:extLst>
                  <a:ext uri="{FF2B5EF4-FFF2-40B4-BE49-F238E27FC236}">
                    <a16:creationId xmlns:a16="http://schemas.microsoft.com/office/drawing/2014/main" id="{A5B489D2-9A16-E683-1B2C-337B66BBB0A1}"/>
                  </a:ext>
                </a:extLst>
              </p:cNvPr>
              <p:cNvSpPr txBox="1"/>
              <p:nvPr/>
            </p:nvSpPr>
            <p:spPr>
              <a:xfrm>
                <a:off x="4320030" y="2872851"/>
                <a:ext cx="485034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US" sz="2000">
                  <a:solidFill>
                    <a:srgbClr val="FF00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835" name="TextBox 834">
                <a:extLst>
                  <a:ext uri="{FF2B5EF4-FFF2-40B4-BE49-F238E27FC236}">
                    <a16:creationId xmlns:a16="http://schemas.microsoft.com/office/drawing/2014/main" id="{A5B489D2-9A16-E683-1B2C-337B66BBB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0030" y="2872851"/>
                <a:ext cx="485034" cy="40395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6" name="文字方塊 106">
            <a:extLst>
              <a:ext uri="{FF2B5EF4-FFF2-40B4-BE49-F238E27FC236}">
                <a16:creationId xmlns:a16="http://schemas.microsoft.com/office/drawing/2014/main" id="{59FA8E99-7E08-FAB5-BB86-43BEA2B9D1E7}"/>
              </a:ext>
            </a:extLst>
          </p:cNvPr>
          <p:cNvSpPr txBox="1"/>
          <p:nvPr/>
        </p:nvSpPr>
        <p:spPr>
          <a:xfrm>
            <a:off x="4596294" y="2794650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00B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7" name="文字方塊 101">
                <a:extLst>
                  <a:ext uri="{FF2B5EF4-FFF2-40B4-BE49-F238E27FC236}">
                    <a16:creationId xmlns:a16="http://schemas.microsoft.com/office/drawing/2014/main" id="{E67DA19D-639A-7BC5-6CF5-CF9B9786E840}"/>
                  </a:ext>
                </a:extLst>
              </p:cNvPr>
              <p:cNvSpPr txBox="1"/>
              <p:nvPr/>
            </p:nvSpPr>
            <p:spPr>
              <a:xfrm>
                <a:off x="4669878" y="290884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37" name="文字方塊 101">
                <a:extLst>
                  <a:ext uri="{FF2B5EF4-FFF2-40B4-BE49-F238E27FC236}">
                    <a16:creationId xmlns:a16="http://schemas.microsoft.com/office/drawing/2014/main" id="{E67DA19D-639A-7BC5-6CF5-CF9B9786E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878" y="2908841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8" name="文字方塊 10">
                <a:extLst>
                  <a:ext uri="{FF2B5EF4-FFF2-40B4-BE49-F238E27FC236}">
                    <a16:creationId xmlns:a16="http://schemas.microsoft.com/office/drawing/2014/main" id="{609DD051-466E-1168-3D9B-2BCE17FFEFCD}"/>
                  </a:ext>
                </a:extLst>
              </p:cNvPr>
              <p:cNvSpPr txBox="1"/>
              <p:nvPr/>
            </p:nvSpPr>
            <p:spPr>
              <a:xfrm>
                <a:off x="4927801" y="2911630"/>
                <a:ext cx="10241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975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838" name="文字方塊 10">
                <a:extLst>
                  <a:ext uri="{FF2B5EF4-FFF2-40B4-BE49-F238E27FC236}">
                    <a16:creationId xmlns:a16="http://schemas.microsoft.com/office/drawing/2014/main" id="{609DD051-466E-1168-3D9B-2BCE17FFE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801" y="2911630"/>
                <a:ext cx="1024171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9" name="群組 245">
            <a:extLst>
              <a:ext uri="{FF2B5EF4-FFF2-40B4-BE49-F238E27FC236}">
                <a16:creationId xmlns:a16="http://schemas.microsoft.com/office/drawing/2014/main" id="{16F713CC-A092-84D3-25A0-7F1081FBC3F6}"/>
              </a:ext>
            </a:extLst>
          </p:cNvPr>
          <p:cNvGrpSpPr/>
          <p:nvPr/>
        </p:nvGrpSpPr>
        <p:grpSpPr>
          <a:xfrm>
            <a:off x="5708182" y="2830052"/>
            <a:ext cx="733054" cy="483194"/>
            <a:chOff x="2472626" y="4501982"/>
            <a:chExt cx="733054" cy="483194"/>
          </a:xfrm>
        </p:grpSpPr>
        <p:sp>
          <p:nvSpPr>
            <p:cNvPr id="840" name="文字方塊 249">
              <a:extLst>
                <a:ext uri="{FF2B5EF4-FFF2-40B4-BE49-F238E27FC236}">
                  <a16:creationId xmlns:a16="http://schemas.microsoft.com/office/drawing/2014/main" id="{B613CBCA-366E-B4DC-3BC0-97841B701FDE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841" name="文字方塊 247">
              <a:extLst>
                <a:ext uri="{FF2B5EF4-FFF2-40B4-BE49-F238E27FC236}">
                  <a16:creationId xmlns:a16="http://schemas.microsoft.com/office/drawing/2014/main" id="{06A78168-3827-F188-6B1A-9EC21371A963}"/>
                </a:ext>
              </a:extLst>
            </p:cNvPr>
            <p:cNvSpPr txBox="1"/>
            <p:nvPr/>
          </p:nvSpPr>
          <p:spPr>
            <a:xfrm>
              <a:off x="2916818" y="450198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842" name="文字方塊 75">
            <a:extLst>
              <a:ext uri="{FF2B5EF4-FFF2-40B4-BE49-F238E27FC236}">
                <a16:creationId xmlns:a16="http://schemas.microsoft.com/office/drawing/2014/main" id="{E42DF4FE-AD0B-E904-46B8-BA9E082EB4EA}"/>
              </a:ext>
            </a:extLst>
          </p:cNvPr>
          <p:cNvSpPr txBox="1"/>
          <p:nvPr/>
        </p:nvSpPr>
        <p:spPr>
          <a:xfrm>
            <a:off x="2059040" y="3380413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3" name="TextBox 842">
                <a:extLst>
                  <a:ext uri="{FF2B5EF4-FFF2-40B4-BE49-F238E27FC236}">
                    <a16:creationId xmlns:a16="http://schemas.microsoft.com/office/drawing/2014/main" id="{441EB67D-F082-BF5A-3070-07F90724DF1C}"/>
                  </a:ext>
                </a:extLst>
              </p:cNvPr>
              <p:cNvSpPr txBox="1"/>
              <p:nvPr/>
            </p:nvSpPr>
            <p:spPr>
              <a:xfrm>
                <a:off x="2303471" y="3367452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843" name="TextBox 842">
                <a:extLst>
                  <a:ext uri="{FF2B5EF4-FFF2-40B4-BE49-F238E27FC236}">
                    <a16:creationId xmlns:a16="http://schemas.microsoft.com/office/drawing/2014/main" id="{441EB67D-F082-BF5A-3070-07F90724DF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3471" y="3367452"/>
                <a:ext cx="357791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4" name="TextBox 843">
                <a:extLst>
                  <a:ext uri="{FF2B5EF4-FFF2-40B4-BE49-F238E27FC236}">
                    <a16:creationId xmlns:a16="http://schemas.microsoft.com/office/drawing/2014/main" id="{3DCBB06C-67E2-2C51-AA1A-CA42FBD65948}"/>
                  </a:ext>
                </a:extLst>
              </p:cNvPr>
              <p:cNvSpPr txBox="1"/>
              <p:nvPr/>
            </p:nvSpPr>
            <p:spPr>
              <a:xfrm>
                <a:off x="2465408" y="3359760"/>
                <a:ext cx="485034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US" sz="2000">
                  <a:solidFill>
                    <a:srgbClr val="FF00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844" name="TextBox 843">
                <a:extLst>
                  <a:ext uri="{FF2B5EF4-FFF2-40B4-BE49-F238E27FC236}">
                    <a16:creationId xmlns:a16="http://schemas.microsoft.com/office/drawing/2014/main" id="{3DCBB06C-67E2-2C51-AA1A-CA42FBD65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408" y="3359760"/>
                <a:ext cx="485034" cy="403957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5" name="文字方塊 106">
            <a:extLst>
              <a:ext uri="{FF2B5EF4-FFF2-40B4-BE49-F238E27FC236}">
                <a16:creationId xmlns:a16="http://schemas.microsoft.com/office/drawing/2014/main" id="{D1356299-E1CA-2CB0-D9C7-F158494D8E69}"/>
              </a:ext>
            </a:extLst>
          </p:cNvPr>
          <p:cNvSpPr txBox="1"/>
          <p:nvPr/>
        </p:nvSpPr>
        <p:spPr>
          <a:xfrm>
            <a:off x="2730921" y="3285280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00B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6" name="文字方塊 103">
                <a:extLst>
                  <a:ext uri="{FF2B5EF4-FFF2-40B4-BE49-F238E27FC236}">
                    <a16:creationId xmlns:a16="http://schemas.microsoft.com/office/drawing/2014/main" id="{262437DE-D24D-88D5-C40D-147618DF207A}"/>
                  </a:ext>
                </a:extLst>
              </p:cNvPr>
              <p:cNvSpPr txBox="1"/>
              <p:nvPr/>
            </p:nvSpPr>
            <p:spPr>
              <a:xfrm>
                <a:off x="2885993" y="337227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46" name="文字方塊 103">
                <a:extLst>
                  <a:ext uri="{FF2B5EF4-FFF2-40B4-BE49-F238E27FC236}">
                    <a16:creationId xmlns:a16="http://schemas.microsoft.com/office/drawing/2014/main" id="{262437DE-D24D-88D5-C40D-147618DF2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5993" y="3372275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7" name="TextBox 846">
                <a:extLst>
                  <a:ext uri="{FF2B5EF4-FFF2-40B4-BE49-F238E27FC236}">
                    <a16:creationId xmlns:a16="http://schemas.microsoft.com/office/drawing/2014/main" id="{F5467D04-D8CD-D71D-9DAB-895D9919358B}"/>
                  </a:ext>
                </a:extLst>
              </p:cNvPr>
              <p:cNvSpPr txBox="1"/>
              <p:nvPr/>
            </p:nvSpPr>
            <p:spPr>
              <a:xfrm>
                <a:off x="3134206" y="3379495"/>
                <a:ext cx="76662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14:m>
                  <m:oMath xmlns:m="http://schemas.openxmlformats.org/officeDocument/2006/math"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𝛑</m:t>
                    </m:r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Lucida Calligraphy" panose="03010101010101010101" pitchFamily="66" charset="0"/>
                      </a:rPr>
                      <m:t>r</m:t>
                    </m:r>
                  </m:oMath>
                </a14:m>
                <a:endParaRPr lang="en-US" sz="2000">
                  <a:solidFill>
                    <a:srgbClr val="00B05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847" name="TextBox 846">
                <a:extLst>
                  <a:ext uri="{FF2B5EF4-FFF2-40B4-BE49-F238E27FC236}">
                    <a16:creationId xmlns:a16="http://schemas.microsoft.com/office/drawing/2014/main" id="{F5467D04-D8CD-D71D-9DAB-895D99193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206" y="3379495"/>
                <a:ext cx="766623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8" name="文字方塊 53">
                <a:extLst>
                  <a:ext uri="{FF2B5EF4-FFF2-40B4-BE49-F238E27FC236}">
                    <a16:creationId xmlns:a16="http://schemas.microsoft.com/office/drawing/2014/main" id="{69DE9EE5-8FE4-04DC-C454-73A924256546}"/>
                  </a:ext>
                </a:extLst>
              </p:cNvPr>
              <p:cNvSpPr txBox="1"/>
              <p:nvPr/>
            </p:nvSpPr>
            <p:spPr>
              <a:xfrm>
                <a:off x="3711486" y="338851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48" name="文字方塊 53">
                <a:extLst>
                  <a:ext uri="{FF2B5EF4-FFF2-40B4-BE49-F238E27FC236}">
                    <a16:creationId xmlns:a16="http://schemas.microsoft.com/office/drawing/2014/main" id="{69DE9EE5-8FE4-04DC-C454-73A924256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486" y="3388517"/>
                <a:ext cx="295688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49" name="群組 74">
            <a:extLst>
              <a:ext uri="{FF2B5EF4-FFF2-40B4-BE49-F238E27FC236}">
                <a16:creationId xmlns:a16="http://schemas.microsoft.com/office/drawing/2014/main" id="{F8FB648E-134C-707B-1F4B-F6BF50FF9581}"/>
              </a:ext>
            </a:extLst>
          </p:cNvPr>
          <p:cNvGrpSpPr/>
          <p:nvPr/>
        </p:nvGrpSpPr>
        <p:grpSpPr>
          <a:xfrm>
            <a:off x="4030519" y="3225468"/>
            <a:ext cx="364383" cy="777549"/>
            <a:chOff x="2896107" y="4671588"/>
            <a:chExt cx="364383" cy="777549"/>
          </a:xfrm>
        </p:grpSpPr>
        <p:sp>
          <p:nvSpPr>
            <p:cNvPr id="850" name="文字方塊 75">
              <a:extLst>
                <a:ext uri="{FF2B5EF4-FFF2-40B4-BE49-F238E27FC236}">
                  <a16:creationId xmlns:a16="http://schemas.microsoft.com/office/drawing/2014/main" id="{0B39D618-DBED-6CA2-10C6-5E63A1ECA31B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40000"/>
                      <a:lumOff val="60000"/>
                    </a:schemeClr>
                  </a:solidFill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851" name="群組 76">
              <a:extLst>
                <a:ext uri="{FF2B5EF4-FFF2-40B4-BE49-F238E27FC236}">
                  <a16:creationId xmlns:a16="http://schemas.microsoft.com/office/drawing/2014/main" id="{F744BFE6-7B82-1C68-A7A5-D8C3154DC3E2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852" name="直線接點 77">
                <a:extLst>
                  <a:ext uri="{FF2B5EF4-FFF2-40B4-BE49-F238E27FC236}">
                    <a16:creationId xmlns:a16="http://schemas.microsoft.com/office/drawing/2014/main" id="{01BE9401-8667-32C2-29DD-7D75FA2B3AB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53" name="文字方塊 78">
                <a:extLst>
                  <a:ext uri="{FF2B5EF4-FFF2-40B4-BE49-F238E27FC236}">
                    <a16:creationId xmlns:a16="http://schemas.microsoft.com/office/drawing/2014/main" id="{21BEEFE5-D7D4-97A3-F62C-F3E408E2A55B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854" name="TextBox 853">
            <a:extLst>
              <a:ext uri="{FF2B5EF4-FFF2-40B4-BE49-F238E27FC236}">
                <a16:creationId xmlns:a16="http://schemas.microsoft.com/office/drawing/2014/main" id="{8AB8F89E-C4EA-72B2-0A7A-9D1E5F51EC04}"/>
              </a:ext>
            </a:extLst>
          </p:cNvPr>
          <p:cNvSpPr txBox="1"/>
          <p:nvPr/>
        </p:nvSpPr>
        <p:spPr>
          <a:xfrm>
            <a:off x="4377153" y="3388517"/>
            <a:ext cx="295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r</a:t>
            </a:r>
            <a:endParaRPr lang="en-US" sz="200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5" name="文字方塊 101">
                <a:extLst>
                  <a:ext uri="{FF2B5EF4-FFF2-40B4-BE49-F238E27FC236}">
                    <a16:creationId xmlns:a16="http://schemas.microsoft.com/office/drawing/2014/main" id="{52400180-1ADD-C23A-C2F3-E20D7C1B5819}"/>
                  </a:ext>
                </a:extLst>
              </p:cNvPr>
              <p:cNvSpPr txBox="1"/>
              <p:nvPr/>
            </p:nvSpPr>
            <p:spPr>
              <a:xfrm>
                <a:off x="4672496" y="342552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55" name="文字方塊 101">
                <a:extLst>
                  <a:ext uri="{FF2B5EF4-FFF2-40B4-BE49-F238E27FC236}">
                    <a16:creationId xmlns:a16="http://schemas.microsoft.com/office/drawing/2014/main" id="{52400180-1ADD-C23A-C2F3-E20D7C1B58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496" y="3425523"/>
                <a:ext cx="29568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6" name="文字方塊 10">
                <a:extLst>
                  <a:ext uri="{FF2B5EF4-FFF2-40B4-BE49-F238E27FC236}">
                    <a16:creationId xmlns:a16="http://schemas.microsoft.com/office/drawing/2014/main" id="{036CC538-15BC-B720-10F8-41D39A3323D7}"/>
                  </a:ext>
                </a:extLst>
              </p:cNvPr>
              <p:cNvSpPr txBox="1"/>
              <p:nvPr/>
            </p:nvSpPr>
            <p:spPr>
              <a:xfrm>
                <a:off x="4925477" y="3417656"/>
                <a:ext cx="10241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975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856" name="文字方塊 10">
                <a:extLst>
                  <a:ext uri="{FF2B5EF4-FFF2-40B4-BE49-F238E27FC236}">
                    <a16:creationId xmlns:a16="http://schemas.microsoft.com/office/drawing/2014/main" id="{036CC538-15BC-B720-10F8-41D39A332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5477" y="3417656"/>
                <a:ext cx="1024171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57" name="群組 245">
            <a:extLst>
              <a:ext uri="{FF2B5EF4-FFF2-40B4-BE49-F238E27FC236}">
                <a16:creationId xmlns:a16="http://schemas.microsoft.com/office/drawing/2014/main" id="{68737AF2-AF39-95D5-C7CE-5C741A86F559}"/>
              </a:ext>
            </a:extLst>
          </p:cNvPr>
          <p:cNvGrpSpPr/>
          <p:nvPr/>
        </p:nvGrpSpPr>
        <p:grpSpPr>
          <a:xfrm>
            <a:off x="5705858" y="3336078"/>
            <a:ext cx="733054" cy="483194"/>
            <a:chOff x="2472626" y="4501982"/>
            <a:chExt cx="733054" cy="483194"/>
          </a:xfrm>
        </p:grpSpPr>
        <p:sp>
          <p:nvSpPr>
            <p:cNvPr id="858" name="文字方塊 249">
              <a:extLst>
                <a:ext uri="{FF2B5EF4-FFF2-40B4-BE49-F238E27FC236}">
                  <a16:creationId xmlns:a16="http://schemas.microsoft.com/office/drawing/2014/main" id="{8B487718-B21B-0D26-5CA7-85DE08EA99E2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859" name="文字方塊 247">
              <a:extLst>
                <a:ext uri="{FF2B5EF4-FFF2-40B4-BE49-F238E27FC236}">
                  <a16:creationId xmlns:a16="http://schemas.microsoft.com/office/drawing/2014/main" id="{B44E1273-7597-8A99-04E7-1D97AA0A479C}"/>
                </a:ext>
              </a:extLst>
            </p:cNvPr>
            <p:cNvSpPr txBox="1"/>
            <p:nvPr/>
          </p:nvSpPr>
          <p:spPr>
            <a:xfrm>
              <a:off x="2916818" y="450198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60" name="文字方塊 101">
                <a:extLst>
                  <a:ext uri="{FF2B5EF4-FFF2-40B4-BE49-F238E27FC236}">
                    <a16:creationId xmlns:a16="http://schemas.microsoft.com/office/drawing/2014/main" id="{BAF723CF-1F4F-F7B6-FB8F-104B55F3D974}"/>
                  </a:ext>
                </a:extLst>
              </p:cNvPr>
              <p:cNvSpPr txBox="1"/>
              <p:nvPr/>
            </p:nvSpPr>
            <p:spPr>
              <a:xfrm>
                <a:off x="4691460" y="400870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60" name="文字方塊 101">
                <a:extLst>
                  <a:ext uri="{FF2B5EF4-FFF2-40B4-BE49-F238E27FC236}">
                    <a16:creationId xmlns:a16="http://schemas.microsoft.com/office/drawing/2014/main" id="{BAF723CF-1F4F-F7B6-FB8F-104B55F3D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460" y="4008706"/>
                <a:ext cx="295688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61" name="文字方塊 10">
                <a:extLst>
                  <a:ext uri="{FF2B5EF4-FFF2-40B4-BE49-F238E27FC236}">
                    <a16:creationId xmlns:a16="http://schemas.microsoft.com/office/drawing/2014/main" id="{BE426303-3EC5-E979-B9BB-8933F854302A}"/>
                  </a:ext>
                </a:extLst>
              </p:cNvPr>
              <p:cNvSpPr txBox="1"/>
              <p:nvPr/>
            </p:nvSpPr>
            <p:spPr>
              <a:xfrm>
                <a:off x="4944441" y="4000839"/>
                <a:ext cx="10241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975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861" name="文字方塊 10">
                <a:extLst>
                  <a:ext uri="{FF2B5EF4-FFF2-40B4-BE49-F238E27FC236}">
                    <a16:creationId xmlns:a16="http://schemas.microsoft.com/office/drawing/2014/main" id="{BE426303-3EC5-E979-B9BB-8933F8543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441" y="4000839"/>
                <a:ext cx="1024171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62" name="群組 245">
            <a:extLst>
              <a:ext uri="{FF2B5EF4-FFF2-40B4-BE49-F238E27FC236}">
                <a16:creationId xmlns:a16="http://schemas.microsoft.com/office/drawing/2014/main" id="{A0C61151-C38D-DE3F-9904-2517F73E02B9}"/>
              </a:ext>
            </a:extLst>
          </p:cNvPr>
          <p:cNvGrpSpPr/>
          <p:nvPr/>
        </p:nvGrpSpPr>
        <p:grpSpPr>
          <a:xfrm>
            <a:off x="5724822" y="3919261"/>
            <a:ext cx="733054" cy="483194"/>
            <a:chOff x="2472626" y="4501982"/>
            <a:chExt cx="733054" cy="483194"/>
          </a:xfrm>
        </p:grpSpPr>
        <p:sp>
          <p:nvSpPr>
            <p:cNvPr id="863" name="文字方塊 249">
              <a:extLst>
                <a:ext uri="{FF2B5EF4-FFF2-40B4-BE49-F238E27FC236}">
                  <a16:creationId xmlns:a16="http://schemas.microsoft.com/office/drawing/2014/main" id="{8BC71490-EBA8-6C55-A821-6A4CF80771FA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864" name="文字方塊 247">
              <a:extLst>
                <a:ext uri="{FF2B5EF4-FFF2-40B4-BE49-F238E27FC236}">
                  <a16:creationId xmlns:a16="http://schemas.microsoft.com/office/drawing/2014/main" id="{DBDCA5E1-1287-E9F9-FD88-BFE41685F959}"/>
                </a:ext>
              </a:extLst>
            </p:cNvPr>
            <p:cNvSpPr txBox="1"/>
            <p:nvPr/>
          </p:nvSpPr>
          <p:spPr>
            <a:xfrm>
              <a:off x="2916818" y="450198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865" name="群組 74">
            <a:extLst>
              <a:ext uri="{FF2B5EF4-FFF2-40B4-BE49-F238E27FC236}">
                <a16:creationId xmlns:a16="http://schemas.microsoft.com/office/drawing/2014/main" id="{01104F61-C73C-F5F5-A05E-74AD9F6492AB}"/>
              </a:ext>
            </a:extLst>
          </p:cNvPr>
          <p:cNvGrpSpPr/>
          <p:nvPr/>
        </p:nvGrpSpPr>
        <p:grpSpPr>
          <a:xfrm>
            <a:off x="3628495" y="3840879"/>
            <a:ext cx="530915" cy="779514"/>
            <a:chOff x="2795849" y="4669623"/>
            <a:chExt cx="530915" cy="779514"/>
          </a:xfrm>
        </p:grpSpPr>
        <p:sp>
          <p:nvSpPr>
            <p:cNvPr id="866" name="文字方塊 75">
              <a:extLst>
                <a:ext uri="{FF2B5EF4-FFF2-40B4-BE49-F238E27FC236}">
                  <a16:creationId xmlns:a16="http://schemas.microsoft.com/office/drawing/2014/main" id="{0BEC589C-B40B-2704-D2D5-21882296EDA8}"/>
                </a:ext>
              </a:extLst>
            </p:cNvPr>
            <p:cNvSpPr txBox="1"/>
            <p:nvPr/>
          </p:nvSpPr>
          <p:spPr>
            <a:xfrm>
              <a:off x="2795849" y="4669623"/>
              <a:ext cx="5309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13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867" name="群組 76">
              <a:extLst>
                <a:ext uri="{FF2B5EF4-FFF2-40B4-BE49-F238E27FC236}">
                  <a16:creationId xmlns:a16="http://schemas.microsoft.com/office/drawing/2014/main" id="{5619A6D6-C587-DB6C-DB63-FF83351E355D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868" name="直線接點 77">
                <a:extLst>
                  <a:ext uri="{FF2B5EF4-FFF2-40B4-BE49-F238E27FC236}">
                    <a16:creationId xmlns:a16="http://schemas.microsoft.com/office/drawing/2014/main" id="{8C7E259F-2F22-F541-3C11-2FBB77FA4A8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69" name="文字方塊 78">
                <a:extLst>
                  <a:ext uri="{FF2B5EF4-FFF2-40B4-BE49-F238E27FC236}">
                    <a16:creationId xmlns:a16="http://schemas.microsoft.com/office/drawing/2014/main" id="{148C1412-BA40-A924-EF77-C697235B5A12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70" name="TextBox 869">
                <a:extLst>
                  <a:ext uri="{FF2B5EF4-FFF2-40B4-BE49-F238E27FC236}">
                    <a16:creationId xmlns:a16="http://schemas.microsoft.com/office/drawing/2014/main" id="{C82C943C-9C05-4A78-2D87-AE9A1EFD44C8}"/>
                  </a:ext>
                </a:extLst>
              </p:cNvPr>
              <p:cNvSpPr txBox="1"/>
              <p:nvPr/>
            </p:nvSpPr>
            <p:spPr>
              <a:xfrm>
                <a:off x="4284431" y="4001476"/>
                <a:ext cx="485034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US" sz="2000">
                  <a:solidFill>
                    <a:srgbClr val="FF00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870" name="TextBox 869">
                <a:extLst>
                  <a:ext uri="{FF2B5EF4-FFF2-40B4-BE49-F238E27FC236}">
                    <a16:creationId xmlns:a16="http://schemas.microsoft.com/office/drawing/2014/main" id="{C82C943C-9C05-4A78-2D87-AE9A1EFD4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4431" y="4001476"/>
                <a:ext cx="485034" cy="403957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1" name="文字方塊 106">
            <a:extLst>
              <a:ext uri="{FF2B5EF4-FFF2-40B4-BE49-F238E27FC236}">
                <a16:creationId xmlns:a16="http://schemas.microsoft.com/office/drawing/2014/main" id="{F1D3F1BC-DF59-FB6E-A12D-EE63E6259A2B}"/>
              </a:ext>
            </a:extLst>
          </p:cNvPr>
          <p:cNvSpPr txBox="1"/>
          <p:nvPr/>
        </p:nvSpPr>
        <p:spPr>
          <a:xfrm>
            <a:off x="4549944" y="3926996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solidFill>
                <a:srgbClr val="00B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2" name="TextBox 871">
                <a:extLst>
                  <a:ext uri="{FF2B5EF4-FFF2-40B4-BE49-F238E27FC236}">
                    <a16:creationId xmlns:a16="http://schemas.microsoft.com/office/drawing/2014/main" id="{26140282-BEA2-355B-A0D0-BF7254837216}"/>
                  </a:ext>
                </a:extLst>
              </p:cNvPr>
              <p:cNvSpPr txBox="1"/>
              <p:nvPr/>
            </p:nvSpPr>
            <p:spPr>
              <a:xfrm>
                <a:off x="4114368" y="4000839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872" name="TextBox 871">
                <a:extLst>
                  <a:ext uri="{FF2B5EF4-FFF2-40B4-BE49-F238E27FC236}">
                    <a16:creationId xmlns:a16="http://schemas.microsoft.com/office/drawing/2014/main" id="{26140282-BEA2-355B-A0D0-BF7254837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368" y="4000839"/>
                <a:ext cx="357791" cy="40011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3" name="TextBox 872">
                <a:extLst>
                  <a:ext uri="{FF2B5EF4-FFF2-40B4-BE49-F238E27FC236}">
                    <a16:creationId xmlns:a16="http://schemas.microsoft.com/office/drawing/2014/main" id="{2FE0BB2D-4633-9D20-53D7-0B533825D093}"/>
                  </a:ext>
                </a:extLst>
              </p:cNvPr>
              <p:cNvSpPr txBox="1"/>
              <p:nvPr/>
            </p:nvSpPr>
            <p:spPr>
              <a:xfrm>
                <a:off x="4223671" y="4386534"/>
                <a:ext cx="485034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Calligraphy" panose="03010101010101010101" pitchFamily="66" charset="0"/>
                        </a:rPr>
                        <m:t>r</m:t>
                      </m:r>
                    </m:oMath>
                  </m:oMathPara>
                </a14:m>
                <a:endParaRPr lang="en-US" sz="2000">
                  <a:solidFill>
                    <a:srgbClr val="FF000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873" name="TextBox 872">
                <a:extLst>
                  <a:ext uri="{FF2B5EF4-FFF2-40B4-BE49-F238E27FC236}">
                    <a16:creationId xmlns:a16="http://schemas.microsoft.com/office/drawing/2014/main" id="{2FE0BB2D-4633-9D20-53D7-0B533825D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671" y="4386534"/>
                <a:ext cx="485034" cy="403957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74" name="文字方塊 101">
                <a:extLst>
                  <a:ext uri="{FF2B5EF4-FFF2-40B4-BE49-F238E27FC236}">
                    <a16:creationId xmlns:a16="http://schemas.microsoft.com/office/drawing/2014/main" id="{E5FA9943-A2F1-848E-1964-D288C89387DB}"/>
                  </a:ext>
                </a:extLst>
              </p:cNvPr>
              <p:cNvSpPr txBox="1"/>
              <p:nvPr/>
            </p:nvSpPr>
            <p:spPr>
              <a:xfrm>
                <a:off x="4688739" y="438653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74" name="文字方塊 101">
                <a:extLst>
                  <a:ext uri="{FF2B5EF4-FFF2-40B4-BE49-F238E27FC236}">
                    <a16:creationId xmlns:a16="http://schemas.microsoft.com/office/drawing/2014/main" id="{E5FA9943-A2F1-848E-1964-D288C8938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739" y="4386534"/>
                <a:ext cx="295688" cy="4001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5" name="文字方塊 75">
            <a:extLst>
              <a:ext uri="{FF2B5EF4-FFF2-40B4-BE49-F238E27FC236}">
                <a16:creationId xmlns:a16="http://schemas.microsoft.com/office/drawing/2014/main" id="{EC24CEEB-F62A-AD77-8F76-D01446D3FA4D}"/>
              </a:ext>
            </a:extLst>
          </p:cNvPr>
          <p:cNvSpPr txBox="1"/>
          <p:nvPr/>
        </p:nvSpPr>
        <p:spPr>
          <a:xfrm>
            <a:off x="4959526" y="4408891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15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877" name="文字方塊 249">
            <a:extLst>
              <a:ext uri="{FF2B5EF4-FFF2-40B4-BE49-F238E27FC236}">
                <a16:creationId xmlns:a16="http://schemas.microsoft.com/office/drawing/2014/main" id="{32707E54-D807-F356-BE2F-5E82B46416BD}"/>
              </a:ext>
            </a:extLst>
          </p:cNvPr>
          <p:cNvSpPr txBox="1"/>
          <p:nvPr/>
        </p:nvSpPr>
        <p:spPr>
          <a:xfrm>
            <a:off x="5348396" y="4408891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cm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79" name="文字方塊 260">
                <a:extLst>
                  <a:ext uri="{FF2B5EF4-FFF2-40B4-BE49-F238E27FC236}">
                    <a16:creationId xmlns:a16="http://schemas.microsoft.com/office/drawing/2014/main" id="{B330AC49-397D-2FF8-78C5-90F984F50827}"/>
                  </a:ext>
                </a:extLst>
              </p:cNvPr>
              <p:cNvSpPr txBox="1"/>
              <p:nvPr/>
            </p:nvSpPr>
            <p:spPr>
              <a:xfrm>
                <a:off x="53774" y="4681738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879" name="文字方塊 260">
                <a:extLst>
                  <a:ext uri="{FF2B5EF4-FFF2-40B4-BE49-F238E27FC236}">
                    <a16:creationId xmlns:a16="http://schemas.microsoft.com/office/drawing/2014/main" id="{B330AC49-397D-2FF8-78C5-90F984F50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74" y="4681738"/>
                <a:ext cx="238419" cy="461665"/>
              </a:xfrm>
              <a:prstGeom prst="rect">
                <a:avLst/>
              </a:prstGeom>
              <a:blipFill>
                <a:blip r:embed="rId45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0" name="TextBox 15">
            <a:extLst>
              <a:ext uri="{FF2B5EF4-FFF2-40B4-BE49-F238E27FC236}">
                <a16:creationId xmlns:a16="http://schemas.microsoft.com/office/drawing/2014/main" id="{8EA8B9CF-6E55-D300-61CF-92B74571001A}"/>
              </a:ext>
            </a:extLst>
          </p:cNvPr>
          <p:cNvSpPr txBox="1"/>
          <p:nvPr/>
        </p:nvSpPr>
        <p:spPr>
          <a:xfrm>
            <a:off x="212863" y="4730270"/>
            <a:ext cx="42031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Volume of water in the tank</a:t>
            </a:r>
            <a:endParaRPr lang="zh-TW" altLang="en-US" sz="2000" b="1"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881" name="筆跡 4">
                <a:extLst>
                  <a:ext uri="{FF2B5EF4-FFF2-40B4-BE49-F238E27FC236}">
                    <a16:creationId xmlns:a16="http://schemas.microsoft.com/office/drawing/2014/main" id="{ED9EE269-B5FE-0C8A-A846-CAAEBF43C232}"/>
                  </a:ext>
                </a:extLst>
              </p14:cNvPr>
              <p14:cNvContentPartPr/>
              <p14:nvPr/>
            </p14:nvContentPartPr>
            <p14:xfrm>
              <a:off x="7492199" y="2241964"/>
              <a:ext cx="1584308" cy="45719"/>
            </p14:xfrm>
          </p:contentPart>
        </mc:Choice>
        <mc:Fallback>
          <p:pic>
            <p:nvPicPr>
              <p:cNvPr id="881" name="筆跡 4">
                <a:extLst>
                  <a:ext uri="{FF2B5EF4-FFF2-40B4-BE49-F238E27FC236}">
                    <a16:creationId xmlns:a16="http://schemas.microsoft.com/office/drawing/2014/main" id="{ED9EE269-B5FE-0C8A-A846-CAAEBF43C23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438176" y="-11473736"/>
                <a:ext cx="169199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2" name="文字方塊 101">
                <a:extLst>
                  <a:ext uri="{FF2B5EF4-FFF2-40B4-BE49-F238E27FC236}">
                    <a16:creationId xmlns:a16="http://schemas.microsoft.com/office/drawing/2014/main" id="{ED9C1509-42CF-7D59-049F-A4143453BC0B}"/>
                  </a:ext>
                </a:extLst>
              </p:cNvPr>
              <p:cNvSpPr txBox="1"/>
              <p:nvPr/>
            </p:nvSpPr>
            <p:spPr>
              <a:xfrm>
                <a:off x="38412" y="526039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82" name="文字方塊 101">
                <a:extLst>
                  <a:ext uri="{FF2B5EF4-FFF2-40B4-BE49-F238E27FC236}">
                    <a16:creationId xmlns:a16="http://schemas.microsoft.com/office/drawing/2014/main" id="{ED9C1509-42CF-7D59-049F-A4143453B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2" y="5260395"/>
                <a:ext cx="295688" cy="400110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3" name="TextBox 882">
                <a:extLst>
                  <a:ext uri="{FF2B5EF4-FFF2-40B4-BE49-F238E27FC236}">
                    <a16:creationId xmlns:a16="http://schemas.microsoft.com/office/drawing/2014/main" id="{97C70629-2903-BCF8-5011-D95C03C129B8}"/>
                  </a:ext>
                </a:extLst>
              </p:cNvPr>
              <p:cNvSpPr txBox="1"/>
              <p:nvPr/>
            </p:nvSpPr>
            <p:spPr>
              <a:xfrm>
                <a:off x="369434" y="5240654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883" name="TextBox 882">
                <a:extLst>
                  <a:ext uri="{FF2B5EF4-FFF2-40B4-BE49-F238E27FC236}">
                    <a16:creationId xmlns:a16="http://schemas.microsoft.com/office/drawing/2014/main" id="{97C70629-2903-BCF8-5011-D95C03C12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434" y="5240654"/>
                <a:ext cx="357791" cy="400110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4" name="文字方塊 53">
                <a:extLst>
                  <a:ext uri="{FF2B5EF4-FFF2-40B4-BE49-F238E27FC236}">
                    <a16:creationId xmlns:a16="http://schemas.microsoft.com/office/drawing/2014/main" id="{115EB3BA-8610-CCD7-F90C-31CFAA4879A2}"/>
                  </a:ext>
                </a:extLst>
              </p:cNvPr>
              <p:cNvSpPr txBox="1"/>
              <p:nvPr/>
            </p:nvSpPr>
            <p:spPr>
              <a:xfrm>
                <a:off x="689365" y="525728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84" name="文字方塊 53">
                <a:extLst>
                  <a:ext uri="{FF2B5EF4-FFF2-40B4-BE49-F238E27FC236}">
                    <a16:creationId xmlns:a16="http://schemas.microsoft.com/office/drawing/2014/main" id="{115EB3BA-8610-CCD7-F90C-31CFAA487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65" y="5257283"/>
                <a:ext cx="295688" cy="40011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5" name="文字方塊 106">
            <a:extLst>
              <a:ext uri="{FF2B5EF4-FFF2-40B4-BE49-F238E27FC236}">
                <a16:creationId xmlns:a16="http://schemas.microsoft.com/office/drawing/2014/main" id="{913DAA39-EE2C-1EFA-F34A-1FA2F57C8468}"/>
              </a:ext>
            </a:extLst>
          </p:cNvPr>
          <p:cNvSpPr txBox="1"/>
          <p:nvPr/>
        </p:nvSpPr>
        <p:spPr>
          <a:xfrm>
            <a:off x="1427028" y="5145072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86" name="文字方塊 53">
                <a:extLst>
                  <a:ext uri="{FF2B5EF4-FFF2-40B4-BE49-F238E27FC236}">
                    <a16:creationId xmlns:a16="http://schemas.microsoft.com/office/drawing/2014/main" id="{F0DECE63-AB11-543B-9E78-FBC658166C82}"/>
                  </a:ext>
                </a:extLst>
              </p:cNvPr>
              <p:cNvSpPr txBox="1"/>
              <p:nvPr/>
            </p:nvSpPr>
            <p:spPr>
              <a:xfrm>
                <a:off x="1493146" y="524163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86" name="文字方塊 53">
                <a:extLst>
                  <a:ext uri="{FF2B5EF4-FFF2-40B4-BE49-F238E27FC236}">
                    <a16:creationId xmlns:a16="http://schemas.microsoft.com/office/drawing/2014/main" id="{F0DECE63-AB11-543B-9E78-FBC658166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146" y="5241630"/>
                <a:ext cx="295688" cy="400110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87" name="文字方塊 75">
                <a:extLst>
                  <a:ext uri="{FF2B5EF4-FFF2-40B4-BE49-F238E27FC236}">
                    <a16:creationId xmlns:a16="http://schemas.microsoft.com/office/drawing/2014/main" id="{431D7619-D279-7631-61F1-401655689F18}"/>
                  </a:ext>
                </a:extLst>
              </p:cNvPr>
              <p:cNvSpPr txBox="1"/>
              <p:nvPr/>
            </p:nvSpPr>
            <p:spPr>
              <a:xfrm>
                <a:off x="933745" y="5259734"/>
                <a:ext cx="707245" cy="407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rPr>
                  <a:t>2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C000"/>
                        </a:solidFill>
                        <a:latin typeface="Lucida Calligraphy" panose="03010101010101010101" pitchFamily="66" charset="0"/>
                      </a:rPr>
                      <m:t>r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887" name="文字方塊 75">
                <a:extLst>
                  <a:ext uri="{FF2B5EF4-FFF2-40B4-BE49-F238E27FC236}">
                    <a16:creationId xmlns:a16="http://schemas.microsoft.com/office/drawing/2014/main" id="{431D7619-D279-7631-61F1-401655689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745" y="5259734"/>
                <a:ext cx="707245" cy="407099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8" name="弧形 258">
            <a:extLst>
              <a:ext uri="{FF2B5EF4-FFF2-40B4-BE49-F238E27FC236}">
                <a16:creationId xmlns:a16="http://schemas.microsoft.com/office/drawing/2014/main" id="{C74F42A4-0955-4302-C62D-6D78B21164B8}"/>
              </a:ext>
            </a:extLst>
          </p:cNvPr>
          <p:cNvSpPr/>
          <p:nvPr/>
        </p:nvSpPr>
        <p:spPr>
          <a:xfrm rot="10957079">
            <a:off x="1879232" y="5137107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89" name="弧形 259">
            <a:extLst>
              <a:ext uri="{FF2B5EF4-FFF2-40B4-BE49-F238E27FC236}">
                <a16:creationId xmlns:a16="http://schemas.microsoft.com/office/drawing/2014/main" id="{CFBF6159-637F-79BD-540A-8B61B36EC47A}"/>
              </a:ext>
            </a:extLst>
          </p:cNvPr>
          <p:cNvSpPr/>
          <p:nvPr/>
        </p:nvSpPr>
        <p:spPr>
          <a:xfrm rot="235127">
            <a:off x="3294998" y="5130537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890" name="群組 74">
            <a:extLst>
              <a:ext uri="{FF2B5EF4-FFF2-40B4-BE49-F238E27FC236}">
                <a16:creationId xmlns:a16="http://schemas.microsoft.com/office/drawing/2014/main" id="{19957ADE-1888-8BB1-DF37-133074CA07B0}"/>
              </a:ext>
            </a:extLst>
          </p:cNvPr>
          <p:cNvGrpSpPr/>
          <p:nvPr/>
        </p:nvGrpSpPr>
        <p:grpSpPr>
          <a:xfrm>
            <a:off x="1999600" y="5088451"/>
            <a:ext cx="364383" cy="777549"/>
            <a:chOff x="2896107" y="4671588"/>
            <a:chExt cx="364383" cy="777549"/>
          </a:xfrm>
        </p:grpSpPr>
        <p:sp>
          <p:nvSpPr>
            <p:cNvPr id="891" name="文字方塊 75">
              <a:extLst>
                <a:ext uri="{FF2B5EF4-FFF2-40B4-BE49-F238E27FC236}">
                  <a16:creationId xmlns:a16="http://schemas.microsoft.com/office/drawing/2014/main" id="{F443097D-8706-E874-9C44-B3477C7F21E8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892" name="群組 76">
              <a:extLst>
                <a:ext uri="{FF2B5EF4-FFF2-40B4-BE49-F238E27FC236}">
                  <a16:creationId xmlns:a16="http://schemas.microsoft.com/office/drawing/2014/main" id="{05B22548-C89B-9C82-112F-2E6DE1411FD4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893" name="直線接點 77">
                <a:extLst>
                  <a:ext uri="{FF2B5EF4-FFF2-40B4-BE49-F238E27FC236}">
                    <a16:creationId xmlns:a16="http://schemas.microsoft.com/office/drawing/2014/main" id="{7C97D8E1-40BC-64F0-6F72-5E1B9BFD609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894" name="文字方塊 78">
                <a:extLst>
                  <a:ext uri="{FF2B5EF4-FFF2-40B4-BE49-F238E27FC236}">
                    <a16:creationId xmlns:a16="http://schemas.microsoft.com/office/drawing/2014/main" id="{47385EB5-0F25-F1F6-202F-C6E05A3FDBD4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5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895" name="TextBox 894">
            <a:extLst>
              <a:ext uri="{FF2B5EF4-FFF2-40B4-BE49-F238E27FC236}">
                <a16:creationId xmlns:a16="http://schemas.microsoft.com/office/drawing/2014/main" id="{E4D0042C-3C53-F3C1-F227-83212AD46016}"/>
              </a:ext>
            </a:extLst>
          </p:cNvPr>
          <p:cNvSpPr txBox="1"/>
          <p:nvPr/>
        </p:nvSpPr>
        <p:spPr>
          <a:xfrm>
            <a:off x="2301401" y="5274067"/>
            <a:ext cx="295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r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96" name="文字方塊 103">
                <a:extLst>
                  <a:ext uri="{FF2B5EF4-FFF2-40B4-BE49-F238E27FC236}">
                    <a16:creationId xmlns:a16="http://schemas.microsoft.com/office/drawing/2014/main" id="{C53ACD7D-F6C9-9267-BCC4-9F853B4292AD}"/>
                  </a:ext>
                </a:extLst>
              </p:cNvPr>
              <p:cNvSpPr txBox="1"/>
              <p:nvPr/>
            </p:nvSpPr>
            <p:spPr>
              <a:xfrm>
                <a:off x="2509087" y="52740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896" name="文字方塊 103">
                <a:extLst>
                  <a:ext uri="{FF2B5EF4-FFF2-40B4-BE49-F238E27FC236}">
                    <a16:creationId xmlns:a16="http://schemas.microsoft.com/office/drawing/2014/main" id="{C53ACD7D-F6C9-9267-BCC4-9F853B4292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087" y="5274067"/>
                <a:ext cx="295688" cy="400110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97" name="群組 74">
            <a:extLst>
              <a:ext uri="{FF2B5EF4-FFF2-40B4-BE49-F238E27FC236}">
                <a16:creationId xmlns:a16="http://schemas.microsoft.com/office/drawing/2014/main" id="{E1C0072A-4D79-1F00-DABB-EE2898BA7494}"/>
              </a:ext>
            </a:extLst>
          </p:cNvPr>
          <p:cNvGrpSpPr/>
          <p:nvPr/>
        </p:nvGrpSpPr>
        <p:grpSpPr>
          <a:xfrm>
            <a:off x="2845471" y="5077115"/>
            <a:ext cx="364383" cy="777549"/>
            <a:chOff x="2896107" y="4671588"/>
            <a:chExt cx="364383" cy="777549"/>
          </a:xfrm>
        </p:grpSpPr>
        <p:sp>
          <p:nvSpPr>
            <p:cNvPr id="898" name="文字方塊 75">
              <a:extLst>
                <a:ext uri="{FF2B5EF4-FFF2-40B4-BE49-F238E27FC236}">
                  <a16:creationId xmlns:a16="http://schemas.microsoft.com/office/drawing/2014/main" id="{FFCE8C9C-F903-B948-9796-701355F817A5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899" name="群組 76">
              <a:extLst>
                <a:ext uri="{FF2B5EF4-FFF2-40B4-BE49-F238E27FC236}">
                  <a16:creationId xmlns:a16="http://schemas.microsoft.com/office/drawing/2014/main" id="{05CF874B-6097-A84B-D408-48C7D384E143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900" name="直線接點 77">
                <a:extLst>
                  <a:ext uri="{FF2B5EF4-FFF2-40B4-BE49-F238E27FC236}">
                    <a16:creationId xmlns:a16="http://schemas.microsoft.com/office/drawing/2014/main" id="{A6E894A9-286F-8806-88EB-DDEFACB237D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01" name="文字方塊 78">
                <a:extLst>
                  <a:ext uri="{FF2B5EF4-FFF2-40B4-BE49-F238E27FC236}">
                    <a16:creationId xmlns:a16="http://schemas.microsoft.com/office/drawing/2014/main" id="{56403E1A-7BF8-1ED3-9812-2D430D75F81C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5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902" name="TextBox 901">
            <a:extLst>
              <a:ext uri="{FF2B5EF4-FFF2-40B4-BE49-F238E27FC236}">
                <a16:creationId xmlns:a16="http://schemas.microsoft.com/office/drawing/2014/main" id="{3171CF71-7501-E4EA-D6B4-995B73B02B8E}"/>
              </a:ext>
            </a:extLst>
          </p:cNvPr>
          <p:cNvSpPr txBox="1"/>
          <p:nvPr/>
        </p:nvSpPr>
        <p:spPr>
          <a:xfrm>
            <a:off x="3144257" y="5265835"/>
            <a:ext cx="2956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h</a:t>
            </a:r>
            <a:endParaRPr lang="en-US" sz="200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3" name="文字方塊 101">
                <a:extLst>
                  <a:ext uri="{FF2B5EF4-FFF2-40B4-BE49-F238E27FC236}">
                    <a16:creationId xmlns:a16="http://schemas.microsoft.com/office/drawing/2014/main" id="{973C2ACA-FA2E-CC8D-501A-58810E40430D}"/>
                  </a:ext>
                </a:extLst>
              </p:cNvPr>
              <p:cNvSpPr txBox="1"/>
              <p:nvPr/>
            </p:nvSpPr>
            <p:spPr>
              <a:xfrm>
                <a:off x="38412" y="592810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03" name="文字方塊 101">
                <a:extLst>
                  <a:ext uri="{FF2B5EF4-FFF2-40B4-BE49-F238E27FC236}">
                    <a16:creationId xmlns:a16="http://schemas.microsoft.com/office/drawing/2014/main" id="{973C2ACA-FA2E-CC8D-501A-58810E404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12" y="5928105"/>
                <a:ext cx="295688" cy="400110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4" name="TextBox 903">
                <a:extLst>
                  <a:ext uri="{FF2B5EF4-FFF2-40B4-BE49-F238E27FC236}">
                    <a16:creationId xmlns:a16="http://schemas.microsoft.com/office/drawing/2014/main" id="{CE4C37E5-6EF5-F5A8-7C5D-47BDEAA8E31F}"/>
                  </a:ext>
                </a:extLst>
              </p:cNvPr>
              <p:cNvSpPr txBox="1"/>
              <p:nvPr/>
            </p:nvSpPr>
            <p:spPr>
              <a:xfrm>
                <a:off x="369434" y="5908364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904" name="TextBox 903">
                <a:extLst>
                  <a:ext uri="{FF2B5EF4-FFF2-40B4-BE49-F238E27FC236}">
                    <a16:creationId xmlns:a16="http://schemas.microsoft.com/office/drawing/2014/main" id="{CE4C37E5-6EF5-F5A8-7C5D-47BDEAA8E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434" y="5908364"/>
                <a:ext cx="357791" cy="400110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5" name="文字方塊 53">
                <a:extLst>
                  <a:ext uri="{FF2B5EF4-FFF2-40B4-BE49-F238E27FC236}">
                    <a16:creationId xmlns:a16="http://schemas.microsoft.com/office/drawing/2014/main" id="{1D3177B0-6210-6501-AA02-D94B36CBF994}"/>
                  </a:ext>
                </a:extLst>
              </p:cNvPr>
              <p:cNvSpPr txBox="1"/>
              <p:nvPr/>
            </p:nvSpPr>
            <p:spPr>
              <a:xfrm>
                <a:off x="689365" y="592499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05" name="文字方塊 53">
                <a:extLst>
                  <a:ext uri="{FF2B5EF4-FFF2-40B4-BE49-F238E27FC236}">
                    <a16:creationId xmlns:a16="http://schemas.microsoft.com/office/drawing/2014/main" id="{1D3177B0-6210-6501-AA02-D94B36CBF9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65" y="5924993"/>
                <a:ext cx="295688" cy="400110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6" name="文字方塊 106">
            <a:extLst>
              <a:ext uri="{FF2B5EF4-FFF2-40B4-BE49-F238E27FC236}">
                <a16:creationId xmlns:a16="http://schemas.microsoft.com/office/drawing/2014/main" id="{58259D18-55EF-0191-78C7-6994D3037827}"/>
              </a:ext>
            </a:extLst>
          </p:cNvPr>
          <p:cNvSpPr txBox="1"/>
          <p:nvPr/>
        </p:nvSpPr>
        <p:spPr>
          <a:xfrm>
            <a:off x="1951552" y="5809797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7" name="文字方塊 53">
                <a:extLst>
                  <a:ext uri="{FF2B5EF4-FFF2-40B4-BE49-F238E27FC236}">
                    <a16:creationId xmlns:a16="http://schemas.microsoft.com/office/drawing/2014/main" id="{C0AF20F1-7785-4C02-D3DB-39B8C0EF0722}"/>
                  </a:ext>
                </a:extLst>
              </p:cNvPr>
              <p:cNvSpPr txBox="1"/>
              <p:nvPr/>
            </p:nvSpPr>
            <p:spPr>
              <a:xfrm>
                <a:off x="2057929" y="592499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07" name="文字方塊 53">
                <a:extLst>
                  <a:ext uri="{FF2B5EF4-FFF2-40B4-BE49-F238E27FC236}">
                    <a16:creationId xmlns:a16="http://schemas.microsoft.com/office/drawing/2014/main" id="{C0AF20F1-7785-4C02-D3DB-39B8C0EF0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929" y="5924993"/>
                <a:ext cx="295688" cy="400110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8" name="文字方塊 75">
                <a:extLst>
                  <a:ext uri="{FF2B5EF4-FFF2-40B4-BE49-F238E27FC236}">
                    <a16:creationId xmlns:a16="http://schemas.microsoft.com/office/drawing/2014/main" id="{2DE04E45-3015-6451-B530-7066A3B8C3D7}"/>
                  </a:ext>
                </a:extLst>
              </p:cNvPr>
              <p:cNvSpPr txBox="1"/>
              <p:nvPr/>
            </p:nvSpPr>
            <p:spPr>
              <a:xfrm>
                <a:off x="955363" y="5940087"/>
                <a:ext cx="1225211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0000"/>
                        </a:solidFill>
                        <a:latin typeface="Lucida Handwriting" panose="03010101010101010101" pitchFamily="66" charset="0"/>
                      </a:rPr>
                      <m:t>15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908" name="文字方塊 75">
                <a:extLst>
                  <a:ext uri="{FF2B5EF4-FFF2-40B4-BE49-F238E27FC236}">
                    <a16:creationId xmlns:a16="http://schemas.microsoft.com/office/drawing/2014/main" id="{2DE04E45-3015-6451-B530-7066A3B8C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363" y="5940087"/>
                <a:ext cx="1225211" cy="403957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9" name="弧形 258">
            <a:extLst>
              <a:ext uri="{FF2B5EF4-FFF2-40B4-BE49-F238E27FC236}">
                <a16:creationId xmlns:a16="http://schemas.microsoft.com/office/drawing/2014/main" id="{88D94299-85D0-31B3-052D-022211974C64}"/>
              </a:ext>
            </a:extLst>
          </p:cNvPr>
          <p:cNvSpPr/>
          <p:nvPr/>
        </p:nvSpPr>
        <p:spPr>
          <a:xfrm rot="10957079">
            <a:off x="2421261" y="5817953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910" name="弧形 259">
            <a:extLst>
              <a:ext uri="{FF2B5EF4-FFF2-40B4-BE49-F238E27FC236}">
                <a16:creationId xmlns:a16="http://schemas.microsoft.com/office/drawing/2014/main" id="{E52BAD0B-FD97-C885-DDD9-A8DE6F537346}"/>
              </a:ext>
            </a:extLst>
          </p:cNvPr>
          <p:cNvSpPr/>
          <p:nvPr/>
        </p:nvSpPr>
        <p:spPr>
          <a:xfrm rot="235127">
            <a:off x="5471008" y="5813349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911" name="群組 74">
            <a:extLst>
              <a:ext uri="{FF2B5EF4-FFF2-40B4-BE49-F238E27FC236}">
                <a16:creationId xmlns:a16="http://schemas.microsoft.com/office/drawing/2014/main" id="{E1F19F3B-C670-3179-D7C2-BF5656FEE152}"/>
              </a:ext>
            </a:extLst>
          </p:cNvPr>
          <p:cNvGrpSpPr/>
          <p:nvPr/>
        </p:nvGrpSpPr>
        <p:grpSpPr>
          <a:xfrm>
            <a:off x="2541629" y="5769297"/>
            <a:ext cx="364383" cy="777549"/>
            <a:chOff x="2896107" y="4671588"/>
            <a:chExt cx="364383" cy="777549"/>
          </a:xfrm>
        </p:grpSpPr>
        <p:sp>
          <p:nvSpPr>
            <p:cNvPr id="912" name="文字方塊 75">
              <a:extLst>
                <a:ext uri="{FF2B5EF4-FFF2-40B4-BE49-F238E27FC236}">
                  <a16:creationId xmlns:a16="http://schemas.microsoft.com/office/drawing/2014/main" id="{7209CB3A-B02E-4A58-4E59-F00475840727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913" name="群組 76">
              <a:extLst>
                <a:ext uri="{FF2B5EF4-FFF2-40B4-BE49-F238E27FC236}">
                  <a16:creationId xmlns:a16="http://schemas.microsoft.com/office/drawing/2014/main" id="{27C01E85-40CA-C0EB-C1F6-C2160FB4FC5D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914" name="直線接點 77">
                <a:extLst>
                  <a:ext uri="{FF2B5EF4-FFF2-40B4-BE49-F238E27FC236}">
                    <a16:creationId xmlns:a16="http://schemas.microsoft.com/office/drawing/2014/main" id="{4AA9DF1D-1DD9-C7B7-CDAF-F048A3EA277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15" name="文字方塊 78">
                <a:extLst>
                  <a:ext uri="{FF2B5EF4-FFF2-40B4-BE49-F238E27FC236}">
                    <a16:creationId xmlns:a16="http://schemas.microsoft.com/office/drawing/2014/main" id="{E82342E9-6B4F-11D9-C620-C87142DF2D0B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5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17" name="文字方塊 103">
                <a:extLst>
                  <a:ext uri="{FF2B5EF4-FFF2-40B4-BE49-F238E27FC236}">
                    <a16:creationId xmlns:a16="http://schemas.microsoft.com/office/drawing/2014/main" id="{B250DE05-AD77-07FA-1144-90A2A7EFEB53}"/>
                  </a:ext>
                </a:extLst>
              </p:cNvPr>
              <p:cNvSpPr txBox="1"/>
              <p:nvPr/>
            </p:nvSpPr>
            <p:spPr>
              <a:xfrm>
                <a:off x="3580523" y="59254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17" name="文字方塊 103">
                <a:extLst>
                  <a:ext uri="{FF2B5EF4-FFF2-40B4-BE49-F238E27FC236}">
                    <a16:creationId xmlns:a16="http://schemas.microsoft.com/office/drawing/2014/main" id="{B250DE05-AD77-07FA-1144-90A2A7EFE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0523" y="5925486"/>
                <a:ext cx="295688" cy="400110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18" name="群組 74">
            <a:extLst>
              <a:ext uri="{FF2B5EF4-FFF2-40B4-BE49-F238E27FC236}">
                <a16:creationId xmlns:a16="http://schemas.microsoft.com/office/drawing/2014/main" id="{D03DFCD6-0A61-9038-E0C4-EB70B0F25783}"/>
              </a:ext>
            </a:extLst>
          </p:cNvPr>
          <p:cNvGrpSpPr/>
          <p:nvPr/>
        </p:nvGrpSpPr>
        <p:grpSpPr>
          <a:xfrm>
            <a:off x="3953593" y="5777404"/>
            <a:ext cx="364383" cy="777549"/>
            <a:chOff x="2896107" y="4671588"/>
            <a:chExt cx="364383" cy="777549"/>
          </a:xfrm>
        </p:grpSpPr>
        <p:sp>
          <p:nvSpPr>
            <p:cNvPr id="919" name="文字方塊 75">
              <a:extLst>
                <a:ext uri="{FF2B5EF4-FFF2-40B4-BE49-F238E27FC236}">
                  <a16:creationId xmlns:a16="http://schemas.microsoft.com/office/drawing/2014/main" id="{6EBDCE1E-FA3C-544B-81B4-ADE6D7EFCE25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920" name="群組 76">
              <a:extLst>
                <a:ext uri="{FF2B5EF4-FFF2-40B4-BE49-F238E27FC236}">
                  <a16:creationId xmlns:a16="http://schemas.microsoft.com/office/drawing/2014/main" id="{8669879E-D1F9-9D47-A533-0DB4DC2BC72F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921" name="直線接點 77">
                <a:extLst>
                  <a:ext uri="{FF2B5EF4-FFF2-40B4-BE49-F238E27FC236}">
                    <a16:creationId xmlns:a16="http://schemas.microsoft.com/office/drawing/2014/main" id="{08E074C1-3F75-F497-82EB-12855C96689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22" name="文字方塊 78">
                <a:extLst>
                  <a:ext uri="{FF2B5EF4-FFF2-40B4-BE49-F238E27FC236}">
                    <a16:creationId xmlns:a16="http://schemas.microsoft.com/office/drawing/2014/main" id="{1B818BA4-9AA3-BA3D-594D-29594C253A14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5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24" name="文字方塊 53">
                <a:extLst>
                  <a:ext uri="{FF2B5EF4-FFF2-40B4-BE49-F238E27FC236}">
                    <a16:creationId xmlns:a16="http://schemas.microsoft.com/office/drawing/2014/main" id="{5F1F4E9C-7EA4-CAF9-B9E1-C3FACEF800A7}"/>
                  </a:ext>
                </a:extLst>
              </p:cNvPr>
              <p:cNvSpPr txBox="1"/>
              <p:nvPr/>
            </p:nvSpPr>
            <p:spPr>
              <a:xfrm>
                <a:off x="2882159" y="594668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24" name="文字方塊 53">
                <a:extLst>
                  <a:ext uri="{FF2B5EF4-FFF2-40B4-BE49-F238E27FC236}">
                    <a16:creationId xmlns:a16="http://schemas.microsoft.com/office/drawing/2014/main" id="{5F1F4E9C-7EA4-CAF9-B9E1-C3FACEF80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2159" y="5946681"/>
                <a:ext cx="295688" cy="400110"/>
              </a:xfrm>
              <a:prstGeom prst="rect">
                <a:avLst/>
              </a:prstGeom>
              <a:blipFill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5" name="文字方塊 75">
            <a:extLst>
              <a:ext uri="{FF2B5EF4-FFF2-40B4-BE49-F238E27FC236}">
                <a16:creationId xmlns:a16="http://schemas.microsoft.com/office/drawing/2014/main" id="{5E9F62DD-2E1C-512C-78B4-F7A19B76CE9C}"/>
              </a:ext>
            </a:extLst>
          </p:cNvPr>
          <p:cNvSpPr txBox="1"/>
          <p:nvPr/>
        </p:nvSpPr>
        <p:spPr>
          <a:xfrm>
            <a:off x="3136589" y="5962070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15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26" name="文字方塊 53">
                <a:extLst>
                  <a:ext uri="{FF2B5EF4-FFF2-40B4-BE49-F238E27FC236}">
                    <a16:creationId xmlns:a16="http://schemas.microsoft.com/office/drawing/2014/main" id="{3A42A836-A645-EA4A-6399-49B5D87315E2}"/>
                  </a:ext>
                </a:extLst>
              </p:cNvPr>
              <p:cNvSpPr txBox="1"/>
              <p:nvPr/>
            </p:nvSpPr>
            <p:spPr>
              <a:xfrm>
                <a:off x="4309083" y="596207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26" name="文字方塊 53">
                <a:extLst>
                  <a:ext uri="{FF2B5EF4-FFF2-40B4-BE49-F238E27FC236}">
                    <a16:creationId xmlns:a16="http://schemas.microsoft.com/office/drawing/2014/main" id="{3A42A836-A645-EA4A-6399-49B5D8731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083" y="5962070"/>
                <a:ext cx="295688" cy="400110"/>
              </a:xfrm>
              <a:prstGeom prst="rect">
                <a:avLst/>
              </a:prstGeom>
              <a:blipFill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27" name="群組 74">
            <a:extLst>
              <a:ext uri="{FF2B5EF4-FFF2-40B4-BE49-F238E27FC236}">
                <a16:creationId xmlns:a16="http://schemas.microsoft.com/office/drawing/2014/main" id="{507A7103-4DD9-C00B-C1AD-3BD75A2CD139}"/>
              </a:ext>
            </a:extLst>
          </p:cNvPr>
          <p:cNvGrpSpPr/>
          <p:nvPr/>
        </p:nvGrpSpPr>
        <p:grpSpPr>
          <a:xfrm>
            <a:off x="4660125" y="5777404"/>
            <a:ext cx="364383" cy="777549"/>
            <a:chOff x="2896107" y="4671588"/>
            <a:chExt cx="364383" cy="777549"/>
          </a:xfrm>
        </p:grpSpPr>
        <p:sp>
          <p:nvSpPr>
            <p:cNvPr id="928" name="文字方塊 75">
              <a:extLst>
                <a:ext uri="{FF2B5EF4-FFF2-40B4-BE49-F238E27FC236}">
                  <a16:creationId xmlns:a16="http://schemas.microsoft.com/office/drawing/2014/main" id="{1A567442-7FC7-4E74-5FB8-814B83BEB09C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929" name="群組 76">
              <a:extLst>
                <a:ext uri="{FF2B5EF4-FFF2-40B4-BE49-F238E27FC236}">
                  <a16:creationId xmlns:a16="http://schemas.microsoft.com/office/drawing/2014/main" id="{BFFB6A11-63F3-2220-6B2B-7BAD77DF2912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930" name="直線接點 77">
                <a:extLst>
                  <a:ext uri="{FF2B5EF4-FFF2-40B4-BE49-F238E27FC236}">
                    <a16:creationId xmlns:a16="http://schemas.microsoft.com/office/drawing/2014/main" id="{E48F4D34-5977-D42F-3A2B-E4FCCFEB2D5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31" name="文字方塊 78">
                <a:extLst>
                  <a:ext uri="{FF2B5EF4-FFF2-40B4-BE49-F238E27FC236}">
                    <a16:creationId xmlns:a16="http://schemas.microsoft.com/office/drawing/2014/main" id="{A6155DDC-8E0A-3952-7AE9-5ABEE1243F60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32" name="文字方塊 53">
                <a:extLst>
                  <a:ext uri="{FF2B5EF4-FFF2-40B4-BE49-F238E27FC236}">
                    <a16:creationId xmlns:a16="http://schemas.microsoft.com/office/drawing/2014/main" id="{1B4A4688-B0E2-E9DB-2FA7-0F0371C6CBC3}"/>
                  </a:ext>
                </a:extLst>
              </p:cNvPr>
              <p:cNvSpPr txBox="1"/>
              <p:nvPr/>
            </p:nvSpPr>
            <p:spPr>
              <a:xfrm>
                <a:off x="4996518" y="594668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32" name="文字方塊 53">
                <a:extLst>
                  <a:ext uri="{FF2B5EF4-FFF2-40B4-BE49-F238E27FC236}">
                    <a16:creationId xmlns:a16="http://schemas.microsoft.com/office/drawing/2014/main" id="{1B4A4688-B0E2-E9DB-2FA7-0F0371C6CB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6518" y="5946681"/>
                <a:ext cx="295688" cy="400110"/>
              </a:xfrm>
              <a:prstGeom prst="rect">
                <a:avLst/>
              </a:prstGeom>
              <a:blipFill>
                <a:blip r:embed="rId6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3" name="文字方塊 75">
            <a:extLst>
              <a:ext uri="{FF2B5EF4-FFF2-40B4-BE49-F238E27FC236}">
                <a16:creationId xmlns:a16="http://schemas.microsoft.com/office/drawing/2014/main" id="{87C8588D-78D1-AE87-D875-75EE80DAA246}"/>
              </a:ext>
            </a:extLst>
          </p:cNvPr>
          <p:cNvSpPr txBox="1"/>
          <p:nvPr/>
        </p:nvSpPr>
        <p:spPr>
          <a:xfrm>
            <a:off x="5199635" y="5962070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15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934" name="群組 245">
            <a:extLst>
              <a:ext uri="{FF2B5EF4-FFF2-40B4-BE49-F238E27FC236}">
                <a16:creationId xmlns:a16="http://schemas.microsoft.com/office/drawing/2014/main" id="{FA5818D1-980E-4DB7-AC59-B9E9E110BB4D}"/>
              </a:ext>
            </a:extLst>
          </p:cNvPr>
          <p:cNvGrpSpPr/>
          <p:nvPr/>
        </p:nvGrpSpPr>
        <p:grpSpPr>
          <a:xfrm>
            <a:off x="5609978" y="5908209"/>
            <a:ext cx="798167" cy="477054"/>
            <a:chOff x="2472626" y="4508122"/>
            <a:chExt cx="798167" cy="477054"/>
          </a:xfrm>
        </p:grpSpPr>
        <p:sp>
          <p:nvSpPr>
            <p:cNvPr id="935" name="文字方塊 249">
              <a:extLst>
                <a:ext uri="{FF2B5EF4-FFF2-40B4-BE49-F238E27FC236}">
                  <a16:creationId xmlns:a16="http://schemas.microsoft.com/office/drawing/2014/main" id="{7F7F1A80-A83D-B0C0-5A85-0BAAC55600D4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936" name="文字方塊 247">
              <a:extLst>
                <a:ext uri="{FF2B5EF4-FFF2-40B4-BE49-F238E27FC236}">
                  <a16:creationId xmlns:a16="http://schemas.microsoft.com/office/drawing/2014/main" id="{1FF672F8-2325-F2AF-4438-148E98F2F831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37" name="文字方塊 101">
                <a:extLst>
                  <a:ext uri="{FF2B5EF4-FFF2-40B4-BE49-F238E27FC236}">
                    <a16:creationId xmlns:a16="http://schemas.microsoft.com/office/drawing/2014/main" id="{9B275063-7A0F-D0A9-23BA-CA9C51707118}"/>
                  </a:ext>
                </a:extLst>
              </p:cNvPr>
              <p:cNvSpPr txBox="1"/>
              <p:nvPr/>
            </p:nvSpPr>
            <p:spPr>
              <a:xfrm>
                <a:off x="53774" y="64269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37" name="文字方塊 101">
                <a:extLst>
                  <a:ext uri="{FF2B5EF4-FFF2-40B4-BE49-F238E27FC236}">
                    <a16:creationId xmlns:a16="http://schemas.microsoft.com/office/drawing/2014/main" id="{9B275063-7A0F-D0A9-23BA-CA9C51707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74" y="6426982"/>
                <a:ext cx="295688" cy="400110"/>
              </a:xfrm>
              <a:prstGeom prst="rect">
                <a:avLst/>
              </a:prstGeom>
              <a:blipFill>
                <a:blip r:embed="rId6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8" name="文字方塊 10">
                <a:extLst>
                  <a:ext uri="{FF2B5EF4-FFF2-40B4-BE49-F238E27FC236}">
                    <a16:creationId xmlns:a16="http://schemas.microsoft.com/office/drawing/2014/main" id="{B1426951-A883-D411-1A6F-9465B4CB1BD5}"/>
                  </a:ext>
                </a:extLst>
              </p:cNvPr>
              <p:cNvSpPr txBox="1"/>
              <p:nvPr/>
            </p:nvSpPr>
            <p:spPr>
              <a:xfrm>
                <a:off x="429042" y="6426982"/>
                <a:ext cx="13755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18000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US" sz="200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938" name="文字方塊 10">
                <a:extLst>
                  <a:ext uri="{FF2B5EF4-FFF2-40B4-BE49-F238E27FC236}">
                    <a16:creationId xmlns:a16="http://schemas.microsoft.com/office/drawing/2014/main" id="{B1426951-A883-D411-1A6F-9465B4CB1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42" y="6426982"/>
                <a:ext cx="1375530" cy="400110"/>
              </a:xfrm>
              <a:prstGeom prst="rect">
                <a:avLst/>
              </a:prstGeom>
              <a:blipFill>
                <a:blip r:embed="rId6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39" name="群組 245">
            <a:extLst>
              <a:ext uri="{FF2B5EF4-FFF2-40B4-BE49-F238E27FC236}">
                <a16:creationId xmlns:a16="http://schemas.microsoft.com/office/drawing/2014/main" id="{73AE428A-A19E-2918-E725-2865F28285BB}"/>
              </a:ext>
            </a:extLst>
          </p:cNvPr>
          <p:cNvGrpSpPr/>
          <p:nvPr/>
        </p:nvGrpSpPr>
        <p:grpSpPr>
          <a:xfrm>
            <a:off x="1516278" y="6350282"/>
            <a:ext cx="798167" cy="477054"/>
            <a:chOff x="2472626" y="4508122"/>
            <a:chExt cx="798167" cy="477054"/>
          </a:xfrm>
        </p:grpSpPr>
        <p:sp>
          <p:nvSpPr>
            <p:cNvPr id="940" name="文字方塊 249">
              <a:extLst>
                <a:ext uri="{FF2B5EF4-FFF2-40B4-BE49-F238E27FC236}">
                  <a16:creationId xmlns:a16="http://schemas.microsoft.com/office/drawing/2014/main" id="{78F3746D-4954-7FA0-79DC-7F579CAE8932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941" name="文字方塊 247">
              <a:extLst>
                <a:ext uri="{FF2B5EF4-FFF2-40B4-BE49-F238E27FC236}">
                  <a16:creationId xmlns:a16="http://schemas.microsoft.com/office/drawing/2014/main" id="{2A18C07C-2323-E98F-FEFE-54DCA57A15C7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2CB3670D-EA53-4587-E48E-6DFCC2092F1E}"/>
              </a:ext>
            </a:extLst>
          </p:cNvPr>
          <p:cNvPicPr>
            <a:picLocks noChangeAspect="1"/>
          </p:cNvPicPr>
          <p:nvPr/>
        </p:nvPicPr>
        <p:blipFill>
          <a:blip r:embed="rId65"/>
          <a:srcRect l="82063" t="41510" r="2223" b="4217"/>
          <a:stretch>
            <a:fillRect/>
          </a:stretch>
        </p:blipFill>
        <p:spPr>
          <a:xfrm>
            <a:off x="10767852" y="5638800"/>
            <a:ext cx="1147073" cy="102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05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8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2" dur="500"/>
                                        <p:tgtEl>
                                          <p:spTgt spid="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00"/>
                                        <p:tgtEl>
                                          <p:spTgt spid="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8" dur="500"/>
                                        <p:tgtEl>
                                          <p:spTgt spid="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500"/>
                                        <p:tgtEl>
                                          <p:spTgt spid="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3" dur="500"/>
                                        <p:tgtEl>
                                          <p:spTgt spid="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8" dur="500"/>
                                        <p:tgtEl>
                                          <p:spTgt spid="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1" dur="5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6" dur="500"/>
                                        <p:tgtEl>
                                          <p:spTgt spid="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500"/>
                                        <p:tgtEl>
                                          <p:spTgt spid="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0" fill="hold">
                      <p:stCondLst>
                        <p:cond delay="indefinite"/>
                      </p:stCondLst>
                      <p:childTnLst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4" dur="500"/>
                                        <p:tgtEl>
                                          <p:spTgt spid="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500"/>
                                        <p:tgtEl>
                                          <p:spTgt spid="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500"/>
                                        <p:tgtEl>
                                          <p:spTgt spid="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500"/>
                                        <p:tgtEl>
                                          <p:spTgt spid="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8" dur="500"/>
                                        <p:tgtEl>
                                          <p:spTgt spid="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1" dur="500"/>
                                        <p:tgtEl>
                                          <p:spTgt spid="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6" dur="500"/>
                                        <p:tgtEl>
                                          <p:spTgt spid="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9" dur="500"/>
                                        <p:tgtEl>
                                          <p:spTgt spid="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8" grpId="0"/>
      <p:bldP spid="823" grpId="0"/>
      <p:bldP spid="824" grpId="0"/>
      <p:bldP spid="826" grpId="0"/>
      <p:bldP spid="828" grpId="0"/>
      <p:bldP spid="829" grpId="0"/>
      <p:bldP spid="831" grpId="0"/>
      <p:bldP spid="832" grpId="0"/>
      <p:bldP spid="833" grpId="0"/>
      <p:bldP spid="834" grpId="0"/>
      <p:bldP spid="835" grpId="0"/>
      <p:bldP spid="836" grpId="0"/>
      <p:bldP spid="837" grpId="0"/>
      <p:bldP spid="838" grpId="0"/>
      <p:bldP spid="842" grpId="0"/>
      <p:bldP spid="843" grpId="0"/>
      <p:bldP spid="844" grpId="0"/>
      <p:bldP spid="845" grpId="0"/>
      <p:bldP spid="846" grpId="0"/>
      <p:bldP spid="847" grpId="0"/>
      <p:bldP spid="848" grpId="0"/>
      <p:bldP spid="854" grpId="0"/>
      <p:bldP spid="855" grpId="0"/>
      <p:bldP spid="856" grpId="0"/>
      <p:bldP spid="860" grpId="0"/>
      <p:bldP spid="861" grpId="0"/>
      <p:bldP spid="870" grpId="0"/>
      <p:bldP spid="871" grpId="0"/>
      <p:bldP spid="872" grpId="0"/>
      <p:bldP spid="873" grpId="0"/>
      <p:bldP spid="874" grpId="0"/>
      <p:bldP spid="875" grpId="0"/>
      <p:bldP spid="877" grpId="0"/>
      <p:bldP spid="879" grpId="0"/>
      <p:bldP spid="880" grpId="0"/>
      <p:bldP spid="882" grpId="0"/>
      <p:bldP spid="883" grpId="0"/>
      <p:bldP spid="884" grpId="0"/>
      <p:bldP spid="885" grpId="0"/>
      <p:bldP spid="886" grpId="0"/>
      <p:bldP spid="887" grpId="0"/>
      <p:bldP spid="888" grpId="0" animBg="1"/>
      <p:bldP spid="889" grpId="0" animBg="1"/>
      <p:bldP spid="895" grpId="0"/>
      <p:bldP spid="896" grpId="0"/>
      <p:bldP spid="902" grpId="0"/>
      <p:bldP spid="903" grpId="0"/>
      <p:bldP spid="904" grpId="0"/>
      <p:bldP spid="905" grpId="0"/>
      <p:bldP spid="906" grpId="0"/>
      <p:bldP spid="907" grpId="0"/>
      <p:bldP spid="908" grpId="0"/>
      <p:bldP spid="909" grpId="0" animBg="1"/>
      <p:bldP spid="910" grpId="0" animBg="1"/>
      <p:bldP spid="917" grpId="0"/>
      <p:bldP spid="924" grpId="0"/>
      <p:bldP spid="925" grpId="0"/>
      <p:bldP spid="926" grpId="0"/>
      <p:bldP spid="932" grpId="0"/>
      <p:bldP spid="933" grpId="0"/>
      <p:bldP spid="937" grpId="0"/>
      <p:bldP spid="93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AFACBF4D-C958-9F36-9D8D-74C39318943D}"/>
              </a:ext>
            </a:extLst>
          </p:cNvPr>
          <p:cNvSpPr txBox="1"/>
          <p:nvPr/>
        </p:nvSpPr>
        <p:spPr>
          <a:xfrm>
            <a:off x="-168696" y="110553"/>
            <a:ext cx="4608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Area and Volume </a:t>
            </a:r>
            <a:r>
              <a:rPr lang="en-US" altLang="zh-HK" sz="2800" b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3</a:t>
            </a:r>
            <a:endParaRPr lang="zh-TW" altLang="en-US" sz="2800" b="1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4670AE3-4BB8-CD55-38F9-742E18A25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84495" y="1268760"/>
            <a:ext cx="2904762" cy="171428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F3BCE4D-FBB0-C4E7-5564-63323E0240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72527" y="4073507"/>
            <a:ext cx="1990476" cy="1266667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623741C6-4E7E-1980-4054-07DFFCA67CD4}"/>
              </a:ext>
            </a:extLst>
          </p:cNvPr>
          <p:cNvGrpSpPr/>
          <p:nvPr/>
        </p:nvGrpSpPr>
        <p:grpSpPr>
          <a:xfrm>
            <a:off x="5321808" y="1196752"/>
            <a:ext cx="2088231" cy="420750"/>
            <a:chOff x="4188390" y="1196752"/>
            <a:chExt cx="2088231" cy="420750"/>
          </a:xfrm>
        </p:grpSpPr>
        <p:sp>
          <p:nvSpPr>
            <p:cNvPr id="7" name="TextBox 15">
              <a:extLst>
                <a:ext uri="{FF2B5EF4-FFF2-40B4-BE49-F238E27FC236}">
                  <a16:creationId xmlns:a16="http://schemas.microsoft.com/office/drawing/2014/main" id="{4B289477-AC71-2ED8-0600-92014FED0F64}"/>
                </a:ext>
              </a:extLst>
            </p:cNvPr>
            <p:cNvSpPr txBox="1"/>
            <p:nvPr/>
          </p:nvSpPr>
          <p:spPr>
            <a:xfrm>
              <a:off x="4188390" y="1217392"/>
              <a:ext cx="5760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If</a:t>
              </a:r>
              <a:endParaRPr lang="zh-TW" altLang="en-US" sz="2000" b="1"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2991D37B-6EDD-01AA-E575-EAFC5FDEFF3A}"/>
                    </a:ext>
                  </a:extLst>
                </p:cNvPr>
                <p:cNvSpPr txBox="1"/>
                <p:nvPr/>
              </p:nvSpPr>
              <p:spPr>
                <a:xfrm>
                  <a:off x="4655840" y="1196752"/>
                  <a:ext cx="162078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𝑨𝑩𝑪</m:t>
                        </m:r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altLang="zh-HK" sz="2000" b="1" i="1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𝑿𝒀𝒁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2991D37B-6EDD-01AA-E575-EAFC5FDEFF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5840" y="1196752"/>
                  <a:ext cx="1620781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FD6D9F67-9913-F3A6-7E2B-BF8897259DDB}"/>
                  </a:ext>
                </a:extLst>
              </p:cNvPr>
              <p:cNvSpPr txBox="1"/>
              <p:nvPr/>
            </p:nvSpPr>
            <p:spPr>
              <a:xfrm>
                <a:off x="5362380" y="1780371"/>
                <a:ext cx="60946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FD6D9F67-9913-F3A6-7E2B-BF8897259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380" y="1780371"/>
                <a:ext cx="609461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39AD898-2A3C-2BA4-A3D1-FF283A87612C}"/>
                  </a:ext>
                </a:extLst>
              </p:cNvPr>
              <p:cNvSpPr txBox="1"/>
              <p:nvPr/>
            </p:nvSpPr>
            <p:spPr>
              <a:xfrm>
                <a:off x="5823997" y="17799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39AD898-2A3C-2BA4-A3D1-FF283A876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997" y="1779994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510BA1D5-103F-69A2-0BD1-EFCCE13923D9}"/>
                  </a:ext>
                </a:extLst>
              </p:cNvPr>
              <p:cNvSpPr txBox="1"/>
              <p:nvPr/>
            </p:nvSpPr>
            <p:spPr>
              <a:xfrm>
                <a:off x="6037730" y="1775098"/>
                <a:ext cx="6174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510BA1D5-103F-69A2-0BD1-EFCCE1392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730" y="1775098"/>
                <a:ext cx="617477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D1CD108-6DDD-9BF2-9940-A41AC9BA0CFF}"/>
                  </a:ext>
                </a:extLst>
              </p:cNvPr>
              <p:cNvSpPr txBox="1"/>
              <p:nvPr/>
            </p:nvSpPr>
            <p:spPr>
              <a:xfrm>
                <a:off x="5362380" y="2180481"/>
                <a:ext cx="62549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D1CD108-6DDD-9BF2-9940-A41AC9BA0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380" y="2180481"/>
                <a:ext cx="625491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E0D79F0-45AA-F3B0-ED11-B4201A37AE54}"/>
                  </a:ext>
                </a:extLst>
              </p:cNvPr>
              <p:cNvSpPr txBox="1"/>
              <p:nvPr/>
            </p:nvSpPr>
            <p:spPr>
              <a:xfrm>
                <a:off x="5823997" y="218010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E0D79F0-45AA-F3B0-ED11-B4201A37A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997" y="2180104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1D2CF5C3-5EFE-C35A-C917-F59FA0E980EB}"/>
                  </a:ext>
                </a:extLst>
              </p:cNvPr>
              <p:cNvSpPr txBox="1"/>
              <p:nvPr/>
            </p:nvSpPr>
            <p:spPr>
              <a:xfrm>
                <a:off x="6037730" y="2175208"/>
                <a:ext cx="6174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1D2CF5C3-5EFE-C35A-C917-F59FA0E98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730" y="2175208"/>
                <a:ext cx="617477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FF56036B-0CCC-8584-AFB4-014E29B2622B}"/>
                  </a:ext>
                </a:extLst>
              </p:cNvPr>
              <p:cNvSpPr txBox="1"/>
              <p:nvPr/>
            </p:nvSpPr>
            <p:spPr>
              <a:xfrm>
                <a:off x="5362380" y="2585110"/>
                <a:ext cx="59984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FF56036B-0CCC-8584-AFB4-014E29B26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380" y="2585110"/>
                <a:ext cx="599844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4DD6EB5-112B-3F80-6267-52B137641FF4}"/>
                  </a:ext>
                </a:extLst>
              </p:cNvPr>
              <p:cNvSpPr txBox="1"/>
              <p:nvPr/>
            </p:nvSpPr>
            <p:spPr>
              <a:xfrm>
                <a:off x="5823997" y="258473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4DD6EB5-112B-3F80-6267-52B137641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997" y="2584733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827EFC19-EA17-DFE8-20B9-45AE1C6C6D61}"/>
                  </a:ext>
                </a:extLst>
              </p:cNvPr>
              <p:cNvSpPr txBox="1"/>
              <p:nvPr/>
            </p:nvSpPr>
            <p:spPr>
              <a:xfrm>
                <a:off x="6037730" y="2579837"/>
                <a:ext cx="6174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827EFC19-EA17-DFE8-20B9-45AE1C6C6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730" y="2579837"/>
                <a:ext cx="617477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5">
            <a:extLst>
              <a:ext uri="{FF2B5EF4-FFF2-40B4-BE49-F238E27FC236}">
                <a16:creationId xmlns:a16="http://schemas.microsoft.com/office/drawing/2014/main" id="{BE2C9CA2-ED76-2C19-07EC-29CEA00E85E2}"/>
              </a:ext>
            </a:extLst>
          </p:cNvPr>
          <p:cNvSpPr txBox="1"/>
          <p:nvPr/>
        </p:nvSpPr>
        <p:spPr>
          <a:xfrm>
            <a:off x="5569678" y="3228945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And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148098A4-2AEB-D7A3-AAB4-78CD7AF3809B}"/>
              </a:ext>
            </a:extLst>
          </p:cNvPr>
          <p:cNvGrpSpPr/>
          <p:nvPr/>
        </p:nvGrpSpPr>
        <p:grpSpPr>
          <a:xfrm>
            <a:off x="5384519" y="3890618"/>
            <a:ext cx="636713" cy="762518"/>
            <a:chOff x="2726844" y="4471475"/>
            <a:chExt cx="636713" cy="762518"/>
          </a:xfrm>
        </p:grpSpPr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74829205-98C5-DF0E-F429-6AA007D34DD8}"/>
                </a:ext>
              </a:extLst>
            </p:cNvPr>
            <p:cNvSpPr txBox="1"/>
            <p:nvPr/>
          </p:nvSpPr>
          <p:spPr>
            <a:xfrm>
              <a:off x="2726844" y="4471475"/>
              <a:ext cx="6367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AB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2CEC6120-06E4-D2E9-81BE-0DBBEF74A861}"/>
                </a:ext>
              </a:extLst>
            </p:cNvPr>
            <p:cNvGrpSpPr/>
            <p:nvPr/>
          </p:nvGrpSpPr>
          <p:grpSpPr>
            <a:xfrm>
              <a:off x="2771728" y="4813478"/>
              <a:ext cx="591829" cy="420515"/>
              <a:chOff x="2771728" y="4813478"/>
              <a:chExt cx="591829" cy="420515"/>
            </a:xfrm>
          </p:grpSpPr>
          <p:cxnSp>
            <p:nvCxnSpPr>
              <p:cNvPr id="24" name="直線接點 23">
                <a:extLst>
                  <a:ext uri="{FF2B5EF4-FFF2-40B4-BE49-F238E27FC236}">
                    <a16:creationId xmlns:a16="http://schemas.microsoft.com/office/drawing/2014/main" id="{8323D38B-8DBA-D13C-0E5A-6FFDDEA0024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02925" y="4813478"/>
                <a:ext cx="56063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630F7F0A-A513-D5D7-8477-59484003ACA8}"/>
                  </a:ext>
                </a:extLst>
              </p:cNvPr>
              <p:cNvSpPr txBox="1"/>
              <p:nvPr/>
            </p:nvSpPr>
            <p:spPr>
              <a:xfrm>
                <a:off x="2771728" y="4833883"/>
                <a:ext cx="59182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XY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6C48FB0B-862D-1366-78C5-E667A84876D3}"/>
                  </a:ext>
                </a:extLst>
              </p:cNvPr>
              <p:cNvSpPr txBox="1"/>
              <p:nvPr/>
            </p:nvSpPr>
            <p:spPr>
              <a:xfrm>
                <a:off x="6008045" y="40325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6C48FB0B-862D-1366-78C5-E667A8487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045" y="4032566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群組 28">
            <a:extLst>
              <a:ext uri="{FF2B5EF4-FFF2-40B4-BE49-F238E27FC236}">
                <a16:creationId xmlns:a16="http://schemas.microsoft.com/office/drawing/2014/main" id="{DC37990F-2E46-CF08-460B-1C91B4D362C2}"/>
              </a:ext>
            </a:extLst>
          </p:cNvPr>
          <p:cNvGrpSpPr/>
          <p:nvPr/>
        </p:nvGrpSpPr>
        <p:grpSpPr>
          <a:xfrm>
            <a:off x="6318962" y="3890618"/>
            <a:ext cx="599042" cy="762518"/>
            <a:chOff x="2764515" y="4471475"/>
            <a:chExt cx="599042" cy="762518"/>
          </a:xfrm>
        </p:grpSpPr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93D04109-56D7-95CB-8854-17765CFE711E}"/>
                </a:ext>
              </a:extLst>
            </p:cNvPr>
            <p:cNvSpPr txBox="1"/>
            <p:nvPr/>
          </p:nvSpPr>
          <p:spPr>
            <a:xfrm>
              <a:off x="2764515" y="4471475"/>
              <a:ext cx="5613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BC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A6C67D7D-B787-89CB-D20B-E7750830CDA4}"/>
                </a:ext>
              </a:extLst>
            </p:cNvPr>
            <p:cNvGrpSpPr/>
            <p:nvPr/>
          </p:nvGrpSpPr>
          <p:grpSpPr>
            <a:xfrm>
              <a:off x="2771728" y="4813478"/>
              <a:ext cx="591829" cy="420515"/>
              <a:chOff x="2771728" y="4813478"/>
              <a:chExt cx="591829" cy="420515"/>
            </a:xfrm>
          </p:grpSpPr>
          <p:cxnSp>
            <p:nvCxnSpPr>
              <p:cNvPr id="32" name="直線接點 31">
                <a:extLst>
                  <a:ext uri="{FF2B5EF4-FFF2-40B4-BE49-F238E27FC236}">
                    <a16:creationId xmlns:a16="http://schemas.microsoft.com/office/drawing/2014/main" id="{53C80BF9-50CF-0595-974C-91C015A5941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02925" y="4813478"/>
                <a:ext cx="56063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3F81E2-C26E-F085-F5E2-12AE1A660A3B}"/>
                  </a:ext>
                </a:extLst>
              </p:cNvPr>
              <p:cNvSpPr txBox="1"/>
              <p:nvPr/>
            </p:nvSpPr>
            <p:spPr>
              <a:xfrm>
                <a:off x="2771728" y="4833883"/>
                <a:ext cx="56618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YZ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6107FC60-6D9D-E7A8-1662-11CBBA6D969C}"/>
                  </a:ext>
                </a:extLst>
              </p:cNvPr>
              <p:cNvSpPr txBox="1"/>
              <p:nvPr/>
            </p:nvSpPr>
            <p:spPr>
              <a:xfrm>
                <a:off x="6899688" y="40325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6107FC60-6D9D-E7A8-1662-11CBBA6D9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688" y="4032566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群組 34">
            <a:extLst>
              <a:ext uri="{FF2B5EF4-FFF2-40B4-BE49-F238E27FC236}">
                <a16:creationId xmlns:a16="http://schemas.microsoft.com/office/drawing/2014/main" id="{9B3F3D62-F0AE-89C2-0086-227C69C87D01}"/>
              </a:ext>
            </a:extLst>
          </p:cNvPr>
          <p:cNvGrpSpPr/>
          <p:nvPr/>
        </p:nvGrpSpPr>
        <p:grpSpPr>
          <a:xfrm>
            <a:off x="7214730" y="3890618"/>
            <a:ext cx="609462" cy="762518"/>
            <a:chOff x="2764515" y="4471475"/>
            <a:chExt cx="609462" cy="762518"/>
          </a:xfrm>
        </p:grpSpPr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608E3CEB-B2B1-C83F-5BE4-23D3448AB076}"/>
                </a:ext>
              </a:extLst>
            </p:cNvPr>
            <p:cNvSpPr txBox="1"/>
            <p:nvPr/>
          </p:nvSpPr>
          <p:spPr>
            <a:xfrm>
              <a:off x="2764515" y="4471475"/>
              <a:ext cx="6094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CA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FA6B95CB-A08B-F9F9-FCCD-ACCDC484D4F6}"/>
                </a:ext>
              </a:extLst>
            </p:cNvPr>
            <p:cNvGrpSpPr/>
            <p:nvPr/>
          </p:nvGrpSpPr>
          <p:grpSpPr>
            <a:xfrm>
              <a:off x="2789635" y="4813478"/>
              <a:ext cx="573922" cy="420515"/>
              <a:chOff x="2789635" y="4813478"/>
              <a:chExt cx="573922" cy="420515"/>
            </a:xfrm>
          </p:grpSpPr>
          <p:cxnSp>
            <p:nvCxnSpPr>
              <p:cNvPr id="38" name="直線接點 37">
                <a:extLst>
                  <a:ext uri="{FF2B5EF4-FFF2-40B4-BE49-F238E27FC236}">
                    <a16:creationId xmlns:a16="http://schemas.microsoft.com/office/drawing/2014/main" id="{AFF8BE98-D27C-EE3F-2990-3C3BB40D6E8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02925" y="4813478"/>
                <a:ext cx="56063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B3BB0D5E-5577-0379-0E90-355783E7F1AD}"/>
                  </a:ext>
                </a:extLst>
              </p:cNvPr>
              <p:cNvSpPr txBox="1"/>
              <p:nvPr/>
            </p:nvSpPr>
            <p:spPr>
              <a:xfrm>
                <a:off x="2789635" y="4833883"/>
                <a:ext cx="55335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ZX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1955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8" grpId="0"/>
      <p:bldP spid="3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3EAC00AF-1051-9A03-AAF2-4168A137F7B1}"/>
              </a:ext>
            </a:extLst>
          </p:cNvPr>
          <p:cNvSpPr txBox="1"/>
          <p:nvPr/>
        </p:nvSpPr>
        <p:spPr>
          <a:xfrm>
            <a:off x="4511824" y="332656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Similar Solid</a:t>
            </a:r>
            <a:endParaRPr lang="zh-TW" altLang="en-US" sz="2400" b="1"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D5F9EBC-1734-411A-8AD9-060BBBB4C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268760"/>
            <a:ext cx="2885714" cy="184761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CE6448F-6019-C2B4-D668-B010B7DC3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67" y="3573016"/>
            <a:ext cx="3400000" cy="224761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15">
                <a:extLst>
                  <a:ext uri="{FF2B5EF4-FFF2-40B4-BE49-F238E27FC236}">
                    <a16:creationId xmlns:a16="http://schemas.microsoft.com/office/drawing/2014/main" id="{95B8074B-BC64-B092-A887-BFA3728C1BF6}"/>
                  </a:ext>
                </a:extLst>
              </p:cNvPr>
              <p:cNvSpPr txBox="1"/>
              <p:nvPr/>
            </p:nvSpPr>
            <p:spPr>
              <a:xfrm>
                <a:off x="3863752" y="1992514"/>
                <a:ext cx="18722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Area ratio </a:t>
                </a:r>
                <a14:m>
                  <m:oMath xmlns:m="http://schemas.openxmlformats.org/officeDocument/2006/math"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" name="TextBox 15">
                <a:extLst>
                  <a:ext uri="{FF2B5EF4-FFF2-40B4-BE49-F238E27FC236}">
                    <a16:creationId xmlns:a16="http://schemas.microsoft.com/office/drawing/2014/main" id="{95B8074B-BC64-B092-A887-BFA3728C1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752" y="1992514"/>
                <a:ext cx="187220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F0A0DC3F-78B7-32D2-16DD-EA0DBED03522}"/>
              </a:ext>
            </a:extLst>
          </p:cNvPr>
          <p:cNvGrpSpPr/>
          <p:nvPr/>
        </p:nvGrpSpPr>
        <p:grpSpPr>
          <a:xfrm>
            <a:off x="5618022" y="1773501"/>
            <a:ext cx="1001698" cy="819178"/>
            <a:chOff x="5618022" y="1773501"/>
            <a:chExt cx="1001698" cy="819178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3F4E506A-1DF9-EE18-E7E5-8D0A3B803BB0}"/>
                </a:ext>
              </a:extLst>
            </p:cNvPr>
            <p:cNvGrpSpPr/>
            <p:nvPr/>
          </p:nvGrpSpPr>
          <p:grpSpPr>
            <a:xfrm>
              <a:off x="5871227" y="1792459"/>
              <a:ext cx="440797" cy="800220"/>
              <a:chOff x="5732419" y="1792459"/>
              <a:chExt cx="440797" cy="800220"/>
            </a:xfrm>
          </p:grpSpPr>
          <p:grpSp>
            <p:nvGrpSpPr>
              <p:cNvPr id="9" name="群組 8">
                <a:extLst>
                  <a:ext uri="{FF2B5EF4-FFF2-40B4-BE49-F238E27FC236}">
                    <a16:creationId xmlns:a16="http://schemas.microsoft.com/office/drawing/2014/main" id="{3A7AC637-8613-0A90-BD1E-C6CE9078E81F}"/>
                  </a:ext>
                </a:extLst>
              </p:cNvPr>
              <p:cNvGrpSpPr/>
              <p:nvPr/>
            </p:nvGrpSpPr>
            <p:grpSpPr>
              <a:xfrm>
                <a:off x="5735960" y="1792459"/>
                <a:ext cx="419957" cy="400110"/>
                <a:chOff x="3533569" y="4005064"/>
                <a:chExt cx="419957" cy="400110"/>
              </a:xfrm>
            </p:grpSpPr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F21822EE-0FBF-C7FC-65C3-BC33FA4AFE9E}"/>
                    </a:ext>
                  </a:extLst>
                </p:cNvPr>
                <p:cNvSpPr txBox="1"/>
                <p:nvPr/>
              </p:nvSpPr>
              <p:spPr>
                <a:xfrm>
                  <a:off x="3533569" y="4005064"/>
                  <a:ext cx="3561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L</a:t>
                  </a:r>
                </a:p>
              </p:txBody>
            </p:sp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01C8C112-7270-180D-4C54-D9649B212E59}"/>
                    </a:ext>
                  </a:extLst>
                </p:cNvPr>
                <p:cNvSpPr txBox="1"/>
                <p:nvPr/>
              </p:nvSpPr>
              <p:spPr>
                <a:xfrm>
                  <a:off x="3701534" y="4128175"/>
                  <a:ext cx="25199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1200" b="1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1</a:t>
                  </a:r>
                </a:p>
              </p:txBody>
            </p:sp>
          </p:grpSp>
          <p:cxnSp>
            <p:nvCxnSpPr>
              <p:cNvPr id="12" name="直線接點 11">
                <a:extLst>
                  <a:ext uri="{FF2B5EF4-FFF2-40B4-BE49-F238E27FC236}">
                    <a16:creationId xmlns:a16="http://schemas.microsoft.com/office/drawing/2014/main" id="{E14F0561-CF0A-7DF5-B2A6-C29672114E3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732419" y="2192569"/>
                <a:ext cx="423498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14" name="群組 13">
                <a:extLst>
                  <a:ext uri="{FF2B5EF4-FFF2-40B4-BE49-F238E27FC236}">
                    <a16:creationId xmlns:a16="http://schemas.microsoft.com/office/drawing/2014/main" id="{499C5EE3-645B-FA4C-945E-32853419E218}"/>
                  </a:ext>
                </a:extLst>
              </p:cNvPr>
              <p:cNvGrpSpPr/>
              <p:nvPr/>
            </p:nvGrpSpPr>
            <p:grpSpPr>
              <a:xfrm>
                <a:off x="5732419" y="2192569"/>
                <a:ext cx="440797" cy="400110"/>
                <a:chOff x="3533569" y="4005064"/>
                <a:chExt cx="440797" cy="400110"/>
              </a:xfrm>
            </p:grpSpPr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8ED4E755-5711-E065-A6E9-1752782F8EAC}"/>
                    </a:ext>
                  </a:extLst>
                </p:cNvPr>
                <p:cNvSpPr txBox="1"/>
                <p:nvPr/>
              </p:nvSpPr>
              <p:spPr>
                <a:xfrm>
                  <a:off x="3533569" y="4005064"/>
                  <a:ext cx="3561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L</a:t>
                  </a:r>
                </a:p>
              </p:txBody>
            </p:sp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9A76A8C0-68FB-D2F9-02FD-F259E5C1C724}"/>
                    </a:ext>
                  </a:extLst>
                </p:cNvPr>
                <p:cNvSpPr txBox="1"/>
                <p:nvPr/>
              </p:nvSpPr>
              <p:spPr>
                <a:xfrm>
                  <a:off x="3701534" y="4128175"/>
                  <a:ext cx="27283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1200" b="1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2</a:t>
                  </a:r>
                </a:p>
              </p:txBody>
            </p:sp>
          </p:grpSp>
        </p:grp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95341F9C-3EE9-E488-5357-D50D676468B8}"/>
                </a:ext>
              </a:extLst>
            </p:cNvPr>
            <p:cNvGrpSpPr/>
            <p:nvPr/>
          </p:nvGrpSpPr>
          <p:grpSpPr>
            <a:xfrm>
              <a:off x="5618022" y="1773501"/>
              <a:ext cx="1001698" cy="738664"/>
              <a:chOff x="5618022" y="1773501"/>
              <a:chExt cx="1001698" cy="738664"/>
            </a:xfrm>
          </p:grpSpPr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6374384C-A4CE-E283-D720-53FF862B92EA}"/>
                  </a:ext>
                </a:extLst>
              </p:cNvPr>
              <p:cNvSpPr txBox="1"/>
              <p:nvPr/>
            </p:nvSpPr>
            <p:spPr>
              <a:xfrm>
                <a:off x="5618022" y="1927390"/>
                <a:ext cx="98203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32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   )</a:t>
                </a:r>
              </a:p>
            </p:txBody>
          </p: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605A037-2C9B-4C91-8E86-2DAFA809907F}"/>
                  </a:ext>
                </a:extLst>
              </p:cNvPr>
              <p:cNvSpPr txBox="1"/>
              <p:nvPr/>
            </p:nvSpPr>
            <p:spPr>
              <a:xfrm>
                <a:off x="6294725" y="1773501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3736865-EC50-504E-B10A-B8A66A511A11}"/>
                  </a:ext>
                </a:extLst>
              </p:cNvPr>
              <p:cNvSpPr txBox="1"/>
              <p:nvPr/>
            </p:nvSpPr>
            <p:spPr>
              <a:xfrm>
                <a:off x="6471452" y="199251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3736865-EC50-504E-B10A-B8A66A511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452" y="1992514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群組 25">
            <a:extLst>
              <a:ext uri="{FF2B5EF4-FFF2-40B4-BE49-F238E27FC236}">
                <a16:creationId xmlns:a16="http://schemas.microsoft.com/office/drawing/2014/main" id="{86E2F074-4CC3-DF9C-D7C2-90F6320550D3}"/>
              </a:ext>
            </a:extLst>
          </p:cNvPr>
          <p:cNvGrpSpPr/>
          <p:nvPr/>
        </p:nvGrpSpPr>
        <p:grpSpPr>
          <a:xfrm>
            <a:off x="6840552" y="1832529"/>
            <a:ext cx="512805" cy="760150"/>
            <a:chOff x="5660411" y="1770310"/>
            <a:chExt cx="512805" cy="760150"/>
          </a:xfrm>
        </p:grpSpPr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FEE3C398-D7BD-C87A-BCFF-A50B12FC1294}"/>
                </a:ext>
              </a:extLst>
            </p:cNvPr>
            <p:cNvGrpSpPr/>
            <p:nvPr/>
          </p:nvGrpSpPr>
          <p:grpSpPr>
            <a:xfrm>
              <a:off x="5660411" y="1770310"/>
              <a:ext cx="495506" cy="400110"/>
              <a:chOff x="3458020" y="3982915"/>
              <a:chExt cx="495506" cy="400110"/>
            </a:xfrm>
          </p:grpSpPr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C8E8C6AD-1F98-2CFA-5C05-28106FBF055E}"/>
                  </a:ext>
                </a:extLst>
              </p:cNvPr>
              <p:cNvSpPr txBox="1"/>
              <p:nvPr/>
            </p:nvSpPr>
            <p:spPr>
              <a:xfrm>
                <a:off x="3458020" y="3982915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A</a:t>
                </a:r>
              </a:p>
            </p:txBody>
          </p:sp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54EC12C1-010B-3EB6-8EBC-97F29B5C5570}"/>
                  </a:ext>
                </a:extLst>
              </p:cNvPr>
              <p:cNvSpPr txBox="1"/>
              <p:nvPr/>
            </p:nvSpPr>
            <p:spPr>
              <a:xfrm>
                <a:off x="3701534" y="4106026"/>
                <a:ext cx="2519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1</a:t>
                </a:r>
              </a:p>
            </p:txBody>
          </p:sp>
        </p:grp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D6183460-DA0D-B837-9756-CBE091DC4AB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88635" y="2130350"/>
              <a:ext cx="423498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B1A5FE93-E426-743C-9AE4-306DFA5D33B0}"/>
                </a:ext>
              </a:extLst>
            </p:cNvPr>
            <p:cNvGrpSpPr/>
            <p:nvPr/>
          </p:nvGrpSpPr>
          <p:grpSpPr>
            <a:xfrm>
              <a:off x="5660411" y="2130350"/>
              <a:ext cx="512805" cy="400110"/>
              <a:chOff x="3461561" y="3942845"/>
              <a:chExt cx="512805" cy="400110"/>
            </a:xfrm>
          </p:grpSpPr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A4DE84AB-7438-C9DF-4B6F-BA118A1AB195}"/>
                  </a:ext>
                </a:extLst>
              </p:cNvPr>
              <p:cNvSpPr txBox="1"/>
              <p:nvPr/>
            </p:nvSpPr>
            <p:spPr>
              <a:xfrm>
                <a:off x="3461561" y="3942845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A</a:t>
                </a:r>
              </a:p>
            </p:txBody>
          </p:sp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F1393A2-BE08-948F-B019-84F69732FA0A}"/>
                  </a:ext>
                </a:extLst>
              </p:cNvPr>
              <p:cNvSpPr txBox="1"/>
              <p:nvPr/>
            </p:nvSpPr>
            <p:spPr>
              <a:xfrm>
                <a:off x="3701534" y="4065956"/>
                <a:ext cx="2728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2</a:t>
                </a: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15">
                <a:extLst>
                  <a:ext uri="{FF2B5EF4-FFF2-40B4-BE49-F238E27FC236}">
                    <a16:creationId xmlns:a16="http://schemas.microsoft.com/office/drawing/2014/main" id="{A1977B86-CC2A-BAA2-7F6B-E193D5971A98}"/>
                  </a:ext>
                </a:extLst>
              </p:cNvPr>
              <p:cNvSpPr txBox="1"/>
              <p:nvPr/>
            </p:nvSpPr>
            <p:spPr>
              <a:xfrm>
                <a:off x="3503712" y="4599084"/>
                <a:ext cx="22296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Calligraphy" panose="03010101010101010101" pitchFamily="66" charset="0"/>
                  </a:rPr>
                  <a:t>Volume ratio </a:t>
                </a:r>
                <a14:m>
                  <m:oMath xmlns:m="http://schemas.openxmlformats.org/officeDocument/2006/math"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7" name="TextBox 15">
                <a:extLst>
                  <a:ext uri="{FF2B5EF4-FFF2-40B4-BE49-F238E27FC236}">
                    <a16:creationId xmlns:a16="http://schemas.microsoft.com/office/drawing/2014/main" id="{A1977B86-CC2A-BAA2-7F6B-E193D5971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12" y="4599084"/>
                <a:ext cx="2229677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群組 37">
            <a:extLst>
              <a:ext uri="{FF2B5EF4-FFF2-40B4-BE49-F238E27FC236}">
                <a16:creationId xmlns:a16="http://schemas.microsoft.com/office/drawing/2014/main" id="{E065B6E3-6A37-8BDA-3EBC-34876F55830F}"/>
              </a:ext>
            </a:extLst>
          </p:cNvPr>
          <p:cNvGrpSpPr/>
          <p:nvPr/>
        </p:nvGrpSpPr>
        <p:grpSpPr>
          <a:xfrm>
            <a:off x="5615451" y="4380071"/>
            <a:ext cx="1001698" cy="819178"/>
            <a:chOff x="5618022" y="1773501"/>
            <a:chExt cx="1001698" cy="819178"/>
          </a:xfrm>
        </p:grpSpPr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87302708-1F2A-3819-2E61-72CBF6EFBE0C}"/>
                </a:ext>
              </a:extLst>
            </p:cNvPr>
            <p:cNvGrpSpPr/>
            <p:nvPr/>
          </p:nvGrpSpPr>
          <p:grpSpPr>
            <a:xfrm>
              <a:off x="5871227" y="1792459"/>
              <a:ext cx="440797" cy="800220"/>
              <a:chOff x="5732419" y="1792459"/>
              <a:chExt cx="440797" cy="800220"/>
            </a:xfrm>
          </p:grpSpPr>
          <p:grpSp>
            <p:nvGrpSpPr>
              <p:cNvPr id="43" name="群組 42">
                <a:extLst>
                  <a:ext uri="{FF2B5EF4-FFF2-40B4-BE49-F238E27FC236}">
                    <a16:creationId xmlns:a16="http://schemas.microsoft.com/office/drawing/2014/main" id="{0E0ECC32-3EDA-845B-37AF-98DE2AC66410}"/>
                  </a:ext>
                </a:extLst>
              </p:cNvPr>
              <p:cNvGrpSpPr/>
              <p:nvPr/>
            </p:nvGrpSpPr>
            <p:grpSpPr>
              <a:xfrm>
                <a:off x="5735960" y="1792459"/>
                <a:ext cx="419957" cy="400110"/>
                <a:chOff x="3533569" y="4005064"/>
                <a:chExt cx="419957" cy="400110"/>
              </a:xfrm>
            </p:grpSpPr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2D66EA30-0236-D4C6-0A53-40BFDE452F53}"/>
                    </a:ext>
                  </a:extLst>
                </p:cNvPr>
                <p:cNvSpPr txBox="1"/>
                <p:nvPr/>
              </p:nvSpPr>
              <p:spPr>
                <a:xfrm>
                  <a:off x="3533569" y="4005064"/>
                  <a:ext cx="3561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L</a:t>
                  </a:r>
                </a:p>
              </p:txBody>
            </p:sp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CA88AD30-0865-8F86-EB2A-8040D9C8045C}"/>
                    </a:ext>
                  </a:extLst>
                </p:cNvPr>
                <p:cNvSpPr txBox="1"/>
                <p:nvPr/>
              </p:nvSpPr>
              <p:spPr>
                <a:xfrm>
                  <a:off x="3701534" y="4128175"/>
                  <a:ext cx="25199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1200" b="1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1</a:t>
                  </a:r>
                </a:p>
              </p:txBody>
            </p:sp>
          </p:grpSp>
          <p:cxnSp>
            <p:nvCxnSpPr>
              <p:cNvPr id="44" name="直線接點 43">
                <a:extLst>
                  <a:ext uri="{FF2B5EF4-FFF2-40B4-BE49-F238E27FC236}">
                    <a16:creationId xmlns:a16="http://schemas.microsoft.com/office/drawing/2014/main" id="{511BC69F-2C4E-9937-0ACD-1ECCD9B9302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732419" y="2192569"/>
                <a:ext cx="423498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45" name="群組 44">
                <a:extLst>
                  <a:ext uri="{FF2B5EF4-FFF2-40B4-BE49-F238E27FC236}">
                    <a16:creationId xmlns:a16="http://schemas.microsoft.com/office/drawing/2014/main" id="{5C08FA10-DF9D-0899-14EB-4C9FE3875A8A}"/>
                  </a:ext>
                </a:extLst>
              </p:cNvPr>
              <p:cNvGrpSpPr/>
              <p:nvPr/>
            </p:nvGrpSpPr>
            <p:grpSpPr>
              <a:xfrm>
                <a:off x="5732419" y="2192569"/>
                <a:ext cx="440797" cy="400110"/>
                <a:chOff x="3533569" y="4005064"/>
                <a:chExt cx="440797" cy="400110"/>
              </a:xfrm>
            </p:grpSpPr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2C8EC683-52CD-0E0F-DD36-88DF2697A43B}"/>
                    </a:ext>
                  </a:extLst>
                </p:cNvPr>
                <p:cNvSpPr txBox="1"/>
                <p:nvPr/>
              </p:nvSpPr>
              <p:spPr>
                <a:xfrm>
                  <a:off x="3533569" y="4005064"/>
                  <a:ext cx="3561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000" b="1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L</a:t>
                  </a:r>
                </a:p>
              </p:txBody>
            </p:sp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F9B1BAEC-BA4B-75DB-6A7B-5393456CDADD}"/>
                    </a:ext>
                  </a:extLst>
                </p:cNvPr>
                <p:cNvSpPr txBox="1"/>
                <p:nvPr/>
              </p:nvSpPr>
              <p:spPr>
                <a:xfrm>
                  <a:off x="3701534" y="4128175"/>
                  <a:ext cx="27283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1200" b="1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2</a:t>
                  </a:r>
                </a:p>
              </p:txBody>
            </p:sp>
          </p:grpSp>
        </p:grpSp>
        <p:grpSp>
          <p:nvGrpSpPr>
            <p:cNvPr id="40" name="群組 39">
              <a:extLst>
                <a:ext uri="{FF2B5EF4-FFF2-40B4-BE49-F238E27FC236}">
                  <a16:creationId xmlns:a16="http://schemas.microsoft.com/office/drawing/2014/main" id="{8D9E40DA-430B-A777-6406-40AADF3B04B3}"/>
                </a:ext>
              </a:extLst>
            </p:cNvPr>
            <p:cNvGrpSpPr/>
            <p:nvPr/>
          </p:nvGrpSpPr>
          <p:grpSpPr>
            <a:xfrm>
              <a:off x="5618022" y="1773501"/>
              <a:ext cx="1001698" cy="738664"/>
              <a:chOff x="5618022" y="1773501"/>
              <a:chExt cx="1001698" cy="738664"/>
            </a:xfrm>
          </p:grpSpPr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E027D509-D3E7-E30F-E2B7-BEAA71D73F80}"/>
                  </a:ext>
                </a:extLst>
              </p:cNvPr>
              <p:cNvSpPr txBox="1"/>
              <p:nvPr/>
            </p:nvSpPr>
            <p:spPr>
              <a:xfrm>
                <a:off x="5618022" y="1927390"/>
                <a:ext cx="98203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32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   )</a:t>
                </a:r>
              </a:p>
            </p:txBody>
          </p:sp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2CAC70CD-2609-085D-ED5F-3F4DFABCB0D8}"/>
                  </a:ext>
                </a:extLst>
              </p:cNvPr>
              <p:cNvSpPr txBox="1"/>
              <p:nvPr/>
            </p:nvSpPr>
            <p:spPr>
              <a:xfrm>
                <a:off x="6294725" y="1773501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0C2BFBBB-E2DB-6EE5-CCDF-656E74C0C32F}"/>
                  </a:ext>
                </a:extLst>
              </p:cNvPr>
              <p:cNvSpPr txBox="1"/>
              <p:nvPr/>
            </p:nvSpPr>
            <p:spPr>
              <a:xfrm>
                <a:off x="6468881" y="459908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0C2BFBBB-E2DB-6EE5-CCDF-656E74C0C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881" y="4599084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群組 50">
            <a:extLst>
              <a:ext uri="{FF2B5EF4-FFF2-40B4-BE49-F238E27FC236}">
                <a16:creationId xmlns:a16="http://schemas.microsoft.com/office/drawing/2014/main" id="{338121CF-EAB6-45F0-4AC0-944179604C7B}"/>
              </a:ext>
            </a:extLst>
          </p:cNvPr>
          <p:cNvGrpSpPr/>
          <p:nvPr/>
        </p:nvGrpSpPr>
        <p:grpSpPr>
          <a:xfrm>
            <a:off x="6837981" y="4439099"/>
            <a:ext cx="512805" cy="760150"/>
            <a:chOff x="5660411" y="1770310"/>
            <a:chExt cx="512805" cy="760150"/>
          </a:xfrm>
        </p:grpSpPr>
        <p:grpSp>
          <p:nvGrpSpPr>
            <p:cNvPr id="52" name="群組 51">
              <a:extLst>
                <a:ext uri="{FF2B5EF4-FFF2-40B4-BE49-F238E27FC236}">
                  <a16:creationId xmlns:a16="http://schemas.microsoft.com/office/drawing/2014/main" id="{41CD901B-2522-3929-5298-E2EA6E94693C}"/>
                </a:ext>
              </a:extLst>
            </p:cNvPr>
            <p:cNvGrpSpPr/>
            <p:nvPr/>
          </p:nvGrpSpPr>
          <p:grpSpPr>
            <a:xfrm>
              <a:off x="5660411" y="1770310"/>
              <a:ext cx="495506" cy="400110"/>
              <a:chOff x="3458020" y="3982915"/>
              <a:chExt cx="495506" cy="400110"/>
            </a:xfrm>
          </p:grpSpPr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9B35D8A9-1DB2-20B9-E979-199C7D9645FC}"/>
                  </a:ext>
                </a:extLst>
              </p:cNvPr>
              <p:cNvSpPr txBox="1"/>
              <p:nvPr/>
            </p:nvSpPr>
            <p:spPr>
              <a:xfrm>
                <a:off x="3458020" y="3982915"/>
                <a:ext cx="4138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Calligraphy" panose="03010101010101010101" pitchFamily="66" charset="0"/>
                  </a:rPr>
                  <a:t>V</a:t>
                </a:r>
              </a:p>
            </p:txBody>
          </p:sp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2FFB1E72-839E-4120-F7D3-89C7AF2FE456}"/>
                  </a:ext>
                </a:extLst>
              </p:cNvPr>
              <p:cNvSpPr txBox="1"/>
              <p:nvPr/>
            </p:nvSpPr>
            <p:spPr>
              <a:xfrm>
                <a:off x="3701534" y="4106026"/>
                <a:ext cx="2519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Calligraphy" panose="03010101010101010101" pitchFamily="66" charset="0"/>
                  </a:rPr>
                  <a:t>1</a:t>
                </a:r>
              </a:p>
            </p:txBody>
          </p:sp>
        </p:grpSp>
        <p:cxnSp>
          <p:nvCxnSpPr>
            <p:cNvPr id="53" name="直線接點 52">
              <a:extLst>
                <a:ext uri="{FF2B5EF4-FFF2-40B4-BE49-F238E27FC236}">
                  <a16:creationId xmlns:a16="http://schemas.microsoft.com/office/drawing/2014/main" id="{52226B0D-BA55-1516-A549-516A5409D59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88635" y="2130350"/>
              <a:ext cx="423498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4" name="群組 53">
              <a:extLst>
                <a:ext uri="{FF2B5EF4-FFF2-40B4-BE49-F238E27FC236}">
                  <a16:creationId xmlns:a16="http://schemas.microsoft.com/office/drawing/2014/main" id="{C4AEEA52-668C-4A8D-6E09-74FC150E26C9}"/>
                </a:ext>
              </a:extLst>
            </p:cNvPr>
            <p:cNvGrpSpPr/>
            <p:nvPr/>
          </p:nvGrpSpPr>
          <p:grpSpPr>
            <a:xfrm>
              <a:off x="5660411" y="2130350"/>
              <a:ext cx="512805" cy="400110"/>
              <a:chOff x="3461561" y="3942845"/>
              <a:chExt cx="512805" cy="400110"/>
            </a:xfrm>
          </p:grpSpPr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2B2E3E71-2C22-E022-4858-DF8D97BE2A47}"/>
                  </a:ext>
                </a:extLst>
              </p:cNvPr>
              <p:cNvSpPr txBox="1"/>
              <p:nvPr/>
            </p:nvSpPr>
            <p:spPr>
              <a:xfrm>
                <a:off x="3461561" y="3942845"/>
                <a:ext cx="4138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Calligraphy" panose="03010101010101010101" pitchFamily="66" charset="0"/>
                  </a:rPr>
                  <a:t>V</a:t>
                </a:r>
              </a:p>
            </p:txBody>
          </p:sp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473CE85-363C-0569-8B95-CFE95550D397}"/>
                  </a:ext>
                </a:extLst>
              </p:cNvPr>
              <p:cNvSpPr txBox="1"/>
              <p:nvPr/>
            </p:nvSpPr>
            <p:spPr>
              <a:xfrm>
                <a:off x="3701534" y="4065956"/>
                <a:ext cx="2728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Calligraphy" panose="03010101010101010101" pitchFamily="66" charset="0"/>
                  </a:rPr>
                  <a:t>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90375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23" grpId="0"/>
      <p:bldP spid="37" grpId="0"/>
      <p:bldP spid="5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" name="Picture 941">
            <a:extLst>
              <a:ext uri="{FF2B5EF4-FFF2-40B4-BE49-F238E27FC236}">
                <a16:creationId xmlns:a16="http://schemas.microsoft.com/office/drawing/2014/main" id="{53E5DA52-569F-1DF3-3464-E8FD9D004F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9498"/>
          <a:stretch>
            <a:fillRect/>
          </a:stretch>
        </p:blipFill>
        <p:spPr>
          <a:xfrm>
            <a:off x="0" y="54304"/>
            <a:ext cx="11432108" cy="80156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筆跡 4">
                <a:extLst>
                  <a:ext uri="{FF2B5EF4-FFF2-40B4-BE49-F238E27FC236}">
                    <a16:creationId xmlns:a16="http://schemas.microsoft.com/office/drawing/2014/main" id="{267A88A4-B627-B85C-F542-14E33D1CC917}"/>
                  </a:ext>
                </a:extLst>
              </p14:cNvPr>
              <p14:cNvContentPartPr/>
              <p14:nvPr/>
            </p14:nvContentPartPr>
            <p14:xfrm>
              <a:off x="7770523" y="302499"/>
              <a:ext cx="487357" cy="45719"/>
            </p14:xfrm>
          </p:contentPart>
        </mc:Choice>
        <mc:Fallback>
          <p:pic>
            <p:nvPicPr>
              <p:cNvPr id="6" name="筆跡 4">
                <a:extLst>
                  <a:ext uri="{FF2B5EF4-FFF2-40B4-BE49-F238E27FC236}">
                    <a16:creationId xmlns:a16="http://schemas.microsoft.com/office/drawing/2014/main" id="{267A88A4-B627-B85C-F542-14E33D1CC9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16532" y="-13413201"/>
                <a:ext cx="59497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筆跡 4">
                <a:extLst>
                  <a:ext uri="{FF2B5EF4-FFF2-40B4-BE49-F238E27FC236}">
                    <a16:creationId xmlns:a16="http://schemas.microsoft.com/office/drawing/2014/main" id="{215162F2-16F6-9D60-51B9-A3D35CA18C45}"/>
                  </a:ext>
                </a:extLst>
              </p14:cNvPr>
              <p14:cNvContentPartPr/>
              <p14:nvPr/>
            </p14:nvContentPartPr>
            <p14:xfrm>
              <a:off x="8491550" y="279639"/>
              <a:ext cx="407354" cy="45719"/>
            </p14:xfrm>
          </p:contentPart>
        </mc:Choice>
        <mc:Fallback>
          <p:pic>
            <p:nvPicPr>
              <p:cNvPr id="7" name="筆跡 4">
                <a:extLst>
                  <a:ext uri="{FF2B5EF4-FFF2-40B4-BE49-F238E27FC236}">
                    <a16:creationId xmlns:a16="http://schemas.microsoft.com/office/drawing/2014/main" id="{215162F2-16F6-9D60-51B9-A3D35CA18C4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37572" y="-13436061"/>
                <a:ext cx="51495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筆跡 4">
                <a:extLst>
                  <a:ext uri="{FF2B5EF4-FFF2-40B4-BE49-F238E27FC236}">
                    <a16:creationId xmlns:a16="http://schemas.microsoft.com/office/drawing/2014/main" id="{5EF950AE-2F4C-52D6-F6AA-1AA5105697B8}"/>
                  </a:ext>
                </a:extLst>
              </p14:cNvPr>
              <p14:cNvContentPartPr/>
              <p14:nvPr/>
            </p14:nvContentPartPr>
            <p14:xfrm>
              <a:off x="2312079" y="667207"/>
              <a:ext cx="600803" cy="45719"/>
            </p14:xfrm>
          </p:contentPart>
        </mc:Choice>
        <mc:Fallback>
          <p:pic>
            <p:nvPicPr>
              <p:cNvPr id="8" name="筆跡 4">
                <a:extLst>
                  <a:ext uri="{FF2B5EF4-FFF2-40B4-BE49-F238E27FC236}">
                    <a16:creationId xmlns:a16="http://schemas.microsoft.com/office/drawing/2014/main" id="{5EF950AE-2F4C-52D6-F6AA-1AA5105697B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58082" y="-13048493"/>
                <a:ext cx="70843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筆跡 4">
                <a:extLst>
                  <a:ext uri="{FF2B5EF4-FFF2-40B4-BE49-F238E27FC236}">
                    <a16:creationId xmlns:a16="http://schemas.microsoft.com/office/drawing/2014/main" id="{EC5635DB-3873-2A0F-BE55-B59BF067C271}"/>
                  </a:ext>
                </a:extLst>
              </p14:cNvPr>
              <p14:cNvContentPartPr/>
              <p14:nvPr/>
            </p14:nvContentPartPr>
            <p14:xfrm>
              <a:off x="5022161" y="712926"/>
              <a:ext cx="2147678" cy="45719"/>
            </p14:xfrm>
          </p:contentPart>
        </mc:Choice>
        <mc:Fallback>
          <p:pic>
            <p:nvPicPr>
              <p:cNvPr id="9" name="筆跡 4">
                <a:extLst>
                  <a:ext uri="{FF2B5EF4-FFF2-40B4-BE49-F238E27FC236}">
                    <a16:creationId xmlns:a16="http://schemas.microsoft.com/office/drawing/2014/main" id="{EC5635DB-3873-2A0F-BE55-B59BF067C27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968136" y="-13002774"/>
                <a:ext cx="2255368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15">
            <a:extLst>
              <a:ext uri="{FF2B5EF4-FFF2-40B4-BE49-F238E27FC236}">
                <a16:creationId xmlns:a16="http://schemas.microsoft.com/office/drawing/2014/main" id="{BB4F81E8-4886-2A18-B48F-171055979C37}"/>
              </a:ext>
            </a:extLst>
          </p:cNvPr>
          <p:cNvSpPr txBox="1"/>
          <p:nvPr/>
        </p:nvSpPr>
        <p:spPr>
          <a:xfrm>
            <a:off x="554794" y="971438"/>
            <a:ext cx="734486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x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be the height of the building in the drawing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D00877-0906-C848-9E99-9FC1B47C4214}"/>
              </a:ext>
            </a:extLst>
          </p:cNvPr>
          <p:cNvSpPr txBox="1"/>
          <p:nvPr/>
        </p:nvSpPr>
        <p:spPr>
          <a:xfrm>
            <a:off x="1520073" y="1597244"/>
            <a:ext cx="968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x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9">
                <a:extLst>
                  <a:ext uri="{FF2B5EF4-FFF2-40B4-BE49-F238E27FC236}">
                    <a16:creationId xmlns:a16="http://schemas.microsoft.com/office/drawing/2014/main" id="{68E97ED6-4E24-46F7-68DE-4CB8CEF42744}"/>
                  </a:ext>
                </a:extLst>
              </p:cNvPr>
              <p:cNvSpPr txBox="1"/>
              <p:nvPr/>
            </p:nvSpPr>
            <p:spPr>
              <a:xfrm>
                <a:off x="2302653" y="15943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19">
                <a:extLst>
                  <a:ext uri="{FF2B5EF4-FFF2-40B4-BE49-F238E27FC236}">
                    <a16:creationId xmlns:a16="http://schemas.microsoft.com/office/drawing/2014/main" id="{68E97ED6-4E24-46F7-68DE-4CB8CEF427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2653" y="1594347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9D01218-9EA3-34C0-BD96-1347858E4762}"/>
              </a:ext>
            </a:extLst>
          </p:cNvPr>
          <p:cNvSpPr txBox="1"/>
          <p:nvPr/>
        </p:nvSpPr>
        <p:spPr>
          <a:xfrm>
            <a:off x="2488677" y="1623526"/>
            <a:ext cx="11699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126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m 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01">
                <a:extLst>
                  <a:ext uri="{FF2B5EF4-FFF2-40B4-BE49-F238E27FC236}">
                    <a16:creationId xmlns:a16="http://schemas.microsoft.com/office/drawing/2014/main" id="{68D3DF4B-C500-E34F-3FAB-A8F7165A9A86}"/>
                  </a:ext>
                </a:extLst>
              </p:cNvPr>
              <p:cNvSpPr txBox="1"/>
              <p:nvPr/>
            </p:nvSpPr>
            <p:spPr>
              <a:xfrm>
                <a:off x="3548959" y="15943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" name="文字方塊 101">
                <a:extLst>
                  <a:ext uri="{FF2B5EF4-FFF2-40B4-BE49-F238E27FC236}">
                    <a16:creationId xmlns:a16="http://schemas.microsoft.com/office/drawing/2014/main" id="{68D3DF4B-C500-E34F-3FAB-A8F7165A9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8959" y="1594347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286A9FAA-85B8-7CD7-0969-40FB64A41BF3}"/>
              </a:ext>
            </a:extLst>
          </p:cNvPr>
          <p:cNvSpPr txBox="1"/>
          <p:nvPr/>
        </p:nvSpPr>
        <p:spPr>
          <a:xfrm>
            <a:off x="3826661" y="1623526"/>
            <a:ext cx="968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19">
                <a:extLst>
                  <a:ext uri="{FF2B5EF4-FFF2-40B4-BE49-F238E27FC236}">
                    <a16:creationId xmlns:a16="http://schemas.microsoft.com/office/drawing/2014/main" id="{D254CB63-38F1-C0C3-ED7D-110766749140}"/>
                  </a:ext>
                </a:extLst>
              </p:cNvPr>
              <p:cNvSpPr txBox="1"/>
              <p:nvPr/>
            </p:nvSpPr>
            <p:spPr>
              <a:xfrm>
                <a:off x="4593670" y="160243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" name="文字方塊 19">
                <a:extLst>
                  <a:ext uri="{FF2B5EF4-FFF2-40B4-BE49-F238E27FC236}">
                    <a16:creationId xmlns:a16="http://schemas.microsoft.com/office/drawing/2014/main" id="{D254CB63-38F1-C0C3-ED7D-110766749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3670" y="1602436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AF94DDA-60D9-E53B-67A0-3AA72FDB956A}"/>
              </a:ext>
            </a:extLst>
          </p:cNvPr>
          <p:cNvSpPr txBox="1"/>
          <p:nvPr/>
        </p:nvSpPr>
        <p:spPr>
          <a:xfrm>
            <a:off x="4795265" y="1631615"/>
            <a:ext cx="11699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9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m </a:t>
            </a:r>
            <a:endParaRPr lang="en-US" sz="2000"/>
          </a:p>
        </p:txBody>
      </p:sp>
      <p:sp>
        <p:nvSpPr>
          <p:cNvPr id="20" name="文字方塊 75">
            <a:extLst>
              <a:ext uri="{FF2B5EF4-FFF2-40B4-BE49-F238E27FC236}">
                <a16:creationId xmlns:a16="http://schemas.microsoft.com/office/drawing/2014/main" id="{726E5D06-FC83-D265-AC72-82377B93AF9A}"/>
              </a:ext>
            </a:extLst>
          </p:cNvPr>
          <p:cNvSpPr txBox="1"/>
          <p:nvPr/>
        </p:nvSpPr>
        <p:spPr>
          <a:xfrm>
            <a:off x="2427418" y="2049918"/>
            <a:ext cx="941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x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2000"/>
          </a:p>
        </p:txBody>
      </p:sp>
      <p:cxnSp>
        <p:nvCxnSpPr>
          <p:cNvPr id="22" name="直線接點 77">
            <a:extLst>
              <a:ext uri="{FF2B5EF4-FFF2-40B4-BE49-F238E27FC236}">
                <a16:creationId xmlns:a16="http://schemas.microsoft.com/office/drawing/2014/main" id="{8ABCEAFE-A2F5-5765-71B8-827A0DAC8238}"/>
              </a:ext>
            </a:extLst>
          </p:cNvPr>
          <p:cNvCxnSpPr>
            <a:cxnSpLocks/>
          </p:cNvCxnSpPr>
          <p:nvPr/>
        </p:nvCxnSpPr>
        <p:spPr bwMode="auto">
          <a:xfrm flipV="1">
            <a:off x="2420825" y="2463243"/>
            <a:ext cx="947876" cy="2291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3" name="文字方塊 78">
            <a:extLst>
              <a:ext uri="{FF2B5EF4-FFF2-40B4-BE49-F238E27FC236}">
                <a16:creationId xmlns:a16="http://schemas.microsoft.com/office/drawing/2014/main" id="{E4FE38A6-6585-3F4B-B55F-34E1067B26F0}"/>
              </a:ext>
            </a:extLst>
          </p:cNvPr>
          <p:cNvSpPr txBox="1"/>
          <p:nvPr/>
        </p:nvSpPr>
        <p:spPr>
          <a:xfrm>
            <a:off x="2348331" y="2478749"/>
            <a:ext cx="11384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126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m 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文字方塊 101">
                <a:extLst>
                  <a:ext uri="{FF2B5EF4-FFF2-40B4-BE49-F238E27FC236}">
                    <a16:creationId xmlns:a16="http://schemas.microsoft.com/office/drawing/2014/main" id="{23EE6707-F2D9-AF9D-B2AD-7282C51BE344}"/>
                  </a:ext>
                </a:extLst>
              </p:cNvPr>
              <p:cNvSpPr txBox="1"/>
              <p:nvPr/>
            </p:nvSpPr>
            <p:spPr>
              <a:xfrm>
                <a:off x="3549982" y="22786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6" name="文字方塊 101">
                <a:extLst>
                  <a:ext uri="{FF2B5EF4-FFF2-40B4-BE49-F238E27FC236}">
                    <a16:creationId xmlns:a16="http://schemas.microsoft.com/office/drawing/2014/main" id="{23EE6707-F2D9-AF9D-B2AD-7282C51BE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982" y="2278694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字方塊 75">
            <a:extLst>
              <a:ext uri="{FF2B5EF4-FFF2-40B4-BE49-F238E27FC236}">
                <a16:creationId xmlns:a16="http://schemas.microsoft.com/office/drawing/2014/main" id="{1F6DA6E4-2DA3-7286-8DA9-30AA507B19DC}"/>
              </a:ext>
            </a:extLst>
          </p:cNvPr>
          <p:cNvSpPr txBox="1"/>
          <p:nvPr/>
        </p:nvSpPr>
        <p:spPr>
          <a:xfrm>
            <a:off x="3987955" y="2049918"/>
            <a:ext cx="941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2000"/>
          </a:p>
        </p:txBody>
      </p:sp>
      <p:cxnSp>
        <p:nvCxnSpPr>
          <p:cNvPr id="30" name="直線接點 77">
            <a:extLst>
              <a:ext uri="{FF2B5EF4-FFF2-40B4-BE49-F238E27FC236}">
                <a16:creationId xmlns:a16="http://schemas.microsoft.com/office/drawing/2014/main" id="{C09F2760-7B74-DACC-595F-20DE513D2A7B}"/>
              </a:ext>
            </a:extLst>
          </p:cNvPr>
          <p:cNvCxnSpPr>
            <a:cxnSpLocks/>
          </p:cNvCxnSpPr>
          <p:nvPr/>
        </p:nvCxnSpPr>
        <p:spPr bwMode="auto">
          <a:xfrm flipV="1">
            <a:off x="3981362" y="2463243"/>
            <a:ext cx="947876" cy="2291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1" name="文字方塊 78">
            <a:extLst>
              <a:ext uri="{FF2B5EF4-FFF2-40B4-BE49-F238E27FC236}">
                <a16:creationId xmlns:a16="http://schemas.microsoft.com/office/drawing/2014/main" id="{4A8304F3-D0FA-2DB4-E829-58DFFB5054DA}"/>
              </a:ext>
            </a:extLst>
          </p:cNvPr>
          <p:cNvSpPr txBox="1"/>
          <p:nvPr/>
        </p:nvSpPr>
        <p:spPr>
          <a:xfrm>
            <a:off x="4059197" y="2478749"/>
            <a:ext cx="7922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9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m </a:t>
            </a:r>
            <a:endParaRPr lang="en-US" sz="20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46676F-3299-756F-1782-4FE8870C1DA1}"/>
              </a:ext>
            </a:extLst>
          </p:cNvPr>
          <p:cNvSpPr txBox="1"/>
          <p:nvPr/>
        </p:nvSpPr>
        <p:spPr>
          <a:xfrm>
            <a:off x="3148978" y="3124966"/>
            <a:ext cx="4394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x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101">
                <a:extLst>
                  <a:ext uri="{FF2B5EF4-FFF2-40B4-BE49-F238E27FC236}">
                    <a16:creationId xmlns:a16="http://schemas.microsoft.com/office/drawing/2014/main" id="{873874C3-8ED7-897E-6171-03EB7A486203}"/>
                  </a:ext>
                </a:extLst>
              </p:cNvPr>
              <p:cNvSpPr txBox="1"/>
              <p:nvPr/>
            </p:nvSpPr>
            <p:spPr>
              <a:xfrm>
                <a:off x="3530973" y="313391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" name="文字方塊 101">
                <a:extLst>
                  <a:ext uri="{FF2B5EF4-FFF2-40B4-BE49-F238E27FC236}">
                    <a16:creationId xmlns:a16="http://schemas.microsoft.com/office/drawing/2014/main" id="{873874C3-8ED7-897E-6171-03EB7A486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973" y="3133917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群組 74">
            <a:extLst>
              <a:ext uri="{FF2B5EF4-FFF2-40B4-BE49-F238E27FC236}">
                <a16:creationId xmlns:a16="http://schemas.microsoft.com/office/drawing/2014/main" id="{E39D66DF-C050-4F23-DF6A-29479FC06C39}"/>
              </a:ext>
            </a:extLst>
          </p:cNvPr>
          <p:cNvGrpSpPr/>
          <p:nvPr/>
        </p:nvGrpSpPr>
        <p:grpSpPr>
          <a:xfrm>
            <a:off x="3937057" y="2945197"/>
            <a:ext cx="364383" cy="777549"/>
            <a:chOff x="2896107" y="4671588"/>
            <a:chExt cx="364383" cy="777549"/>
          </a:xfrm>
        </p:grpSpPr>
        <p:sp>
          <p:nvSpPr>
            <p:cNvPr id="36" name="文字方塊 75">
              <a:extLst>
                <a:ext uri="{FF2B5EF4-FFF2-40B4-BE49-F238E27FC236}">
                  <a16:creationId xmlns:a16="http://schemas.microsoft.com/office/drawing/2014/main" id="{48569513-46AB-9710-E86A-3F0C849824D3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37" name="群組 76">
              <a:extLst>
                <a:ext uri="{FF2B5EF4-FFF2-40B4-BE49-F238E27FC236}">
                  <a16:creationId xmlns:a16="http://schemas.microsoft.com/office/drawing/2014/main" id="{400EB867-D6BE-6A4D-65A7-1BC902D62751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38" name="直線接點 77">
                <a:extLst>
                  <a:ext uri="{FF2B5EF4-FFF2-40B4-BE49-F238E27FC236}">
                    <a16:creationId xmlns:a16="http://schemas.microsoft.com/office/drawing/2014/main" id="{E6A42883-561C-0EA7-1E02-7D07CE66E36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9" name="文字方塊 78">
                <a:extLst>
                  <a:ext uri="{FF2B5EF4-FFF2-40B4-BE49-F238E27FC236}">
                    <a16:creationId xmlns:a16="http://schemas.microsoft.com/office/drawing/2014/main" id="{A7BE3949-6DC1-6F2A-C03C-080BD8E7342E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Handwriting" panose="03010101010101010101" pitchFamily="66" charset="0"/>
                  </a:rPr>
                  <a:t>9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53">
                <a:extLst>
                  <a:ext uri="{FF2B5EF4-FFF2-40B4-BE49-F238E27FC236}">
                    <a16:creationId xmlns:a16="http://schemas.microsoft.com/office/drawing/2014/main" id="{11567E15-16F8-0DEC-D56F-885068F5C44B}"/>
                  </a:ext>
                </a:extLst>
              </p:cNvPr>
              <p:cNvSpPr txBox="1"/>
              <p:nvPr/>
            </p:nvSpPr>
            <p:spPr>
              <a:xfrm>
                <a:off x="4294847" y="311258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" name="文字方塊 53">
                <a:extLst>
                  <a:ext uri="{FF2B5EF4-FFF2-40B4-BE49-F238E27FC236}">
                    <a16:creationId xmlns:a16="http://schemas.microsoft.com/office/drawing/2014/main" id="{11567E15-16F8-0DEC-D56F-885068F5C4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847" y="3112584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BED21842-92DD-6E28-695A-1E2DBD258C2E}"/>
              </a:ext>
            </a:extLst>
          </p:cNvPr>
          <p:cNvSpPr txBox="1"/>
          <p:nvPr/>
        </p:nvSpPr>
        <p:spPr>
          <a:xfrm>
            <a:off x="4493627" y="3108008"/>
            <a:ext cx="7251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126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字方塊 101">
                <a:extLst>
                  <a:ext uri="{FF2B5EF4-FFF2-40B4-BE49-F238E27FC236}">
                    <a16:creationId xmlns:a16="http://schemas.microsoft.com/office/drawing/2014/main" id="{85C5096F-6E70-414D-F170-01007B9F967D}"/>
                  </a:ext>
                </a:extLst>
              </p:cNvPr>
              <p:cNvSpPr txBox="1"/>
              <p:nvPr/>
            </p:nvSpPr>
            <p:spPr>
              <a:xfrm>
                <a:off x="3548959" y="37227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2" name="文字方塊 101">
                <a:extLst>
                  <a:ext uri="{FF2B5EF4-FFF2-40B4-BE49-F238E27FC236}">
                    <a16:creationId xmlns:a16="http://schemas.microsoft.com/office/drawing/2014/main" id="{85C5096F-6E70-414D-F170-01007B9F9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8959" y="3722746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411FBF51-94B0-99A0-A801-99257C8070D6}"/>
              </a:ext>
            </a:extLst>
          </p:cNvPr>
          <p:cNvSpPr txBox="1"/>
          <p:nvPr/>
        </p:nvSpPr>
        <p:spPr>
          <a:xfrm>
            <a:off x="3826661" y="3729506"/>
            <a:ext cx="5299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14</a:t>
            </a:r>
            <a:endParaRPr lang="en-US" sz="200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260">
                <a:extLst>
                  <a:ext uri="{FF2B5EF4-FFF2-40B4-BE49-F238E27FC236}">
                    <a16:creationId xmlns:a16="http://schemas.microsoft.com/office/drawing/2014/main" id="{93E80477-E03B-9512-B951-8131DE939A5A}"/>
                  </a:ext>
                </a:extLst>
              </p:cNvPr>
              <p:cNvSpPr txBox="1"/>
              <p:nvPr/>
            </p:nvSpPr>
            <p:spPr>
              <a:xfrm>
                <a:off x="969514" y="4371184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44" name="文字方塊 260">
                <a:extLst>
                  <a:ext uri="{FF2B5EF4-FFF2-40B4-BE49-F238E27FC236}">
                    <a16:creationId xmlns:a16="http://schemas.microsoft.com/office/drawing/2014/main" id="{93E80477-E03B-9512-B951-8131DE939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514" y="4371184"/>
                <a:ext cx="238419" cy="461665"/>
              </a:xfrm>
              <a:prstGeom prst="rect">
                <a:avLst/>
              </a:prstGeom>
              <a:blipFill>
                <a:blip r:embed="rId18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15">
            <a:extLst>
              <a:ext uri="{FF2B5EF4-FFF2-40B4-BE49-F238E27FC236}">
                <a16:creationId xmlns:a16="http://schemas.microsoft.com/office/drawing/2014/main" id="{D77B1D20-D2ED-3D3D-9596-637819DD67EB}"/>
              </a:ext>
            </a:extLst>
          </p:cNvPr>
          <p:cNvSpPr txBox="1"/>
          <p:nvPr/>
        </p:nvSpPr>
        <p:spPr>
          <a:xfrm>
            <a:off x="1122687" y="4426351"/>
            <a:ext cx="734486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The height of the building in the drawing is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14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</a:t>
            </a:r>
            <a:r>
              <a:rPr lang="en-US" sz="200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410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20" grpId="0"/>
      <p:bldP spid="23" grpId="0"/>
      <p:bldP spid="26" grpId="0"/>
      <p:bldP spid="28" grpId="0"/>
      <p:bldP spid="31" grpId="0"/>
      <p:bldP spid="33" grpId="0"/>
      <p:bldP spid="34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D2606368-AE29-73D1-050E-34A0779D0C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6" t="4124"/>
          <a:stretch>
            <a:fillRect/>
          </a:stretch>
        </p:blipFill>
        <p:spPr>
          <a:xfrm>
            <a:off x="171930" y="168115"/>
            <a:ext cx="10960359" cy="285276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筆跡 4">
                <a:extLst>
                  <a:ext uri="{FF2B5EF4-FFF2-40B4-BE49-F238E27FC236}">
                    <a16:creationId xmlns:a16="http://schemas.microsoft.com/office/drawing/2014/main" id="{D02B5E71-D57F-76D3-266D-0041588B5476}"/>
                  </a:ext>
                </a:extLst>
              </p14:cNvPr>
              <p14:cNvContentPartPr/>
              <p14:nvPr/>
            </p14:nvContentPartPr>
            <p14:xfrm>
              <a:off x="776177" y="334397"/>
              <a:ext cx="1701209" cy="45719"/>
            </p14:xfrm>
          </p:contentPart>
        </mc:Choice>
        <mc:Fallback>
          <p:pic>
            <p:nvPicPr>
              <p:cNvPr id="6" name="筆跡 4">
                <a:extLst>
                  <a:ext uri="{FF2B5EF4-FFF2-40B4-BE49-F238E27FC236}">
                    <a16:creationId xmlns:a16="http://schemas.microsoft.com/office/drawing/2014/main" id="{D02B5E71-D57F-76D3-266D-0041588B547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2159" y="-13381303"/>
                <a:ext cx="180888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筆跡 4">
                <a:extLst>
                  <a:ext uri="{FF2B5EF4-FFF2-40B4-BE49-F238E27FC236}">
                    <a16:creationId xmlns:a16="http://schemas.microsoft.com/office/drawing/2014/main" id="{EBEE7464-607A-15A2-BA58-655D71870F53}"/>
                  </a:ext>
                </a:extLst>
              </p14:cNvPr>
              <p14:cNvContentPartPr/>
              <p14:nvPr/>
            </p14:nvContentPartPr>
            <p14:xfrm>
              <a:off x="1786269" y="2772797"/>
              <a:ext cx="499731" cy="45719"/>
            </p14:xfrm>
          </p:contentPart>
        </mc:Choice>
        <mc:Fallback>
          <p:pic>
            <p:nvPicPr>
              <p:cNvPr id="7" name="筆跡 4">
                <a:extLst>
                  <a:ext uri="{FF2B5EF4-FFF2-40B4-BE49-F238E27FC236}">
                    <a16:creationId xmlns:a16="http://schemas.microsoft.com/office/drawing/2014/main" id="{EBEE7464-607A-15A2-BA58-655D71870F5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32263" y="-10942903"/>
                <a:ext cx="60738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筆跡 4">
                <a:extLst>
                  <a:ext uri="{FF2B5EF4-FFF2-40B4-BE49-F238E27FC236}">
                    <a16:creationId xmlns:a16="http://schemas.microsoft.com/office/drawing/2014/main" id="{F817A79B-6989-322C-FDCE-9225FD4C5D6A}"/>
                  </a:ext>
                </a:extLst>
              </p14:cNvPr>
              <p14:cNvContentPartPr/>
              <p14:nvPr/>
            </p14:nvContentPartPr>
            <p14:xfrm>
              <a:off x="3735534" y="2784317"/>
              <a:ext cx="499731" cy="45719"/>
            </p14:xfrm>
          </p:contentPart>
        </mc:Choice>
        <mc:Fallback>
          <p:pic>
            <p:nvPicPr>
              <p:cNvPr id="8" name="筆跡 4">
                <a:extLst>
                  <a:ext uri="{FF2B5EF4-FFF2-40B4-BE49-F238E27FC236}">
                    <a16:creationId xmlns:a16="http://schemas.microsoft.com/office/drawing/2014/main" id="{F817A79B-6989-322C-FDCE-9225FD4C5D6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81528" y="-10931383"/>
                <a:ext cx="60738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" name="筆跡 4">
                <a:extLst>
                  <a:ext uri="{FF2B5EF4-FFF2-40B4-BE49-F238E27FC236}">
                    <a16:creationId xmlns:a16="http://schemas.microsoft.com/office/drawing/2014/main" id="{7A0EDEA9-FA4E-A5E9-4A5A-81ECFE09216C}"/>
                  </a:ext>
                </a:extLst>
              </p14:cNvPr>
              <p14:cNvContentPartPr/>
              <p14:nvPr/>
            </p14:nvContentPartPr>
            <p14:xfrm>
              <a:off x="1786269" y="2075480"/>
              <a:ext cx="365015" cy="45719"/>
            </p14:xfrm>
          </p:contentPart>
        </mc:Choice>
        <mc:Fallback>
          <p:pic>
            <p:nvPicPr>
              <p:cNvPr id="9" name="筆跡 4">
                <a:extLst>
                  <a:ext uri="{FF2B5EF4-FFF2-40B4-BE49-F238E27FC236}">
                    <a16:creationId xmlns:a16="http://schemas.microsoft.com/office/drawing/2014/main" id="{7A0EDEA9-FA4E-A5E9-4A5A-81ECFE09216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32273" y="-11640220"/>
                <a:ext cx="4726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0" name="筆跡 4">
                <a:extLst>
                  <a:ext uri="{FF2B5EF4-FFF2-40B4-BE49-F238E27FC236}">
                    <a16:creationId xmlns:a16="http://schemas.microsoft.com/office/drawing/2014/main" id="{12AD3100-8560-1CCB-7876-9666EF60B4DA}"/>
                  </a:ext>
                </a:extLst>
              </p14:cNvPr>
              <p14:cNvContentPartPr/>
              <p14:nvPr/>
            </p14:nvContentPartPr>
            <p14:xfrm>
              <a:off x="3735534" y="1834475"/>
              <a:ext cx="365015" cy="45719"/>
            </p14:xfrm>
          </p:contentPart>
        </mc:Choice>
        <mc:Fallback>
          <p:pic>
            <p:nvPicPr>
              <p:cNvPr id="10" name="筆跡 4">
                <a:extLst>
                  <a:ext uri="{FF2B5EF4-FFF2-40B4-BE49-F238E27FC236}">
                    <a16:creationId xmlns:a16="http://schemas.microsoft.com/office/drawing/2014/main" id="{12AD3100-8560-1CCB-7876-9666EF60B4D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81538" y="-11881225"/>
                <a:ext cx="472648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群組 245">
            <a:extLst>
              <a:ext uri="{FF2B5EF4-FFF2-40B4-BE49-F238E27FC236}">
                <a16:creationId xmlns:a16="http://schemas.microsoft.com/office/drawing/2014/main" id="{13EDA36B-4AB7-DBF4-AB5C-3445F8D728C5}"/>
              </a:ext>
            </a:extLst>
          </p:cNvPr>
          <p:cNvGrpSpPr/>
          <p:nvPr/>
        </p:nvGrpSpPr>
        <p:grpSpPr>
          <a:xfrm>
            <a:off x="3338623" y="3144087"/>
            <a:ext cx="798167" cy="477054"/>
            <a:chOff x="2472626" y="4508122"/>
            <a:chExt cx="798167" cy="477054"/>
          </a:xfrm>
        </p:grpSpPr>
        <p:sp>
          <p:nvSpPr>
            <p:cNvPr id="12" name="文字方塊 249">
              <a:extLst>
                <a:ext uri="{FF2B5EF4-FFF2-40B4-BE49-F238E27FC236}">
                  <a16:creationId xmlns:a16="http://schemas.microsoft.com/office/drawing/2014/main" id="{6C3A6ABF-8AC8-9157-A8CC-98848C0B48BC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13" name="文字方塊 247">
              <a:extLst>
                <a:ext uri="{FF2B5EF4-FFF2-40B4-BE49-F238E27FC236}">
                  <a16:creationId xmlns:a16="http://schemas.microsoft.com/office/drawing/2014/main" id="{D20D19E0-35EA-2901-3CF7-01736C42AEBF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625E861-199B-8971-2021-FA5BFCBD8D55}"/>
              </a:ext>
            </a:extLst>
          </p:cNvPr>
          <p:cNvSpPr txBox="1"/>
          <p:nvPr/>
        </p:nvSpPr>
        <p:spPr>
          <a:xfrm>
            <a:off x="3118900" y="3221031"/>
            <a:ext cx="4394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T</a:t>
            </a:r>
            <a:endParaRPr lang="en-US" sz="2000">
              <a:solidFill>
                <a:srgbClr val="FFFF00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6058660-EFF0-2040-E1E6-A14496DB5B59}"/>
              </a:ext>
            </a:extLst>
          </p:cNvPr>
          <p:cNvCxnSpPr/>
          <p:nvPr/>
        </p:nvCxnSpPr>
        <p:spPr>
          <a:xfrm>
            <a:off x="3113279" y="3621141"/>
            <a:ext cx="11242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C71C2B2-7DB0-BC7E-E3DC-B578ECC3D339}"/>
              </a:ext>
            </a:extLst>
          </p:cNvPr>
          <p:cNvSpPr txBox="1"/>
          <p:nvPr/>
        </p:nvSpPr>
        <p:spPr>
          <a:xfrm>
            <a:off x="3048409" y="3698085"/>
            <a:ext cx="710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2.7</a:t>
            </a:r>
            <a:endParaRPr lang="en-US" sz="2000">
              <a:solidFill>
                <a:srgbClr val="FFFF00"/>
              </a:solidFill>
            </a:endParaRPr>
          </a:p>
        </p:txBody>
      </p:sp>
      <p:grpSp>
        <p:nvGrpSpPr>
          <p:cNvPr id="18" name="群組 245">
            <a:extLst>
              <a:ext uri="{FF2B5EF4-FFF2-40B4-BE49-F238E27FC236}">
                <a16:creationId xmlns:a16="http://schemas.microsoft.com/office/drawing/2014/main" id="{3E4E3462-498A-3DED-E550-A6E2D680F1A5}"/>
              </a:ext>
            </a:extLst>
          </p:cNvPr>
          <p:cNvGrpSpPr/>
          <p:nvPr/>
        </p:nvGrpSpPr>
        <p:grpSpPr>
          <a:xfrm>
            <a:off x="3476429" y="3621141"/>
            <a:ext cx="798167" cy="477054"/>
            <a:chOff x="2472626" y="4508122"/>
            <a:chExt cx="798167" cy="477054"/>
          </a:xfrm>
        </p:grpSpPr>
        <p:sp>
          <p:nvSpPr>
            <p:cNvPr id="19" name="文字方塊 249">
              <a:extLst>
                <a:ext uri="{FF2B5EF4-FFF2-40B4-BE49-F238E27FC236}">
                  <a16:creationId xmlns:a16="http://schemas.microsoft.com/office/drawing/2014/main" id="{22338B81-38D6-30F9-5575-E6C154A2CFC3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20" name="文字方塊 247">
              <a:extLst>
                <a:ext uri="{FF2B5EF4-FFF2-40B4-BE49-F238E27FC236}">
                  <a16:creationId xmlns:a16="http://schemas.microsoft.com/office/drawing/2014/main" id="{9AFAA919-F646-6B53-F564-270E62203ECE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101">
                <a:extLst>
                  <a:ext uri="{FF2B5EF4-FFF2-40B4-BE49-F238E27FC236}">
                    <a16:creationId xmlns:a16="http://schemas.microsoft.com/office/drawing/2014/main" id="{A299B16B-1DB0-0267-DF1F-259C83457C04}"/>
                  </a:ext>
                </a:extLst>
              </p:cNvPr>
              <p:cNvSpPr txBox="1"/>
              <p:nvPr/>
            </p:nvSpPr>
            <p:spPr>
              <a:xfrm>
                <a:off x="4301787" y="339749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1" name="文字方塊 101">
                <a:extLst>
                  <a:ext uri="{FF2B5EF4-FFF2-40B4-BE49-F238E27FC236}">
                    <a16:creationId xmlns:a16="http://schemas.microsoft.com/office/drawing/2014/main" id="{A299B16B-1DB0-0267-DF1F-259C83457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1787" y="3397493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55">
            <a:extLst>
              <a:ext uri="{FF2B5EF4-FFF2-40B4-BE49-F238E27FC236}">
                <a16:creationId xmlns:a16="http://schemas.microsoft.com/office/drawing/2014/main" id="{B3465BA6-1C97-06EB-5F98-2359227832AA}"/>
              </a:ext>
            </a:extLst>
          </p:cNvPr>
          <p:cNvSpPr txBox="1"/>
          <p:nvPr/>
        </p:nvSpPr>
        <p:spPr>
          <a:xfrm>
            <a:off x="4795930" y="3297975"/>
            <a:ext cx="401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5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24" name="直線接點 256">
            <a:extLst>
              <a:ext uri="{FF2B5EF4-FFF2-40B4-BE49-F238E27FC236}">
                <a16:creationId xmlns:a16="http://schemas.microsoft.com/office/drawing/2014/main" id="{DF1ECD41-589F-7291-8445-8A2EFFEF5AB8}"/>
              </a:ext>
            </a:extLst>
          </p:cNvPr>
          <p:cNvCxnSpPr>
            <a:cxnSpLocks/>
          </p:cNvCxnSpPr>
          <p:nvPr/>
        </p:nvCxnSpPr>
        <p:spPr bwMode="auto">
          <a:xfrm>
            <a:off x="4807508" y="3639733"/>
            <a:ext cx="418076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5" name="文字方塊 257">
            <a:extLst>
              <a:ext uri="{FF2B5EF4-FFF2-40B4-BE49-F238E27FC236}">
                <a16:creationId xmlns:a16="http://schemas.microsoft.com/office/drawing/2014/main" id="{823AAC7E-71F5-C483-022F-EC43BA39A7CC}"/>
              </a:ext>
            </a:extLst>
          </p:cNvPr>
          <p:cNvSpPr txBox="1"/>
          <p:nvPr/>
        </p:nvSpPr>
        <p:spPr>
          <a:xfrm>
            <a:off x="4799437" y="3639438"/>
            <a:ext cx="478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3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6" name="弧形 258">
            <a:extLst>
              <a:ext uri="{FF2B5EF4-FFF2-40B4-BE49-F238E27FC236}">
                <a16:creationId xmlns:a16="http://schemas.microsoft.com/office/drawing/2014/main" id="{82DD5385-8AF0-15BA-B459-89A7E5034C5D}"/>
              </a:ext>
            </a:extLst>
          </p:cNvPr>
          <p:cNvSpPr/>
          <p:nvPr/>
        </p:nvSpPr>
        <p:spPr>
          <a:xfrm rot="10957079">
            <a:off x="4703885" y="3331999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7" name="弧形 259">
            <a:extLst>
              <a:ext uri="{FF2B5EF4-FFF2-40B4-BE49-F238E27FC236}">
                <a16:creationId xmlns:a16="http://schemas.microsoft.com/office/drawing/2014/main" id="{610FE6BC-4F33-F09C-9A72-4066A52F1628}"/>
              </a:ext>
            </a:extLst>
          </p:cNvPr>
          <p:cNvSpPr/>
          <p:nvPr/>
        </p:nvSpPr>
        <p:spPr>
          <a:xfrm rot="235127">
            <a:off x="4988508" y="3330817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8" name="文字方塊 106">
            <a:extLst>
              <a:ext uri="{FF2B5EF4-FFF2-40B4-BE49-F238E27FC236}">
                <a16:creationId xmlns:a16="http://schemas.microsoft.com/office/drawing/2014/main" id="{B9241AE9-8023-94D3-6237-6733E8DC4A07}"/>
              </a:ext>
            </a:extLst>
          </p:cNvPr>
          <p:cNvSpPr txBox="1"/>
          <p:nvPr/>
        </p:nvSpPr>
        <p:spPr>
          <a:xfrm>
            <a:off x="5203586" y="3202568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3CE1D03-3C4F-693E-1052-1D5E4C237722}"/>
              </a:ext>
            </a:extLst>
          </p:cNvPr>
          <p:cNvSpPr txBox="1"/>
          <p:nvPr/>
        </p:nvSpPr>
        <p:spPr>
          <a:xfrm>
            <a:off x="3766011" y="4331713"/>
            <a:ext cx="4394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T</a:t>
            </a:r>
            <a:endParaRPr lang="en-US" sz="2000">
              <a:solidFill>
                <a:srgbClr val="FFFF00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51AFD47-DC3B-87D4-3E51-03E22601099C}"/>
              </a:ext>
            </a:extLst>
          </p:cNvPr>
          <p:cNvCxnSpPr>
            <a:cxnSpLocks/>
          </p:cNvCxnSpPr>
          <p:nvPr/>
        </p:nvCxnSpPr>
        <p:spPr>
          <a:xfrm>
            <a:off x="3695586" y="4731823"/>
            <a:ext cx="5380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47AFA95-A8BE-32F6-77D5-759A9C1553A8}"/>
              </a:ext>
            </a:extLst>
          </p:cNvPr>
          <p:cNvSpPr txBox="1"/>
          <p:nvPr/>
        </p:nvSpPr>
        <p:spPr>
          <a:xfrm>
            <a:off x="3630716" y="4808767"/>
            <a:ext cx="710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2.7</a:t>
            </a:r>
            <a:endParaRPr lang="en-US" sz="200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字方塊 101">
                <a:extLst>
                  <a:ext uri="{FF2B5EF4-FFF2-40B4-BE49-F238E27FC236}">
                    <a16:creationId xmlns:a16="http://schemas.microsoft.com/office/drawing/2014/main" id="{72CE7C0C-A9B7-33E4-3213-FE4D84C0658D}"/>
                  </a:ext>
                </a:extLst>
              </p:cNvPr>
              <p:cNvSpPr txBox="1"/>
              <p:nvPr/>
            </p:nvSpPr>
            <p:spPr>
              <a:xfrm>
                <a:off x="4325854" y="451608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" name="文字方塊 101">
                <a:extLst>
                  <a:ext uri="{FF2B5EF4-FFF2-40B4-BE49-F238E27FC236}">
                    <a16:creationId xmlns:a16="http://schemas.microsoft.com/office/drawing/2014/main" id="{72CE7C0C-A9B7-33E4-3213-FE4D84C06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5854" y="4516087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D5E925C3-A67A-331A-615C-A9EDCF3039CC}"/>
              </a:ext>
            </a:extLst>
          </p:cNvPr>
          <p:cNvSpPr txBox="1"/>
          <p:nvPr/>
        </p:nvSpPr>
        <p:spPr>
          <a:xfrm>
            <a:off x="4712637" y="4329688"/>
            <a:ext cx="6040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25</a:t>
            </a:r>
            <a:endParaRPr lang="en-US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0AEDDBE-7025-1432-ED8F-8E61323C4976}"/>
              </a:ext>
            </a:extLst>
          </p:cNvPr>
          <p:cNvCxnSpPr>
            <a:cxnSpLocks/>
          </p:cNvCxnSpPr>
          <p:nvPr/>
        </p:nvCxnSpPr>
        <p:spPr>
          <a:xfrm>
            <a:off x="4715713" y="4729798"/>
            <a:ext cx="5380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E37F7F85-327E-7497-323B-CE874032A92D}"/>
              </a:ext>
            </a:extLst>
          </p:cNvPr>
          <p:cNvSpPr txBox="1"/>
          <p:nvPr/>
        </p:nvSpPr>
        <p:spPr>
          <a:xfrm>
            <a:off x="4779278" y="4767298"/>
            <a:ext cx="4456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9</a:t>
            </a:r>
            <a:endParaRPr lang="en-US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B466053-C268-6EA6-2A6F-8EFC3B630C7A}"/>
              </a:ext>
            </a:extLst>
          </p:cNvPr>
          <p:cNvSpPr txBox="1"/>
          <p:nvPr/>
        </p:nvSpPr>
        <p:spPr>
          <a:xfrm>
            <a:off x="3909604" y="5426714"/>
            <a:ext cx="4394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T</a:t>
            </a:r>
            <a:endParaRPr lang="en-US" sz="200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字方塊 101">
                <a:extLst>
                  <a:ext uri="{FF2B5EF4-FFF2-40B4-BE49-F238E27FC236}">
                    <a16:creationId xmlns:a16="http://schemas.microsoft.com/office/drawing/2014/main" id="{88692A75-6DBD-D60F-0685-FBC986309749}"/>
                  </a:ext>
                </a:extLst>
              </p:cNvPr>
              <p:cNvSpPr txBox="1"/>
              <p:nvPr/>
            </p:nvSpPr>
            <p:spPr>
              <a:xfrm>
                <a:off x="4326558" y="542671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5" name="文字方塊 101">
                <a:extLst>
                  <a:ext uri="{FF2B5EF4-FFF2-40B4-BE49-F238E27FC236}">
                    <a16:creationId xmlns:a16="http://schemas.microsoft.com/office/drawing/2014/main" id="{88692A75-6DBD-D60F-0685-FBC986309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6558" y="5426714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:a16="http://schemas.microsoft.com/office/drawing/2014/main" id="{E69C9AEF-5A8D-4615-B429-BD4AB45DD3E0}"/>
              </a:ext>
            </a:extLst>
          </p:cNvPr>
          <p:cNvSpPr txBox="1"/>
          <p:nvPr/>
        </p:nvSpPr>
        <p:spPr>
          <a:xfrm>
            <a:off x="4765035" y="5227432"/>
            <a:ext cx="6040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25</a:t>
            </a:r>
            <a:endParaRPr lang="en-US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678FE50-3514-137C-99F0-CD9D043660FA}"/>
              </a:ext>
            </a:extLst>
          </p:cNvPr>
          <p:cNvCxnSpPr>
            <a:cxnSpLocks/>
          </p:cNvCxnSpPr>
          <p:nvPr/>
        </p:nvCxnSpPr>
        <p:spPr>
          <a:xfrm>
            <a:off x="4768111" y="5627542"/>
            <a:ext cx="5380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D9C18A0B-DC4A-F5F5-539E-7EB1DF38E571}"/>
              </a:ext>
            </a:extLst>
          </p:cNvPr>
          <p:cNvSpPr txBox="1"/>
          <p:nvPr/>
        </p:nvSpPr>
        <p:spPr>
          <a:xfrm>
            <a:off x="4831676" y="5665042"/>
            <a:ext cx="4456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9</a:t>
            </a:r>
            <a:endParaRPr lang="en-US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字方塊 53">
                <a:extLst>
                  <a:ext uri="{FF2B5EF4-FFF2-40B4-BE49-F238E27FC236}">
                    <a16:creationId xmlns:a16="http://schemas.microsoft.com/office/drawing/2014/main" id="{91F94277-C848-5E5C-8C13-2D28018637AC}"/>
                  </a:ext>
                </a:extLst>
              </p:cNvPr>
              <p:cNvSpPr txBox="1"/>
              <p:nvPr/>
            </p:nvSpPr>
            <p:spPr>
              <a:xfrm>
                <a:off x="5282820" y="544623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0" name="文字方塊 53">
                <a:extLst>
                  <a:ext uri="{FF2B5EF4-FFF2-40B4-BE49-F238E27FC236}">
                    <a16:creationId xmlns:a16="http://schemas.microsoft.com/office/drawing/2014/main" id="{91F94277-C848-5E5C-8C13-2D2801863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820" y="5446238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CB93C4B2-FC27-37C9-D5D4-C0B27E98DFAC}"/>
              </a:ext>
            </a:extLst>
          </p:cNvPr>
          <p:cNvSpPr txBox="1"/>
          <p:nvPr/>
        </p:nvSpPr>
        <p:spPr>
          <a:xfrm>
            <a:off x="5534141" y="5426714"/>
            <a:ext cx="710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2.7</a:t>
            </a:r>
            <a:endParaRPr lang="en-US" sz="200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字方塊 101">
                <a:extLst>
                  <a:ext uri="{FF2B5EF4-FFF2-40B4-BE49-F238E27FC236}">
                    <a16:creationId xmlns:a16="http://schemas.microsoft.com/office/drawing/2014/main" id="{47C22A12-0851-4153-40D1-E9B6BE2C760E}"/>
                  </a:ext>
                </a:extLst>
              </p:cNvPr>
              <p:cNvSpPr txBox="1"/>
              <p:nvPr/>
            </p:nvSpPr>
            <p:spPr>
              <a:xfrm>
                <a:off x="4340753" y="622004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2" name="文字方塊 101">
                <a:extLst>
                  <a:ext uri="{FF2B5EF4-FFF2-40B4-BE49-F238E27FC236}">
                    <a16:creationId xmlns:a16="http://schemas.microsoft.com/office/drawing/2014/main" id="{47C22A12-0851-4153-40D1-E9B6BE2C76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0753" y="6220041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C71B3BA9-F52C-F1AF-34B1-FB22863452AA}"/>
              </a:ext>
            </a:extLst>
          </p:cNvPr>
          <p:cNvSpPr txBox="1"/>
          <p:nvPr/>
        </p:nvSpPr>
        <p:spPr>
          <a:xfrm>
            <a:off x="4712037" y="6220041"/>
            <a:ext cx="710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7.5</a:t>
            </a:r>
            <a:endParaRPr lang="en-US" sz="200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97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21" grpId="0"/>
      <p:bldP spid="23" grpId="0"/>
      <p:bldP spid="25" grpId="0"/>
      <p:bldP spid="26" grpId="0" animBg="1"/>
      <p:bldP spid="27" grpId="0" animBg="1"/>
      <p:bldP spid="28" grpId="0"/>
      <p:bldP spid="32" grpId="0"/>
      <p:bldP spid="34" grpId="0"/>
      <p:bldP spid="38" grpId="0"/>
      <p:bldP spid="40" grpId="0"/>
      <p:bldP spid="42" grpId="0"/>
      <p:bldP spid="44" grpId="0"/>
      <p:bldP spid="45" grpId="0"/>
      <p:bldP spid="47" grpId="0"/>
      <p:bldP spid="49" grpId="0"/>
      <p:bldP spid="50" grpId="0"/>
      <p:bldP spid="51" grpId="0"/>
      <p:bldP spid="52" grpId="0"/>
      <p:bldP spid="5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554F7B8B-136D-B545-CC18-393DA96282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1" b="81615"/>
          <a:stretch>
            <a:fillRect/>
          </a:stretch>
        </p:blipFill>
        <p:spPr>
          <a:xfrm>
            <a:off x="116958" y="130060"/>
            <a:ext cx="11394132" cy="7311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E83562A-648F-79BE-D0D2-ADE56F848C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1" t="19923" r="57578"/>
          <a:stretch>
            <a:fillRect/>
          </a:stretch>
        </p:blipFill>
        <p:spPr>
          <a:xfrm>
            <a:off x="0" y="861237"/>
            <a:ext cx="4784651" cy="318464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筆跡 4">
                <a:extLst>
                  <a:ext uri="{FF2B5EF4-FFF2-40B4-BE49-F238E27FC236}">
                    <a16:creationId xmlns:a16="http://schemas.microsoft.com/office/drawing/2014/main" id="{482B39F3-F445-9603-A8AC-4088BFF6111F}"/>
                  </a:ext>
                </a:extLst>
              </p14:cNvPr>
              <p14:cNvContentPartPr/>
              <p14:nvPr/>
            </p14:nvContentPartPr>
            <p14:xfrm>
              <a:off x="2041451" y="2783430"/>
              <a:ext cx="600739" cy="45719"/>
            </p14:xfrm>
          </p:contentPart>
        </mc:Choice>
        <mc:Fallback>
          <p:pic>
            <p:nvPicPr>
              <p:cNvPr id="6" name="筆跡 4">
                <a:extLst>
                  <a:ext uri="{FF2B5EF4-FFF2-40B4-BE49-F238E27FC236}">
                    <a16:creationId xmlns:a16="http://schemas.microsoft.com/office/drawing/2014/main" id="{482B39F3-F445-9603-A8AC-4088BFF6111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87460" y="-10932270"/>
                <a:ext cx="708361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筆跡 4">
                <a:extLst>
                  <a:ext uri="{FF2B5EF4-FFF2-40B4-BE49-F238E27FC236}">
                    <a16:creationId xmlns:a16="http://schemas.microsoft.com/office/drawing/2014/main" id="{C60EFC27-1595-2DD6-CD1C-2A5815B8B811}"/>
                  </a:ext>
                </a:extLst>
              </p14:cNvPr>
              <p14:cNvContentPartPr/>
              <p14:nvPr/>
            </p14:nvContentPartPr>
            <p14:xfrm>
              <a:off x="3461482" y="3859799"/>
              <a:ext cx="499731" cy="45719"/>
            </p14:xfrm>
          </p:contentPart>
        </mc:Choice>
        <mc:Fallback>
          <p:pic>
            <p:nvPicPr>
              <p:cNvPr id="7" name="筆跡 4">
                <a:extLst>
                  <a:ext uri="{FF2B5EF4-FFF2-40B4-BE49-F238E27FC236}">
                    <a16:creationId xmlns:a16="http://schemas.microsoft.com/office/drawing/2014/main" id="{C60EFC27-1595-2DD6-CD1C-2A5815B8B81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07476" y="-9855901"/>
                <a:ext cx="60738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筆跡 4">
                <a:extLst>
                  <a:ext uri="{FF2B5EF4-FFF2-40B4-BE49-F238E27FC236}">
                    <a16:creationId xmlns:a16="http://schemas.microsoft.com/office/drawing/2014/main" id="{7F5628A4-5BDF-7980-D2B2-A535C561671D}"/>
                  </a:ext>
                </a:extLst>
              </p14:cNvPr>
              <p14:cNvContentPartPr/>
              <p14:nvPr/>
            </p14:nvContentPartPr>
            <p14:xfrm>
              <a:off x="1459054" y="1799034"/>
              <a:ext cx="365015" cy="45719"/>
            </p14:xfrm>
          </p:contentPart>
        </mc:Choice>
        <mc:Fallback>
          <p:pic>
            <p:nvPicPr>
              <p:cNvPr id="8" name="筆跡 4">
                <a:extLst>
                  <a:ext uri="{FF2B5EF4-FFF2-40B4-BE49-F238E27FC236}">
                    <a16:creationId xmlns:a16="http://schemas.microsoft.com/office/drawing/2014/main" id="{7F5628A4-5BDF-7980-D2B2-A535C561671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405058" y="-11916666"/>
                <a:ext cx="47264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筆跡 4">
                <a:extLst>
                  <a:ext uri="{FF2B5EF4-FFF2-40B4-BE49-F238E27FC236}">
                    <a16:creationId xmlns:a16="http://schemas.microsoft.com/office/drawing/2014/main" id="{7C5EE39D-501E-DA21-581C-82F411A9F79E}"/>
                  </a:ext>
                </a:extLst>
              </p14:cNvPr>
              <p14:cNvContentPartPr/>
              <p14:nvPr/>
            </p14:nvContentPartPr>
            <p14:xfrm>
              <a:off x="3006702" y="3101699"/>
              <a:ext cx="365015" cy="45719"/>
            </p14:xfrm>
          </p:contentPart>
        </mc:Choice>
        <mc:Fallback>
          <p:pic>
            <p:nvPicPr>
              <p:cNvPr id="9" name="筆跡 4">
                <a:extLst>
                  <a:ext uri="{FF2B5EF4-FFF2-40B4-BE49-F238E27FC236}">
                    <a16:creationId xmlns:a16="http://schemas.microsoft.com/office/drawing/2014/main" id="{7C5EE39D-501E-DA21-581C-82F411A9F79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52706" y="-10614001"/>
                <a:ext cx="472648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群組 245">
            <a:extLst>
              <a:ext uri="{FF2B5EF4-FFF2-40B4-BE49-F238E27FC236}">
                <a16:creationId xmlns:a16="http://schemas.microsoft.com/office/drawing/2014/main" id="{B4BF997B-2217-D4B2-F799-6010F35CE02D}"/>
              </a:ext>
            </a:extLst>
          </p:cNvPr>
          <p:cNvGrpSpPr/>
          <p:nvPr/>
        </p:nvGrpSpPr>
        <p:grpSpPr>
          <a:xfrm>
            <a:off x="6789223" y="1506673"/>
            <a:ext cx="798167" cy="477054"/>
            <a:chOff x="2472626" y="4508122"/>
            <a:chExt cx="798167" cy="477054"/>
          </a:xfrm>
        </p:grpSpPr>
        <p:sp>
          <p:nvSpPr>
            <p:cNvPr id="11" name="文字方塊 249">
              <a:extLst>
                <a:ext uri="{FF2B5EF4-FFF2-40B4-BE49-F238E27FC236}">
                  <a16:creationId xmlns:a16="http://schemas.microsoft.com/office/drawing/2014/main" id="{627919F0-F8DC-4FD5-A3B7-8E5A4B99D35F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12" name="文字方塊 247">
              <a:extLst>
                <a:ext uri="{FF2B5EF4-FFF2-40B4-BE49-F238E27FC236}">
                  <a16:creationId xmlns:a16="http://schemas.microsoft.com/office/drawing/2014/main" id="{FB39E024-A8B7-1005-BE86-5B66320ED64A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B2CD372-7BA5-D30A-08F4-E58586360A78}"/>
              </a:ext>
            </a:extLst>
          </p:cNvPr>
          <p:cNvSpPr txBox="1"/>
          <p:nvPr/>
        </p:nvSpPr>
        <p:spPr>
          <a:xfrm>
            <a:off x="6601428" y="1583617"/>
            <a:ext cx="4394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x</a:t>
            </a:r>
            <a:endParaRPr lang="en-US" sz="2000">
              <a:solidFill>
                <a:srgbClr val="FF000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8AF5EB-2FD2-39CE-24DD-D702CF794371}"/>
              </a:ext>
            </a:extLst>
          </p:cNvPr>
          <p:cNvCxnSpPr/>
          <p:nvPr/>
        </p:nvCxnSpPr>
        <p:spPr>
          <a:xfrm>
            <a:off x="6563879" y="1983727"/>
            <a:ext cx="11242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8368CC8-72E9-A22A-6DF0-29EBC41BAFB3}"/>
              </a:ext>
            </a:extLst>
          </p:cNvPr>
          <p:cNvSpPr txBox="1"/>
          <p:nvPr/>
        </p:nvSpPr>
        <p:spPr>
          <a:xfrm>
            <a:off x="6499009" y="2060671"/>
            <a:ext cx="710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200</a:t>
            </a:r>
            <a:endParaRPr lang="en-US" sz="2000">
              <a:solidFill>
                <a:srgbClr val="FF0000"/>
              </a:solidFill>
            </a:endParaRPr>
          </a:p>
        </p:txBody>
      </p:sp>
      <p:grpSp>
        <p:nvGrpSpPr>
          <p:cNvPr id="16" name="群組 245">
            <a:extLst>
              <a:ext uri="{FF2B5EF4-FFF2-40B4-BE49-F238E27FC236}">
                <a16:creationId xmlns:a16="http://schemas.microsoft.com/office/drawing/2014/main" id="{E7A1FD39-5264-BCF7-84DC-32047C91E915}"/>
              </a:ext>
            </a:extLst>
          </p:cNvPr>
          <p:cNvGrpSpPr/>
          <p:nvPr/>
        </p:nvGrpSpPr>
        <p:grpSpPr>
          <a:xfrm>
            <a:off x="6927029" y="1983727"/>
            <a:ext cx="798167" cy="477054"/>
            <a:chOff x="2472626" y="4508122"/>
            <a:chExt cx="798167" cy="477054"/>
          </a:xfrm>
        </p:grpSpPr>
        <p:sp>
          <p:nvSpPr>
            <p:cNvPr id="17" name="文字方塊 249">
              <a:extLst>
                <a:ext uri="{FF2B5EF4-FFF2-40B4-BE49-F238E27FC236}">
                  <a16:creationId xmlns:a16="http://schemas.microsoft.com/office/drawing/2014/main" id="{77E09B78-7C2F-0B12-F0B3-E1E23C180BA4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18" name="文字方塊 247">
              <a:extLst>
                <a:ext uri="{FF2B5EF4-FFF2-40B4-BE49-F238E27FC236}">
                  <a16:creationId xmlns:a16="http://schemas.microsoft.com/office/drawing/2014/main" id="{A9C3A408-C6FB-AA6D-3BAC-D223DEFF61DA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字方塊 101">
                <a:extLst>
                  <a:ext uri="{FF2B5EF4-FFF2-40B4-BE49-F238E27FC236}">
                    <a16:creationId xmlns:a16="http://schemas.microsoft.com/office/drawing/2014/main" id="{2C39E86E-E2BA-90E7-D552-CFA387D243B8}"/>
                  </a:ext>
                </a:extLst>
              </p:cNvPr>
              <p:cNvSpPr txBox="1"/>
              <p:nvPr/>
            </p:nvSpPr>
            <p:spPr>
              <a:xfrm>
                <a:off x="7752387" y="176007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" name="文字方塊 101">
                <a:extLst>
                  <a:ext uri="{FF2B5EF4-FFF2-40B4-BE49-F238E27FC236}">
                    <a16:creationId xmlns:a16="http://schemas.microsoft.com/office/drawing/2014/main" id="{2C39E86E-E2BA-90E7-D552-CFA387D24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2387" y="1760079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字方塊 255">
            <a:extLst>
              <a:ext uri="{FF2B5EF4-FFF2-40B4-BE49-F238E27FC236}">
                <a16:creationId xmlns:a16="http://schemas.microsoft.com/office/drawing/2014/main" id="{1CEC8AB6-7666-074F-C1C6-B4BBAD87E844}"/>
              </a:ext>
            </a:extLst>
          </p:cNvPr>
          <p:cNvSpPr txBox="1"/>
          <p:nvPr/>
        </p:nvSpPr>
        <p:spPr>
          <a:xfrm>
            <a:off x="8246530" y="1660561"/>
            <a:ext cx="401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Handwriting" panose="03010101010101010101" pitchFamily="66" charset="0"/>
              </a:rPr>
              <a:t>3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92D05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21" name="直線接點 256">
            <a:extLst>
              <a:ext uri="{FF2B5EF4-FFF2-40B4-BE49-F238E27FC236}">
                <a16:creationId xmlns:a16="http://schemas.microsoft.com/office/drawing/2014/main" id="{BF71347C-83EE-BA89-AADC-F502AE9021D8}"/>
              </a:ext>
            </a:extLst>
          </p:cNvPr>
          <p:cNvCxnSpPr>
            <a:cxnSpLocks/>
          </p:cNvCxnSpPr>
          <p:nvPr/>
        </p:nvCxnSpPr>
        <p:spPr bwMode="auto">
          <a:xfrm>
            <a:off x="8258108" y="2002319"/>
            <a:ext cx="418076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文字方塊 257">
            <a:extLst>
              <a:ext uri="{FF2B5EF4-FFF2-40B4-BE49-F238E27FC236}">
                <a16:creationId xmlns:a16="http://schemas.microsoft.com/office/drawing/2014/main" id="{39D46283-D3D6-9F0B-FD7D-DC126D8609A9}"/>
              </a:ext>
            </a:extLst>
          </p:cNvPr>
          <p:cNvSpPr txBox="1"/>
          <p:nvPr/>
        </p:nvSpPr>
        <p:spPr>
          <a:xfrm>
            <a:off x="8250037" y="2002024"/>
            <a:ext cx="4781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4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3" name="弧形 258">
            <a:extLst>
              <a:ext uri="{FF2B5EF4-FFF2-40B4-BE49-F238E27FC236}">
                <a16:creationId xmlns:a16="http://schemas.microsoft.com/office/drawing/2014/main" id="{5D3F45B4-094D-DA9D-2856-42CADA83E793}"/>
              </a:ext>
            </a:extLst>
          </p:cNvPr>
          <p:cNvSpPr/>
          <p:nvPr/>
        </p:nvSpPr>
        <p:spPr>
          <a:xfrm rot="10957079">
            <a:off x="8154485" y="1694585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4" name="弧形 259">
            <a:extLst>
              <a:ext uri="{FF2B5EF4-FFF2-40B4-BE49-F238E27FC236}">
                <a16:creationId xmlns:a16="http://schemas.microsoft.com/office/drawing/2014/main" id="{B80DFCF6-4BDE-CB2E-20D8-84114DDF08DB}"/>
              </a:ext>
            </a:extLst>
          </p:cNvPr>
          <p:cNvSpPr/>
          <p:nvPr/>
        </p:nvSpPr>
        <p:spPr>
          <a:xfrm rot="235127">
            <a:off x="8439108" y="1693403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5" name="文字方塊 106">
            <a:extLst>
              <a:ext uri="{FF2B5EF4-FFF2-40B4-BE49-F238E27FC236}">
                <a16:creationId xmlns:a16="http://schemas.microsoft.com/office/drawing/2014/main" id="{24D59A49-5E77-E6BA-787F-19150535D3D5}"/>
              </a:ext>
            </a:extLst>
          </p:cNvPr>
          <p:cNvSpPr txBox="1"/>
          <p:nvPr/>
        </p:nvSpPr>
        <p:spPr>
          <a:xfrm>
            <a:off x="8654186" y="1565154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101">
                <a:extLst>
                  <a:ext uri="{FF2B5EF4-FFF2-40B4-BE49-F238E27FC236}">
                    <a16:creationId xmlns:a16="http://schemas.microsoft.com/office/drawing/2014/main" id="{BDA74BDF-B204-7C0E-82C8-99CA0ABA769D}"/>
                  </a:ext>
                </a:extLst>
              </p:cNvPr>
              <p:cNvSpPr txBox="1"/>
              <p:nvPr/>
            </p:nvSpPr>
            <p:spPr>
              <a:xfrm>
                <a:off x="7776454" y="287867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" name="文字方塊 101">
                <a:extLst>
                  <a:ext uri="{FF2B5EF4-FFF2-40B4-BE49-F238E27FC236}">
                    <a16:creationId xmlns:a16="http://schemas.microsoft.com/office/drawing/2014/main" id="{BDA74BDF-B204-7C0E-82C8-99CA0ABA7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6454" y="2878673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464C9DE9-ED18-2F28-D34E-5FA9C7B10875}"/>
              </a:ext>
            </a:extLst>
          </p:cNvPr>
          <p:cNvSpPr txBox="1"/>
          <p:nvPr/>
        </p:nvSpPr>
        <p:spPr>
          <a:xfrm>
            <a:off x="8246923" y="2701589"/>
            <a:ext cx="6040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9</a:t>
            </a:r>
            <a:endParaRPr lang="en-US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E3ADDB6-ED44-7AD7-16FC-4400B383DD42}"/>
              </a:ext>
            </a:extLst>
          </p:cNvPr>
          <p:cNvCxnSpPr>
            <a:cxnSpLocks/>
          </p:cNvCxnSpPr>
          <p:nvPr/>
        </p:nvCxnSpPr>
        <p:spPr>
          <a:xfrm>
            <a:off x="8166313" y="3092384"/>
            <a:ext cx="5380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F39BAC4-879C-5021-A5A6-7722F4012592}"/>
              </a:ext>
            </a:extLst>
          </p:cNvPr>
          <p:cNvSpPr txBox="1"/>
          <p:nvPr/>
        </p:nvSpPr>
        <p:spPr>
          <a:xfrm>
            <a:off x="8152752" y="3111135"/>
            <a:ext cx="6040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16</a:t>
            </a:r>
            <a:endParaRPr lang="en-US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11059B-75E7-07B0-C650-FE858E091712}"/>
              </a:ext>
            </a:extLst>
          </p:cNvPr>
          <p:cNvSpPr txBox="1"/>
          <p:nvPr/>
        </p:nvSpPr>
        <p:spPr>
          <a:xfrm>
            <a:off x="7360204" y="3789300"/>
            <a:ext cx="43944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x</a:t>
            </a:r>
            <a:endParaRPr lang="en-US" sz="200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101">
                <a:extLst>
                  <a:ext uri="{FF2B5EF4-FFF2-40B4-BE49-F238E27FC236}">
                    <a16:creationId xmlns:a16="http://schemas.microsoft.com/office/drawing/2014/main" id="{445536C3-072A-02AF-D9E6-F998DD4191FD}"/>
                  </a:ext>
                </a:extLst>
              </p:cNvPr>
              <p:cNvSpPr txBox="1"/>
              <p:nvPr/>
            </p:nvSpPr>
            <p:spPr>
              <a:xfrm>
                <a:off x="7777158" y="37893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" name="文字方塊 101">
                <a:extLst>
                  <a:ext uri="{FF2B5EF4-FFF2-40B4-BE49-F238E27FC236}">
                    <a16:creationId xmlns:a16="http://schemas.microsoft.com/office/drawing/2014/main" id="{445536C3-072A-02AF-D9E6-F998DD419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7158" y="3789300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7FA2E282-F79D-2FE9-0F00-7FF84844D0F6}"/>
              </a:ext>
            </a:extLst>
          </p:cNvPr>
          <p:cNvSpPr txBox="1"/>
          <p:nvPr/>
        </p:nvSpPr>
        <p:spPr>
          <a:xfrm>
            <a:off x="8289054" y="3608769"/>
            <a:ext cx="43210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9</a:t>
            </a:r>
            <a:endParaRPr lang="en-US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3580CB0-CA8B-EDDC-32E3-69757CED8BD8}"/>
              </a:ext>
            </a:extLst>
          </p:cNvPr>
          <p:cNvCxnSpPr>
            <a:cxnSpLocks/>
          </p:cNvCxnSpPr>
          <p:nvPr/>
        </p:nvCxnSpPr>
        <p:spPr>
          <a:xfrm>
            <a:off x="8218711" y="3990128"/>
            <a:ext cx="53806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AFB93D1-E9F3-76B6-E204-6C155AEBA3AA}"/>
              </a:ext>
            </a:extLst>
          </p:cNvPr>
          <p:cNvSpPr txBox="1"/>
          <p:nvPr/>
        </p:nvSpPr>
        <p:spPr>
          <a:xfrm>
            <a:off x="8183477" y="4018315"/>
            <a:ext cx="7024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16</a:t>
            </a:r>
            <a:endParaRPr lang="en-US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字方塊 53">
                <a:extLst>
                  <a:ext uri="{FF2B5EF4-FFF2-40B4-BE49-F238E27FC236}">
                    <a16:creationId xmlns:a16="http://schemas.microsoft.com/office/drawing/2014/main" id="{89E0624A-9B92-6740-D1C4-8E8B78EC5EC2}"/>
                  </a:ext>
                </a:extLst>
              </p:cNvPr>
              <p:cNvSpPr txBox="1"/>
              <p:nvPr/>
            </p:nvSpPr>
            <p:spPr>
              <a:xfrm>
                <a:off x="8733420" y="380882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" name="文字方塊 53">
                <a:extLst>
                  <a:ext uri="{FF2B5EF4-FFF2-40B4-BE49-F238E27FC236}">
                    <a16:creationId xmlns:a16="http://schemas.microsoft.com/office/drawing/2014/main" id="{89E0624A-9B92-6740-D1C4-8E8B78EC5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3420" y="3808824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E11220B4-A3B4-1DEA-7074-C81EBC9BA9A9}"/>
              </a:ext>
            </a:extLst>
          </p:cNvPr>
          <p:cNvSpPr txBox="1"/>
          <p:nvPr/>
        </p:nvSpPr>
        <p:spPr>
          <a:xfrm>
            <a:off x="8984741" y="3789300"/>
            <a:ext cx="710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200</a:t>
            </a:r>
            <a:endParaRPr lang="en-US" sz="2000">
              <a:solidFill>
                <a:srgbClr val="FF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101">
                <a:extLst>
                  <a:ext uri="{FF2B5EF4-FFF2-40B4-BE49-F238E27FC236}">
                    <a16:creationId xmlns:a16="http://schemas.microsoft.com/office/drawing/2014/main" id="{9B419B5B-95E1-8AD7-2A6D-D385CF965386}"/>
                  </a:ext>
                </a:extLst>
              </p:cNvPr>
              <p:cNvSpPr txBox="1"/>
              <p:nvPr/>
            </p:nvSpPr>
            <p:spPr>
              <a:xfrm>
                <a:off x="7791353" y="458262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" name="文字方塊 101">
                <a:extLst>
                  <a:ext uri="{FF2B5EF4-FFF2-40B4-BE49-F238E27FC236}">
                    <a16:creationId xmlns:a16="http://schemas.microsoft.com/office/drawing/2014/main" id="{9B419B5B-95E1-8AD7-2A6D-D385CF9653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1353" y="4582627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7A74C2A7-865D-59D2-C7AF-D74E99A23268}"/>
              </a:ext>
            </a:extLst>
          </p:cNvPr>
          <p:cNvSpPr txBox="1"/>
          <p:nvPr/>
        </p:nvSpPr>
        <p:spPr>
          <a:xfrm>
            <a:off x="8162637" y="4582627"/>
            <a:ext cx="11089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112.5</a:t>
            </a:r>
            <a:endParaRPr lang="en-US" sz="200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2" name="筆跡 4">
                <a:extLst>
                  <a:ext uri="{FF2B5EF4-FFF2-40B4-BE49-F238E27FC236}">
                    <a16:creationId xmlns:a16="http://schemas.microsoft.com/office/drawing/2014/main" id="{CA7B4F0E-3588-69F6-0C72-D71ED867427A}"/>
                  </a:ext>
                </a:extLst>
              </p14:cNvPr>
              <p14:cNvContentPartPr/>
              <p14:nvPr/>
            </p14:nvContentPartPr>
            <p14:xfrm>
              <a:off x="680911" y="299839"/>
              <a:ext cx="1961280" cy="45719"/>
            </p14:xfrm>
          </p:contentPart>
        </mc:Choice>
        <mc:Fallback>
          <p:pic>
            <p:nvPicPr>
              <p:cNvPr id="42" name="筆跡 4">
                <a:extLst>
                  <a:ext uri="{FF2B5EF4-FFF2-40B4-BE49-F238E27FC236}">
                    <a16:creationId xmlns:a16="http://schemas.microsoft.com/office/drawing/2014/main" id="{CA7B4F0E-3588-69F6-0C72-D71ED867427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26891" y="-13415861"/>
                <a:ext cx="2068960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429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9" grpId="0"/>
      <p:bldP spid="20" grpId="0"/>
      <p:bldP spid="22" grpId="0"/>
      <p:bldP spid="23" grpId="0" animBg="1"/>
      <p:bldP spid="24" grpId="0" animBg="1"/>
      <p:bldP spid="25" grpId="0"/>
      <p:bldP spid="29" grpId="0"/>
      <p:bldP spid="30" grpId="0"/>
      <p:bldP spid="32" grpId="0"/>
      <p:bldP spid="33" grpId="0"/>
      <p:bldP spid="34" grpId="0"/>
      <p:bldP spid="35" grpId="0"/>
      <p:bldP spid="37" grpId="0"/>
      <p:bldP spid="38" grpId="0"/>
      <p:bldP spid="39" grpId="0"/>
      <p:bldP spid="40" grpId="0"/>
      <p:bldP spid="4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>
            <a:extLst>
              <a:ext uri="{FF2B5EF4-FFF2-40B4-BE49-F238E27FC236}">
                <a16:creationId xmlns:a16="http://schemas.microsoft.com/office/drawing/2014/main" id="{7787F160-0E08-D71C-A1BE-D8DB068386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6988"/>
          <a:stretch>
            <a:fillRect/>
          </a:stretch>
        </p:blipFill>
        <p:spPr>
          <a:xfrm>
            <a:off x="122918" y="147113"/>
            <a:ext cx="10834577" cy="42704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85A9DA-9598-FBF7-CB20-ED8564ECC4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00" r="48043" b="76729"/>
          <a:stretch>
            <a:fillRect/>
          </a:stretch>
        </p:blipFill>
        <p:spPr>
          <a:xfrm>
            <a:off x="122918" y="574158"/>
            <a:ext cx="5629297" cy="2977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1EB5D8-2EE3-D019-3BF5-8597E6052F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868" t="13607"/>
          <a:stretch>
            <a:fillRect/>
          </a:stretch>
        </p:blipFill>
        <p:spPr>
          <a:xfrm>
            <a:off x="8340703" y="1228665"/>
            <a:ext cx="3048000" cy="28353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621D9AE9-DF1A-7738-8E02-E4ADA7D2B1E4}"/>
                  </a:ext>
                </a:extLst>
              </p14:cNvPr>
              <p14:cNvContentPartPr/>
              <p14:nvPr/>
            </p14:nvContentPartPr>
            <p14:xfrm>
              <a:off x="2844769" y="723014"/>
              <a:ext cx="1512168" cy="45719"/>
            </p14:xfrm>
          </p:contentPart>
        </mc:Choice>
        <mc:Fallback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621D9AE9-DF1A-7738-8E02-E4ADA7D2B1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90750" y="-12992686"/>
                <a:ext cx="161984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6F9EEDB6-5F2A-B235-AE7D-0CBA34774811}"/>
                  </a:ext>
                </a:extLst>
              </p14:cNvPr>
              <p14:cNvContentPartPr/>
              <p14:nvPr/>
            </p14:nvContentPartPr>
            <p14:xfrm>
              <a:off x="10400715" y="382816"/>
              <a:ext cx="476392" cy="45719"/>
            </p14:xfrm>
          </p:contentPart>
        </mc:Choice>
        <mc:Fallback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6F9EEDB6-5F2A-B235-AE7D-0CBA3477481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346702" y="-13332884"/>
                <a:ext cx="58405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筆跡 9">
                <a:extLst>
                  <a:ext uri="{FF2B5EF4-FFF2-40B4-BE49-F238E27FC236}">
                    <a16:creationId xmlns:a16="http://schemas.microsoft.com/office/drawing/2014/main" id="{E7DD96B5-01B5-BC8A-5B49-284CEC441582}"/>
                  </a:ext>
                </a:extLst>
              </p14:cNvPr>
              <p14:cNvContentPartPr/>
              <p14:nvPr/>
            </p14:nvContentPartPr>
            <p14:xfrm>
              <a:off x="6562648" y="421539"/>
              <a:ext cx="683784" cy="45719"/>
            </p14:xfrm>
          </p:contentPart>
        </mc:Choice>
        <mc:Fallback>
          <p:pic>
            <p:nvPicPr>
              <p:cNvPr id="9" name="筆跡 9">
                <a:extLst>
                  <a:ext uri="{FF2B5EF4-FFF2-40B4-BE49-F238E27FC236}">
                    <a16:creationId xmlns:a16="http://schemas.microsoft.com/office/drawing/2014/main" id="{E7DD96B5-01B5-BC8A-5B49-284CEC44158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08637" y="-13294161"/>
                <a:ext cx="791447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15">
            <a:extLst>
              <a:ext uri="{FF2B5EF4-FFF2-40B4-BE49-F238E27FC236}">
                <a16:creationId xmlns:a16="http://schemas.microsoft.com/office/drawing/2014/main" id="{CAB422AD-9A3A-9023-46EC-6ECF3AB73632}"/>
              </a:ext>
            </a:extLst>
          </p:cNvPr>
          <p:cNvSpPr txBox="1"/>
          <p:nvPr/>
        </p:nvSpPr>
        <p:spPr>
          <a:xfrm>
            <a:off x="1015264" y="1693077"/>
            <a:ext cx="4262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Volume of water in the vessel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4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11" name="直線接點 11">
            <a:extLst>
              <a:ext uri="{FF2B5EF4-FFF2-40B4-BE49-F238E27FC236}">
                <a16:creationId xmlns:a16="http://schemas.microsoft.com/office/drawing/2014/main" id="{E4680CFF-06F9-2567-5FD5-987ECBD671E1}"/>
              </a:ext>
            </a:extLst>
          </p:cNvPr>
          <p:cNvCxnSpPr>
            <a:cxnSpLocks/>
          </p:cNvCxnSpPr>
          <p:nvPr/>
        </p:nvCxnSpPr>
        <p:spPr bwMode="auto">
          <a:xfrm>
            <a:off x="387027" y="2099157"/>
            <a:ext cx="5537295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字方塊 14">
                <a:extLst>
                  <a:ext uri="{FF2B5EF4-FFF2-40B4-BE49-F238E27FC236}">
                    <a16:creationId xmlns:a16="http://schemas.microsoft.com/office/drawing/2014/main" id="{DE2CF487-4475-757A-ACD2-DDF63C49A981}"/>
                  </a:ext>
                </a:extLst>
              </p:cNvPr>
              <p:cNvSpPr txBox="1"/>
              <p:nvPr/>
            </p:nvSpPr>
            <p:spPr>
              <a:xfrm>
                <a:off x="5924322" y="18340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3" name="文字方塊 14">
                <a:extLst>
                  <a:ext uri="{FF2B5EF4-FFF2-40B4-BE49-F238E27FC236}">
                    <a16:creationId xmlns:a16="http://schemas.microsoft.com/office/drawing/2014/main" id="{DE2CF487-4475-757A-ACD2-DDF63C49A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322" y="1834012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群組 15">
            <a:extLst>
              <a:ext uri="{FF2B5EF4-FFF2-40B4-BE49-F238E27FC236}">
                <a16:creationId xmlns:a16="http://schemas.microsoft.com/office/drawing/2014/main" id="{C91E75BF-97EA-36CC-AC4F-8712AC75824C}"/>
              </a:ext>
            </a:extLst>
          </p:cNvPr>
          <p:cNvGrpSpPr/>
          <p:nvPr/>
        </p:nvGrpSpPr>
        <p:grpSpPr>
          <a:xfrm>
            <a:off x="6294422" y="1680364"/>
            <a:ext cx="797034" cy="777549"/>
            <a:chOff x="1653804" y="4595880"/>
            <a:chExt cx="797034" cy="777549"/>
          </a:xfrm>
        </p:grpSpPr>
        <p:grpSp>
          <p:nvGrpSpPr>
            <p:cNvPr id="15" name="群組 16">
              <a:extLst>
                <a:ext uri="{FF2B5EF4-FFF2-40B4-BE49-F238E27FC236}">
                  <a16:creationId xmlns:a16="http://schemas.microsoft.com/office/drawing/2014/main" id="{4C730178-8BC7-C4DD-18EB-B4F5D2338C31}"/>
                </a:ext>
              </a:extLst>
            </p:cNvPr>
            <p:cNvGrpSpPr/>
            <p:nvPr/>
          </p:nvGrpSpPr>
          <p:grpSpPr>
            <a:xfrm>
              <a:off x="1880797" y="4595880"/>
              <a:ext cx="364383" cy="777549"/>
              <a:chOff x="2896107" y="4671588"/>
              <a:chExt cx="364383" cy="777549"/>
            </a:xfrm>
          </p:grpSpPr>
          <p:sp>
            <p:nvSpPr>
              <p:cNvPr id="18" name="文字方塊 20">
                <a:extLst>
                  <a:ext uri="{FF2B5EF4-FFF2-40B4-BE49-F238E27FC236}">
                    <a16:creationId xmlns:a16="http://schemas.microsoft.com/office/drawing/2014/main" id="{A9E10DD4-54DC-5E3B-11E2-2B377D27AFAE}"/>
                  </a:ext>
                </a:extLst>
              </p:cNvPr>
              <p:cNvSpPr txBox="1"/>
              <p:nvPr/>
            </p:nvSpPr>
            <p:spPr>
              <a:xfrm>
                <a:off x="2896107" y="4671588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rPr>
                  <a:t>1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19" name="群組 21">
                <a:extLst>
                  <a:ext uri="{FF2B5EF4-FFF2-40B4-BE49-F238E27FC236}">
                    <a16:creationId xmlns:a16="http://schemas.microsoft.com/office/drawing/2014/main" id="{4CB05716-359E-08A0-5493-823C53B7B202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20" name="直線接點 22">
                  <a:extLst>
                    <a:ext uri="{FF2B5EF4-FFF2-40B4-BE49-F238E27FC236}">
                      <a16:creationId xmlns:a16="http://schemas.microsoft.com/office/drawing/2014/main" id="{3DF925C9-B83F-1B5A-92C4-57FEFC8EC07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1" name="文字方塊 23">
                  <a:extLst>
                    <a:ext uri="{FF2B5EF4-FFF2-40B4-BE49-F238E27FC236}">
                      <a16:creationId xmlns:a16="http://schemas.microsoft.com/office/drawing/2014/main" id="{B4F8AF43-A9DC-7250-BEAE-8FEBC16905A1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solidFill>
                        <a:srgbClr val="92D050"/>
                      </a:solidFill>
                      <a:latin typeface="Lucida Handwriting" panose="03010101010101010101" pitchFamily="66" charset="0"/>
                    </a:rPr>
                    <a:t>2</a:t>
                  </a:r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endParaRPr>
                </a:p>
              </p:txBody>
            </p:sp>
          </p:grpSp>
        </p:grpSp>
        <p:sp>
          <p:nvSpPr>
            <p:cNvPr id="16" name="文字方塊 18">
              <a:extLst>
                <a:ext uri="{FF2B5EF4-FFF2-40B4-BE49-F238E27FC236}">
                  <a16:creationId xmlns:a16="http://schemas.microsoft.com/office/drawing/2014/main" id="{9DF93BC4-700F-8E03-83A5-FD5E8CA311F2}"/>
                </a:ext>
              </a:extLst>
            </p:cNvPr>
            <p:cNvSpPr txBox="1"/>
            <p:nvPr/>
          </p:nvSpPr>
          <p:spPr>
            <a:xfrm>
              <a:off x="1653804" y="4750837"/>
              <a:ext cx="29568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endParaRPr lang="zh-HK" altLang="en-US" sz="2400"/>
            </a:p>
          </p:txBody>
        </p:sp>
        <p:sp>
          <p:nvSpPr>
            <p:cNvPr id="17" name="文字方塊 19">
              <a:extLst>
                <a:ext uri="{FF2B5EF4-FFF2-40B4-BE49-F238E27FC236}">
                  <a16:creationId xmlns:a16="http://schemas.microsoft.com/office/drawing/2014/main" id="{70220CDE-CCF7-E017-2F18-56CC4B6DD821}"/>
                </a:ext>
              </a:extLst>
            </p:cNvPr>
            <p:cNvSpPr txBox="1"/>
            <p:nvPr/>
          </p:nvSpPr>
          <p:spPr>
            <a:xfrm>
              <a:off x="2155150" y="4750837"/>
              <a:ext cx="29568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  <a:endParaRPr lang="zh-HK" altLang="en-US" sz="2400"/>
            </a:p>
          </p:txBody>
        </p:sp>
      </p:grpSp>
      <p:sp>
        <p:nvSpPr>
          <p:cNvPr id="22" name="文字方塊 24">
            <a:extLst>
              <a:ext uri="{FF2B5EF4-FFF2-40B4-BE49-F238E27FC236}">
                <a16:creationId xmlns:a16="http://schemas.microsoft.com/office/drawing/2014/main" id="{77829F04-0850-B535-8CCE-6B7CD8A2DF3F}"/>
              </a:ext>
            </a:extLst>
          </p:cNvPr>
          <p:cNvSpPr txBox="1"/>
          <p:nvPr/>
        </p:nvSpPr>
        <p:spPr>
          <a:xfrm>
            <a:off x="6895199" y="1674394"/>
            <a:ext cx="324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33DAE963-2BEE-9629-37DC-B9BF68B154BC}"/>
              </a:ext>
            </a:extLst>
          </p:cNvPr>
          <p:cNvSpPr txBox="1"/>
          <p:nvPr/>
        </p:nvSpPr>
        <p:spPr>
          <a:xfrm>
            <a:off x="1254712" y="2694833"/>
            <a:ext cx="4262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Volume of water in the vessel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4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文字方塊 26">
                <a:extLst>
                  <a:ext uri="{FF2B5EF4-FFF2-40B4-BE49-F238E27FC236}">
                    <a16:creationId xmlns:a16="http://schemas.microsoft.com/office/drawing/2014/main" id="{161AE18B-20FB-7F07-C91F-6CCB7B5D544D}"/>
                  </a:ext>
                </a:extLst>
              </p:cNvPr>
              <p:cNvSpPr txBox="1"/>
              <p:nvPr/>
            </p:nvSpPr>
            <p:spPr>
              <a:xfrm>
                <a:off x="5912006" y="29205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" name="文字方塊 26">
                <a:extLst>
                  <a:ext uri="{FF2B5EF4-FFF2-40B4-BE49-F238E27FC236}">
                    <a16:creationId xmlns:a16="http://schemas.microsoft.com/office/drawing/2014/main" id="{161AE18B-20FB-7F07-C91F-6CCB7B5D5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006" y="2920529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群組 27">
            <a:extLst>
              <a:ext uri="{FF2B5EF4-FFF2-40B4-BE49-F238E27FC236}">
                <a16:creationId xmlns:a16="http://schemas.microsoft.com/office/drawing/2014/main" id="{0116B7F2-1E68-BDFC-6482-21F3072B7E75}"/>
              </a:ext>
            </a:extLst>
          </p:cNvPr>
          <p:cNvGrpSpPr/>
          <p:nvPr/>
        </p:nvGrpSpPr>
        <p:grpSpPr>
          <a:xfrm>
            <a:off x="6395516" y="2770116"/>
            <a:ext cx="364383" cy="777549"/>
            <a:chOff x="2896107" y="4671588"/>
            <a:chExt cx="364383" cy="777549"/>
          </a:xfrm>
        </p:grpSpPr>
        <p:sp>
          <p:nvSpPr>
            <p:cNvPr id="26" name="文字方塊 28">
              <a:extLst>
                <a:ext uri="{FF2B5EF4-FFF2-40B4-BE49-F238E27FC236}">
                  <a16:creationId xmlns:a16="http://schemas.microsoft.com/office/drawing/2014/main" id="{87248A21-4131-7FDD-EF0A-376349811410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27" name="群組 29">
              <a:extLst>
                <a:ext uri="{FF2B5EF4-FFF2-40B4-BE49-F238E27FC236}">
                  <a16:creationId xmlns:a16="http://schemas.microsoft.com/office/drawing/2014/main" id="{A1552AF3-4C39-4484-F67E-83ED1549A9D7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28" name="直線接點 30">
                <a:extLst>
                  <a:ext uri="{FF2B5EF4-FFF2-40B4-BE49-F238E27FC236}">
                    <a16:creationId xmlns:a16="http://schemas.microsoft.com/office/drawing/2014/main" id="{F173DA1B-04E7-4920-5EC6-614CA7C6E23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9" name="文字方塊 31">
                <a:extLst>
                  <a:ext uri="{FF2B5EF4-FFF2-40B4-BE49-F238E27FC236}">
                    <a16:creationId xmlns:a16="http://schemas.microsoft.com/office/drawing/2014/main" id="{C96EE665-1545-F24B-B87F-8F4ED1EA0F68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8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7" name="筆跡 7">
                <a:extLst>
                  <a:ext uri="{FF2B5EF4-FFF2-40B4-BE49-F238E27FC236}">
                    <a16:creationId xmlns:a16="http://schemas.microsoft.com/office/drawing/2014/main" id="{EAE6F683-95AD-AE6E-8026-B9A4B135EABF}"/>
                  </a:ext>
                </a:extLst>
              </p14:cNvPr>
              <p14:cNvContentPartPr/>
              <p14:nvPr/>
            </p14:nvContentPartPr>
            <p14:xfrm>
              <a:off x="769255" y="713975"/>
              <a:ext cx="1048911" cy="45719"/>
            </p14:xfrm>
          </p:contentPart>
        </mc:Choice>
        <mc:Fallback>
          <p:pic>
            <p:nvPicPr>
              <p:cNvPr id="37" name="筆跡 7">
                <a:extLst>
                  <a:ext uri="{FF2B5EF4-FFF2-40B4-BE49-F238E27FC236}">
                    <a16:creationId xmlns:a16="http://schemas.microsoft.com/office/drawing/2014/main" id="{EAE6F683-95AD-AE6E-8026-B9A4B135EAB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15243" y="-13001725"/>
                <a:ext cx="1156575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38" name="TextBox 15">
            <a:extLst>
              <a:ext uri="{FF2B5EF4-FFF2-40B4-BE49-F238E27FC236}">
                <a16:creationId xmlns:a16="http://schemas.microsoft.com/office/drawing/2014/main" id="{6C3F2293-39DD-7D76-DFB2-825A8568DCD9}"/>
              </a:ext>
            </a:extLst>
          </p:cNvPr>
          <p:cNvSpPr txBox="1"/>
          <p:nvPr/>
        </p:nvSpPr>
        <p:spPr>
          <a:xfrm>
            <a:off x="86677" y="2137473"/>
            <a:ext cx="6009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Volume of water that the vessel can hold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4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40" name="直線接點 11">
            <a:extLst>
              <a:ext uri="{FF2B5EF4-FFF2-40B4-BE49-F238E27FC236}">
                <a16:creationId xmlns:a16="http://schemas.microsoft.com/office/drawing/2014/main" id="{70875B7E-FA84-2973-7088-3C6674ED4A44}"/>
              </a:ext>
            </a:extLst>
          </p:cNvPr>
          <p:cNvCxnSpPr>
            <a:cxnSpLocks/>
          </p:cNvCxnSpPr>
          <p:nvPr/>
        </p:nvCxnSpPr>
        <p:spPr bwMode="auto">
          <a:xfrm>
            <a:off x="1254712" y="3121524"/>
            <a:ext cx="4347596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138D95E-2739-9428-7396-6C8221D1495B}"/>
              </a:ext>
            </a:extLst>
          </p:cNvPr>
          <p:cNvSpPr txBox="1"/>
          <p:nvPr/>
        </p:nvSpPr>
        <p:spPr>
          <a:xfrm>
            <a:off x="2774495" y="3158891"/>
            <a:ext cx="710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480</a:t>
            </a:r>
            <a:endParaRPr lang="en-US" sz="2000">
              <a:solidFill>
                <a:srgbClr val="FFFF00"/>
              </a:solidFill>
            </a:endParaRPr>
          </a:p>
        </p:txBody>
      </p:sp>
      <p:grpSp>
        <p:nvGrpSpPr>
          <p:cNvPr id="46" name="群組 245">
            <a:extLst>
              <a:ext uri="{FF2B5EF4-FFF2-40B4-BE49-F238E27FC236}">
                <a16:creationId xmlns:a16="http://schemas.microsoft.com/office/drawing/2014/main" id="{B0634B1A-692A-354C-DF24-C3BCF9AE7E34}"/>
              </a:ext>
            </a:extLst>
          </p:cNvPr>
          <p:cNvGrpSpPr/>
          <p:nvPr/>
        </p:nvGrpSpPr>
        <p:grpSpPr>
          <a:xfrm>
            <a:off x="3254099" y="3081947"/>
            <a:ext cx="798167" cy="477054"/>
            <a:chOff x="2472626" y="4508122"/>
            <a:chExt cx="798167" cy="477054"/>
          </a:xfrm>
        </p:grpSpPr>
        <p:sp>
          <p:nvSpPr>
            <p:cNvPr id="47" name="文字方塊 249">
              <a:extLst>
                <a:ext uri="{FF2B5EF4-FFF2-40B4-BE49-F238E27FC236}">
                  <a16:creationId xmlns:a16="http://schemas.microsoft.com/office/drawing/2014/main" id="{D9AAF769-E191-C190-D856-FC3DAE5613E3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48" name="文字方塊 247">
              <a:extLst>
                <a:ext uri="{FF2B5EF4-FFF2-40B4-BE49-F238E27FC236}">
                  <a16:creationId xmlns:a16="http://schemas.microsoft.com/office/drawing/2014/main" id="{02108EA3-7B4D-771F-B10D-E6BEAB65EB95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字方塊 260">
                <a:extLst>
                  <a:ext uri="{FF2B5EF4-FFF2-40B4-BE49-F238E27FC236}">
                    <a16:creationId xmlns:a16="http://schemas.microsoft.com/office/drawing/2014/main" id="{2FCBB86B-D5E8-56B3-A477-539572176430}"/>
                  </a:ext>
                </a:extLst>
              </p:cNvPr>
              <p:cNvSpPr txBox="1"/>
              <p:nvPr/>
            </p:nvSpPr>
            <p:spPr>
              <a:xfrm>
                <a:off x="583291" y="3870065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49" name="文字方塊 260">
                <a:extLst>
                  <a:ext uri="{FF2B5EF4-FFF2-40B4-BE49-F238E27FC236}">
                    <a16:creationId xmlns:a16="http://schemas.microsoft.com/office/drawing/2014/main" id="{2FCBB86B-D5E8-56B3-A477-539572176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291" y="3870065"/>
                <a:ext cx="238419" cy="461665"/>
              </a:xfrm>
              <a:prstGeom prst="rect">
                <a:avLst/>
              </a:prstGeom>
              <a:blipFill>
                <a:blip r:embed="rId13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15">
            <a:extLst>
              <a:ext uri="{FF2B5EF4-FFF2-40B4-BE49-F238E27FC236}">
                <a16:creationId xmlns:a16="http://schemas.microsoft.com/office/drawing/2014/main" id="{8A3D3D84-E382-4105-CF9A-D7E4677C7DE7}"/>
              </a:ext>
            </a:extLst>
          </p:cNvPr>
          <p:cNvSpPr txBox="1"/>
          <p:nvPr/>
        </p:nvSpPr>
        <p:spPr>
          <a:xfrm>
            <a:off x="824179" y="3942887"/>
            <a:ext cx="4262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Volume of water in the vessel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4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字方塊 26">
                <a:extLst>
                  <a:ext uri="{FF2B5EF4-FFF2-40B4-BE49-F238E27FC236}">
                    <a16:creationId xmlns:a16="http://schemas.microsoft.com/office/drawing/2014/main" id="{F98CF338-5888-3191-7165-E23D51C5E627}"/>
                  </a:ext>
                </a:extLst>
              </p:cNvPr>
              <p:cNvSpPr txBox="1"/>
              <p:nvPr/>
            </p:nvSpPr>
            <p:spPr>
              <a:xfrm>
                <a:off x="5130202" y="393411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1" name="文字方塊 26">
                <a:extLst>
                  <a:ext uri="{FF2B5EF4-FFF2-40B4-BE49-F238E27FC236}">
                    <a16:creationId xmlns:a16="http://schemas.microsoft.com/office/drawing/2014/main" id="{F98CF338-5888-3191-7165-E23D51C5E6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202" y="3934110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群組 27">
            <a:extLst>
              <a:ext uri="{FF2B5EF4-FFF2-40B4-BE49-F238E27FC236}">
                <a16:creationId xmlns:a16="http://schemas.microsoft.com/office/drawing/2014/main" id="{0D5305BE-061A-1C0B-44A0-06AAAD067C62}"/>
              </a:ext>
            </a:extLst>
          </p:cNvPr>
          <p:cNvGrpSpPr/>
          <p:nvPr/>
        </p:nvGrpSpPr>
        <p:grpSpPr>
          <a:xfrm>
            <a:off x="5613712" y="3783697"/>
            <a:ext cx="364383" cy="777549"/>
            <a:chOff x="2896107" y="4671588"/>
            <a:chExt cx="364383" cy="777549"/>
          </a:xfrm>
        </p:grpSpPr>
        <p:sp>
          <p:nvSpPr>
            <p:cNvPr id="53" name="文字方塊 28">
              <a:extLst>
                <a:ext uri="{FF2B5EF4-FFF2-40B4-BE49-F238E27FC236}">
                  <a16:creationId xmlns:a16="http://schemas.microsoft.com/office/drawing/2014/main" id="{8302DF9B-E18A-5A3D-D0B4-EA0F94C940BD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54" name="群組 29">
              <a:extLst>
                <a:ext uri="{FF2B5EF4-FFF2-40B4-BE49-F238E27FC236}">
                  <a16:creationId xmlns:a16="http://schemas.microsoft.com/office/drawing/2014/main" id="{48F6B838-2F0D-6D64-5FD8-CEE2261ADA03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55" name="直線接點 30">
                <a:extLst>
                  <a:ext uri="{FF2B5EF4-FFF2-40B4-BE49-F238E27FC236}">
                    <a16:creationId xmlns:a16="http://schemas.microsoft.com/office/drawing/2014/main" id="{1C178098-27BB-F00B-3553-E335A9A4E96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6" name="文字方塊 31">
                <a:extLst>
                  <a:ext uri="{FF2B5EF4-FFF2-40B4-BE49-F238E27FC236}">
                    <a16:creationId xmlns:a16="http://schemas.microsoft.com/office/drawing/2014/main" id="{1B711956-4233-7BC1-DC0B-2CD989C50800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8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字方塊 44">
                <a:extLst>
                  <a:ext uri="{FF2B5EF4-FFF2-40B4-BE49-F238E27FC236}">
                    <a16:creationId xmlns:a16="http://schemas.microsoft.com/office/drawing/2014/main" id="{2B9E8EBD-D4EC-E66F-5616-429D4598812B}"/>
                  </a:ext>
                </a:extLst>
              </p:cNvPr>
              <p:cNvSpPr txBox="1"/>
              <p:nvPr/>
            </p:nvSpPr>
            <p:spPr>
              <a:xfrm>
                <a:off x="5924812" y="395459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7" name="文字方塊 44">
                <a:extLst>
                  <a:ext uri="{FF2B5EF4-FFF2-40B4-BE49-F238E27FC236}">
                    <a16:creationId xmlns:a16="http://schemas.microsoft.com/office/drawing/2014/main" id="{2B9E8EBD-D4EC-E66F-5616-429D45988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4812" y="3954590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A47BF88A-B891-7899-44A5-B8FE454699B9}"/>
              </a:ext>
            </a:extLst>
          </p:cNvPr>
          <p:cNvSpPr txBox="1"/>
          <p:nvPr/>
        </p:nvSpPr>
        <p:spPr>
          <a:xfrm>
            <a:off x="6134599" y="3984980"/>
            <a:ext cx="7100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480</a:t>
            </a:r>
            <a:endParaRPr lang="en-US" sz="2000">
              <a:solidFill>
                <a:srgbClr val="FFFF00"/>
              </a:solidFill>
            </a:endParaRPr>
          </a:p>
        </p:txBody>
      </p:sp>
      <p:grpSp>
        <p:nvGrpSpPr>
          <p:cNvPr id="59" name="群組 245">
            <a:extLst>
              <a:ext uri="{FF2B5EF4-FFF2-40B4-BE49-F238E27FC236}">
                <a16:creationId xmlns:a16="http://schemas.microsoft.com/office/drawing/2014/main" id="{E042D4A8-3EC2-D660-0451-EE611E3CA86C}"/>
              </a:ext>
            </a:extLst>
          </p:cNvPr>
          <p:cNvGrpSpPr/>
          <p:nvPr/>
        </p:nvGrpSpPr>
        <p:grpSpPr>
          <a:xfrm>
            <a:off x="6614203" y="3908036"/>
            <a:ext cx="798167" cy="477054"/>
            <a:chOff x="2472626" y="4508122"/>
            <a:chExt cx="798167" cy="477054"/>
          </a:xfrm>
        </p:grpSpPr>
        <p:sp>
          <p:nvSpPr>
            <p:cNvPr id="60" name="文字方塊 249">
              <a:extLst>
                <a:ext uri="{FF2B5EF4-FFF2-40B4-BE49-F238E27FC236}">
                  <a16:creationId xmlns:a16="http://schemas.microsoft.com/office/drawing/2014/main" id="{B3164CF8-9C22-32D9-B5C0-F3E754D2F824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61" name="文字方塊 247">
              <a:extLst>
                <a:ext uri="{FF2B5EF4-FFF2-40B4-BE49-F238E27FC236}">
                  <a16:creationId xmlns:a16="http://schemas.microsoft.com/office/drawing/2014/main" id="{6F5E7FD3-5AB2-9983-9220-3B844BF0B416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26">
                <a:extLst>
                  <a:ext uri="{FF2B5EF4-FFF2-40B4-BE49-F238E27FC236}">
                    <a16:creationId xmlns:a16="http://schemas.microsoft.com/office/drawing/2014/main" id="{8F6CD600-70F2-FCFF-A79D-1717CD8AD90F}"/>
                  </a:ext>
                </a:extLst>
              </p:cNvPr>
              <p:cNvSpPr txBox="1"/>
              <p:nvPr/>
            </p:nvSpPr>
            <p:spPr>
              <a:xfrm>
                <a:off x="5130202" y="47184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2" name="文字方塊 26">
                <a:extLst>
                  <a:ext uri="{FF2B5EF4-FFF2-40B4-BE49-F238E27FC236}">
                    <a16:creationId xmlns:a16="http://schemas.microsoft.com/office/drawing/2014/main" id="{8F6CD600-70F2-FCFF-A79D-1717CD8AD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0202" y="4718492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453D1F71-DD35-2497-4FD3-2B139167732B}"/>
              </a:ext>
            </a:extLst>
          </p:cNvPr>
          <p:cNvSpPr txBox="1"/>
          <p:nvPr/>
        </p:nvSpPr>
        <p:spPr>
          <a:xfrm>
            <a:off x="5470431" y="4747956"/>
            <a:ext cx="6255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60</a:t>
            </a:r>
            <a:endParaRPr lang="en-US" sz="200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grpSp>
        <p:nvGrpSpPr>
          <p:cNvPr id="64" name="群組 245">
            <a:extLst>
              <a:ext uri="{FF2B5EF4-FFF2-40B4-BE49-F238E27FC236}">
                <a16:creationId xmlns:a16="http://schemas.microsoft.com/office/drawing/2014/main" id="{B973AC25-3688-A855-0C65-612835A1799E}"/>
              </a:ext>
            </a:extLst>
          </p:cNvPr>
          <p:cNvGrpSpPr/>
          <p:nvPr/>
        </p:nvGrpSpPr>
        <p:grpSpPr>
          <a:xfrm>
            <a:off x="5799200" y="4671012"/>
            <a:ext cx="798167" cy="477054"/>
            <a:chOff x="2472626" y="4508122"/>
            <a:chExt cx="798167" cy="477054"/>
          </a:xfrm>
        </p:grpSpPr>
        <p:sp>
          <p:nvSpPr>
            <p:cNvPr id="65" name="文字方塊 249">
              <a:extLst>
                <a:ext uri="{FF2B5EF4-FFF2-40B4-BE49-F238E27FC236}">
                  <a16:creationId xmlns:a16="http://schemas.microsoft.com/office/drawing/2014/main" id="{7B0E6DFA-8BD5-5946-4B02-64ACA391F182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66" name="文字方塊 247">
              <a:extLst>
                <a:ext uri="{FF2B5EF4-FFF2-40B4-BE49-F238E27FC236}">
                  <a16:creationId xmlns:a16="http://schemas.microsoft.com/office/drawing/2014/main" id="{AE9DB1A2-AC8F-31D1-5201-4F1C68CD6A44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46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22" grpId="0"/>
      <p:bldP spid="23" grpId="0"/>
      <p:bldP spid="24" grpId="0"/>
      <p:bldP spid="38" grpId="0"/>
      <p:bldP spid="45" grpId="0"/>
      <p:bldP spid="49" grpId="0"/>
      <p:bldP spid="50" grpId="0"/>
      <p:bldP spid="51" grpId="0"/>
      <p:bldP spid="57" grpId="0"/>
      <p:bldP spid="58" grpId="0"/>
      <p:bldP spid="62" grpId="0"/>
      <p:bldP spid="6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>
            <a:extLst>
              <a:ext uri="{FF2B5EF4-FFF2-40B4-BE49-F238E27FC236}">
                <a16:creationId xmlns:a16="http://schemas.microsoft.com/office/drawing/2014/main" id="{AF1A2681-6357-8FA5-7C4C-B7726A013A4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2960" t="7715" b="74430"/>
          <a:stretch>
            <a:fillRect/>
          </a:stretch>
        </p:blipFill>
        <p:spPr>
          <a:xfrm>
            <a:off x="78854" y="191740"/>
            <a:ext cx="11146705" cy="7651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0C6839-D01B-EE87-D733-6D5EEC63BDA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73918" t="25322"/>
          <a:stretch>
            <a:fillRect/>
          </a:stretch>
        </p:blipFill>
        <p:spPr>
          <a:xfrm>
            <a:off x="7755561" y="808074"/>
            <a:ext cx="3548852" cy="37910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5BC772-9C0E-CE4B-57D5-2C2BDE05677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2960" t="25239" r="43114" b="45485"/>
          <a:stretch>
            <a:fillRect/>
          </a:stretch>
        </p:blipFill>
        <p:spPr>
          <a:xfrm>
            <a:off x="0" y="956930"/>
            <a:ext cx="6194356" cy="12546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筆跡 7">
                <a:extLst>
                  <a:ext uri="{FF2B5EF4-FFF2-40B4-BE49-F238E27FC236}">
                    <a16:creationId xmlns:a16="http://schemas.microsoft.com/office/drawing/2014/main" id="{EFF524BB-F91A-6DB3-9DF5-BBA7BD5A70C9}"/>
                  </a:ext>
                </a:extLst>
              </p14:cNvPr>
              <p14:cNvContentPartPr/>
              <p14:nvPr/>
            </p14:nvContentPartPr>
            <p14:xfrm>
              <a:off x="1662391" y="762355"/>
              <a:ext cx="474754" cy="45719"/>
            </p14:xfrm>
          </p:contentPart>
        </mc:Choice>
        <mc:Fallback>
          <p:pic>
            <p:nvPicPr>
              <p:cNvPr id="9" name="筆跡 7">
                <a:extLst>
                  <a:ext uri="{FF2B5EF4-FFF2-40B4-BE49-F238E27FC236}">
                    <a16:creationId xmlns:a16="http://schemas.microsoft.com/office/drawing/2014/main" id="{EFF524BB-F91A-6DB3-9DF5-BBA7BD5A70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08401" y="-12953345"/>
                <a:ext cx="58237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筆跡 4">
                <a:extLst>
                  <a:ext uri="{FF2B5EF4-FFF2-40B4-BE49-F238E27FC236}">
                    <a16:creationId xmlns:a16="http://schemas.microsoft.com/office/drawing/2014/main" id="{2C574C2E-5CDE-56AF-B405-4125CB1BFF13}"/>
                  </a:ext>
                </a:extLst>
              </p14:cNvPr>
              <p14:cNvContentPartPr/>
              <p14:nvPr/>
            </p14:nvContentPartPr>
            <p14:xfrm>
              <a:off x="2703266" y="739850"/>
              <a:ext cx="709785" cy="45719"/>
            </p14:xfrm>
          </p:contentPart>
        </mc:Choice>
        <mc:Fallback>
          <p:pic>
            <p:nvPicPr>
              <p:cNvPr id="10" name="筆跡 4">
                <a:extLst>
                  <a:ext uri="{FF2B5EF4-FFF2-40B4-BE49-F238E27FC236}">
                    <a16:creationId xmlns:a16="http://schemas.microsoft.com/office/drawing/2014/main" id="{2C574C2E-5CDE-56AF-B405-4125CB1BFF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49249" y="-12975850"/>
                <a:ext cx="81745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筆跡 4">
                <a:extLst>
                  <a:ext uri="{FF2B5EF4-FFF2-40B4-BE49-F238E27FC236}">
                    <a16:creationId xmlns:a16="http://schemas.microsoft.com/office/drawing/2014/main" id="{947910E6-0E54-83C5-D689-28366C03C48D}"/>
                  </a:ext>
                </a:extLst>
              </p14:cNvPr>
              <p14:cNvContentPartPr/>
              <p14:nvPr/>
            </p14:nvContentPartPr>
            <p14:xfrm>
              <a:off x="2530549" y="1192407"/>
              <a:ext cx="172717" cy="45719"/>
            </p14:xfrm>
          </p:contentPart>
        </mc:Choice>
        <mc:Fallback>
          <p:pic>
            <p:nvPicPr>
              <p:cNvPr id="11" name="筆跡 4">
                <a:extLst>
                  <a:ext uri="{FF2B5EF4-FFF2-40B4-BE49-F238E27FC236}">
                    <a16:creationId xmlns:a16="http://schemas.microsoft.com/office/drawing/2014/main" id="{947910E6-0E54-83C5-D689-28366C03C48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76575" y="-12523293"/>
                <a:ext cx="280305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B8725B-AC21-9FCE-C744-BBA6871D71FC}"/>
              </a:ext>
            </a:extLst>
          </p:cNvPr>
          <p:cNvCxnSpPr>
            <a:cxnSpLocks/>
          </p:cNvCxnSpPr>
          <p:nvPr/>
        </p:nvCxnSpPr>
        <p:spPr>
          <a:xfrm>
            <a:off x="9473609" y="1945758"/>
            <a:ext cx="0" cy="2211572"/>
          </a:xfrm>
          <a:prstGeom prst="line">
            <a:avLst/>
          </a:prstGeom>
          <a:ln w="28575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F81D258-3C98-CEA8-451A-6C0067EBFF20}"/>
              </a:ext>
            </a:extLst>
          </p:cNvPr>
          <p:cNvCxnSpPr/>
          <p:nvPr/>
        </p:nvCxnSpPr>
        <p:spPr>
          <a:xfrm>
            <a:off x="9473609" y="1192407"/>
            <a:ext cx="818707" cy="0"/>
          </a:xfrm>
          <a:prstGeom prst="line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7F5A9DF-4C3F-2BAA-7594-ADE828EB706A}"/>
              </a:ext>
            </a:extLst>
          </p:cNvPr>
          <p:cNvCxnSpPr>
            <a:cxnSpLocks/>
          </p:cNvCxnSpPr>
          <p:nvPr/>
        </p:nvCxnSpPr>
        <p:spPr>
          <a:xfrm>
            <a:off x="9473609" y="1945758"/>
            <a:ext cx="60605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1FD5B35-0B2E-C5B2-42C3-557ACF997D6F}"/>
              </a:ext>
            </a:extLst>
          </p:cNvPr>
          <p:cNvSpPr/>
          <p:nvPr/>
        </p:nvSpPr>
        <p:spPr>
          <a:xfrm>
            <a:off x="9473608" y="1219926"/>
            <a:ext cx="824753" cy="2967318"/>
          </a:xfrm>
          <a:custGeom>
            <a:avLst/>
            <a:gdLst>
              <a:gd name="connsiteX0" fmla="*/ 0 w 824753"/>
              <a:gd name="connsiteY0" fmla="*/ 0 h 2967318"/>
              <a:gd name="connsiteX1" fmla="*/ 824753 w 824753"/>
              <a:gd name="connsiteY1" fmla="*/ 8965 h 2967318"/>
              <a:gd name="connsiteX2" fmla="*/ 0 w 824753"/>
              <a:gd name="connsiteY2" fmla="*/ 2967318 h 2967318"/>
              <a:gd name="connsiteX3" fmla="*/ 0 w 824753"/>
              <a:gd name="connsiteY3" fmla="*/ 0 h 296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753" h="2967318">
                <a:moveTo>
                  <a:pt x="0" y="0"/>
                </a:moveTo>
                <a:lnTo>
                  <a:pt x="824753" y="8965"/>
                </a:lnTo>
                <a:lnTo>
                  <a:pt x="0" y="2967318"/>
                </a:lnTo>
                <a:lnTo>
                  <a:pt x="0" y="0"/>
                </a:lnTo>
                <a:close/>
              </a:path>
            </a:pathLst>
          </a:cu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1B8B53BB-E10B-05AC-1AF1-45E31F370328}"/>
              </a:ext>
            </a:extLst>
          </p:cNvPr>
          <p:cNvSpPr/>
          <p:nvPr/>
        </p:nvSpPr>
        <p:spPr>
          <a:xfrm>
            <a:off x="9326893" y="3300551"/>
            <a:ext cx="348330" cy="237306"/>
          </a:xfrm>
          <a:prstGeom prst="arc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EAE69B4-FC90-D054-AC63-5CCD3BF8A120}"/>
              </a:ext>
            </a:extLst>
          </p:cNvPr>
          <p:cNvGrpSpPr/>
          <p:nvPr/>
        </p:nvGrpSpPr>
        <p:grpSpPr>
          <a:xfrm>
            <a:off x="10093599" y="1019836"/>
            <a:ext cx="300308" cy="429258"/>
            <a:chOff x="10093599" y="1019836"/>
            <a:chExt cx="300308" cy="429258"/>
          </a:xfrm>
        </p:grpSpPr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57F588EA-3E9B-CC63-7683-1BE97726DAB6}"/>
                </a:ext>
              </a:extLst>
            </p:cNvPr>
            <p:cNvSpPr/>
            <p:nvPr/>
          </p:nvSpPr>
          <p:spPr>
            <a:xfrm rot="10400481">
              <a:off x="10093599" y="1027157"/>
              <a:ext cx="300308" cy="421937"/>
            </a:xfrm>
            <a:prstGeom prst="arc">
              <a:avLst>
                <a:gd name="adj1" fmla="val 16200000"/>
                <a:gd name="adj2" fmla="val 1042917"/>
              </a:avLst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ACAEDA10-0C58-BED4-72F3-BDA52195C35B}"/>
                </a:ext>
              </a:extLst>
            </p:cNvPr>
            <p:cNvSpPr/>
            <p:nvPr/>
          </p:nvSpPr>
          <p:spPr>
            <a:xfrm rot="10400481">
              <a:off x="10166562" y="1019836"/>
              <a:ext cx="193708" cy="351115"/>
            </a:xfrm>
            <a:prstGeom prst="arc">
              <a:avLst>
                <a:gd name="adj1" fmla="val 16200000"/>
                <a:gd name="adj2" fmla="val 137041"/>
              </a:avLst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ECE6F7E-E7D6-F6F2-519B-03C1F4DB8DD3}"/>
              </a:ext>
            </a:extLst>
          </p:cNvPr>
          <p:cNvGrpSpPr/>
          <p:nvPr/>
        </p:nvGrpSpPr>
        <p:grpSpPr>
          <a:xfrm>
            <a:off x="9905145" y="1811589"/>
            <a:ext cx="288319" cy="328408"/>
            <a:chOff x="10093599" y="1019836"/>
            <a:chExt cx="300308" cy="429258"/>
          </a:xfrm>
        </p:grpSpPr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397849FD-4AFD-D880-17D8-3364FE3DD592}"/>
                </a:ext>
              </a:extLst>
            </p:cNvPr>
            <p:cNvSpPr/>
            <p:nvPr/>
          </p:nvSpPr>
          <p:spPr>
            <a:xfrm rot="10400481">
              <a:off x="10093599" y="1027157"/>
              <a:ext cx="300308" cy="421937"/>
            </a:xfrm>
            <a:prstGeom prst="arc">
              <a:avLst>
                <a:gd name="adj1" fmla="val 16200000"/>
                <a:gd name="adj2" fmla="val 1042917"/>
              </a:avLst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08F0E86A-8FFA-FA28-DD6D-B292C86F57ED}"/>
                </a:ext>
              </a:extLst>
            </p:cNvPr>
            <p:cNvSpPr/>
            <p:nvPr/>
          </p:nvSpPr>
          <p:spPr>
            <a:xfrm rot="10400481">
              <a:off x="10166562" y="1019836"/>
              <a:ext cx="193708" cy="351115"/>
            </a:xfrm>
            <a:prstGeom prst="arc">
              <a:avLst>
                <a:gd name="adj1" fmla="val 16200000"/>
                <a:gd name="adj2" fmla="val 137041"/>
              </a:avLst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8841644-7CF8-2DC2-5AAD-316572124727}"/>
              </a:ext>
            </a:extLst>
          </p:cNvPr>
          <p:cNvSpPr txBox="1"/>
          <p:nvPr/>
        </p:nvSpPr>
        <p:spPr>
          <a:xfrm>
            <a:off x="446673" y="2182879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字方塊 54">
                <a:extLst>
                  <a:ext uri="{FF2B5EF4-FFF2-40B4-BE49-F238E27FC236}">
                    <a16:creationId xmlns:a16="http://schemas.microsoft.com/office/drawing/2014/main" id="{ACB765FB-7994-F6EF-F0C9-E68DFEB6D899}"/>
                  </a:ext>
                </a:extLst>
              </p:cNvPr>
              <p:cNvSpPr txBox="1"/>
              <p:nvPr/>
            </p:nvSpPr>
            <p:spPr>
              <a:xfrm>
                <a:off x="1098011" y="2155625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" name="文字方塊 54">
                <a:extLst>
                  <a:ext uri="{FF2B5EF4-FFF2-40B4-BE49-F238E27FC236}">
                    <a16:creationId xmlns:a16="http://schemas.microsoft.com/office/drawing/2014/main" id="{ACB765FB-7994-F6EF-F0C9-E68DFEB6D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011" y="2155625"/>
                <a:ext cx="295688" cy="4616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182">
                <a:extLst>
                  <a:ext uri="{FF2B5EF4-FFF2-40B4-BE49-F238E27FC236}">
                    <a16:creationId xmlns:a16="http://schemas.microsoft.com/office/drawing/2014/main" id="{6F57959C-3C58-3811-F9B9-D7ED804BB2BA}"/>
                  </a:ext>
                </a:extLst>
              </p:cNvPr>
              <p:cNvSpPr txBox="1"/>
              <p:nvPr/>
            </p:nvSpPr>
            <p:spPr>
              <a:xfrm>
                <a:off x="1305566" y="2182879"/>
                <a:ext cx="2874448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𝜟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𝑨𝑷𝑪</m:t>
                      </m:r>
                      <m:r>
                        <a:rPr lang="en-US" altLang="zh-HK" sz="2000" b="1" i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 </m:t>
                      </m:r>
                      <m:r>
                        <a:rPr lang="zh-HK" alt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𝜟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𝑨𝑸𝑬</m:t>
                      </m:r>
                      <m:r>
                        <a:rPr lang="en-US" altLang="zh-HK" sz="2000" b="1" i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AAA</m:t>
                      </m:r>
                      <m:r>
                        <m:rPr>
                          <m:nor/>
                        </m:rP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5" name="文字方塊 182">
                <a:extLst>
                  <a:ext uri="{FF2B5EF4-FFF2-40B4-BE49-F238E27FC236}">
                    <a16:creationId xmlns:a16="http://schemas.microsoft.com/office/drawing/2014/main" id="{6F57959C-3C58-3811-F9B9-D7ED804BB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566" y="2182879"/>
                <a:ext cx="2874448" cy="40395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文字方塊 260">
                <a:extLst>
                  <a:ext uri="{FF2B5EF4-FFF2-40B4-BE49-F238E27FC236}">
                    <a16:creationId xmlns:a16="http://schemas.microsoft.com/office/drawing/2014/main" id="{FFDFAEA9-1EB6-BBEA-4A1D-EC5DA038D044}"/>
                  </a:ext>
                </a:extLst>
              </p:cNvPr>
              <p:cNvSpPr txBox="1"/>
              <p:nvPr/>
            </p:nvSpPr>
            <p:spPr>
              <a:xfrm>
                <a:off x="1081129" y="2675965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6" name="文字方塊 260">
                <a:extLst>
                  <a:ext uri="{FF2B5EF4-FFF2-40B4-BE49-F238E27FC236}">
                    <a16:creationId xmlns:a16="http://schemas.microsoft.com/office/drawing/2014/main" id="{FFDFAEA9-1EB6-BBEA-4A1D-EC5DA038D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129" y="2675965"/>
                <a:ext cx="238419" cy="461665"/>
              </a:xfrm>
              <a:prstGeom prst="rect">
                <a:avLst/>
              </a:prstGeom>
              <a:blipFill>
                <a:blip r:embed="rId11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8" name="筆跡 4">
                <a:extLst>
                  <a:ext uri="{FF2B5EF4-FFF2-40B4-BE49-F238E27FC236}">
                    <a16:creationId xmlns:a16="http://schemas.microsoft.com/office/drawing/2014/main" id="{CF25C5B7-A95F-EA43-919D-4C785889EF82}"/>
                  </a:ext>
                </a:extLst>
              </p14:cNvPr>
              <p14:cNvContentPartPr/>
              <p14:nvPr/>
            </p14:nvContentPartPr>
            <p14:xfrm>
              <a:off x="7994272" y="2692007"/>
              <a:ext cx="679946" cy="45719"/>
            </p14:xfrm>
          </p:contentPart>
        </mc:Choice>
        <mc:Fallback>
          <p:pic>
            <p:nvPicPr>
              <p:cNvPr id="38" name="筆跡 4">
                <a:extLst>
                  <a:ext uri="{FF2B5EF4-FFF2-40B4-BE49-F238E27FC236}">
                    <a16:creationId xmlns:a16="http://schemas.microsoft.com/office/drawing/2014/main" id="{CF25C5B7-A95F-EA43-919D-4C785889EF8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40279" y="-11023693"/>
                <a:ext cx="787571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群組 20">
            <a:extLst>
              <a:ext uri="{FF2B5EF4-FFF2-40B4-BE49-F238E27FC236}">
                <a16:creationId xmlns:a16="http://schemas.microsoft.com/office/drawing/2014/main" id="{E6201EE4-9CF0-C962-B4A0-596730B41B11}"/>
              </a:ext>
            </a:extLst>
          </p:cNvPr>
          <p:cNvGrpSpPr/>
          <p:nvPr/>
        </p:nvGrpSpPr>
        <p:grpSpPr>
          <a:xfrm>
            <a:off x="1384613" y="2595572"/>
            <a:ext cx="655949" cy="762518"/>
            <a:chOff x="2717225" y="4471475"/>
            <a:chExt cx="655949" cy="762518"/>
          </a:xfrm>
        </p:grpSpPr>
        <p:sp>
          <p:nvSpPr>
            <p:cNvPr id="40" name="文字方塊 21">
              <a:extLst>
                <a:ext uri="{FF2B5EF4-FFF2-40B4-BE49-F238E27FC236}">
                  <a16:creationId xmlns:a16="http://schemas.microsoft.com/office/drawing/2014/main" id="{A497DABF-CC02-32FC-A1C5-8DDF6336B7A3}"/>
                </a:ext>
              </a:extLst>
            </p:cNvPr>
            <p:cNvSpPr txBox="1"/>
            <p:nvPr/>
          </p:nvSpPr>
          <p:spPr>
            <a:xfrm>
              <a:off x="2726844" y="4471475"/>
              <a:ext cx="6367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chemeClr val="accent4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rPr>
                <a:t>AP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41" name="群組 22">
              <a:extLst>
                <a:ext uri="{FF2B5EF4-FFF2-40B4-BE49-F238E27FC236}">
                  <a16:creationId xmlns:a16="http://schemas.microsoft.com/office/drawing/2014/main" id="{286CD689-9221-B642-1338-29283737453B}"/>
                </a:ext>
              </a:extLst>
            </p:cNvPr>
            <p:cNvGrpSpPr/>
            <p:nvPr/>
          </p:nvGrpSpPr>
          <p:grpSpPr>
            <a:xfrm>
              <a:off x="2717225" y="4813478"/>
              <a:ext cx="655949" cy="420515"/>
              <a:chOff x="2717225" y="4813478"/>
              <a:chExt cx="655949" cy="420515"/>
            </a:xfrm>
          </p:grpSpPr>
          <p:cxnSp>
            <p:nvCxnSpPr>
              <p:cNvPr id="42" name="直線接點 23">
                <a:extLst>
                  <a:ext uri="{FF2B5EF4-FFF2-40B4-BE49-F238E27FC236}">
                    <a16:creationId xmlns:a16="http://schemas.microsoft.com/office/drawing/2014/main" id="{42F71DCA-9890-21A9-2895-19B6239F9E3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02925" y="4813478"/>
                <a:ext cx="56063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3" name="文字方塊 24">
                <a:extLst>
                  <a:ext uri="{FF2B5EF4-FFF2-40B4-BE49-F238E27FC236}">
                    <a16:creationId xmlns:a16="http://schemas.microsoft.com/office/drawing/2014/main" id="{1E1AF9E0-21D1-AEF1-C6C4-A8D64EDA7374}"/>
                  </a:ext>
                </a:extLst>
              </p:cNvPr>
              <p:cNvSpPr txBox="1"/>
              <p:nvPr/>
            </p:nvSpPr>
            <p:spPr>
              <a:xfrm>
                <a:off x="2717225" y="4833883"/>
                <a:ext cx="6559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Calligraphy" panose="03010101010101010101" pitchFamily="66" charset="0"/>
                  </a:rPr>
                  <a:t>A</a:t>
                </a:r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rPr>
                  <a:t>Q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文字方塊 27">
                <a:extLst>
                  <a:ext uri="{FF2B5EF4-FFF2-40B4-BE49-F238E27FC236}">
                    <a16:creationId xmlns:a16="http://schemas.microsoft.com/office/drawing/2014/main" id="{7FE37A79-63D2-A1BA-6C94-0938D6D84EA4}"/>
                  </a:ext>
                </a:extLst>
              </p:cNvPr>
              <p:cNvSpPr txBox="1"/>
              <p:nvPr/>
            </p:nvSpPr>
            <p:spPr>
              <a:xfrm>
                <a:off x="2017758" y="273752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4" name="文字方塊 27">
                <a:extLst>
                  <a:ext uri="{FF2B5EF4-FFF2-40B4-BE49-F238E27FC236}">
                    <a16:creationId xmlns:a16="http://schemas.microsoft.com/office/drawing/2014/main" id="{7FE37A79-63D2-A1BA-6C94-0938D6D84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758" y="2737520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群組 28">
            <a:extLst>
              <a:ext uri="{FF2B5EF4-FFF2-40B4-BE49-F238E27FC236}">
                <a16:creationId xmlns:a16="http://schemas.microsoft.com/office/drawing/2014/main" id="{EC8B451D-2A1A-5B13-42A3-56E2FBC3DBFB}"/>
              </a:ext>
            </a:extLst>
          </p:cNvPr>
          <p:cNvGrpSpPr/>
          <p:nvPr/>
        </p:nvGrpSpPr>
        <p:grpSpPr>
          <a:xfrm>
            <a:off x="2328675" y="2595572"/>
            <a:ext cx="602248" cy="762518"/>
            <a:chOff x="2764515" y="4471475"/>
            <a:chExt cx="602248" cy="762518"/>
          </a:xfrm>
        </p:grpSpPr>
        <p:sp>
          <p:nvSpPr>
            <p:cNvPr id="46" name="文字方塊 29">
              <a:extLst>
                <a:ext uri="{FF2B5EF4-FFF2-40B4-BE49-F238E27FC236}">
                  <a16:creationId xmlns:a16="http://schemas.microsoft.com/office/drawing/2014/main" id="{345302D6-DD19-6E60-D6D2-0F17A5E0D745}"/>
                </a:ext>
              </a:extLst>
            </p:cNvPr>
            <p:cNvSpPr txBox="1"/>
            <p:nvPr/>
          </p:nvSpPr>
          <p:spPr>
            <a:xfrm>
              <a:off x="2764515" y="4471475"/>
              <a:ext cx="5613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rPr>
                <a:t>PC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47" name="群組 30">
              <a:extLst>
                <a:ext uri="{FF2B5EF4-FFF2-40B4-BE49-F238E27FC236}">
                  <a16:creationId xmlns:a16="http://schemas.microsoft.com/office/drawing/2014/main" id="{E727109D-4669-11C7-B318-67432F7B42CE}"/>
                </a:ext>
              </a:extLst>
            </p:cNvPr>
            <p:cNvGrpSpPr/>
            <p:nvPr/>
          </p:nvGrpSpPr>
          <p:grpSpPr>
            <a:xfrm>
              <a:off x="2771728" y="4813478"/>
              <a:ext cx="595035" cy="420515"/>
              <a:chOff x="2771728" y="4813478"/>
              <a:chExt cx="595035" cy="420515"/>
            </a:xfrm>
          </p:grpSpPr>
          <p:cxnSp>
            <p:nvCxnSpPr>
              <p:cNvPr id="48" name="直線接點 31">
                <a:extLst>
                  <a:ext uri="{FF2B5EF4-FFF2-40B4-BE49-F238E27FC236}">
                    <a16:creationId xmlns:a16="http://schemas.microsoft.com/office/drawing/2014/main" id="{C7AE40DB-DA1C-0228-99E6-F1114F7544F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02925" y="4813478"/>
                <a:ext cx="56063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9" name="文字方塊 32">
                <a:extLst>
                  <a:ext uri="{FF2B5EF4-FFF2-40B4-BE49-F238E27FC236}">
                    <a16:creationId xmlns:a16="http://schemas.microsoft.com/office/drawing/2014/main" id="{46E19707-7C66-DB98-4784-A36F205634F4}"/>
                  </a:ext>
                </a:extLst>
              </p:cNvPr>
              <p:cNvSpPr txBox="1"/>
              <p:nvPr/>
            </p:nvSpPr>
            <p:spPr>
              <a:xfrm>
                <a:off x="2771728" y="4833883"/>
                <a:ext cx="59503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Q</a:t>
                </a:r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Lucida Calligraphy" panose="03010101010101010101" pitchFamily="66" charset="0"/>
                  </a:rPr>
                  <a:t>E</a:t>
                </a:r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50" name="文字方塊 21">
            <a:extLst>
              <a:ext uri="{FF2B5EF4-FFF2-40B4-BE49-F238E27FC236}">
                <a16:creationId xmlns:a16="http://schemas.microsoft.com/office/drawing/2014/main" id="{B888B98C-7909-34D0-DB59-F0B00B5544DD}"/>
              </a:ext>
            </a:extLst>
          </p:cNvPr>
          <p:cNvSpPr txBox="1"/>
          <p:nvPr/>
        </p:nvSpPr>
        <p:spPr>
          <a:xfrm>
            <a:off x="1319548" y="3595002"/>
            <a:ext cx="6367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AP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4">
                  <a:lumMod val="40000"/>
                  <a:lumOff val="6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字方塊 27">
                <a:extLst>
                  <a:ext uri="{FF2B5EF4-FFF2-40B4-BE49-F238E27FC236}">
                    <a16:creationId xmlns:a16="http://schemas.microsoft.com/office/drawing/2014/main" id="{BD497BFE-87C5-F449-F394-F0C116D7152B}"/>
                  </a:ext>
                </a:extLst>
              </p:cNvPr>
              <p:cNvSpPr txBox="1"/>
              <p:nvPr/>
            </p:nvSpPr>
            <p:spPr>
              <a:xfrm>
                <a:off x="2006459" y="35786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1" name="文字方塊 27">
                <a:extLst>
                  <a:ext uri="{FF2B5EF4-FFF2-40B4-BE49-F238E27FC236}">
                    <a16:creationId xmlns:a16="http://schemas.microsoft.com/office/drawing/2014/main" id="{BD497BFE-87C5-F449-F394-F0C116D71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6459" y="3578645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159EE154-3605-0020-9591-8B2B45401DCD}"/>
              </a:ext>
            </a:extLst>
          </p:cNvPr>
          <p:cNvGrpSpPr/>
          <p:nvPr/>
        </p:nvGrpSpPr>
        <p:grpSpPr>
          <a:xfrm>
            <a:off x="2400494" y="3406131"/>
            <a:ext cx="815801" cy="796064"/>
            <a:chOff x="3325715" y="3633500"/>
            <a:chExt cx="815801" cy="796064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634FEB3-05BC-B9E4-5B56-331BCAC8C9E6}"/>
                </a:ext>
              </a:extLst>
            </p:cNvPr>
            <p:cNvSpPr txBox="1"/>
            <p:nvPr/>
          </p:nvSpPr>
          <p:spPr>
            <a:xfrm>
              <a:off x="3325715" y="3633500"/>
              <a:ext cx="81580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rPr>
                <a:t>10.5</a:t>
              </a:r>
              <a:endParaRPr lang="en-US" sz="2000">
                <a:solidFill>
                  <a:srgbClr val="FF0000"/>
                </a:solidFill>
              </a:endParaRPr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ED25B2E4-1F5F-1E58-E5F2-B7AE49D6B6C0}"/>
                </a:ext>
              </a:extLst>
            </p:cNvPr>
            <p:cNvCxnSpPr>
              <a:cxnSpLocks/>
            </p:cNvCxnSpPr>
            <p:nvPr/>
          </p:nvCxnSpPr>
          <p:spPr>
            <a:xfrm>
              <a:off x="3328791" y="4033610"/>
              <a:ext cx="75015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57A2DF6D-4318-B4F1-0505-E69DDA5496A1}"/>
                </a:ext>
              </a:extLst>
            </p:cNvPr>
            <p:cNvSpPr txBox="1"/>
            <p:nvPr/>
          </p:nvSpPr>
          <p:spPr>
            <a:xfrm>
              <a:off x="3457642" y="4029454"/>
              <a:ext cx="55194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14</a:t>
              </a:r>
              <a:endParaRPr lang="en-US" sz="200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字方塊 53">
                <a:extLst>
                  <a:ext uri="{FF2B5EF4-FFF2-40B4-BE49-F238E27FC236}">
                    <a16:creationId xmlns:a16="http://schemas.microsoft.com/office/drawing/2014/main" id="{31FB998D-96B3-1D6B-413A-5E7668FD8F3D}"/>
                  </a:ext>
                </a:extLst>
              </p:cNvPr>
              <p:cNvSpPr txBox="1"/>
              <p:nvPr/>
            </p:nvSpPr>
            <p:spPr>
              <a:xfrm>
                <a:off x="3166796" y="359500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7" name="文字方塊 53">
                <a:extLst>
                  <a:ext uri="{FF2B5EF4-FFF2-40B4-BE49-F238E27FC236}">
                    <a16:creationId xmlns:a16="http://schemas.microsoft.com/office/drawing/2014/main" id="{31FB998D-96B3-1D6B-413A-5E7668FD8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796" y="3595002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69B7239F-67E1-41CC-A0EA-4BE70DDD4038}"/>
              </a:ext>
            </a:extLst>
          </p:cNvPr>
          <p:cNvSpPr txBox="1"/>
          <p:nvPr/>
        </p:nvSpPr>
        <p:spPr>
          <a:xfrm>
            <a:off x="3462484" y="3612730"/>
            <a:ext cx="11865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48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" name="文字方塊 27">
                <a:extLst>
                  <a:ext uri="{FF2B5EF4-FFF2-40B4-BE49-F238E27FC236}">
                    <a16:creationId xmlns:a16="http://schemas.microsoft.com/office/drawing/2014/main" id="{02849DCE-EAB2-A57B-BD19-7DE43BDDAFFE}"/>
                  </a:ext>
                </a:extLst>
              </p:cNvPr>
              <p:cNvSpPr txBox="1"/>
              <p:nvPr/>
            </p:nvSpPr>
            <p:spPr>
              <a:xfrm>
                <a:off x="2001819" y="41989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9" name="文字方塊 27">
                <a:extLst>
                  <a:ext uri="{FF2B5EF4-FFF2-40B4-BE49-F238E27FC236}">
                    <a16:creationId xmlns:a16="http://schemas.microsoft.com/office/drawing/2014/main" id="{02849DCE-EAB2-A57B-BD19-7DE43BDDA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819" y="4198986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445851DB-4773-BDBA-56EF-9BCA2836DB20}"/>
              </a:ext>
            </a:extLst>
          </p:cNvPr>
          <p:cNvSpPr txBox="1"/>
          <p:nvPr/>
        </p:nvSpPr>
        <p:spPr>
          <a:xfrm>
            <a:off x="2275978" y="4208739"/>
            <a:ext cx="11865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36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20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9CE7FC-B9C0-D43B-2A9B-AC3E2E3D286A}"/>
              </a:ext>
            </a:extLst>
          </p:cNvPr>
          <p:cNvSpPr txBox="1"/>
          <p:nvPr/>
        </p:nvSpPr>
        <p:spPr>
          <a:xfrm>
            <a:off x="8244467" y="2906797"/>
            <a:ext cx="8595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36</a:t>
            </a:r>
            <a:r>
              <a:rPr lang="en-US" altLang="zh-HK" sz="16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1600"/>
          </a:p>
        </p:txBody>
      </p:sp>
      <p:sp>
        <p:nvSpPr>
          <p:cNvPr id="69" name="左大括弧 49">
            <a:extLst>
              <a:ext uri="{FF2B5EF4-FFF2-40B4-BE49-F238E27FC236}">
                <a16:creationId xmlns:a16="http://schemas.microsoft.com/office/drawing/2014/main" id="{5C2232C3-BC86-1693-6B12-1F3CFC564905}"/>
              </a:ext>
            </a:extLst>
          </p:cNvPr>
          <p:cNvSpPr/>
          <p:nvPr/>
        </p:nvSpPr>
        <p:spPr>
          <a:xfrm rot="10800000" flipH="1">
            <a:off x="9066111" y="1978591"/>
            <a:ext cx="325154" cy="2211571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>
              <a:solidFill>
                <a:srgbClr val="00B0F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70" name="筆跡 7">
                <a:extLst>
                  <a:ext uri="{FF2B5EF4-FFF2-40B4-BE49-F238E27FC236}">
                    <a16:creationId xmlns:a16="http://schemas.microsoft.com/office/drawing/2014/main" id="{0DB9341C-BF2E-883C-612B-28A9EAACF60B}"/>
                  </a:ext>
                </a:extLst>
              </p14:cNvPr>
              <p14:cNvContentPartPr/>
              <p14:nvPr/>
            </p14:nvContentPartPr>
            <p14:xfrm>
              <a:off x="1565807" y="1570227"/>
              <a:ext cx="2071695" cy="45719"/>
            </p14:xfrm>
          </p:contentPart>
        </mc:Choice>
        <mc:Fallback>
          <p:pic>
            <p:nvPicPr>
              <p:cNvPr id="70" name="筆跡 7">
                <a:extLst>
                  <a:ext uri="{FF2B5EF4-FFF2-40B4-BE49-F238E27FC236}">
                    <a16:creationId xmlns:a16="http://schemas.microsoft.com/office/drawing/2014/main" id="{0DB9341C-BF2E-883C-612B-28A9EAACF60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511782" y="-12145473"/>
                <a:ext cx="2179386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71" name="TextBox 70">
            <a:extLst>
              <a:ext uri="{FF2B5EF4-FFF2-40B4-BE49-F238E27FC236}">
                <a16:creationId xmlns:a16="http://schemas.microsoft.com/office/drawing/2014/main" id="{9711EB83-753A-2552-617A-DAEF7BD54EBF}"/>
              </a:ext>
            </a:extLst>
          </p:cNvPr>
          <p:cNvSpPr txBox="1"/>
          <p:nvPr/>
        </p:nvSpPr>
        <p:spPr>
          <a:xfrm>
            <a:off x="376334" y="4646428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/>
          </a:p>
        </p:txBody>
      </p:sp>
      <p:sp>
        <p:nvSpPr>
          <p:cNvPr id="72" name="TextBox 15">
            <a:extLst>
              <a:ext uri="{FF2B5EF4-FFF2-40B4-BE49-F238E27FC236}">
                <a16:creationId xmlns:a16="http://schemas.microsoft.com/office/drawing/2014/main" id="{0A345859-82D1-BE2B-DD1E-82849F0530CE}"/>
              </a:ext>
            </a:extLst>
          </p:cNvPr>
          <p:cNvSpPr txBox="1"/>
          <p:nvPr/>
        </p:nvSpPr>
        <p:spPr>
          <a:xfrm>
            <a:off x="812401" y="4646428"/>
            <a:ext cx="3367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Volume of the frustum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rgbClr val="00B05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字方塊 27">
                <a:extLst>
                  <a:ext uri="{FF2B5EF4-FFF2-40B4-BE49-F238E27FC236}">
                    <a16:creationId xmlns:a16="http://schemas.microsoft.com/office/drawing/2014/main" id="{A7354510-EE2A-02F4-3D2E-AF8D70C2E4A7}"/>
                  </a:ext>
                </a:extLst>
              </p:cNvPr>
              <p:cNvSpPr txBox="1"/>
              <p:nvPr/>
            </p:nvSpPr>
            <p:spPr>
              <a:xfrm>
                <a:off x="729054" y="508411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3" name="文字方塊 27">
                <a:extLst>
                  <a:ext uri="{FF2B5EF4-FFF2-40B4-BE49-F238E27FC236}">
                    <a16:creationId xmlns:a16="http://schemas.microsoft.com/office/drawing/2014/main" id="{A7354510-EE2A-02F4-3D2E-AF8D70C2E4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54" y="5084117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Box 15">
            <a:extLst>
              <a:ext uri="{FF2B5EF4-FFF2-40B4-BE49-F238E27FC236}">
                <a16:creationId xmlns:a16="http://schemas.microsoft.com/office/drawing/2014/main" id="{03A35E78-F5F3-8F81-434D-F7DE87C6F6F3}"/>
              </a:ext>
            </a:extLst>
          </p:cNvPr>
          <p:cNvSpPr txBox="1"/>
          <p:nvPr/>
        </p:nvSpPr>
        <p:spPr>
          <a:xfrm>
            <a:off x="1036439" y="5114984"/>
            <a:ext cx="4852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Volume of the larger circular cone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2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文字方塊 17">
                <a:extLst>
                  <a:ext uri="{FF2B5EF4-FFF2-40B4-BE49-F238E27FC236}">
                    <a16:creationId xmlns:a16="http://schemas.microsoft.com/office/drawing/2014/main" id="{7F64F451-199C-CC7C-05DB-B63EAF76C6BB}"/>
                  </a:ext>
                </a:extLst>
              </p:cNvPr>
              <p:cNvSpPr txBox="1"/>
              <p:nvPr/>
            </p:nvSpPr>
            <p:spPr>
              <a:xfrm>
                <a:off x="5858194" y="509897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5" name="文字方塊 17">
                <a:extLst>
                  <a:ext uri="{FF2B5EF4-FFF2-40B4-BE49-F238E27FC236}">
                    <a16:creationId xmlns:a16="http://schemas.microsoft.com/office/drawing/2014/main" id="{7F64F451-199C-CC7C-05DB-B63EAF76C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194" y="5098977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15">
            <a:extLst>
              <a:ext uri="{FF2B5EF4-FFF2-40B4-BE49-F238E27FC236}">
                <a16:creationId xmlns:a16="http://schemas.microsoft.com/office/drawing/2014/main" id="{BC2A5D42-4861-7E9D-A964-81923728A851}"/>
              </a:ext>
            </a:extLst>
          </p:cNvPr>
          <p:cNvSpPr txBox="1"/>
          <p:nvPr/>
        </p:nvSpPr>
        <p:spPr>
          <a:xfrm>
            <a:off x="6117603" y="5098977"/>
            <a:ext cx="51132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75000"/>
                  </a:schemeClr>
                </a:solidFill>
                <a:latin typeface="Lucida Calligraphy" panose="03010101010101010101" pitchFamily="66" charset="0"/>
              </a:rPr>
              <a:t>Volume of the smaller circular cone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2">
                  <a:lumMod val="75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字方塊 27">
                <a:extLst>
                  <a:ext uri="{FF2B5EF4-FFF2-40B4-BE49-F238E27FC236}">
                    <a16:creationId xmlns:a16="http://schemas.microsoft.com/office/drawing/2014/main" id="{0EF52F40-2077-E681-28DD-082144E9B326}"/>
                  </a:ext>
                </a:extLst>
              </p:cNvPr>
              <p:cNvSpPr txBox="1"/>
              <p:nvPr/>
            </p:nvSpPr>
            <p:spPr>
              <a:xfrm>
                <a:off x="740751" y="56534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77" name="文字方塊 27">
                <a:extLst>
                  <a:ext uri="{FF2B5EF4-FFF2-40B4-BE49-F238E27FC236}">
                    <a16:creationId xmlns:a16="http://schemas.microsoft.com/office/drawing/2014/main" id="{0EF52F40-2077-E681-28DD-082144E9B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51" y="5653447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" name="弧形 258">
            <a:extLst>
              <a:ext uri="{FF2B5EF4-FFF2-40B4-BE49-F238E27FC236}">
                <a16:creationId xmlns:a16="http://schemas.microsoft.com/office/drawing/2014/main" id="{65021EF3-E7E4-716D-5AE7-66221C0A4597}"/>
              </a:ext>
            </a:extLst>
          </p:cNvPr>
          <p:cNvSpPr/>
          <p:nvPr/>
        </p:nvSpPr>
        <p:spPr>
          <a:xfrm rot="10957079">
            <a:off x="1258859" y="5580291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5" name="弧形 259">
            <a:extLst>
              <a:ext uri="{FF2B5EF4-FFF2-40B4-BE49-F238E27FC236}">
                <a16:creationId xmlns:a16="http://schemas.microsoft.com/office/drawing/2014/main" id="{190E9A36-1225-BAD3-A6ED-C6CC95181955}"/>
              </a:ext>
            </a:extLst>
          </p:cNvPr>
          <p:cNvSpPr/>
          <p:nvPr/>
        </p:nvSpPr>
        <p:spPr>
          <a:xfrm rot="235127">
            <a:off x="6809398" y="5620181"/>
            <a:ext cx="251507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86" name="群組 74">
            <a:extLst>
              <a:ext uri="{FF2B5EF4-FFF2-40B4-BE49-F238E27FC236}">
                <a16:creationId xmlns:a16="http://schemas.microsoft.com/office/drawing/2014/main" id="{A2B6A8AE-D4ED-5377-CDAB-EE9F7ADB89FC}"/>
              </a:ext>
            </a:extLst>
          </p:cNvPr>
          <p:cNvGrpSpPr/>
          <p:nvPr/>
        </p:nvGrpSpPr>
        <p:grpSpPr>
          <a:xfrm>
            <a:off x="1417917" y="5509427"/>
            <a:ext cx="364383" cy="777549"/>
            <a:chOff x="2896107" y="4671588"/>
            <a:chExt cx="364383" cy="777549"/>
          </a:xfrm>
        </p:grpSpPr>
        <p:sp>
          <p:nvSpPr>
            <p:cNvPr id="87" name="文字方塊 75">
              <a:extLst>
                <a:ext uri="{FF2B5EF4-FFF2-40B4-BE49-F238E27FC236}">
                  <a16:creationId xmlns:a16="http://schemas.microsoft.com/office/drawing/2014/main" id="{C34AB934-6D83-B20B-5839-326583BF9446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88" name="群組 76">
              <a:extLst>
                <a:ext uri="{FF2B5EF4-FFF2-40B4-BE49-F238E27FC236}">
                  <a16:creationId xmlns:a16="http://schemas.microsoft.com/office/drawing/2014/main" id="{39816542-1D3F-1509-BA13-139B84D66F56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89" name="直線接點 77">
                <a:extLst>
                  <a:ext uri="{FF2B5EF4-FFF2-40B4-BE49-F238E27FC236}">
                    <a16:creationId xmlns:a16="http://schemas.microsoft.com/office/drawing/2014/main" id="{30C1B70F-FE37-B485-14BA-C6209476881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0" name="文字方塊 78">
                <a:extLst>
                  <a:ext uri="{FF2B5EF4-FFF2-40B4-BE49-F238E27FC236}">
                    <a16:creationId xmlns:a16="http://schemas.microsoft.com/office/drawing/2014/main" id="{F852ABC1-E3AF-A5B3-7DE3-99F960EED2D7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64ADA88-2CCA-3A0A-CFD8-EC76ADAD4ED7}"/>
                  </a:ext>
                </a:extLst>
              </p:cNvPr>
              <p:cNvSpPr txBox="1"/>
              <p:nvPr/>
            </p:nvSpPr>
            <p:spPr>
              <a:xfrm>
                <a:off x="2084300" y="5682260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664ADA88-2CCA-3A0A-CFD8-EC76ADAD4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4300" y="5682260"/>
                <a:ext cx="357791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文字方塊 255">
            <a:extLst>
              <a:ext uri="{FF2B5EF4-FFF2-40B4-BE49-F238E27FC236}">
                <a16:creationId xmlns:a16="http://schemas.microsoft.com/office/drawing/2014/main" id="{756B7AE7-59E5-26B1-5A8B-D3071B684D5B}"/>
              </a:ext>
            </a:extLst>
          </p:cNvPr>
          <p:cNvSpPr txBox="1"/>
          <p:nvPr/>
        </p:nvSpPr>
        <p:spPr>
          <a:xfrm>
            <a:off x="2653898" y="5710993"/>
            <a:ext cx="604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14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6">
                  <a:lumMod val="40000"/>
                  <a:lumOff val="6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93" name="文字方塊 106">
            <a:extLst>
              <a:ext uri="{FF2B5EF4-FFF2-40B4-BE49-F238E27FC236}">
                <a16:creationId xmlns:a16="http://schemas.microsoft.com/office/drawing/2014/main" id="{A9A54003-4FCC-82DD-6A13-6E220C51B73B}"/>
              </a:ext>
            </a:extLst>
          </p:cNvPr>
          <p:cNvSpPr txBox="1"/>
          <p:nvPr/>
        </p:nvSpPr>
        <p:spPr>
          <a:xfrm>
            <a:off x="2991214" y="5583540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A1058C2-0848-418C-70E4-B06A78540CC8}"/>
                  </a:ext>
                </a:extLst>
              </p:cNvPr>
              <p:cNvSpPr txBox="1"/>
              <p:nvPr/>
            </p:nvSpPr>
            <p:spPr>
              <a:xfrm>
                <a:off x="3342688" y="5711844"/>
                <a:ext cx="573508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C000"/>
                          </a:solidFill>
                          <a:latin typeface="Lucida Handwriting" panose="03010101010101010101" pitchFamily="66" charset="0"/>
                        </a:rPr>
                        <m:t>48</m:t>
                      </m:r>
                    </m:oMath>
                  </m:oMathPara>
                </a14:m>
                <a:endParaRPr lang="en-US" sz="2000">
                  <a:solidFill>
                    <a:srgbClr val="FFC000"/>
                  </a:solidFill>
                </a:endParaRPr>
              </a:p>
            </p:txBody>
          </p:sp>
        </mc:Choice>
        <mc:Fallback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CA1058C2-0848-418C-70E4-B06A78540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688" y="5711844"/>
                <a:ext cx="573508" cy="403957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字方塊 44">
                <a:extLst>
                  <a:ext uri="{FF2B5EF4-FFF2-40B4-BE49-F238E27FC236}">
                    <a16:creationId xmlns:a16="http://schemas.microsoft.com/office/drawing/2014/main" id="{ACCBBFFD-C1B2-E520-27D2-C9988C862F57}"/>
                  </a:ext>
                </a:extLst>
              </p:cNvPr>
              <p:cNvSpPr txBox="1"/>
              <p:nvPr/>
            </p:nvSpPr>
            <p:spPr>
              <a:xfrm>
                <a:off x="1788612" y="57025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5" name="文字方塊 44">
                <a:extLst>
                  <a:ext uri="{FF2B5EF4-FFF2-40B4-BE49-F238E27FC236}">
                    <a16:creationId xmlns:a16="http://schemas.microsoft.com/office/drawing/2014/main" id="{ACCBBFFD-C1B2-E520-27D2-C9988C862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8612" y="5702578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字方塊 44">
                <a:extLst>
                  <a:ext uri="{FF2B5EF4-FFF2-40B4-BE49-F238E27FC236}">
                    <a16:creationId xmlns:a16="http://schemas.microsoft.com/office/drawing/2014/main" id="{5248DF43-A9DB-6F73-A147-A9615B29A017}"/>
                  </a:ext>
                </a:extLst>
              </p:cNvPr>
              <p:cNvSpPr txBox="1"/>
              <p:nvPr/>
            </p:nvSpPr>
            <p:spPr>
              <a:xfrm>
                <a:off x="2388939" y="570233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6" name="文字方塊 44">
                <a:extLst>
                  <a:ext uri="{FF2B5EF4-FFF2-40B4-BE49-F238E27FC236}">
                    <a16:creationId xmlns:a16="http://schemas.microsoft.com/office/drawing/2014/main" id="{5248DF43-A9DB-6F73-A147-A9615B29A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939" y="5702338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7" name="文字方塊 44">
                <a:extLst>
                  <a:ext uri="{FF2B5EF4-FFF2-40B4-BE49-F238E27FC236}">
                    <a16:creationId xmlns:a16="http://schemas.microsoft.com/office/drawing/2014/main" id="{EDBF6A57-37EE-FF64-7201-4FFC40EC2474}"/>
                  </a:ext>
                </a:extLst>
              </p:cNvPr>
              <p:cNvSpPr txBox="1"/>
              <p:nvPr/>
            </p:nvSpPr>
            <p:spPr>
              <a:xfrm>
                <a:off x="3117363" y="57220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97" name="文字方塊 44">
                <a:extLst>
                  <a:ext uri="{FF2B5EF4-FFF2-40B4-BE49-F238E27FC236}">
                    <a16:creationId xmlns:a16="http://schemas.microsoft.com/office/drawing/2014/main" id="{EDBF6A57-37EE-FF64-7201-4FFC40EC2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363" y="5722039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8" name="群組 245">
            <a:extLst>
              <a:ext uri="{FF2B5EF4-FFF2-40B4-BE49-F238E27FC236}">
                <a16:creationId xmlns:a16="http://schemas.microsoft.com/office/drawing/2014/main" id="{34E9326C-653A-04F5-7A9B-8ED6495AFB14}"/>
              </a:ext>
            </a:extLst>
          </p:cNvPr>
          <p:cNvGrpSpPr/>
          <p:nvPr/>
        </p:nvGrpSpPr>
        <p:grpSpPr>
          <a:xfrm>
            <a:off x="7030367" y="5595830"/>
            <a:ext cx="725194" cy="486540"/>
            <a:chOff x="2472626" y="4498636"/>
            <a:chExt cx="725194" cy="486540"/>
          </a:xfrm>
        </p:grpSpPr>
        <p:sp>
          <p:nvSpPr>
            <p:cNvPr id="99" name="文字方塊 249">
              <a:extLst>
                <a:ext uri="{FF2B5EF4-FFF2-40B4-BE49-F238E27FC236}">
                  <a16:creationId xmlns:a16="http://schemas.microsoft.com/office/drawing/2014/main" id="{1F256D58-1ED7-5390-A674-ABE2F4C0AD1F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100" name="文字方塊 247">
              <a:extLst>
                <a:ext uri="{FF2B5EF4-FFF2-40B4-BE49-F238E27FC236}">
                  <a16:creationId xmlns:a16="http://schemas.microsoft.com/office/drawing/2014/main" id="{94D6D5C5-2FC8-578F-47AE-6B1AB10AB4C7}"/>
                </a:ext>
              </a:extLst>
            </p:cNvPr>
            <p:cNvSpPr txBox="1"/>
            <p:nvPr/>
          </p:nvSpPr>
          <p:spPr>
            <a:xfrm>
              <a:off x="2908958" y="4498636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文字方塊 17">
                <a:extLst>
                  <a:ext uri="{FF2B5EF4-FFF2-40B4-BE49-F238E27FC236}">
                    <a16:creationId xmlns:a16="http://schemas.microsoft.com/office/drawing/2014/main" id="{6DFEA46F-7453-E1B2-8F9F-BDA9C7D62154}"/>
                  </a:ext>
                </a:extLst>
              </p:cNvPr>
              <p:cNvSpPr txBox="1"/>
              <p:nvPr/>
            </p:nvSpPr>
            <p:spPr>
              <a:xfrm>
                <a:off x="3861423" y="568593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01" name="文字方塊 17">
                <a:extLst>
                  <a:ext uri="{FF2B5EF4-FFF2-40B4-BE49-F238E27FC236}">
                    <a16:creationId xmlns:a16="http://schemas.microsoft.com/office/drawing/2014/main" id="{6DFEA46F-7453-E1B2-8F9F-BDA9C7D62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1423" y="5685935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2" name="群組 74">
            <a:extLst>
              <a:ext uri="{FF2B5EF4-FFF2-40B4-BE49-F238E27FC236}">
                <a16:creationId xmlns:a16="http://schemas.microsoft.com/office/drawing/2014/main" id="{2E274051-ECC0-CFA2-9682-67C732807806}"/>
              </a:ext>
            </a:extLst>
          </p:cNvPr>
          <p:cNvGrpSpPr/>
          <p:nvPr/>
        </p:nvGrpSpPr>
        <p:grpSpPr>
          <a:xfrm>
            <a:off x="4291136" y="5509427"/>
            <a:ext cx="364383" cy="777549"/>
            <a:chOff x="2896107" y="4671588"/>
            <a:chExt cx="364383" cy="777549"/>
          </a:xfrm>
        </p:grpSpPr>
        <p:sp>
          <p:nvSpPr>
            <p:cNvPr id="103" name="文字方塊 75">
              <a:extLst>
                <a:ext uri="{FF2B5EF4-FFF2-40B4-BE49-F238E27FC236}">
                  <a16:creationId xmlns:a16="http://schemas.microsoft.com/office/drawing/2014/main" id="{B7307922-57E7-200F-25D5-447A99F423C5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04" name="群組 76">
              <a:extLst>
                <a:ext uri="{FF2B5EF4-FFF2-40B4-BE49-F238E27FC236}">
                  <a16:creationId xmlns:a16="http://schemas.microsoft.com/office/drawing/2014/main" id="{FFD3A016-D39E-33AC-C3B1-4207E29E6DAA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05" name="直線接點 77">
                <a:extLst>
                  <a:ext uri="{FF2B5EF4-FFF2-40B4-BE49-F238E27FC236}">
                    <a16:creationId xmlns:a16="http://schemas.microsoft.com/office/drawing/2014/main" id="{69CD7C08-6188-125C-AF57-D203A5F9B48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06" name="文字方塊 78">
                <a:extLst>
                  <a:ext uri="{FF2B5EF4-FFF2-40B4-BE49-F238E27FC236}">
                    <a16:creationId xmlns:a16="http://schemas.microsoft.com/office/drawing/2014/main" id="{64B7EB0A-2E75-707F-1983-C048589F885F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A8E0CE6B-EB2F-48D4-936C-D95F56544BBE}"/>
                  </a:ext>
                </a:extLst>
              </p:cNvPr>
              <p:cNvSpPr txBox="1"/>
              <p:nvPr/>
            </p:nvSpPr>
            <p:spPr>
              <a:xfrm>
                <a:off x="4957519" y="5682260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A8E0CE6B-EB2F-48D4-936C-D95F56544B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519" y="5682260"/>
                <a:ext cx="357791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文字方塊 255">
            <a:extLst>
              <a:ext uri="{FF2B5EF4-FFF2-40B4-BE49-F238E27FC236}">
                <a16:creationId xmlns:a16="http://schemas.microsoft.com/office/drawing/2014/main" id="{D0C0D44B-4C46-E186-16D0-146524716E32}"/>
              </a:ext>
            </a:extLst>
          </p:cNvPr>
          <p:cNvSpPr txBox="1"/>
          <p:nvPr/>
        </p:nvSpPr>
        <p:spPr>
          <a:xfrm>
            <a:off x="5527117" y="5710993"/>
            <a:ext cx="802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10.5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09" name="文字方塊 106">
            <a:extLst>
              <a:ext uri="{FF2B5EF4-FFF2-40B4-BE49-F238E27FC236}">
                <a16:creationId xmlns:a16="http://schemas.microsoft.com/office/drawing/2014/main" id="{7B7511FB-B174-4B58-AD44-44E1DDA14091}"/>
              </a:ext>
            </a:extLst>
          </p:cNvPr>
          <p:cNvSpPr txBox="1"/>
          <p:nvPr/>
        </p:nvSpPr>
        <p:spPr>
          <a:xfrm>
            <a:off x="6156456" y="5553643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99741FFA-FE83-6631-D514-45EF1C862B71}"/>
                  </a:ext>
                </a:extLst>
              </p:cNvPr>
              <p:cNvSpPr txBox="1"/>
              <p:nvPr/>
            </p:nvSpPr>
            <p:spPr>
              <a:xfrm>
                <a:off x="6445318" y="5692143"/>
                <a:ext cx="573508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Lucida Handwriting" panose="03010101010101010101" pitchFamily="66" charset="0"/>
                        </a:rPr>
                        <m:t>36</m:t>
                      </m:r>
                    </m:oMath>
                  </m:oMathPara>
                </a14:m>
                <a:endParaRPr lang="en-US" sz="2000">
                  <a:solidFill>
                    <a:schemeClr val="accent4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99741FFA-FE83-6631-D514-45EF1C862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318" y="5692143"/>
                <a:ext cx="573508" cy="403957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文字方塊 44">
                <a:extLst>
                  <a:ext uri="{FF2B5EF4-FFF2-40B4-BE49-F238E27FC236}">
                    <a16:creationId xmlns:a16="http://schemas.microsoft.com/office/drawing/2014/main" id="{68C0CB14-E252-C951-0998-5E232911DC4A}"/>
                  </a:ext>
                </a:extLst>
              </p:cNvPr>
              <p:cNvSpPr txBox="1"/>
              <p:nvPr/>
            </p:nvSpPr>
            <p:spPr>
              <a:xfrm>
                <a:off x="4661831" y="57025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1" name="文字方塊 44">
                <a:extLst>
                  <a:ext uri="{FF2B5EF4-FFF2-40B4-BE49-F238E27FC236}">
                    <a16:creationId xmlns:a16="http://schemas.microsoft.com/office/drawing/2014/main" id="{68C0CB14-E252-C951-0998-5E232911D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831" y="5702578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文字方塊 44">
                <a:extLst>
                  <a:ext uri="{FF2B5EF4-FFF2-40B4-BE49-F238E27FC236}">
                    <a16:creationId xmlns:a16="http://schemas.microsoft.com/office/drawing/2014/main" id="{8D4532D5-1B43-D7F0-2077-A502BA34111E}"/>
                  </a:ext>
                </a:extLst>
              </p:cNvPr>
              <p:cNvSpPr txBox="1"/>
              <p:nvPr/>
            </p:nvSpPr>
            <p:spPr>
              <a:xfrm>
                <a:off x="5262158" y="570233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2" name="文字方塊 44">
                <a:extLst>
                  <a:ext uri="{FF2B5EF4-FFF2-40B4-BE49-F238E27FC236}">
                    <a16:creationId xmlns:a16="http://schemas.microsoft.com/office/drawing/2014/main" id="{8D4532D5-1B43-D7F0-2077-A502BA341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2158" y="5702338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文字方塊 44">
                <a:extLst>
                  <a:ext uri="{FF2B5EF4-FFF2-40B4-BE49-F238E27FC236}">
                    <a16:creationId xmlns:a16="http://schemas.microsoft.com/office/drawing/2014/main" id="{0235454D-1FFD-2737-F0FE-DEBADB04301D}"/>
                  </a:ext>
                </a:extLst>
              </p:cNvPr>
              <p:cNvSpPr txBox="1"/>
              <p:nvPr/>
            </p:nvSpPr>
            <p:spPr>
              <a:xfrm>
                <a:off x="6219993" y="570233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3" name="文字方塊 44">
                <a:extLst>
                  <a:ext uri="{FF2B5EF4-FFF2-40B4-BE49-F238E27FC236}">
                    <a16:creationId xmlns:a16="http://schemas.microsoft.com/office/drawing/2014/main" id="{0235454D-1FFD-2737-F0FE-DEBADB0430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9993" y="5702338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4" name="文字方塊 27">
                <a:extLst>
                  <a:ext uri="{FF2B5EF4-FFF2-40B4-BE49-F238E27FC236}">
                    <a16:creationId xmlns:a16="http://schemas.microsoft.com/office/drawing/2014/main" id="{782827C9-9F95-3134-54A0-CA4EC186E13B}"/>
                  </a:ext>
                </a:extLst>
              </p:cNvPr>
              <p:cNvSpPr txBox="1"/>
              <p:nvPr/>
            </p:nvSpPr>
            <p:spPr>
              <a:xfrm>
                <a:off x="740751" y="633487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4" name="文字方塊 27">
                <a:extLst>
                  <a:ext uri="{FF2B5EF4-FFF2-40B4-BE49-F238E27FC236}">
                    <a16:creationId xmlns:a16="http://schemas.microsoft.com/office/drawing/2014/main" id="{782827C9-9F95-3134-54A0-CA4EC186E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751" y="6334876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文字方塊 242">
                <a:extLst>
                  <a:ext uri="{FF2B5EF4-FFF2-40B4-BE49-F238E27FC236}">
                    <a16:creationId xmlns:a16="http://schemas.microsoft.com/office/drawing/2014/main" id="{DB36EEA7-A4DF-2D21-357F-BF52C0FDB7FB}"/>
                  </a:ext>
                </a:extLst>
              </p:cNvPr>
              <p:cNvSpPr txBox="1"/>
              <p:nvPr/>
            </p:nvSpPr>
            <p:spPr>
              <a:xfrm>
                <a:off x="1098011" y="6357734"/>
                <a:ext cx="140338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3136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5" name="文字方塊 242">
                <a:extLst>
                  <a:ext uri="{FF2B5EF4-FFF2-40B4-BE49-F238E27FC236}">
                    <a16:creationId xmlns:a16="http://schemas.microsoft.com/office/drawing/2014/main" id="{DB36EEA7-A4DF-2D21-357F-BF52C0FDB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011" y="6357734"/>
                <a:ext cx="1403381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文字方塊 17">
                <a:extLst>
                  <a:ext uri="{FF2B5EF4-FFF2-40B4-BE49-F238E27FC236}">
                    <a16:creationId xmlns:a16="http://schemas.microsoft.com/office/drawing/2014/main" id="{EECE7DFC-B253-3760-9072-510FF5DCD655}"/>
                  </a:ext>
                </a:extLst>
              </p:cNvPr>
              <p:cNvSpPr txBox="1"/>
              <p:nvPr/>
            </p:nvSpPr>
            <p:spPr>
              <a:xfrm>
                <a:off x="2234861" y="63661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6" name="文字方塊 17">
                <a:extLst>
                  <a:ext uri="{FF2B5EF4-FFF2-40B4-BE49-F238E27FC236}">
                    <a16:creationId xmlns:a16="http://schemas.microsoft.com/office/drawing/2014/main" id="{EECE7DFC-B253-3760-9072-510FF5DCD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4861" y="6366165"/>
                <a:ext cx="295688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文字方塊 242">
                <a:extLst>
                  <a:ext uri="{FF2B5EF4-FFF2-40B4-BE49-F238E27FC236}">
                    <a16:creationId xmlns:a16="http://schemas.microsoft.com/office/drawing/2014/main" id="{31E51FE1-2E17-81B8-75A1-E166AC7BD384}"/>
                  </a:ext>
                </a:extLst>
              </p:cNvPr>
              <p:cNvSpPr txBox="1"/>
              <p:nvPr/>
            </p:nvSpPr>
            <p:spPr>
              <a:xfrm>
                <a:off x="2477729" y="6356164"/>
                <a:ext cx="1403381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rPr>
                  <a:t>1323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𝛑</m:t>
                    </m:r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)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17" name="文字方塊 242">
                <a:extLst>
                  <a:ext uri="{FF2B5EF4-FFF2-40B4-BE49-F238E27FC236}">
                    <a16:creationId xmlns:a16="http://schemas.microsoft.com/office/drawing/2014/main" id="{31E51FE1-2E17-81B8-75A1-E166AC7BD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7729" y="6356164"/>
                <a:ext cx="1403381" cy="403957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8" name="群組 245">
            <a:extLst>
              <a:ext uri="{FF2B5EF4-FFF2-40B4-BE49-F238E27FC236}">
                <a16:creationId xmlns:a16="http://schemas.microsoft.com/office/drawing/2014/main" id="{3835D0A3-BADB-D2C5-EF71-F10FBF7337AF}"/>
              </a:ext>
            </a:extLst>
          </p:cNvPr>
          <p:cNvGrpSpPr/>
          <p:nvPr/>
        </p:nvGrpSpPr>
        <p:grpSpPr>
          <a:xfrm>
            <a:off x="3537449" y="6269584"/>
            <a:ext cx="725194" cy="486540"/>
            <a:chOff x="2472626" y="4498636"/>
            <a:chExt cx="725194" cy="486540"/>
          </a:xfrm>
        </p:grpSpPr>
        <p:sp>
          <p:nvSpPr>
            <p:cNvPr id="119" name="文字方塊 249">
              <a:extLst>
                <a:ext uri="{FF2B5EF4-FFF2-40B4-BE49-F238E27FC236}">
                  <a16:creationId xmlns:a16="http://schemas.microsoft.com/office/drawing/2014/main" id="{00E939E2-4972-736F-C01C-B809ED73A627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120" name="文字方塊 247">
              <a:extLst>
                <a:ext uri="{FF2B5EF4-FFF2-40B4-BE49-F238E27FC236}">
                  <a16:creationId xmlns:a16="http://schemas.microsoft.com/office/drawing/2014/main" id="{96289F36-D382-AE08-E1FB-B2FE3ABF7BB2}"/>
                </a:ext>
              </a:extLst>
            </p:cNvPr>
            <p:cNvSpPr txBox="1"/>
            <p:nvPr/>
          </p:nvSpPr>
          <p:spPr>
            <a:xfrm>
              <a:off x="2908958" y="4498636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文字方塊 27">
                <a:extLst>
                  <a:ext uri="{FF2B5EF4-FFF2-40B4-BE49-F238E27FC236}">
                    <a16:creationId xmlns:a16="http://schemas.microsoft.com/office/drawing/2014/main" id="{B93980FC-5DE0-09B9-040B-14E1FFE24429}"/>
                  </a:ext>
                </a:extLst>
              </p:cNvPr>
              <p:cNvSpPr txBox="1"/>
              <p:nvPr/>
            </p:nvSpPr>
            <p:spPr>
              <a:xfrm>
                <a:off x="4239732" y="636616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21" name="文字方塊 27">
                <a:extLst>
                  <a:ext uri="{FF2B5EF4-FFF2-40B4-BE49-F238E27FC236}">
                    <a16:creationId xmlns:a16="http://schemas.microsoft.com/office/drawing/2014/main" id="{B93980FC-5DE0-09B9-040B-14E1FFE24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9732" y="6366165"/>
                <a:ext cx="295688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文字方塊 242">
                <a:extLst>
                  <a:ext uri="{FF2B5EF4-FFF2-40B4-BE49-F238E27FC236}">
                    <a16:creationId xmlns:a16="http://schemas.microsoft.com/office/drawing/2014/main" id="{C3D792BE-023E-3E46-6A20-C0E7820349B4}"/>
                  </a:ext>
                </a:extLst>
              </p:cNvPr>
              <p:cNvSpPr txBox="1"/>
              <p:nvPr/>
            </p:nvSpPr>
            <p:spPr>
              <a:xfrm>
                <a:off x="4477347" y="6366165"/>
                <a:ext cx="1121114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00B050"/>
                    </a:solidFill>
                    <a:latin typeface="Lucida Handwriting" panose="03010101010101010101" pitchFamily="66" charset="0"/>
                  </a:rPr>
                  <a:t>1813</a:t>
                </a:r>
                <a14:m>
                  <m:oMath xmlns:m="http://schemas.openxmlformats.org/officeDocument/2006/math">
                    <m:r>
                      <a:rPr lang="en-US" altLang="zh-HK" sz="2000" b="1" i="0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𝛑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22" name="文字方塊 242">
                <a:extLst>
                  <a:ext uri="{FF2B5EF4-FFF2-40B4-BE49-F238E27FC236}">
                    <a16:creationId xmlns:a16="http://schemas.microsoft.com/office/drawing/2014/main" id="{C3D792BE-023E-3E46-6A20-C0E782034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7347" y="6366165"/>
                <a:ext cx="1121114" cy="403957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3" name="群組 245">
            <a:extLst>
              <a:ext uri="{FF2B5EF4-FFF2-40B4-BE49-F238E27FC236}">
                <a16:creationId xmlns:a16="http://schemas.microsoft.com/office/drawing/2014/main" id="{5785BBFD-D229-FA5E-4DAD-EE449A2E61C4}"/>
              </a:ext>
            </a:extLst>
          </p:cNvPr>
          <p:cNvGrpSpPr/>
          <p:nvPr/>
        </p:nvGrpSpPr>
        <p:grpSpPr>
          <a:xfrm>
            <a:off x="5472658" y="6279735"/>
            <a:ext cx="725194" cy="486540"/>
            <a:chOff x="2472626" y="4498636"/>
            <a:chExt cx="725194" cy="486540"/>
          </a:xfrm>
        </p:grpSpPr>
        <p:sp>
          <p:nvSpPr>
            <p:cNvPr id="124" name="文字方塊 249">
              <a:extLst>
                <a:ext uri="{FF2B5EF4-FFF2-40B4-BE49-F238E27FC236}">
                  <a16:creationId xmlns:a16="http://schemas.microsoft.com/office/drawing/2014/main" id="{2C78D1FB-49A3-7E90-8177-C2EA1B157357}"/>
                </a:ext>
              </a:extLst>
            </p:cNvPr>
            <p:cNvSpPr txBox="1"/>
            <p:nvPr/>
          </p:nvSpPr>
          <p:spPr>
            <a:xfrm>
              <a:off x="2472626" y="4585066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125" name="文字方塊 247">
              <a:extLst>
                <a:ext uri="{FF2B5EF4-FFF2-40B4-BE49-F238E27FC236}">
                  <a16:creationId xmlns:a16="http://schemas.microsoft.com/office/drawing/2014/main" id="{CB0DB032-AC65-F11B-A1D3-CBE74D6BEAFC}"/>
                </a:ext>
              </a:extLst>
            </p:cNvPr>
            <p:cNvSpPr txBox="1"/>
            <p:nvPr/>
          </p:nvSpPr>
          <p:spPr>
            <a:xfrm>
              <a:off x="2908958" y="4498636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26" name="筆跡 7">
                <a:extLst>
                  <a:ext uri="{FF2B5EF4-FFF2-40B4-BE49-F238E27FC236}">
                    <a16:creationId xmlns:a16="http://schemas.microsoft.com/office/drawing/2014/main" id="{E8740A96-9B3D-41AF-7C9E-484B827B674C}"/>
                  </a:ext>
                </a:extLst>
              </p14:cNvPr>
              <p14:cNvContentPartPr/>
              <p14:nvPr/>
            </p14:nvContentPartPr>
            <p14:xfrm>
              <a:off x="9659109" y="1072703"/>
              <a:ext cx="474754" cy="45719"/>
            </p14:xfrm>
          </p:contentPart>
        </mc:Choice>
        <mc:Fallback>
          <p:pic>
            <p:nvPicPr>
              <p:cNvPr id="126" name="筆跡 7">
                <a:extLst>
                  <a:ext uri="{FF2B5EF4-FFF2-40B4-BE49-F238E27FC236}">
                    <a16:creationId xmlns:a16="http://schemas.microsoft.com/office/drawing/2014/main" id="{E8740A96-9B3D-41AF-7C9E-484B827B67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05119" y="-12642997"/>
                <a:ext cx="582375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4" name="Group 143">
            <a:extLst>
              <a:ext uri="{FF2B5EF4-FFF2-40B4-BE49-F238E27FC236}">
                <a16:creationId xmlns:a16="http://schemas.microsoft.com/office/drawing/2014/main" id="{44B6E72C-D2A2-63B3-81AE-9CF91942EA66}"/>
              </a:ext>
            </a:extLst>
          </p:cNvPr>
          <p:cNvGrpSpPr/>
          <p:nvPr/>
        </p:nvGrpSpPr>
        <p:grpSpPr>
          <a:xfrm>
            <a:off x="11030404" y="2064942"/>
            <a:ext cx="1281012" cy="2822129"/>
            <a:chOff x="11030404" y="2064942"/>
            <a:chExt cx="1281012" cy="2822129"/>
          </a:xfrm>
        </p:grpSpPr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56DA4FD7-29AF-3BC6-3753-44780E5BB673}"/>
                </a:ext>
              </a:extLst>
            </p:cNvPr>
            <p:cNvCxnSpPr>
              <a:cxnSpLocks/>
            </p:cNvCxnSpPr>
            <p:nvPr/>
          </p:nvCxnSpPr>
          <p:spPr>
            <a:xfrm>
              <a:off x="11330313" y="2312791"/>
              <a:ext cx="0" cy="2211572"/>
            </a:xfrm>
            <a:prstGeom prst="line">
              <a:avLst/>
            </a:prstGeom>
            <a:ln w="28575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F1576CD1-50AB-8C12-83D9-A5291F6F7A82}"/>
                </a:ext>
              </a:extLst>
            </p:cNvPr>
            <p:cNvCxnSpPr>
              <a:cxnSpLocks/>
            </p:cNvCxnSpPr>
            <p:nvPr/>
          </p:nvCxnSpPr>
          <p:spPr>
            <a:xfrm>
              <a:off x="11330313" y="2327423"/>
              <a:ext cx="606056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55E8B73-69AD-05E5-03E2-A46063835623}"/>
                </a:ext>
              </a:extLst>
            </p:cNvPr>
            <p:cNvCxnSpPr/>
            <p:nvPr/>
          </p:nvCxnSpPr>
          <p:spPr>
            <a:xfrm flipH="1">
              <a:off x="11330313" y="2312791"/>
              <a:ext cx="606056" cy="221157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Arc 130">
              <a:extLst>
                <a:ext uri="{FF2B5EF4-FFF2-40B4-BE49-F238E27FC236}">
                  <a16:creationId xmlns:a16="http://schemas.microsoft.com/office/drawing/2014/main" id="{639C74E6-9EA1-7075-4BBB-030AB0BC7547}"/>
                </a:ext>
              </a:extLst>
            </p:cNvPr>
            <p:cNvSpPr/>
            <p:nvPr/>
          </p:nvSpPr>
          <p:spPr>
            <a:xfrm>
              <a:off x="11148212" y="3835431"/>
              <a:ext cx="348330" cy="237306"/>
            </a:xfrm>
            <a:prstGeom prst="arc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5BAA7CB3-5937-891E-7E7F-852B035FD5E3}"/>
                </a:ext>
              </a:extLst>
            </p:cNvPr>
            <p:cNvGrpSpPr/>
            <p:nvPr/>
          </p:nvGrpSpPr>
          <p:grpSpPr>
            <a:xfrm>
              <a:off x="11726688" y="2201292"/>
              <a:ext cx="288319" cy="328408"/>
              <a:chOff x="10093599" y="1019836"/>
              <a:chExt cx="300308" cy="429258"/>
            </a:xfrm>
          </p:grpSpPr>
          <p:sp>
            <p:nvSpPr>
              <p:cNvPr id="133" name="Arc 132">
                <a:extLst>
                  <a:ext uri="{FF2B5EF4-FFF2-40B4-BE49-F238E27FC236}">
                    <a16:creationId xmlns:a16="http://schemas.microsoft.com/office/drawing/2014/main" id="{C87DD7F8-BBB7-4136-F92E-F9F685C32C6C}"/>
                  </a:ext>
                </a:extLst>
              </p:cNvPr>
              <p:cNvSpPr/>
              <p:nvPr/>
            </p:nvSpPr>
            <p:spPr>
              <a:xfrm rot="10400481">
                <a:off x="10093599" y="1027157"/>
                <a:ext cx="300308" cy="421937"/>
              </a:xfrm>
              <a:prstGeom prst="arc">
                <a:avLst>
                  <a:gd name="adj1" fmla="val 16200000"/>
                  <a:gd name="adj2" fmla="val 1042917"/>
                </a:avLst>
              </a:prstGeom>
              <a:ln w="285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Arc 133">
                <a:extLst>
                  <a:ext uri="{FF2B5EF4-FFF2-40B4-BE49-F238E27FC236}">
                    <a16:creationId xmlns:a16="http://schemas.microsoft.com/office/drawing/2014/main" id="{FBE91A99-C376-934A-8F28-2747CF7BEC87}"/>
                  </a:ext>
                </a:extLst>
              </p:cNvPr>
              <p:cNvSpPr/>
              <p:nvPr/>
            </p:nvSpPr>
            <p:spPr>
              <a:xfrm rot="10400481">
                <a:off x="10166562" y="1019836"/>
                <a:ext cx="193708" cy="351115"/>
              </a:xfrm>
              <a:prstGeom prst="arc">
                <a:avLst>
                  <a:gd name="adj1" fmla="val 16200000"/>
                  <a:gd name="adj2" fmla="val 137041"/>
                </a:avLst>
              </a:prstGeom>
              <a:ln w="28575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CDD499F-B5BE-4324-629D-E390B476FE2B}"/>
                </a:ext>
              </a:extLst>
            </p:cNvPr>
            <p:cNvSpPr/>
            <p:nvPr/>
          </p:nvSpPr>
          <p:spPr>
            <a:xfrm>
              <a:off x="11322377" y="2333367"/>
              <a:ext cx="134032" cy="134033"/>
            </a:xfrm>
            <a:custGeom>
              <a:avLst/>
              <a:gdLst>
                <a:gd name="connsiteX0" fmla="*/ 134032 w 134032"/>
                <a:gd name="connsiteY0" fmla="*/ 0 h 134033"/>
                <a:gd name="connsiteX1" fmla="*/ 134032 w 134032"/>
                <a:gd name="connsiteY1" fmla="*/ 134033 h 134033"/>
                <a:gd name="connsiteX2" fmla="*/ 0 w 134032"/>
                <a:gd name="connsiteY2" fmla="*/ 131054 h 134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032" h="134033">
                  <a:moveTo>
                    <a:pt x="134032" y="0"/>
                  </a:moveTo>
                  <a:lnTo>
                    <a:pt x="134032" y="134033"/>
                  </a:lnTo>
                  <a:lnTo>
                    <a:pt x="0" y="131054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78D8134-4526-4914-04A6-08B25050A3B6}"/>
                </a:ext>
              </a:extLst>
            </p:cNvPr>
            <p:cNvSpPr txBox="1"/>
            <p:nvPr/>
          </p:nvSpPr>
          <p:spPr>
            <a:xfrm>
              <a:off x="11030404" y="2092315"/>
              <a:ext cx="4151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18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P</a:t>
              </a:r>
              <a:endParaRPr lang="en-US"/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B7FB8389-54AF-0B37-F00D-819FBE2C28F8}"/>
                </a:ext>
              </a:extLst>
            </p:cNvPr>
            <p:cNvSpPr txBox="1"/>
            <p:nvPr/>
          </p:nvSpPr>
          <p:spPr>
            <a:xfrm>
              <a:off x="11896234" y="2064942"/>
              <a:ext cx="4151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18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</a:t>
              </a:r>
              <a:endParaRPr lang="en-US"/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6EFD2FAC-13B3-8C39-15A0-D325D7BCA745}"/>
                </a:ext>
              </a:extLst>
            </p:cNvPr>
            <p:cNvSpPr txBox="1"/>
            <p:nvPr/>
          </p:nvSpPr>
          <p:spPr>
            <a:xfrm>
              <a:off x="11086424" y="4517739"/>
              <a:ext cx="4151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18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</a:t>
              </a:r>
              <a:endParaRPr lang="en-US"/>
            </a:p>
          </p:txBody>
        </p:sp>
        <p:sp>
          <p:nvSpPr>
            <p:cNvPr id="141" name="Right Triangle 140">
              <a:extLst>
                <a:ext uri="{FF2B5EF4-FFF2-40B4-BE49-F238E27FC236}">
                  <a16:creationId xmlns:a16="http://schemas.microsoft.com/office/drawing/2014/main" id="{8B4E570E-2779-0D9C-887F-5003717E5A39}"/>
                </a:ext>
              </a:extLst>
            </p:cNvPr>
            <p:cNvSpPr/>
            <p:nvPr/>
          </p:nvSpPr>
          <p:spPr>
            <a:xfrm flipV="1">
              <a:off x="11334381" y="2312791"/>
              <a:ext cx="572676" cy="2211570"/>
            </a:xfrm>
            <a:prstGeom prst="rtTriangle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143" name="筆跡 4">
                <a:extLst>
                  <a:ext uri="{FF2B5EF4-FFF2-40B4-BE49-F238E27FC236}">
                    <a16:creationId xmlns:a16="http://schemas.microsoft.com/office/drawing/2014/main" id="{A4A79E8B-552E-0E4F-1D81-267BF2C5F9EA}"/>
                  </a:ext>
                </a:extLst>
              </p14:cNvPr>
              <p14:cNvContentPartPr/>
              <p14:nvPr/>
            </p14:nvContentPartPr>
            <p14:xfrm>
              <a:off x="10307724" y="2333563"/>
              <a:ext cx="709785" cy="45719"/>
            </p14:xfrm>
          </p:contentPart>
        </mc:Choice>
        <mc:Fallback>
          <p:pic>
            <p:nvPicPr>
              <p:cNvPr id="143" name="筆跡 4">
                <a:extLst>
                  <a:ext uri="{FF2B5EF4-FFF2-40B4-BE49-F238E27FC236}">
                    <a16:creationId xmlns:a16="http://schemas.microsoft.com/office/drawing/2014/main" id="{A4A79E8B-552E-0E4F-1D81-267BF2C5F9E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253707" y="-11382137"/>
                <a:ext cx="817459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7057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9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8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6" grpId="0" animBg="1"/>
      <p:bldP spid="33" grpId="0"/>
      <p:bldP spid="34" grpId="0"/>
      <p:bldP spid="35" grpId="0"/>
      <p:bldP spid="36" grpId="0"/>
      <p:bldP spid="44" grpId="0"/>
      <p:bldP spid="50" grpId="0"/>
      <p:bldP spid="51" grpId="0"/>
      <p:bldP spid="57" grpId="0"/>
      <p:bldP spid="58" grpId="0"/>
      <p:bldP spid="59" grpId="0"/>
      <p:bldP spid="60" grpId="0"/>
      <p:bldP spid="61" grpId="0"/>
      <p:bldP spid="69" grpId="0" animBg="1"/>
      <p:bldP spid="71" grpId="0"/>
      <p:bldP spid="72" grpId="0"/>
      <p:bldP spid="73" grpId="0"/>
      <p:bldP spid="74" grpId="0"/>
      <p:bldP spid="75" grpId="0"/>
      <p:bldP spid="76" grpId="0"/>
      <p:bldP spid="77" grpId="0"/>
      <p:bldP spid="84" grpId="0" animBg="1"/>
      <p:bldP spid="85" grpId="0" animBg="1"/>
      <p:bldP spid="91" grpId="0"/>
      <p:bldP spid="92" grpId="0"/>
      <p:bldP spid="93" grpId="0"/>
      <p:bldP spid="94" grpId="0"/>
      <p:bldP spid="95" grpId="0"/>
      <p:bldP spid="96" grpId="0"/>
      <p:bldP spid="97" grpId="0"/>
      <p:bldP spid="101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21" grpId="0"/>
      <p:bldP spid="12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FD13E-5C82-70E4-7D3F-8FCB7D503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>
            <a:extLst>
              <a:ext uri="{FF2B5EF4-FFF2-40B4-BE49-F238E27FC236}">
                <a16:creationId xmlns:a16="http://schemas.microsoft.com/office/drawing/2014/main" id="{2D52A4BD-8063-6EC7-6E6F-C8858FDC320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2960" t="7715" b="74430"/>
          <a:stretch>
            <a:fillRect/>
          </a:stretch>
        </p:blipFill>
        <p:spPr>
          <a:xfrm>
            <a:off x="78854" y="191740"/>
            <a:ext cx="11146705" cy="7651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684DBD-BDFE-B95F-CA1F-CE4F0339CE7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73918" t="25322"/>
          <a:stretch>
            <a:fillRect/>
          </a:stretch>
        </p:blipFill>
        <p:spPr>
          <a:xfrm>
            <a:off x="7755561" y="808074"/>
            <a:ext cx="3548852" cy="37910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C6AD66-47E0-1B58-89D2-192E1301BC8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2960" t="25239" r="43114" b="45485"/>
          <a:stretch>
            <a:fillRect/>
          </a:stretch>
        </p:blipFill>
        <p:spPr>
          <a:xfrm>
            <a:off x="0" y="956930"/>
            <a:ext cx="6194356" cy="12546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筆跡 7">
                <a:extLst>
                  <a:ext uri="{FF2B5EF4-FFF2-40B4-BE49-F238E27FC236}">
                    <a16:creationId xmlns:a16="http://schemas.microsoft.com/office/drawing/2014/main" id="{A80CFA4B-CC32-70BA-C7C3-29A808B526FC}"/>
                  </a:ext>
                </a:extLst>
              </p14:cNvPr>
              <p14:cNvContentPartPr/>
              <p14:nvPr/>
            </p14:nvContentPartPr>
            <p14:xfrm>
              <a:off x="1662391" y="762355"/>
              <a:ext cx="474754" cy="45719"/>
            </p14:xfrm>
          </p:contentPart>
        </mc:Choice>
        <mc:Fallback>
          <p:pic>
            <p:nvPicPr>
              <p:cNvPr id="9" name="筆跡 7">
                <a:extLst>
                  <a:ext uri="{FF2B5EF4-FFF2-40B4-BE49-F238E27FC236}">
                    <a16:creationId xmlns:a16="http://schemas.microsoft.com/office/drawing/2014/main" id="{A80CFA4B-CC32-70BA-C7C3-29A808B526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08401" y="-12953345"/>
                <a:ext cx="58237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筆跡 4">
                <a:extLst>
                  <a:ext uri="{FF2B5EF4-FFF2-40B4-BE49-F238E27FC236}">
                    <a16:creationId xmlns:a16="http://schemas.microsoft.com/office/drawing/2014/main" id="{F872832B-2C64-3902-060E-23CC580AAE73}"/>
                  </a:ext>
                </a:extLst>
              </p14:cNvPr>
              <p14:cNvContentPartPr/>
              <p14:nvPr/>
            </p14:nvContentPartPr>
            <p14:xfrm>
              <a:off x="2703266" y="739850"/>
              <a:ext cx="709785" cy="45719"/>
            </p14:xfrm>
          </p:contentPart>
        </mc:Choice>
        <mc:Fallback>
          <p:pic>
            <p:nvPicPr>
              <p:cNvPr id="10" name="筆跡 4">
                <a:extLst>
                  <a:ext uri="{FF2B5EF4-FFF2-40B4-BE49-F238E27FC236}">
                    <a16:creationId xmlns:a16="http://schemas.microsoft.com/office/drawing/2014/main" id="{F872832B-2C64-3902-060E-23CC580AAE7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649249" y="-12975850"/>
                <a:ext cx="81745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1" name="筆跡 4">
                <a:extLst>
                  <a:ext uri="{FF2B5EF4-FFF2-40B4-BE49-F238E27FC236}">
                    <a16:creationId xmlns:a16="http://schemas.microsoft.com/office/drawing/2014/main" id="{51F781E1-509C-836C-ABD2-A007EB404CD9}"/>
                  </a:ext>
                </a:extLst>
              </p14:cNvPr>
              <p14:cNvContentPartPr/>
              <p14:nvPr/>
            </p14:nvContentPartPr>
            <p14:xfrm>
              <a:off x="2530549" y="1192407"/>
              <a:ext cx="172717" cy="45719"/>
            </p14:xfrm>
          </p:contentPart>
        </mc:Choice>
        <mc:Fallback>
          <p:pic>
            <p:nvPicPr>
              <p:cNvPr id="11" name="筆跡 4">
                <a:extLst>
                  <a:ext uri="{FF2B5EF4-FFF2-40B4-BE49-F238E27FC236}">
                    <a16:creationId xmlns:a16="http://schemas.microsoft.com/office/drawing/2014/main" id="{51F781E1-509C-836C-ABD2-A007EB404CD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76575" y="-12523293"/>
                <a:ext cx="280305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D4E88AD-43C9-024F-2874-0756054828A6}"/>
              </a:ext>
            </a:extLst>
          </p:cNvPr>
          <p:cNvCxnSpPr>
            <a:cxnSpLocks/>
          </p:cNvCxnSpPr>
          <p:nvPr/>
        </p:nvCxnSpPr>
        <p:spPr>
          <a:xfrm>
            <a:off x="9473609" y="1945758"/>
            <a:ext cx="0" cy="2211572"/>
          </a:xfrm>
          <a:prstGeom prst="line">
            <a:avLst/>
          </a:prstGeom>
          <a:ln w="28575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8453F7-8B99-729C-AB89-2AB978A3E79E}"/>
              </a:ext>
            </a:extLst>
          </p:cNvPr>
          <p:cNvCxnSpPr/>
          <p:nvPr/>
        </p:nvCxnSpPr>
        <p:spPr>
          <a:xfrm>
            <a:off x="9473609" y="1192407"/>
            <a:ext cx="818707" cy="0"/>
          </a:xfrm>
          <a:prstGeom prst="line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B8E671-68E3-793D-1D74-4185B6E9F88F}"/>
              </a:ext>
            </a:extLst>
          </p:cNvPr>
          <p:cNvCxnSpPr>
            <a:cxnSpLocks/>
          </p:cNvCxnSpPr>
          <p:nvPr/>
        </p:nvCxnSpPr>
        <p:spPr>
          <a:xfrm>
            <a:off x="9473609" y="1945758"/>
            <a:ext cx="60605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8" name="筆跡 4">
                <a:extLst>
                  <a:ext uri="{FF2B5EF4-FFF2-40B4-BE49-F238E27FC236}">
                    <a16:creationId xmlns:a16="http://schemas.microsoft.com/office/drawing/2014/main" id="{663BDD69-DA3C-0841-E604-D6410D46D8EE}"/>
                  </a:ext>
                </a:extLst>
              </p14:cNvPr>
              <p14:cNvContentPartPr/>
              <p14:nvPr/>
            </p14:nvContentPartPr>
            <p14:xfrm>
              <a:off x="7994272" y="2692007"/>
              <a:ext cx="679946" cy="45719"/>
            </p14:xfrm>
          </p:contentPart>
        </mc:Choice>
        <mc:Fallback>
          <p:pic>
            <p:nvPicPr>
              <p:cNvPr id="38" name="筆跡 4">
                <a:extLst>
                  <a:ext uri="{FF2B5EF4-FFF2-40B4-BE49-F238E27FC236}">
                    <a16:creationId xmlns:a16="http://schemas.microsoft.com/office/drawing/2014/main" id="{663BDD69-DA3C-0841-E604-D6410D46D8E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940279" y="-11023693"/>
                <a:ext cx="787571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77BF3573-9FD2-ACCB-8583-627DDD6BAC20}"/>
              </a:ext>
            </a:extLst>
          </p:cNvPr>
          <p:cNvSpPr txBox="1"/>
          <p:nvPr/>
        </p:nvSpPr>
        <p:spPr>
          <a:xfrm>
            <a:off x="8244467" y="2906797"/>
            <a:ext cx="8595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36</a:t>
            </a:r>
            <a:r>
              <a:rPr lang="en-US" altLang="zh-HK" sz="16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1600"/>
          </a:p>
        </p:txBody>
      </p:sp>
      <p:sp>
        <p:nvSpPr>
          <p:cNvPr id="69" name="左大括弧 49">
            <a:extLst>
              <a:ext uri="{FF2B5EF4-FFF2-40B4-BE49-F238E27FC236}">
                <a16:creationId xmlns:a16="http://schemas.microsoft.com/office/drawing/2014/main" id="{CD3B1428-B648-1BE2-5570-DBA6DEE0B201}"/>
              </a:ext>
            </a:extLst>
          </p:cNvPr>
          <p:cNvSpPr/>
          <p:nvPr/>
        </p:nvSpPr>
        <p:spPr>
          <a:xfrm rot="10800000" flipH="1">
            <a:off x="9066111" y="1978591"/>
            <a:ext cx="325154" cy="2211571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>
              <a:solidFill>
                <a:srgbClr val="00B0F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6" name="筆跡 7">
                <a:extLst>
                  <a:ext uri="{FF2B5EF4-FFF2-40B4-BE49-F238E27FC236}">
                    <a16:creationId xmlns:a16="http://schemas.microsoft.com/office/drawing/2014/main" id="{C893526E-C8B2-9324-C9C0-CEC4353A78C0}"/>
                  </a:ext>
                </a:extLst>
              </p14:cNvPr>
              <p14:cNvContentPartPr/>
              <p14:nvPr/>
            </p14:nvContentPartPr>
            <p14:xfrm>
              <a:off x="9659109" y="1072703"/>
              <a:ext cx="474754" cy="45719"/>
            </p14:xfrm>
          </p:contentPart>
        </mc:Choice>
        <mc:Fallback>
          <p:pic>
            <p:nvPicPr>
              <p:cNvPr id="126" name="筆跡 7">
                <a:extLst>
                  <a:ext uri="{FF2B5EF4-FFF2-40B4-BE49-F238E27FC236}">
                    <a16:creationId xmlns:a16="http://schemas.microsoft.com/office/drawing/2014/main" id="{C893526E-C8B2-9324-C9C0-CEC4353A78C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05119" y="-12642997"/>
                <a:ext cx="58237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" name="筆跡 7">
                <a:extLst>
                  <a:ext uri="{FF2B5EF4-FFF2-40B4-BE49-F238E27FC236}">
                    <a16:creationId xmlns:a16="http://schemas.microsoft.com/office/drawing/2014/main" id="{6BCCF852-1FBF-73A0-CD3A-EC2C27DFD711}"/>
                  </a:ext>
                </a:extLst>
              </p14:cNvPr>
              <p14:cNvContentPartPr/>
              <p14:nvPr/>
            </p14:nvContentPartPr>
            <p14:xfrm>
              <a:off x="1565807" y="1932872"/>
              <a:ext cx="1583794" cy="45719"/>
            </p14:xfrm>
          </p:contentPart>
        </mc:Choice>
        <mc:Fallback>
          <p:pic>
            <p:nvPicPr>
              <p:cNvPr id="2" name="筆跡 7">
                <a:extLst>
                  <a:ext uri="{FF2B5EF4-FFF2-40B4-BE49-F238E27FC236}">
                    <a16:creationId xmlns:a16="http://schemas.microsoft.com/office/drawing/2014/main" id="{6BCCF852-1FBF-73A0-CD3A-EC2C27DFD71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11789" y="-11782828"/>
                <a:ext cx="1691469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EC86553-08B7-CBC7-4449-395FFE6FF50E}"/>
              </a:ext>
            </a:extLst>
          </p:cNvPr>
          <p:cNvSpPr txBox="1"/>
          <p:nvPr/>
        </p:nvSpPr>
        <p:spPr>
          <a:xfrm>
            <a:off x="474382" y="2194058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(c) </a:t>
            </a:r>
            <a:endParaRPr lang="en-US" sz="200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2242394-ECAA-18AD-4808-FBC48E81CB53}"/>
              </a:ext>
            </a:extLst>
          </p:cNvPr>
          <p:cNvSpPr/>
          <p:nvPr/>
        </p:nvSpPr>
        <p:spPr>
          <a:xfrm>
            <a:off x="9473608" y="1219926"/>
            <a:ext cx="824753" cy="2967318"/>
          </a:xfrm>
          <a:custGeom>
            <a:avLst/>
            <a:gdLst>
              <a:gd name="connsiteX0" fmla="*/ 0 w 824753"/>
              <a:gd name="connsiteY0" fmla="*/ 0 h 2967318"/>
              <a:gd name="connsiteX1" fmla="*/ 824753 w 824753"/>
              <a:gd name="connsiteY1" fmla="*/ 8965 h 2967318"/>
              <a:gd name="connsiteX2" fmla="*/ 0 w 824753"/>
              <a:gd name="connsiteY2" fmla="*/ 2967318 h 2967318"/>
              <a:gd name="connsiteX3" fmla="*/ 0 w 824753"/>
              <a:gd name="connsiteY3" fmla="*/ 0 h 296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753" h="2967318">
                <a:moveTo>
                  <a:pt x="0" y="0"/>
                </a:moveTo>
                <a:lnTo>
                  <a:pt x="824753" y="8965"/>
                </a:lnTo>
                <a:lnTo>
                  <a:pt x="0" y="2967318"/>
                </a:lnTo>
                <a:lnTo>
                  <a:pt x="0" y="0"/>
                </a:lnTo>
                <a:close/>
              </a:path>
            </a:pathLst>
          </a:cu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1AE02EC-E18A-80E5-4DC6-888EC61D07AD}"/>
              </a:ext>
            </a:extLst>
          </p:cNvPr>
          <p:cNvCxnSpPr>
            <a:cxnSpLocks/>
            <a:endCxn id="8" idx="2"/>
          </p:cNvCxnSpPr>
          <p:nvPr/>
        </p:nvCxnSpPr>
        <p:spPr>
          <a:xfrm flipH="1">
            <a:off x="9473608" y="1179821"/>
            <a:ext cx="861358" cy="3007423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字方塊 119">
                <a:extLst>
                  <a:ext uri="{FF2B5EF4-FFF2-40B4-BE49-F238E27FC236}">
                    <a16:creationId xmlns:a16="http://schemas.microsoft.com/office/drawing/2014/main" id="{28B17BA8-EF6D-9A4D-BB73-E379E0A6ACE6}"/>
                  </a:ext>
                </a:extLst>
              </p:cNvPr>
              <p:cNvSpPr txBox="1"/>
              <p:nvPr/>
            </p:nvSpPr>
            <p:spPr>
              <a:xfrm>
                <a:off x="1100752" y="2257866"/>
                <a:ext cx="3844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70C0"/>
                          </a:solidFill>
                          <a:latin typeface="Lucida Calligraphy" panose="03010101010101010101" pitchFamily="66" charset="0"/>
                        </a:rPr>
                        <m:t>EA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70C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48" name="文字方塊 119">
                <a:extLst>
                  <a:ext uri="{FF2B5EF4-FFF2-40B4-BE49-F238E27FC236}">
                    <a16:creationId xmlns:a16="http://schemas.microsoft.com/office/drawing/2014/main" id="{28B17BA8-EF6D-9A4D-BB73-E379E0A6A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752" y="2257866"/>
                <a:ext cx="384432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32">
                <a:extLst>
                  <a:ext uri="{FF2B5EF4-FFF2-40B4-BE49-F238E27FC236}">
                    <a16:creationId xmlns:a16="http://schemas.microsoft.com/office/drawing/2014/main" id="{098F1E3B-8E52-8F4B-3994-A78C4E29AB77}"/>
                  </a:ext>
                </a:extLst>
              </p:cNvPr>
              <p:cNvSpPr txBox="1"/>
              <p:nvPr/>
            </p:nvSpPr>
            <p:spPr>
              <a:xfrm>
                <a:off x="1630092" y="22578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49" name="文字方塊 132">
                <a:extLst>
                  <a:ext uri="{FF2B5EF4-FFF2-40B4-BE49-F238E27FC236}">
                    <a16:creationId xmlns:a16="http://schemas.microsoft.com/office/drawing/2014/main" id="{098F1E3B-8E52-8F4B-3994-A78C4E29A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092" y="2257866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0" name="群組 112">
            <a:extLst>
              <a:ext uri="{FF2B5EF4-FFF2-40B4-BE49-F238E27FC236}">
                <a16:creationId xmlns:a16="http://schemas.microsoft.com/office/drawing/2014/main" id="{CF1DF2DB-8BA0-E99C-7F10-1E56408E6237}"/>
              </a:ext>
            </a:extLst>
          </p:cNvPr>
          <p:cNvGrpSpPr/>
          <p:nvPr/>
        </p:nvGrpSpPr>
        <p:grpSpPr>
          <a:xfrm>
            <a:off x="2020199" y="2211573"/>
            <a:ext cx="1924793" cy="360040"/>
            <a:chOff x="7148927" y="3573016"/>
            <a:chExt cx="1317415" cy="360040"/>
          </a:xfrm>
        </p:grpSpPr>
        <p:cxnSp>
          <p:nvCxnSpPr>
            <p:cNvPr id="151" name="直線接點 113">
              <a:extLst>
                <a:ext uri="{FF2B5EF4-FFF2-40B4-BE49-F238E27FC236}">
                  <a16:creationId xmlns:a16="http://schemas.microsoft.com/office/drawing/2014/main" id="{6D5BD733-D937-903C-63B2-95A51011C5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4527" y="3573016"/>
              <a:ext cx="1191815" cy="1953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直線接點 114">
              <a:extLst>
                <a:ext uri="{FF2B5EF4-FFF2-40B4-BE49-F238E27FC236}">
                  <a16:creationId xmlns:a16="http://schemas.microsoft.com/office/drawing/2014/main" id="{CE7AA5BF-CC8F-F633-1327-390DE960B1E5}"/>
                </a:ext>
              </a:extLst>
            </p:cNvPr>
            <p:cNvCxnSpPr/>
            <p:nvPr/>
          </p:nvCxnSpPr>
          <p:spPr>
            <a:xfrm flipH="1">
              <a:off x="7202310" y="3573016"/>
              <a:ext cx="72216" cy="36004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直線接點 115">
              <a:extLst>
                <a:ext uri="{FF2B5EF4-FFF2-40B4-BE49-F238E27FC236}">
                  <a16:creationId xmlns:a16="http://schemas.microsoft.com/office/drawing/2014/main" id="{3072849A-AD3F-BC3A-56FC-1B14995FD898}"/>
                </a:ext>
              </a:extLst>
            </p:cNvPr>
            <p:cNvCxnSpPr>
              <a:cxnSpLocks/>
            </p:cNvCxnSpPr>
            <p:nvPr/>
          </p:nvCxnSpPr>
          <p:spPr>
            <a:xfrm>
              <a:off x="7148927" y="3830718"/>
              <a:ext cx="53383" cy="102338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4" name="群組 116">
            <a:extLst>
              <a:ext uri="{FF2B5EF4-FFF2-40B4-BE49-F238E27FC236}">
                <a16:creationId xmlns:a16="http://schemas.microsoft.com/office/drawing/2014/main" id="{D71841CC-0F16-0AF6-B8EC-D516832D02B1}"/>
              </a:ext>
            </a:extLst>
          </p:cNvPr>
          <p:cNvGrpSpPr/>
          <p:nvPr/>
        </p:nvGrpSpPr>
        <p:grpSpPr>
          <a:xfrm>
            <a:off x="2186511" y="2201183"/>
            <a:ext cx="781551" cy="491733"/>
            <a:chOff x="7276718" y="5079849"/>
            <a:chExt cx="781551" cy="49173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5" name="文字方塊 119">
                  <a:extLst>
                    <a:ext uri="{FF2B5EF4-FFF2-40B4-BE49-F238E27FC236}">
                      <a16:creationId xmlns:a16="http://schemas.microsoft.com/office/drawing/2014/main" id="{2063CC52-EAEB-A9B5-9B69-93441882FA09}"/>
                    </a:ext>
                  </a:extLst>
                </p:cNvPr>
                <p:cNvSpPr txBox="1"/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Lucida Calligraphy" panose="03010101010101010101" pitchFamily="66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Lucida Handwriting" panose="03010101010101010101" pitchFamily="66" charset="0"/>
                          </a:rPr>
                          <m:t>Q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55" name="文字方塊 119">
                  <a:extLst>
                    <a:ext uri="{FF2B5EF4-FFF2-40B4-BE49-F238E27FC236}">
                      <a16:creationId xmlns:a16="http://schemas.microsoft.com/office/drawing/2014/main" id="{2063CC52-EAEB-A9B5-9B69-93441882FA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6" name="文字方塊 118">
              <a:extLst>
                <a:ext uri="{FF2B5EF4-FFF2-40B4-BE49-F238E27FC236}">
                  <a16:creationId xmlns:a16="http://schemas.microsoft.com/office/drawing/2014/main" id="{6945CDE4-C428-6EC8-EA4F-8BB7F82EAAC7}"/>
                </a:ext>
              </a:extLst>
            </p:cNvPr>
            <p:cNvSpPr txBox="1"/>
            <p:nvPr/>
          </p:nvSpPr>
          <p:spPr>
            <a:xfrm>
              <a:off x="7769407" y="5079849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文字方塊 128">
                <a:extLst>
                  <a:ext uri="{FF2B5EF4-FFF2-40B4-BE49-F238E27FC236}">
                    <a16:creationId xmlns:a16="http://schemas.microsoft.com/office/drawing/2014/main" id="{07E1A0AF-A2F2-8D05-1BB6-C463C6059699}"/>
                  </a:ext>
                </a:extLst>
              </p:cNvPr>
              <p:cNvSpPr txBox="1"/>
              <p:nvPr/>
            </p:nvSpPr>
            <p:spPr>
              <a:xfrm>
                <a:off x="2877504" y="226922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7" name="文字方塊 128">
                <a:extLst>
                  <a:ext uri="{FF2B5EF4-FFF2-40B4-BE49-F238E27FC236}">
                    <a16:creationId xmlns:a16="http://schemas.microsoft.com/office/drawing/2014/main" id="{07E1A0AF-A2F2-8D05-1BB6-C463C6059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7504" y="2269220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8" name="群組 116">
            <a:extLst>
              <a:ext uri="{FF2B5EF4-FFF2-40B4-BE49-F238E27FC236}">
                <a16:creationId xmlns:a16="http://schemas.microsoft.com/office/drawing/2014/main" id="{62D7FF9B-5204-145E-ACD9-C8AE75670A98}"/>
              </a:ext>
            </a:extLst>
          </p:cNvPr>
          <p:cNvGrpSpPr/>
          <p:nvPr/>
        </p:nvGrpSpPr>
        <p:grpSpPr>
          <a:xfrm>
            <a:off x="3168733" y="2194058"/>
            <a:ext cx="779528" cy="499600"/>
            <a:chOff x="7381696" y="5076030"/>
            <a:chExt cx="779528" cy="4996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9" name="文字方塊 119">
                  <a:extLst>
                    <a:ext uri="{FF2B5EF4-FFF2-40B4-BE49-F238E27FC236}">
                      <a16:creationId xmlns:a16="http://schemas.microsoft.com/office/drawing/2014/main" id="{C966573F-9E7D-F228-B3E0-96FC02C7CB35}"/>
                    </a:ext>
                  </a:extLst>
                </p:cNvPr>
                <p:cNvSpPr txBox="1"/>
                <p:nvPr/>
              </p:nvSpPr>
              <p:spPr>
                <a:xfrm>
                  <a:off x="7381696" y="5175520"/>
                  <a:ext cx="30945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C000"/>
                            </a:solidFill>
                            <a:latin typeface="Lucida Handwriting" panose="03010101010101010101" pitchFamily="66" charset="0"/>
                          </a:rPr>
                          <m:t>Q</m:t>
                        </m:r>
                        <m:r>
                          <m:rPr>
                            <m:nor/>
                          </m:rPr>
                          <a:rPr lang="en-US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C000"/>
                            </a:solidFill>
                            <a:latin typeface="Lucida Calligraphy" panose="03010101010101010101" pitchFamily="66" charset="0"/>
                          </a:rPr>
                          <m:t>A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59" name="文字方塊 119">
                  <a:extLst>
                    <a:ext uri="{FF2B5EF4-FFF2-40B4-BE49-F238E27FC236}">
                      <a16:creationId xmlns:a16="http://schemas.microsoft.com/office/drawing/2014/main" id="{C966573F-9E7D-F228-B3E0-96FC02C7CB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1696" y="5175520"/>
                  <a:ext cx="309454" cy="400110"/>
                </a:xfrm>
                <a:prstGeom prst="rect">
                  <a:avLst/>
                </a:prstGeom>
                <a:blipFill>
                  <a:blip r:embed="rId18"/>
                  <a:stretch>
                    <a:fillRect r="-372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0" name="文字方塊 118">
              <a:extLst>
                <a:ext uri="{FF2B5EF4-FFF2-40B4-BE49-F238E27FC236}">
                  <a16:creationId xmlns:a16="http://schemas.microsoft.com/office/drawing/2014/main" id="{25B42D78-2D97-4164-2D8D-5D97F2252A43}"/>
                </a:ext>
              </a:extLst>
            </p:cNvPr>
            <p:cNvSpPr txBox="1"/>
            <p:nvPr/>
          </p:nvSpPr>
          <p:spPr>
            <a:xfrm>
              <a:off x="7872362" y="5076030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文字方塊 132">
                <a:extLst>
                  <a:ext uri="{FF2B5EF4-FFF2-40B4-BE49-F238E27FC236}">
                    <a16:creationId xmlns:a16="http://schemas.microsoft.com/office/drawing/2014/main" id="{EF7A510B-9A4B-3FA0-E83F-73F03FAEEE0A}"/>
                  </a:ext>
                </a:extLst>
              </p:cNvPr>
              <p:cNvSpPr txBox="1"/>
              <p:nvPr/>
            </p:nvSpPr>
            <p:spPr>
              <a:xfrm>
                <a:off x="1634551" y="279315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1" name="文字方塊 132">
                <a:extLst>
                  <a:ext uri="{FF2B5EF4-FFF2-40B4-BE49-F238E27FC236}">
                    <a16:creationId xmlns:a16="http://schemas.microsoft.com/office/drawing/2014/main" id="{EF7A510B-9A4B-3FA0-E83F-73F03FAEE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551" y="2793153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2" name="群組 112">
            <a:extLst>
              <a:ext uri="{FF2B5EF4-FFF2-40B4-BE49-F238E27FC236}">
                <a16:creationId xmlns:a16="http://schemas.microsoft.com/office/drawing/2014/main" id="{D02F3FFC-10AF-0074-50DB-B89310523E5E}"/>
              </a:ext>
            </a:extLst>
          </p:cNvPr>
          <p:cNvGrpSpPr/>
          <p:nvPr/>
        </p:nvGrpSpPr>
        <p:grpSpPr>
          <a:xfrm>
            <a:off x="2024658" y="2746860"/>
            <a:ext cx="1924793" cy="360040"/>
            <a:chOff x="7148927" y="3573016"/>
            <a:chExt cx="1317415" cy="360040"/>
          </a:xfrm>
        </p:grpSpPr>
        <p:cxnSp>
          <p:nvCxnSpPr>
            <p:cNvPr id="163" name="直線接點 113">
              <a:extLst>
                <a:ext uri="{FF2B5EF4-FFF2-40B4-BE49-F238E27FC236}">
                  <a16:creationId xmlns:a16="http://schemas.microsoft.com/office/drawing/2014/main" id="{6131D781-6870-70C5-6DDB-646ECB9093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4527" y="3573016"/>
              <a:ext cx="1191815" cy="1953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4" name="直線接點 114">
              <a:extLst>
                <a:ext uri="{FF2B5EF4-FFF2-40B4-BE49-F238E27FC236}">
                  <a16:creationId xmlns:a16="http://schemas.microsoft.com/office/drawing/2014/main" id="{4EEA9AB2-0450-D2F4-FFF6-C724BBEF96B1}"/>
                </a:ext>
              </a:extLst>
            </p:cNvPr>
            <p:cNvCxnSpPr/>
            <p:nvPr/>
          </p:nvCxnSpPr>
          <p:spPr>
            <a:xfrm flipH="1">
              <a:off x="7202310" y="3573016"/>
              <a:ext cx="72216" cy="36004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5" name="直線接點 115">
              <a:extLst>
                <a:ext uri="{FF2B5EF4-FFF2-40B4-BE49-F238E27FC236}">
                  <a16:creationId xmlns:a16="http://schemas.microsoft.com/office/drawing/2014/main" id="{E49E6449-FD2C-6737-D28F-6B742E7E7377}"/>
                </a:ext>
              </a:extLst>
            </p:cNvPr>
            <p:cNvCxnSpPr>
              <a:cxnSpLocks/>
            </p:cNvCxnSpPr>
            <p:nvPr/>
          </p:nvCxnSpPr>
          <p:spPr>
            <a:xfrm>
              <a:off x="7148927" y="3830718"/>
              <a:ext cx="53383" cy="102338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6" name="群組 116">
            <a:extLst>
              <a:ext uri="{FF2B5EF4-FFF2-40B4-BE49-F238E27FC236}">
                <a16:creationId xmlns:a16="http://schemas.microsoft.com/office/drawing/2014/main" id="{3169C5D5-36EF-B714-D949-7C418F83FA6A}"/>
              </a:ext>
            </a:extLst>
          </p:cNvPr>
          <p:cNvGrpSpPr/>
          <p:nvPr/>
        </p:nvGrpSpPr>
        <p:grpSpPr>
          <a:xfrm>
            <a:off x="2190970" y="2736470"/>
            <a:ext cx="781551" cy="491733"/>
            <a:chOff x="7276718" y="5079849"/>
            <a:chExt cx="781551" cy="49173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7" name="文字方塊 119">
                  <a:extLst>
                    <a:ext uri="{FF2B5EF4-FFF2-40B4-BE49-F238E27FC236}">
                      <a16:creationId xmlns:a16="http://schemas.microsoft.com/office/drawing/2014/main" id="{96B2CCC7-41DD-C540-4A8F-D8CFF4F58A19}"/>
                    </a:ext>
                  </a:extLst>
                </p:cNvPr>
                <p:cNvSpPr txBox="1"/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Lucida Handwriting" panose="03010101010101010101" pitchFamily="66" charset="0"/>
                          </a:rPr>
                          <m:t>14</m:t>
                        </m:r>
                      </m:oMath>
                    </m:oMathPara>
                  </a14:m>
                  <a:endParaRPr lang="en-US" sz="2000">
                    <a:solidFill>
                      <a:schemeClr val="accent6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167" name="文字方塊 119">
                  <a:extLst>
                    <a:ext uri="{FF2B5EF4-FFF2-40B4-BE49-F238E27FC236}">
                      <a16:creationId xmlns:a16="http://schemas.microsoft.com/office/drawing/2014/main" id="{96B2CCC7-41DD-C540-4A8F-D8CFF4F58A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8" name="文字方塊 118">
              <a:extLst>
                <a:ext uri="{FF2B5EF4-FFF2-40B4-BE49-F238E27FC236}">
                  <a16:creationId xmlns:a16="http://schemas.microsoft.com/office/drawing/2014/main" id="{9B25E18D-2F52-C005-B8C0-E99BF7D45464}"/>
                </a:ext>
              </a:extLst>
            </p:cNvPr>
            <p:cNvSpPr txBox="1"/>
            <p:nvPr/>
          </p:nvSpPr>
          <p:spPr>
            <a:xfrm>
              <a:off x="7769407" y="5079849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文字方塊 128">
                <a:extLst>
                  <a:ext uri="{FF2B5EF4-FFF2-40B4-BE49-F238E27FC236}">
                    <a16:creationId xmlns:a16="http://schemas.microsoft.com/office/drawing/2014/main" id="{B0F7EA5A-9182-368A-19F1-B9E81432A4D5}"/>
                  </a:ext>
                </a:extLst>
              </p:cNvPr>
              <p:cNvSpPr txBox="1"/>
              <p:nvPr/>
            </p:nvSpPr>
            <p:spPr>
              <a:xfrm>
                <a:off x="2881963" y="280450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69" name="文字方塊 128">
                <a:extLst>
                  <a:ext uri="{FF2B5EF4-FFF2-40B4-BE49-F238E27FC236}">
                    <a16:creationId xmlns:a16="http://schemas.microsoft.com/office/drawing/2014/main" id="{B0F7EA5A-9182-368A-19F1-B9E81432A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1963" y="2804507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0" name="群組 116">
            <a:extLst>
              <a:ext uri="{FF2B5EF4-FFF2-40B4-BE49-F238E27FC236}">
                <a16:creationId xmlns:a16="http://schemas.microsoft.com/office/drawing/2014/main" id="{0E6F3506-2677-62A6-695F-D6349BF1FBC4}"/>
              </a:ext>
            </a:extLst>
          </p:cNvPr>
          <p:cNvGrpSpPr/>
          <p:nvPr/>
        </p:nvGrpSpPr>
        <p:grpSpPr>
          <a:xfrm>
            <a:off x="3173192" y="2739856"/>
            <a:ext cx="701347" cy="489089"/>
            <a:chOff x="7381696" y="5086541"/>
            <a:chExt cx="701347" cy="48908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1" name="文字方塊 119">
                  <a:extLst>
                    <a:ext uri="{FF2B5EF4-FFF2-40B4-BE49-F238E27FC236}">
                      <a16:creationId xmlns:a16="http://schemas.microsoft.com/office/drawing/2014/main" id="{022427B9-A64C-A215-3DCD-A91FDB78874A}"/>
                    </a:ext>
                  </a:extLst>
                </p:cNvPr>
                <p:cNvSpPr txBox="1"/>
                <p:nvPr/>
              </p:nvSpPr>
              <p:spPr>
                <a:xfrm>
                  <a:off x="7381696" y="5175520"/>
                  <a:ext cx="30945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C000"/>
                            </a:solidFill>
                            <a:latin typeface="Lucida Handwriting" panose="03010101010101010101" pitchFamily="66" charset="0"/>
                          </a:rPr>
                          <m:t>48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71" name="文字方塊 119">
                  <a:extLst>
                    <a:ext uri="{FF2B5EF4-FFF2-40B4-BE49-F238E27FC236}">
                      <a16:creationId xmlns:a16="http://schemas.microsoft.com/office/drawing/2014/main" id="{022427B9-A64C-A215-3DCD-A91FDB788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1696" y="5175520"/>
                  <a:ext cx="309454" cy="400110"/>
                </a:xfrm>
                <a:prstGeom prst="rect">
                  <a:avLst/>
                </a:prstGeom>
                <a:blipFill>
                  <a:blip r:embed="rId22"/>
                  <a:stretch>
                    <a:fillRect r="-1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2" name="文字方塊 118">
              <a:extLst>
                <a:ext uri="{FF2B5EF4-FFF2-40B4-BE49-F238E27FC236}">
                  <a16:creationId xmlns:a16="http://schemas.microsoft.com/office/drawing/2014/main" id="{08170DCD-9BE6-D414-4712-CDC4D9AB7978}"/>
                </a:ext>
              </a:extLst>
            </p:cNvPr>
            <p:cNvSpPr txBox="1"/>
            <p:nvPr/>
          </p:nvSpPr>
          <p:spPr>
            <a:xfrm>
              <a:off x="7794181" y="5086541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174" name="TextBox 173">
            <a:extLst>
              <a:ext uri="{FF2B5EF4-FFF2-40B4-BE49-F238E27FC236}">
                <a16:creationId xmlns:a16="http://schemas.microsoft.com/office/drawing/2014/main" id="{06C742F5-6B07-8CE9-770E-F28FAF5F04F5}"/>
              </a:ext>
            </a:extLst>
          </p:cNvPr>
          <p:cNvSpPr txBox="1"/>
          <p:nvPr/>
        </p:nvSpPr>
        <p:spPr>
          <a:xfrm>
            <a:off x="3883897" y="2813414"/>
            <a:ext cx="6121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5" name="文字方塊 27">
                <a:extLst>
                  <a:ext uri="{FF2B5EF4-FFF2-40B4-BE49-F238E27FC236}">
                    <a16:creationId xmlns:a16="http://schemas.microsoft.com/office/drawing/2014/main" id="{AE7BB80A-D719-EBBB-D5D6-AB32A6B29CC8}"/>
                  </a:ext>
                </a:extLst>
              </p:cNvPr>
              <p:cNvSpPr txBox="1"/>
              <p:nvPr/>
            </p:nvSpPr>
            <p:spPr>
              <a:xfrm>
                <a:off x="1630092" y="325091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75" name="文字方塊 27">
                <a:extLst>
                  <a:ext uri="{FF2B5EF4-FFF2-40B4-BE49-F238E27FC236}">
                    <a16:creationId xmlns:a16="http://schemas.microsoft.com/office/drawing/2014/main" id="{AE7BB80A-D719-EBBB-D5D6-AB32A6B29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092" y="3250910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6" name="TextBox 175">
            <a:extLst>
              <a:ext uri="{FF2B5EF4-FFF2-40B4-BE49-F238E27FC236}">
                <a16:creationId xmlns:a16="http://schemas.microsoft.com/office/drawing/2014/main" id="{C36BB9E7-FD5D-F121-6091-375524E67BF5}"/>
              </a:ext>
            </a:extLst>
          </p:cNvPr>
          <p:cNvSpPr txBox="1"/>
          <p:nvPr/>
        </p:nvSpPr>
        <p:spPr>
          <a:xfrm>
            <a:off x="1904251" y="3260663"/>
            <a:ext cx="11865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Handwriting" panose="03010101010101010101" pitchFamily="66" charset="0"/>
              </a:rPr>
              <a:t>50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20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78" name="筆跡 4">
                <a:extLst>
                  <a:ext uri="{FF2B5EF4-FFF2-40B4-BE49-F238E27FC236}">
                    <a16:creationId xmlns:a16="http://schemas.microsoft.com/office/drawing/2014/main" id="{E5FFA14E-03E5-165E-67FD-71A461EA87F1}"/>
                  </a:ext>
                </a:extLst>
              </p14:cNvPr>
              <p14:cNvContentPartPr/>
              <p14:nvPr/>
            </p14:nvContentPartPr>
            <p14:xfrm>
              <a:off x="10307724" y="2333563"/>
              <a:ext cx="709785" cy="45719"/>
            </p14:xfrm>
          </p:contentPart>
        </mc:Choice>
        <mc:Fallback>
          <p:pic>
            <p:nvPicPr>
              <p:cNvPr id="178" name="筆跡 4">
                <a:extLst>
                  <a:ext uri="{FF2B5EF4-FFF2-40B4-BE49-F238E27FC236}">
                    <a16:creationId xmlns:a16="http://schemas.microsoft.com/office/drawing/2014/main" id="{E5FFA14E-03E5-165E-67FD-71A461EA87F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253707" y="-11382137"/>
                <a:ext cx="817459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80" name="Freeform: Shape 179">
            <a:extLst>
              <a:ext uri="{FF2B5EF4-FFF2-40B4-BE49-F238E27FC236}">
                <a16:creationId xmlns:a16="http://schemas.microsoft.com/office/drawing/2014/main" id="{263C3473-7224-6A5C-64B1-A1F6EA4BB3D9}"/>
              </a:ext>
            </a:extLst>
          </p:cNvPr>
          <p:cNvSpPr/>
          <p:nvPr/>
        </p:nvSpPr>
        <p:spPr>
          <a:xfrm>
            <a:off x="9480674" y="1945757"/>
            <a:ext cx="653185" cy="2190945"/>
          </a:xfrm>
          <a:custGeom>
            <a:avLst/>
            <a:gdLst>
              <a:gd name="connsiteX0" fmla="*/ 0 w 824753"/>
              <a:gd name="connsiteY0" fmla="*/ 0 h 2967318"/>
              <a:gd name="connsiteX1" fmla="*/ 824753 w 824753"/>
              <a:gd name="connsiteY1" fmla="*/ 8965 h 2967318"/>
              <a:gd name="connsiteX2" fmla="*/ 0 w 824753"/>
              <a:gd name="connsiteY2" fmla="*/ 2967318 h 2967318"/>
              <a:gd name="connsiteX3" fmla="*/ 0 w 824753"/>
              <a:gd name="connsiteY3" fmla="*/ 0 h 2967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4753" h="2967318">
                <a:moveTo>
                  <a:pt x="0" y="0"/>
                </a:moveTo>
                <a:lnTo>
                  <a:pt x="824753" y="8965"/>
                </a:lnTo>
                <a:lnTo>
                  <a:pt x="0" y="2967318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左大括弧 49">
            <a:extLst>
              <a:ext uri="{FF2B5EF4-FFF2-40B4-BE49-F238E27FC236}">
                <a16:creationId xmlns:a16="http://schemas.microsoft.com/office/drawing/2014/main" id="{10686FBF-14BA-98EF-61C0-254DC6E59EF3}"/>
              </a:ext>
            </a:extLst>
          </p:cNvPr>
          <p:cNvSpPr/>
          <p:nvPr/>
        </p:nvSpPr>
        <p:spPr>
          <a:xfrm rot="854521" flipH="1">
            <a:off x="9852991" y="2006068"/>
            <a:ext cx="325154" cy="2267480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>
              <a:solidFill>
                <a:srgbClr val="00B0F0"/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BCA428EF-B6BE-6B39-94CC-C35A1AEAA44C}"/>
              </a:ext>
            </a:extLst>
          </p:cNvPr>
          <p:cNvSpPr txBox="1"/>
          <p:nvPr/>
        </p:nvSpPr>
        <p:spPr>
          <a:xfrm>
            <a:off x="9825632" y="2678364"/>
            <a:ext cx="8698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Handwriting" panose="03010101010101010101" pitchFamily="66" charset="0"/>
              </a:rPr>
              <a:t>50</a:t>
            </a:r>
            <a:r>
              <a:rPr lang="en-US" altLang="zh-HK" sz="16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16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2" name="文字方塊 119">
                <a:extLst>
                  <a:ext uri="{FF2B5EF4-FFF2-40B4-BE49-F238E27FC236}">
                    <a16:creationId xmlns:a16="http://schemas.microsoft.com/office/drawing/2014/main" id="{FDA8BC04-5FF7-DD40-D323-A9D4A7DBFB95}"/>
                  </a:ext>
                </a:extLst>
              </p:cNvPr>
              <p:cNvSpPr txBox="1"/>
              <p:nvPr/>
            </p:nvSpPr>
            <p:spPr>
              <a:xfrm>
                <a:off x="1052012" y="3763642"/>
                <a:ext cx="3844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Lucida Calligraphy" panose="03010101010101010101" pitchFamily="66" charset="0"/>
                        </a:rPr>
                        <m:t>CA</m:t>
                      </m:r>
                    </m:oMath>
                  </m:oMathPara>
                </a14:m>
                <a:endParaRPr lang="en-HK" altLang="zh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82" name="文字方塊 119">
                <a:extLst>
                  <a:ext uri="{FF2B5EF4-FFF2-40B4-BE49-F238E27FC236}">
                    <a16:creationId xmlns:a16="http://schemas.microsoft.com/office/drawing/2014/main" id="{FDA8BC04-5FF7-DD40-D323-A9D4A7DBFB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012" y="3763642"/>
                <a:ext cx="384432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3" name="文字方塊 132">
                <a:extLst>
                  <a:ext uri="{FF2B5EF4-FFF2-40B4-BE49-F238E27FC236}">
                    <a16:creationId xmlns:a16="http://schemas.microsoft.com/office/drawing/2014/main" id="{1583EAAC-FCDA-419B-0907-AB7BCC50FB00}"/>
                  </a:ext>
                </a:extLst>
              </p:cNvPr>
              <p:cNvSpPr txBox="1"/>
              <p:nvPr/>
            </p:nvSpPr>
            <p:spPr>
              <a:xfrm>
                <a:off x="1618922" y="376364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83" name="文字方塊 132">
                <a:extLst>
                  <a:ext uri="{FF2B5EF4-FFF2-40B4-BE49-F238E27FC236}">
                    <a16:creationId xmlns:a16="http://schemas.microsoft.com/office/drawing/2014/main" id="{1583EAAC-FCDA-419B-0907-AB7BCC50F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922" y="3763642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4" name="群組 112">
            <a:extLst>
              <a:ext uri="{FF2B5EF4-FFF2-40B4-BE49-F238E27FC236}">
                <a16:creationId xmlns:a16="http://schemas.microsoft.com/office/drawing/2014/main" id="{0EEE389C-43A5-821A-D1BB-B14D5DAFB1FB}"/>
              </a:ext>
            </a:extLst>
          </p:cNvPr>
          <p:cNvGrpSpPr/>
          <p:nvPr/>
        </p:nvGrpSpPr>
        <p:grpSpPr>
          <a:xfrm>
            <a:off x="2009029" y="3717349"/>
            <a:ext cx="1924793" cy="360040"/>
            <a:chOff x="7148927" y="3573016"/>
            <a:chExt cx="1317415" cy="360040"/>
          </a:xfrm>
        </p:grpSpPr>
        <p:cxnSp>
          <p:nvCxnSpPr>
            <p:cNvPr id="185" name="直線接點 113">
              <a:extLst>
                <a:ext uri="{FF2B5EF4-FFF2-40B4-BE49-F238E27FC236}">
                  <a16:creationId xmlns:a16="http://schemas.microsoft.com/office/drawing/2014/main" id="{202A70DE-92D0-3E22-1DDB-74D6BEDD8A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4527" y="3573016"/>
              <a:ext cx="1191815" cy="1953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直線接點 114">
              <a:extLst>
                <a:ext uri="{FF2B5EF4-FFF2-40B4-BE49-F238E27FC236}">
                  <a16:creationId xmlns:a16="http://schemas.microsoft.com/office/drawing/2014/main" id="{564E901B-147E-35BD-0483-1B970C30AAD9}"/>
                </a:ext>
              </a:extLst>
            </p:cNvPr>
            <p:cNvCxnSpPr/>
            <p:nvPr/>
          </p:nvCxnSpPr>
          <p:spPr>
            <a:xfrm flipH="1">
              <a:off x="7202310" y="3573016"/>
              <a:ext cx="72216" cy="36004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直線接點 115">
              <a:extLst>
                <a:ext uri="{FF2B5EF4-FFF2-40B4-BE49-F238E27FC236}">
                  <a16:creationId xmlns:a16="http://schemas.microsoft.com/office/drawing/2014/main" id="{26C1F380-4D86-17AE-915D-DFBD480B5D7B}"/>
                </a:ext>
              </a:extLst>
            </p:cNvPr>
            <p:cNvCxnSpPr>
              <a:cxnSpLocks/>
            </p:cNvCxnSpPr>
            <p:nvPr/>
          </p:nvCxnSpPr>
          <p:spPr>
            <a:xfrm>
              <a:off x="7148927" y="3830718"/>
              <a:ext cx="53383" cy="102338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8" name="群組 116">
            <a:extLst>
              <a:ext uri="{FF2B5EF4-FFF2-40B4-BE49-F238E27FC236}">
                <a16:creationId xmlns:a16="http://schemas.microsoft.com/office/drawing/2014/main" id="{D49D9EC5-2809-7743-11B0-B68D9295D2D4}"/>
              </a:ext>
            </a:extLst>
          </p:cNvPr>
          <p:cNvGrpSpPr/>
          <p:nvPr/>
        </p:nvGrpSpPr>
        <p:grpSpPr>
          <a:xfrm>
            <a:off x="2175341" y="3706959"/>
            <a:ext cx="781551" cy="491733"/>
            <a:chOff x="7276718" y="5079849"/>
            <a:chExt cx="781551" cy="49173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9" name="文字方塊 119">
                  <a:extLst>
                    <a:ext uri="{FF2B5EF4-FFF2-40B4-BE49-F238E27FC236}">
                      <a16:creationId xmlns:a16="http://schemas.microsoft.com/office/drawing/2014/main" id="{D5E9FBA5-E225-237A-858D-EC6138DD3A23}"/>
                    </a:ext>
                  </a:extLst>
                </p:cNvPr>
                <p:cNvSpPr txBox="1"/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0000"/>
                            </a:solidFill>
                            <a:latin typeface="Lucida Calligraphy" panose="03010101010101010101" pitchFamily="66" charset="0"/>
                          </a:rPr>
                          <m:t>CP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89" name="文字方塊 119">
                  <a:extLst>
                    <a:ext uri="{FF2B5EF4-FFF2-40B4-BE49-F238E27FC236}">
                      <a16:creationId xmlns:a16="http://schemas.microsoft.com/office/drawing/2014/main" id="{D5E9FBA5-E225-237A-858D-EC6138DD3A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0" name="文字方塊 118">
              <a:extLst>
                <a:ext uri="{FF2B5EF4-FFF2-40B4-BE49-F238E27FC236}">
                  <a16:creationId xmlns:a16="http://schemas.microsoft.com/office/drawing/2014/main" id="{4E4303A0-0835-E693-15B9-9DB342B8080D}"/>
                </a:ext>
              </a:extLst>
            </p:cNvPr>
            <p:cNvSpPr txBox="1"/>
            <p:nvPr/>
          </p:nvSpPr>
          <p:spPr>
            <a:xfrm>
              <a:off x="7769407" y="5079849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1" name="文字方塊 128">
                <a:extLst>
                  <a:ext uri="{FF2B5EF4-FFF2-40B4-BE49-F238E27FC236}">
                    <a16:creationId xmlns:a16="http://schemas.microsoft.com/office/drawing/2014/main" id="{762DBD8A-D34F-B5B0-051A-B991FB2DC2A8}"/>
                  </a:ext>
                </a:extLst>
              </p:cNvPr>
              <p:cNvSpPr txBox="1"/>
              <p:nvPr/>
            </p:nvSpPr>
            <p:spPr>
              <a:xfrm>
                <a:off x="2866334" y="377499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1" name="文字方塊 128">
                <a:extLst>
                  <a:ext uri="{FF2B5EF4-FFF2-40B4-BE49-F238E27FC236}">
                    <a16:creationId xmlns:a16="http://schemas.microsoft.com/office/drawing/2014/main" id="{762DBD8A-D34F-B5B0-051A-B991FB2DC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6334" y="3774996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2" name="群組 116">
            <a:extLst>
              <a:ext uri="{FF2B5EF4-FFF2-40B4-BE49-F238E27FC236}">
                <a16:creationId xmlns:a16="http://schemas.microsoft.com/office/drawing/2014/main" id="{D364B689-E81F-F4AD-0441-47B8FA93266F}"/>
              </a:ext>
            </a:extLst>
          </p:cNvPr>
          <p:cNvGrpSpPr/>
          <p:nvPr/>
        </p:nvGrpSpPr>
        <p:grpSpPr>
          <a:xfrm>
            <a:off x="3157563" y="3699834"/>
            <a:ext cx="779528" cy="499600"/>
            <a:chOff x="7381696" y="5076030"/>
            <a:chExt cx="779528" cy="4996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3" name="文字方塊 119">
                  <a:extLst>
                    <a:ext uri="{FF2B5EF4-FFF2-40B4-BE49-F238E27FC236}">
                      <a16:creationId xmlns:a16="http://schemas.microsoft.com/office/drawing/2014/main" id="{1389DA78-A7F8-DEC3-C1E8-F32EBC2E9D02}"/>
                    </a:ext>
                  </a:extLst>
                </p:cNvPr>
                <p:cNvSpPr txBox="1"/>
                <p:nvPr/>
              </p:nvSpPr>
              <p:spPr>
                <a:xfrm>
                  <a:off x="7381696" y="5175520"/>
                  <a:ext cx="61640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latin typeface="Lucida Calligraphy" panose="03010101010101010101" pitchFamily="66" charset="0"/>
                          </a:rPr>
                          <m:t>PA</m:t>
                        </m:r>
                      </m:oMath>
                    </m:oMathPara>
                  </a14:m>
                  <a:endPara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193" name="文字方塊 119">
                  <a:extLst>
                    <a:ext uri="{FF2B5EF4-FFF2-40B4-BE49-F238E27FC236}">
                      <a16:creationId xmlns:a16="http://schemas.microsoft.com/office/drawing/2014/main" id="{1389DA78-A7F8-DEC3-C1E8-F32EBC2E9D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1696" y="5175520"/>
                  <a:ext cx="616406" cy="400110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4" name="文字方塊 118">
              <a:extLst>
                <a:ext uri="{FF2B5EF4-FFF2-40B4-BE49-F238E27FC236}">
                  <a16:creationId xmlns:a16="http://schemas.microsoft.com/office/drawing/2014/main" id="{A8C1E226-BB28-99C3-D18D-F5831F398A0F}"/>
                </a:ext>
              </a:extLst>
            </p:cNvPr>
            <p:cNvSpPr txBox="1"/>
            <p:nvPr/>
          </p:nvSpPr>
          <p:spPr>
            <a:xfrm>
              <a:off x="7872362" y="5076030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5" name="文字方塊 132">
                <a:extLst>
                  <a:ext uri="{FF2B5EF4-FFF2-40B4-BE49-F238E27FC236}">
                    <a16:creationId xmlns:a16="http://schemas.microsoft.com/office/drawing/2014/main" id="{5BFC6588-D6E9-A0B7-D57D-1CCB082DC0E8}"/>
                  </a:ext>
                </a:extLst>
              </p:cNvPr>
              <p:cNvSpPr txBox="1"/>
              <p:nvPr/>
            </p:nvSpPr>
            <p:spPr>
              <a:xfrm>
                <a:off x="1624972" y="431657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95" name="文字方塊 132">
                <a:extLst>
                  <a:ext uri="{FF2B5EF4-FFF2-40B4-BE49-F238E27FC236}">
                    <a16:creationId xmlns:a16="http://schemas.microsoft.com/office/drawing/2014/main" id="{5BFC6588-D6E9-A0B7-D57D-1CCB082DC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4972" y="4316574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6" name="群組 112">
            <a:extLst>
              <a:ext uri="{FF2B5EF4-FFF2-40B4-BE49-F238E27FC236}">
                <a16:creationId xmlns:a16="http://schemas.microsoft.com/office/drawing/2014/main" id="{3ADDB414-4E06-D2DD-7B4B-279FAEBC7A16}"/>
              </a:ext>
            </a:extLst>
          </p:cNvPr>
          <p:cNvGrpSpPr/>
          <p:nvPr/>
        </p:nvGrpSpPr>
        <p:grpSpPr>
          <a:xfrm>
            <a:off x="2015079" y="4270281"/>
            <a:ext cx="1924793" cy="360040"/>
            <a:chOff x="7148927" y="3573016"/>
            <a:chExt cx="1317415" cy="360040"/>
          </a:xfrm>
        </p:grpSpPr>
        <p:cxnSp>
          <p:nvCxnSpPr>
            <p:cNvPr id="197" name="直線接點 113">
              <a:extLst>
                <a:ext uri="{FF2B5EF4-FFF2-40B4-BE49-F238E27FC236}">
                  <a16:creationId xmlns:a16="http://schemas.microsoft.com/office/drawing/2014/main" id="{D29F0F19-3002-AF1D-B26A-E57C1ED32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4527" y="3573016"/>
              <a:ext cx="1191815" cy="1953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8" name="直線接點 114">
              <a:extLst>
                <a:ext uri="{FF2B5EF4-FFF2-40B4-BE49-F238E27FC236}">
                  <a16:creationId xmlns:a16="http://schemas.microsoft.com/office/drawing/2014/main" id="{4824C619-C56C-E29F-E8E4-792F35D7485B}"/>
                </a:ext>
              </a:extLst>
            </p:cNvPr>
            <p:cNvCxnSpPr/>
            <p:nvPr/>
          </p:nvCxnSpPr>
          <p:spPr>
            <a:xfrm flipH="1">
              <a:off x="7202310" y="3573016"/>
              <a:ext cx="72216" cy="360040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9" name="直線接點 115">
              <a:extLst>
                <a:ext uri="{FF2B5EF4-FFF2-40B4-BE49-F238E27FC236}">
                  <a16:creationId xmlns:a16="http://schemas.microsoft.com/office/drawing/2014/main" id="{A392B2AF-99A1-97CE-9447-1EA70B4F669C}"/>
                </a:ext>
              </a:extLst>
            </p:cNvPr>
            <p:cNvCxnSpPr>
              <a:cxnSpLocks/>
            </p:cNvCxnSpPr>
            <p:nvPr/>
          </p:nvCxnSpPr>
          <p:spPr>
            <a:xfrm>
              <a:off x="7148927" y="3830718"/>
              <a:ext cx="53383" cy="102338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0" name="群組 116">
            <a:extLst>
              <a:ext uri="{FF2B5EF4-FFF2-40B4-BE49-F238E27FC236}">
                <a16:creationId xmlns:a16="http://schemas.microsoft.com/office/drawing/2014/main" id="{EF7663BC-4968-FC1E-1BAE-6C305510C2DA}"/>
              </a:ext>
            </a:extLst>
          </p:cNvPr>
          <p:cNvGrpSpPr/>
          <p:nvPr/>
        </p:nvGrpSpPr>
        <p:grpSpPr>
          <a:xfrm>
            <a:off x="2181391" y="4259891"/>
            <a:ext cx="922640" cy="491733"/>
            <a:chOff x="7276718" y="5079849"/>
            <a:chExt cx="922640" cy="49173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1" name="文字方塊 119">
                  <a:extLst>
                    <a:ext uri="{FF2B5EF4-FFF2-40B4-BE49-F238E27FC236}">
                      <a16:creationId xmlns:a16="http://schemas.microsoft.com/office/drawing/2014/main" id="{C139A370-3C86-2B4E-3A23-AD6077B9EE8B}"/>
                    </a:ext>
                  </a:extLst>
                </p:cNvPr>
                <p:cNvSpPr txBox="1"/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0000"/>
                            </a:solidFill>
                            <a:latin typeface="Lucida Handwriting" panose="03010101010101010101" pitchFamily="66" charset="0"/>
                          </a:rPr>
                          <m:t>10.5</m:t>
                        </m:r>
                      </m:oMath>
                    </m:oMathPara>
                  </a14:m>
                  <a:endParaRPr lang="en-US" sz="2000">
                    <a:solidFill>
                      <a:schemeClr val="accent6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201" name="文字方塊 119">
                  <a:extLst>
                    <a:ext uri="{FF2B5EF4-FFF2-40B4-BE49-F238E27FC236}">
                      <a16:creationId xmlns:a16="http://schemas.microsoft.com/office/drawing/2014/main" id="{C139A370-3C86-2B4E-3A23-AD6077B9EE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6718" y="5171472"/>
                  <a:ext cx="587019" cy="40011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2" name="文字方塊 118">
              <a:extLst>
                <a:ext uri="{FF2B5EF4-FFF2-40B4-BE49-F238E27FC236}">
                  <a16:creationId xmlns:a16="http://schemas.microsoft.com/office/drawing/2014/main" id="{41B93D4C-58F9-C74F-586F-8E3F02C1EC8D}"/>
                </a:ext>
              </a:extLst>
            </p:cNvPr>
            <p:cNvSpPr txBox="1"/>
            <p:nvPr/>
          </p:nvSpPr>
          <p:spPr>
            <a:xfrm>
              <a:off x="7910496" y="5079849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文字方塊 128">
                <a:extLst>
                  <a:ext uri="{FF2B5EF4-FFF2-40B4-BE49-F238E27FC236}">
                    <a16:creationId xmlns:a16="http://schemas.microsoft.com/office/drawing/2014/main" id="{F2446934-C5D9-880E-B874-CD86B6946084}"/>
                  </a:ext>
                </a:extLst>
              </p:cNvPr>
              <p:cNvSpPr txBox="1"/>
              <p:nvPr/>
            </p:nvSpPr>
            <p:spPr>
              <a:xfrm>
                <a:off x="2942913" y="435151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3" name="文字方塊 128">
                <a:extLst>
                  <a:ext uri="{FF2B5EF4-FFF2-40B4-BE49-F238E27FC236}">
                    <a16:creationId xmlns:a16="http://schemas.microsoft.com/office/drawing/2014/main" id="{F2446934-C5D9-880E-B874-CD86B69460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2913" y="4351514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4" name="群組 116">
            <a:extLst>
              <a:ext uri="{FF2B5EF4-FFF2-40B4-BE49-F238E27FC236}">
                <a16:creationId xmlns:a16="http://schemas.microsoft.com/office/drawing/2014/main" id="{689E9FC7-E9A8-6A44-B3C8-EA36A979FBFE}"/>
              </a:ext>
            </a:extLst>
          </p:cNvPr>
          <p:cNvGrpSpPr/>
          <p:nvPr/>
        </p:nvGrpSpPr>
        <p:grpSpPr>
          <a:xfrm>
            <a:off x="3214232" y="4262535"/>
            <a:ext cx="701348" cy="489089"/>
            <a:chOff x="7381695" y="5086541"/>
            <a:chExt cx="701348" cy="48908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5" name="文字方塊 119">
                  <a:extLst>
                    <a:ext uri="{FF2B5EF4-FFF2-40B4-BE49-F238E27FC236}">
                      <a16:creationId xmlns:a16="http://schemas.microsoft.com/office/drawing/2014/main" id="{730CBA31-239D-57AA-A2FA-5919F2ED0C49}"/>
                    </a:ext>
                  </a:extLst>
                </p:cNvPr>
                <p:cNvSpPr txBox="1"/>
                <p:nvPr/>
              </p:nvSpPr>
              <p:spPr>
                <a:xfrm>
                  <a:off x="7381695" y="5175520"/>
                  <a:ext cx="474043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HK" sz="2000" b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latin typeface="Lucida Handwriting" panose="03010101010101010101" pitchFamily="66" charset="0"/>
                          </a:rPr>
                          <m:t>36</m:t>
                        </m:r>
                      </m:oMath>
                    </m:oMathPara>
                  </a14:m>
                  <a:endParaRPr lang="en-HK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>
            <p:sp>
              <p:nvSpPr>
                <p:cNvPr id="205" name="文字方塊 119">
                  <a:extLst>
                    <a:ext uri="{FF2B5EF4-FFF2-40B4-BE49-F238E27FC236}">
                      <a16:creationId xmlns:a16="http://schemas.microsoft.com/office/drawing/2014/main" id="{730CBA31-239D-57AA-A2FA-5919F2ED0C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1695" y="5175520"/>
                  <a:ext cx="474043" cy="400110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6" name="文字方塊 118">
              <a:extLst>
                <a:ext uri="{FF2B5EF4-FFF2-40B4-BE49-F238E27FC236}">
                  <a16:creationId xmlns:a16="http://schemas.microsoft.com/office/drawing/2014/main" id="{9F87D8B8-9E53-913B-EAEF-4C890F781518}"/>
                </a:ext>
              </a:extLst>
            </p:cNvPr>
            <p:cNvSpPr txBox="1"/>
            <p:nvPr/>
          </p:nvSpPr>
          <p:spPr>
            <a:xfrm>
              <a:off x="7794181" y="5086541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207" name="TextBox 206">
            <a:extLst>
              <a:ext uri="{FF2B5EF4-FFF2-40B4-BE49-F238E27FC236}">
                <a16:creationId xmlns:a16="http://schemas.microsoft.com/office/drawing/2014/main" id="{FF6D529A-C6BA-83A6-1556-6177421335A8}"/>
              </a:ext>
            </a:extLst>
          </p:cNvPr>
          <p:cNvSpPr txBox="1"/>
          <p:nvPr/>
        </p:nvSpPr>
        <p:spPr>
          <a:xfrm>
            <a:off x="3874318" y="4336835"/>
            <a:ext cx="6121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8" name="文字方塊 27">
                <a:extLst>
                  <a:ext uri="{FF2B5EF4-FFF2-40B4-BE49-F238E27FC236}">
                    <a16:creationId xmlns:a16="http://schemas.microsoft.com/office/drawing/2014/main" id="{1EF017CF-BC77-35ED-52D3-8DEBDB0FADB3}"/>
                  </a:ext>
                </a:extLst>
              </p:cNvPr>
              <p:cNvSpPr txBox="1"/>
              <p:nvPr/>
            </p:nvSpPr>
            <p:spPr>
              <a:xfrm>
                <a:off x="1618922" y="48220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08" name="文字方塊 27">
                <a:extLst>
                  <a:ext uri="{FF2B5EF4-FFF2-40B4-BE49-F238E27FC236}">
                    <a16:creationId xmlns:a16="http://schemas.microsoft.com/office/drawing/2014/main" id="{1EF017CF-BC77-35ED-52D3-8DEBDB0FA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8922" y="4822000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TextBox 208">
            <a:extLst>
              <a:ext uri="{FF2B5EF4-FFF2-40B4-BE49-F238E27FC236}">
                <a16:creationId xmlns:a16="http://schemas.microsoft.com/office/drawing/2014/main" id="{3DA0B93D-2485-CD32-C2E8-DFA4108194EE}"/>
              </a:ext>
            </a:extLst>
          </p:cNvPr>
          <p:cNvSpPr txBox="1"/>
          <p:nvPr/>
        </p:nvSpPr>
        <p:spPr>
          <a:xfrm>
            <a:off x="1893081" y="4831753"/>
            <a:ext cx="15015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37.5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2000"/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1C0ECCC2-F132-F3A5-3A65-D80B9BB72B81}"/>
              </a:ext>
            </a:extLst>
          </p:cNvPr>
          <p:cNvSpPr txBox="1"/>
          <p:nvPr/>
        </p:nvSpPr>
        <p:spPr>
          <a:xfrm>
            <a:off x="10077144" y="3122164"/>
            <a:ext cx="10810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37.5</a:t>
            </a:r>
            <a:r>
              <a:rPr lang="en-US" altLang="zh-HK" sz="16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1600"/>
          </a:p>
        </p:txBody>
      </p:sp>
      <p:sp>
        <p:nvSpPr>
          <p:cNvPr id="213" name="TextBox 15">
            <a:extLst>
              <a:ext uri="{FF2B5EF4-FFF2-40B4-BE49-F238E27FC236}">
                <a16:creationId xmlns:a16="http://schemas.microsoft.com/office/drawing/2014/main" id="{4AE38AF4-4ABD-B3E5-F0F5-8A040B5D2AA6}"/>
              </a:ext>
            </a:extLst>
          </p:cNvPr>
          <p:cNvSpPr txBox="1"/>
          <p:nvPr/>
        </p:nvSpPr>
        <p:spPr>
          <a:xfrm>
            <a:off x="797248" y="5193537"/>
            <a:ext cx="4854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Total surface area of the frustum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4" name="文字方塊 27">
                <a:extLst>
                  <a:ext uri="{FF2B5EF4-FFF2-40B4-BE49-F238E27FC236}">
                    <a16:creationId xmlns:a16="http://schemas.microsoft.com/office/drawing/2014/main" id="{7A79656E-99D3-EF67-F1D0-4C081270EFB8}"/>
                  </a:ext>
                </a:extLst>
              </p:cNvPr>
              <p:cNvSpPr txBox="1"/>
              <p:nvPr/>
            </p:nvSpPr>
            <p:spPr>
              <a:xfrm>
                <a:off x="501560" y="570101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14" name="文字方塊 27">
                <a:extLst>
                  <a:ext uri="{FF2B5EF4-FFF2-40B4-BE49-F238E27FC236}">
                    <a16:creationId xmlns:a16="http://schemas.microsoft.com/office/drawing/2014/main" id="{7A79656E-99D3-EF67-F1D0-4C081270E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60" y="5701015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8" name="Left Bracket 217">
            <a:extLst>
              <a:ext uri="{FF2B5EF4-FFF2-40B4-BE49-F238E27FC236}">
                <a16:creationId xmlns:a16="http://schemas.microsoft.com/office/drawing/2014/main" id="{1DB358A0-162D-C070-F1F1-9C600161CE8C}"/>
              </a:ext>
            </a:extLst>
          </p:cNvPr>
          <p:cNvSpPr/>
          <p:nvPr/>
        </p:nvSpPr>
        <p:spPr>
          <a:xfrm>
            <a:off x="1043031" y="5626569"/>
            <a:ext cx="102342" cy="49464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4140A9F8-7EDE-02FD-D7A5-665EFB66BC43}"/>
                  </a:ext>
                </a:extLst>
              </p:cNvPr>
              <p:cNvSpPr txBox="1"/>
              <p:nvPr/>
            </p:nvSpPr>
            <p:spPr>
              <a:xfrm>
                <a:off x="1046751" y="5702120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4140A9F8-7EDE-02FD-D7A5-665EFB66B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751" y="5702120"/>
                <a:ext cx="357791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0" name="文字方塊 255">
            <a:extLst>
              <a:ext uri="{FF2B5EF4-FFF2-40B4-BE49-F238E27FC236}">
                <a16:creationId xmlns:a16="http://schemas.microsoft.com/office/drawing/2014/main" id="{AC2210FF-91E6-9002-C098-FF324E8EFE26}"/>
              </a:ext>
            </a:extLst>
          </p:cNvPr>
          <p:cNvSpPr txBox="1"/>
          <p:nvPr/>
        </p:nvSpPr>
        <p:spPr>
          <a:xfrm>
            <a:off x="1616349" y="5730853"/>
            <a:ext cx="604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14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6">
                  <a:lumMod val="40000"/>
                  <a:lumOff val="6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21" name="文字方塊 106">
            <a:extLst>
              <a:ext uri="{FF2B5EF4-FFF2-40B4-BE49-F238E27FC236}">
                <a16:creationId xmlns:a16="http://schemas.microsoft.com/office/drawing/2014/main" id="{D2EC15E2-DFBB-C911-4DAD-AC80B7B40EC2}"/>
              </a:ext>
            </a:extLst>
          </p:cNvPr>
          <p:cNvSpPr txBox="1"/>
          <p:nvPr/>
        </p:nvSpPr>
        <p:spPr>
          <a:xfrm>
            <a:off x="1953665" y="5603400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2" name="文字方塊 44">
                <a:extLst>
                  <a:ext uri="{FF2B5EF4-FFF2-40B4-BE49-F238E27FC236}">
                    <a16:creationId xmlns:a16="http://schemas.microsoft.com/office/drawing/2014/main" id="{011349BF-B69D-4952-94A8-B54602B966F7}"/>
                  </a:ext>
                </a:extLst>
              </p:cNvPr>
              <p:cNvSpPr txBox="1"/>
              <p:nvPr/>
            </p:nvSpPr>
            <p:spPr>
              <a:xfrm>
                <a:off x="1351390" y="57221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2" name="文字方塊 44">
                <a:extLst>
                  <a:ext uri="{FF2B5EF4-FFF2-40B4-BE49-F238E27FC236}">
                    <a16:creationId xmlns:a16="http://schemas.microsoft.com/office/drawing/2014/main" id="{011349BF-B69D-4952-94A8-B54602B96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390" y="5722198"/>
                <a:ext cx="29568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3" name="文字方塊 128">
                <a:extLst>
                  <a:ext uri="{FF2B5EF4-FFF2-40B4-BE49-F238E27FC236}">
                    <a16:creationId xmlns:a16="http://schemas.microsoft.com/office/drawing/2014/main" id="{6B6E788D-B212-A4F3-7A3D-50635EC1F56C}"/>
                  </a:ext>
                </a:extLst>
              </p:cNvPr>
              <p:cNvSpPr txBox="1"/>
              <p:nvPr/>
            </p:nvSpPr>
            <p:spPr>
              <a:xfrm>
                <a:off x="2094683" y="57211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3" name="文字方塊 128">
                <a:extLst>
                  <a:ext uri="{FF2B5EF4-FFF2-40B4-BE49-F238E27FC236}">
                    <a16:creationId xmlns:a16="http://schemas.microsoft.com/office/drawing/2014/main" id="{6B6E788D-B212-A4F3-7A3D-50635EC1F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683" y="5721100"/>
                <a:ext cx="295688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CD38F61A-7CDE-7BDE-4AC2-F27DBD9067A1}"/>
                  </a:ext>
                </a:extLst>
              </p:cNvPr>
              <p:cNvSpPr txBox="1"/>
              <p:nvPr/>
            </p:nvSpPr>
            <p:spPr>
              <a:xfrm>
                <a:off x="2398627" y="5692367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CD38F61A-7CDE-7BDE-4AC2-F27DBD906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627" y="5692367"/>
                <a:ext cx="357791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文字方塊 255">
                <a:extLst>
                  <a:ext uri="{FF2B5EF4-FFF2-40B4-BE49-F238E27FC236}">
                    <a16:creationId xmlns:a16="http://schemas.microsoft.com/office/drawing/2014/main" id="{777ABB36-F0AE-38DB-2BD0-12140EC07D35}"/>
                  </a:ext>
                </a:extLst>
              </p:cNvPr>
              <p:cNvSpPr txBox="1"/>
              <p:nvPr/>
            </p:nvSpPr>
            <p:spPr>
              <a:xfrm>
                <a:off x="2912518" y="5711478"/>
                <a:ext cx="9060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Handwriting" panose="03010101010101010101" pitchFamily="66" charset="0"/>
                        </a:rPr>
                        <m:t>10.5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26" name="文字方塊 255">
                <a:extLst>
                  <a:ext uri="{FF2B5EF4-FFF2-40B4-BE49-F238E27FC236}">
                    <a16:creationId xmlns:a16="http://schemas.microsoft.com/office/drawing/2014/main" id="{777ABB36-F0AE-38DB-2BD0-12140EC07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518" y="5711478"/>
                <a:ext cx="906093" cy="400110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7" name="文字方塊 106">
            <a:extLst>
              <a:ext uri="{FF2B5EF4-FFF2-40B4-BE49-F238E27FC236}">
                <a16:creationId xmlns:a16="http://schemas.microsoft.com/office/drawing/2014/main" id="{37BAB35F-E3E9-81EC-59EF-645F22774B6B}"/>
              </a:ext>
            </a:extLst>
          </p:cNvPr>
          <p:cNvSpPr txBox="1"/>
          <p:nvPr/>
        </p:nvSpPr>
        <p:spPr>
          <a:xfrm>
            <a:off x="3576808" y="5573945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文字方塊 44">
                <a:extLst>
                  <a:ext uri="{FF2B5EF4-FFF2-40B4-BE49-F238E27FC236}">
                    <a16:creationId xmlns:a16="http://schemas.microsoft.com/office/drawing/2014/main" id="{69878B22-182B-818E-AA5A-85E22314A945}"/>
                  </a:ext>
                </a:extLst>
              </p:cNvPr>
              <p:cNvSpPr txBox="1"/>
              <p:nvPr/>
            </p:nvSpPr>
            <p:spPr>
              <a:xfrm>
                <a:off x="2703266" y="57124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8" name="文字方塊 44">
                <a:extLst>
                  <a:ext uri="{FF2B5EF4-FFF2-40B4-BE49-F238E27FC236}">
                    <a16:creationId xmlns:a16="http://schemas.microsoft.com/office/drawing/2014/main" id="{69878B22-182B-818E-AA5A-85E22314A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266" y="5712445"/>
                <a:ext cx="295688" cy="40011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文字方塊 128">
                <a:extLst>
                  <a:ext uri="{FF2B5EF4-FFF2-40B4-BE49-F238E27FC236}">
                    <a16:creationId xmlns:a16="http://schemas.microsoft.com/office/drawing/2014/main" id="{6996BB7C-32DD-1859-7BCC-57FD99C9BDC1}"/>
                  </a:ext>
                </a:extLst>
              </p:cNvPr>
              <p:cNvSpPr txBox="1"/>
              <p:nvPr/>
            </p:nvSpPr>
            <p:spPr>
              <a:xfrm>
                <a:off x="3753206" y="570101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29" name="文字方塊 128">
                <a:extLst>
                  <a:ext uri="{FF2B5EF4-FFF2-40B4-BE49-F238E27FC236}">
                    <a16:creationId xmlns:a16="http://schemas.microsoft.com/office/drawing/2014/main" id="{6996BB7C-32DD-1859-7BCC-57FD99C9B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3206" y="5701015"/>
                <a:ext cx="295688" cy="40011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1A362F17-9984-B525-18C8-8D6E98DBA9DD}"/>
                  </a:ext>
                </a:extLst>
              </p:cNvPr>
              <p:cNvSpPr txBox="1"/>
              <p:nvPr/>
            </p:nvSpPr>
            <p:spPr>
              <a:xfrm>
                <a:off x="4085733" y="5680937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1A362F17-9984-B525-18C8-8D6E98DBA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733" y="5680937"/>
                <a:ext cx="357791" cy="400110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1" name="文字方塊 44">
                <a:extLst>
                  <a:ext uri="{FF2B5EF4-FFF2-40B4-BE49-F238E27FC236}">
                    <a16:creationId xmlns:a16="http://schemas.microsoft.com/office/drawing/2014/main" id="{708908C6-6C04-3619-4BD4-57EF3CCC200D}"/>
                  </a:ext>
                </a:extLst>
              </p:cNvPr>
              <p:cNvSpPr txBox="1"/>
              <p:nvPr/>
            </p:nvSpPr>
            <p:spPr>
              <a:xfrm>
                <a:off x="4390372" y="570101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1" name="文字方塊 44">
                <a:extLst>
                  <a:ext uri="{FF2B5EF4-FFF2-40B4-BE49-F238E27FC236}">
                    <a16:creationId xmlns:a16="http://schemas.microsoft.com/office/drawing/2014/main" id="{708908C6-6C04-3619-4BD4-57EF3CCC2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0372" y="5701015"/>
                <a:ext cx="295688" cy="4001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2" name="文字方塊 255">
            <a:extLst>
              <a:ext uri="{FF2B5EF4-FFF2-40B4-BE49-F238E27FC236}">
                <a16:creationId xmlns:a16="http://schemas.microsoft.com/office/drawing/2014/main" id="{18713339-71D2-162E-BB4B-A39BDE4E4D90}"/>
              </a:ext>
            </a:extLst>
          </p:cNvPr>
          <p:cNvSpPr txBox="1"/>
          <p:nvPr/>
        </p:nvSpPr>
        <p:spPr>
          <a:xfrm>
            <a:off x="4616140" y="5711478"/>
            <a:ext cx="604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14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6">
                  <a:lumMod val="40000"/>
                  <a:lumOff val="6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6BAD7FE1-9AAC-E629-6659-19DECE2659A2}"/>
              </a:ext>
            </a:extLst>
          </p:cNvPr>
          <p:cNvSpPr txBox="1"/>
          <p:nvPr/>
        </p:nvSpPr>
        <p:spPr>
          <a:xfrm>
            <a:off x="3966622" y="5698314"/>
            <a:ext cx="3042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5" name="文字方塊 44">
                <a:extLst>
                  <a:ext uri="{FF2B5EF4-FFF2-40B4-BE49-F238E27FC236}">
                    <a16:creationId xmlns:a16="http://schemas.microsoft.com/office/drawing/2014/main" id="{585189AF-2E49-5DE8-C603-08653D4B64DB}"/>
                  </a:ext>
                </a:extLst>
              </p:cNvPr>
              <p:cNvSpPr txBox="1"/>
              <p:nvPr/>
            </p:nvSpPr>
            <p:spPr>
              <a:xfrm>
                <a:off x="5031286" y="570101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5" name="文字方塊 44">
                <a:extLst>
                  <a:ext uri="{FF2B5EF4-FFF2-40B4-BE49-F238E27FC236}">
                    <a16:creationId xmlns:a16="http://schemas.microsoft.com/office/drawing/2014/main" id="{585189AF-2E49-5DE8-C603-08653D4B6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1286" y="5701015"/>
                <a:ext cx="295688" cy="4001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6" name="文字方塊 255">
            <a:extLst>
              <a:ext uri="{FF2B5EF4-FFF2-40B4-BE49-F238E27FC236}">
                <a16:creationId xmlns:a16="http://schemas.microsoft.com/office/drawing/2014/main" id="{F300A07D-8BE4-F3D8-63E3-E4563123D669}"/>
              </a:ext>
            </a:extLst>
          </p:cNvPr>
          <p:cNvSpPr txBox="1"/>
          <p:nvPr/>
        </p:nvSpPr>
        <p:spPr>
          <a:xfrm>
            <a:off x="5220735" y="5711478"/>
            <a:ext cx="604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Handwriting" panose="03010101010101010101" pitchFamily="66" charset="0"/>
              </a:rPr>
              <a:t>50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70C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7" name="文字方塊 17">
                <a:extLst>
                  <a:ext uri="{FF2B5EF4-FFF2-40B4-BE49-F238E27FC236}">
                    <a16:creationId xmlns:a16="http://schemas.microsoft.com/office/drawing/2014/main" id="{DD626792-31ED-E100-C698-520C9C7A95A5}"/>
                  </a:ext>
                </a:extLst>
              </p:cNvPr>
              <p:cNvSpPr txBox="1"/>
              <p:nvPr/>
            </p:nvSpPr>
            <p:spPr>
              <a:xfrm>
                <a:off x="5679412" y="570101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7" name="文字方塊 17">
                <a:extLst>
                  <a:ext uri="{FF2B5EF4-FFF2-40B4-BE49-F238E27FC236}">
                    <a16:creationId xmlns:a16="http://schemas.microsoft.com/office/drawing/2014/main" id="{DD626792-31ED-E100-C698-520C9C7A9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412" y="5701015"/>
                <a:ext cx="295688" cy="400110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F580CB3C-14DD-C03D-AA97-6679270B8BAD}"/>
                  </a:ext>
                </a:extLst>
              </p:cNvPr>
              <p:cNvSpPr txBox="1"/>
              <p:nvPr/>
            </p:nvSpPr>
            <p:spPr>
              <a:xfrm>
                <a:off x="5953728" y="5680937"/>
                <a:ext cx="35779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/>
              </a:p>
            </p:txBody>
          </p:sp>
        </mc:Choice>
        <mc:Fallback>
          <p:sp>
            <p:nvSpPr>
              <p:cNvPr id="238" name="TextBox 237">
                <a:extLst>
                  <a:ext uri="{FF2B5EF4-FFF2-40B4-BE49-F238E27FC236}">
                    <a16:creationId xmlns:a16="http://schemas.microsoft.com/office/drawing/2014/main" id="{F580CB3C-14DD-C03D-AA97-6679270B8B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728" y="5680937"/>
                <a:ext cx="357791" cy="400110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9" name="文字方塊 44">
                <a:extLst>
                  <a:ext uri="{FF2B5EF4-FFF2-40B4-BE49-F238E27FC236}">
                    <a16:creationId xmlns:a16="http://schemas.microsoft.com/office/drawing/2014/main" id="{DDE9E258-8717-ACD4-D009-A76CCCB43693}"/>
                  </a:ext>
                </a:extLst>
              </p:cNvPr>
              <p:cNvSpPr txBox="1"/>
              <p:nvPr/>
            </p:nvSpPr>
            <p:spPr>
              <a:xfrm>
                <a:off x="6258367" y="570101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9" name="文字方塊 44">
                <a:extLst>
                  <a:ext uri="{FF2B5EF4-FFF2-40B4-BE49-F238E27FC236}">
                    <a16:creationId xmlns:a16="http://schemas.microsoft.com/office/drawing/2014/main" id="{DDE9E258-8717-ACD4-D009-A76CCCB43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367" y="5701015"/>
                <a:ext cx="295688" cy="400110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0" name="文字方塊 255">
                <a:extLst>
                  <a:ext uri="{FF2B5EF4-FFF2-40B4-BE49-F238E27FC236}">
                    <a16:creationId xmlns:a16="http://schemas.microsoft.com/office/drawing/2014/main" id="{C2237E19-B9A4-AA8E-1409-5967484640EB}"/>
                  </a:ext>
                </a:extLst>
              </p:cNvPr>
              <p:cNvSpPr txBox="1"/>
              <p:nvPr/>
            </p:nvSpPr>
            <p:spPr>
              <a:xfrm>
                <a:off x="6429441" y="5701015"/>
                <a:ext cx="9060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0000"/>
                          </a:solidFill>
                          <a:latin typeface="Lucida Handwriting" panose="03010101010101010101" pitchFamily="66" charset="0"/>
                        </a:rPr>
                        <m:t>10.5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40" name="文字方塊 255">
                <a:extLst>
                  <a:ext uri="{FF2B5EF4-FFF2-40B4-BE49-F238E27FC236}">
                    <a16:creationId xmlns:a16="http://schemas.microsoft.com/office/drawing/2014/main" id="{C2237E19-B9A4-AA8E-1409-596748464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9441" y="5701015"/>
                <a:ext cx="906093" cy="400110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1" name="文字方塊 44">
                <a:extLst>
                  <a:ext uri="{FF2B5EF4-FFF2-40B4-BE49-F238E27FC236}">
                    <a16:creationId xmlns:a16="http://schemas.microsoft.com/office/drawing/2014/main" id="{1AA23908-071E-B6E8-74E5-7BC69C99193C}"/>
                  </a:ext>
                </a:extLst>
              </p:cNvPr>
              <p:cNvSpPr txBox="1"/>
              <p:nvPr/>
            </p:nvSpPr>
            <p:spPr>
              <a:xfrm>
                <a:off x="7189616" y="56923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1" name="文字方塊 44">
                <a:extLst>
                  <a:ext uri="{FF2B5EF4-FFF2-40B4-BE49-F238E27FC236}">
                    <a16:creationId xmlns:a16="http://schemas.microsoft.com/office/drawing/2014/main" id="{1AA23908-071E-B6E8-74E5-7BC69C991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616" y="5692367"/>
                <a:ext cx="295688" cy="40011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2" name="TextBox 241">
            <a:extLst>
              <a:ext uri="{FF2B5EF4-FFF2-40B4-BE49-F238E27FC236}">
                <a16:creationId xmlns:a16="http://schemas.microsoft.com/office/drawing/2014/main" id="{48C4A2A9-20B5-2F3E-78EB-614ABF2662B5}"/>
              </a:ext>
            </a:extLst>
          </p:cNvPr>
          <p:cNvSpPr txBox="1"/>
          <p:nvPr/>
        </p:nvSpPr>
        <p:spPr>
          <a:xfrm>
            <a:off x="7424283" y="5692367"/>
            <a:ext cx="9940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37.5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)</a:t>
            </a:r>
          </a:p>
        </p:txBody>
      </p:sp>
      <p:sp>
        <p:nvSpPr>
          <p:cNvPr id="243" name="Left Bracket 242">
            <a:extLst>
              <a:ext uri="{FF2B5EF4-FFF2-40B4-BE49-F238E27FC236}">
                <a16:creationId xmlns:a16="http://schemas.microsoft.com/office/drawing/2014/main" id="{E2FA1C47-CFCE-20D3-E569-A84D1D3B87DC}"/>
              </a:ext>
            </a:extLst>
          </p:cNvPr>
          <p:cNvSpPr/>
          <p:nvPr/>
        </p:nvSpPr>
        <p:spPr>
          <a:xfrm flipH="1">
            <a:off x="8213631" y="5606484"/>
            <a:ext cx="102342" cy="494641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4" name="群組 245">
            <a:extLst>
              <a:ext uri="{FF2B5EF4-FFF2-40B4-BE49-F238E27FC236}">
                <a16:creationId xmlns:a16="http://schemas.microsoft.com/office/drawing/2014/main" id="{D8FD569B-97E9-8745-AEE1-D532BDB096D3}"/>
              </a:ext>
            </a:extLst>
          </p:cNvPr>
          <p:cNvGrpSpPr/>
          <p:nvPr/>
        </p:nvGrpSpPr>
        <p:grpSpPr>
          <a:xfrm>
            <a:off x="8219791" y="5593647"/>
            <a:ext cx="798167" cy="477054"/>
            <a:chOff x="2472626" y="4508122"/>
            <a:chExt cx="798167" cy="477054"/>
          </a:xfrm>
        </p:grpSpPr>
        <p:sp>
          <p:nvSpPr>
            <p:cNvPr id="245" name="文字方塊 249">
              <a:extLst>
                <a:ext uri="{FF2B5EF4-FFF2-40B4-BE49-F238E27FC236}">
                  <a16:creationId xmlns:a16="http://schemas.microsoft.com/office/drawing/2014/main" id="{C29310F6-5641-75B3-5A21-4D19FBE3CFBD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246" name="文字方塊 247">
              <a:extLst>
                <a:ext uri="{FF2B5EF4-FFF2-40B4-BE49-F238E27FC236}">
                  <a16:creationId xmlns:a16="http://schemas.microsoft.com/office/drawing/2014/main" id="{54EACFBF-3355-D158-0E63-994F65226358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47" name="文字方塊 27">
                <a:extLst>
                  <a:ext uri="{FF2B5EF4-FFF2-40B4-BE49-F238E27FC236}">
                    <a16:creationId xmlns:a16="http://schemas.microsoft.com/office/drawing/2014/main" id="{D28E5FFE-B881-D449-415E-DF08ADDB0C95}"/>
                  </a:ext>
                </a:extLst>
              </p:cNvPr>
              <p:cNvSpPr txBox="1"/>
              <p:nvPr/>
            </p:nvSpPr>
            <p:spPr>
              <a:xfrm>
                <a:off x="501560" y="622332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47" name="文字方塊 27">
                <a:extLst>
                  <a:ext uri="{FF2B5EF4-FFF2-40B4-BE49-F238E27FC236}">
                    <a16:creationId xmlns:a16="http://schemas.microsoft.com/office/drawing/2014/main" id="{D28E5FFE-B881-D449-415E-DF08ADDB0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560" y="6223322"/>
                <a:ext cx="295688" cy="400110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9" name="文字方塊 255">
                <a:extLst>
                  <a:ext uri="{FF2B5EF4-FFF2-40B4-BE49-F238E27FC236}">
                    <a16:creationId xmlns:a16="http://schemas.microsoft.com/office/drawing/2014/main" id="{58924A36-760E-B364-8C01-A0298C73A156}"/>
                  </a:ext>
                </a:extLst>
              </p:cNvPr>
              <p:cNvSpPr txBox="1"/>
              <p:nvPr/>
            </p:nvSpPr>
            <p:spPr>
              <a:xfrm>
                <a:off x="802891" y="6238331"/>
                <a:ext cx="845509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196</m:t>
                      </m:r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49" name="文字方塊 255">
                <a:extLst>
                  <a:ext uri="{FF2B5EF4-FFF2-40B4-BE49-F238E27FC236}">
                    <a16:creationId xmlns:a16="http://schemas.microsoft.com/office/drawing/2014/main" id="{58924A36-760E-B364-8C01-A0298C73A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891" y="6238331"/>
                <a:ext cx="845509" cy="403957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文字方塊 128">
                <a:extLst>
                  <a:ext uri="{FF2B5EF4-FFF2-40B4-BE49-F238E27FC236}">
                    <a16:creationId xmlns:a16="http://schemas.microsoft.com/office/drawing/2014/main" id="{A6EA5789-BEA7-210A-8BFE-77913127E2F9}"/>
                  </a:ext>
                </a:extLst>
              </p:cNvPr>
              <p:cNvSpPr txBox="1"/>
              <p:nvPr/>
            </p:nvSpPr>
            <p:spPr>
              <a:xfrm>
                <a:off x="1667186" y="624025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50" name="文字方塊 128">
                <a:extLst>
                  <a:ext uri="{FF2B5EF4-FFF2-40B4-BE49-F238E27FC236}">
                    <a16:creationId xmlns:a16="http://schemas.microsoft.com/office/drawing/2014/main" id="{A6EA5789-BEA7-210A-8BFE-77913127E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7186" y="6240254"/>
                <a:ext cx="295688" cy="400110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1" name="文字方塊 255">
                <a:extLst>
                  <a:ext uri="{FF2B5EF4-FFF2-40B4-BE49-F238E27FC236}">
                    <a16:creationId xmlns:a16="http://schemas.microsoft.com/office/drawing/2014/main" id="{97A5D558-F219-0E85-3DE9-4B2F0103B11D}"/>
                  </a:ext>
                </a:extLst>
              </p:cNvPr>
              <p:cNvSpPr txBox="1"/>
              <p:nvPr/>
            </p:nvSpPr>
            <p:spPr>
              <a:xfrm>
                <a:off x="1899768" y="6248663"/>
                <a:ext cx="1243658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110.25</m:t>
                      </m:r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1" name="文字方塊 255">
                <a:extLst>
                  <a:ext uri="{FF2B5EF4-FFF2-40B4-BE49-F238E27FC236}">
                    <a16:creationId xmlns:a16="http://schemas.microsoft.com/office/drawing/2014/main" id="{97A5D558-F219-0E85-3DE9-4B2F0103B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9768" y="6248663"/>
                <a:ext cx="1243658" cy="403957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2" name="文字方塊 128">
                <a:extLst>
                  <a:ext uri="{FF2B5EF4-FFF2-40B4-BE49-F238E27FC236}">
                    <a16:creationId xmlns:a16="http://schemas.microsoft.com/office/drawing/2014/main" id="{7746C767-C0D6-46C5-25E1-E143E02A0B0B}"/>
                  </a:ext>
                </a:extLst>
              </p:cNvPr>
              <p:cNvSpPr txBox="1"/>
              <p:nvPr/>
            </p:nvSpPr>
            <p:spPr>
              <a:xfrm>
                <a:off x="3090757" y="623375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52" name="文字方塊 128">
                <a:extLst>
                  <a:ext uri="{FF2B5EF4-FFF2-40B4-BE49-F238E27FC236}">
                    <a16:creationId xmlns:a16="http://schemas.microsoft.com/office/drawing/2014/main" id="{7746C767-C0D6-46C5-25E1-E143E02A0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757" y="6233753"/>
                <a:ext cx="295688" cy="400110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3" name="文字方塊 255">
                <a:extLst>
                  <a:ext uri="{FF2B5EF4-FFF2-40B4-BE49-F238E27FC236}">
                    <a16:creationId xmlns:a16="http://schemas.microsoft.com/office/drawing/2014/main" id="{B945C0B1-C05B-F6BF-EF97-3289FFF9BE48}"/>
                  </a:ext>
                </a:extLst>
              </p:cNvPr>
              <p:cNvSpPr txBox="1"/>
              <p:nvPr/>
            </p:nvSpPr>
            <p:spPr>
              <a:xfrm>
                <a:off x="3289277" y="6238331"/>
                <a:ext cx="1243658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Lucida Handwriting" panose="03010101010101010101" pitchFamily="66" charset="0"/>
                        </a:rPr>
                        <m:t>306.25</m:t>
                      </m:r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 sz="200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53" name="文字方塊 255">
                <a:extLst>
                  <a:ext uri="{FF2B5EF4-FFF2-40B4-BE49-F238E27FC236}">
                    <a16:creationId xmlns:a16="http://schemas.microsoft.com/office/drawing/2014/main" id="{B945C0B1-C05B-F6BF-EF97-3289FFF9B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9277" y="6238331"/>
                <a:ext cx="1243658" cy="403957"/>
              </a:xfrm>
              <a:prstGeom prst="rect">
                <a:avLst/>
              </a:prstGeom>
              <a:blipFill>
                <a:blip r:embed="rId5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4" name="群組 245">
            <a:extLst>
              <a:ext uri="{FF2B5EF4-FFF2-40B4-BE49-F238E27FC236}">
                <a16:creationId xmlns:a16="http://schemas.microsoft.com/office/drawing/2014/main" id="{45961C4E-75DF-A8F0-05FF-A7099143B639}"/>
              </a:ext>
            </a:extLst>
          </p:cNvPr>
          <p:cNvGrpSpPr/>
          <p:nvPr/>
        </p:nvGrpSpPr>
        <p:grpSpPr>
          <a:xfrm>
            <a:off x="4443524" y="6175566"/>
            <a:ext cx="798167" cy="477054"/>
            <a:chOff x="2472626" y="4508122"/>
            <a:chExt cx="798167" cy="477054"/>
          </a:xfrm>
        </p:grpSpPr>
        <p:sp>
          <p:nvSpPr>
            <p:cNvPr id="255" name="文字方塊 249">
              <a:extLst>
                <a:ext uri="{FF2B5EF4-FFF2-40B4-BE49-F238E27FC236}">
                  <a16:creationId xmlns:a16="http://schemas.microsoft.com/office/drawing/2014/main" id="{2D354DA9-568D-13BF-7D34-C95950F7DB1D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256" name="文字方塊 247">
              <a:extLst>
                <a:ext uri="{FF2B5EF4-FFF2-40B4-BE49-F238E27FC236}">
                  <a16:creationId xmlns:a16="http://schemas.microsoft.com/office/drawing/2014/main" id="{D8B2E1A9-1091-BA6B-E424-AF3A29564A6E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57" name="文字方塊 27">
                <a:extLst>
                  <a:ext uri="{FF2B5EF4-FFF2-40B4-BE49-F238E27FC236}">
                    <a16:creationId xmlns:a16="http://schemas.microsoft.com/office/drawing/2014/main" id="{F1ED0FD5-A4E3-BE99-E248-00132A938C77}"/>
                  </a:ext>
                </a:extLst>
              </p:cNvPr>
              <p:cNvSpPr txBox="1"/>
              <p:nvPr/>
            </p:nvSpPr>
            <p:spPr>
              <a:xfrm>
                <a:off x="5178975" y="624025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57" name="文字方塊 27">
                <a:extLst>
                  <a:ext uri="{FF2B5EF4-FFF2-40B4-BE49-F238E27FC236}">
                    <a16:creationId xmlns:a16="http://schemas.microsoft.com/office/drawing/2014/main" id="{F1ED0FD5-A4E3-BE99-E248-00132A938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8975" y="6240254"/>
                <a:ext cx="295688" cy="400110"/>
              </a:xfrm>
              <a:prstGeom prst="rect">
                <a:avLst/>
              </a:prstGeom>
              <a:blipFill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8" name="文字方塊 255">
                <a:extLst>
                  <a:ext uri="{FF2B5EF4-FFF2-40B4-BE49-F238E27FC236}">
                    <a16:creationId xmlns:a16="http://schemas.microsoft.com/office/drawing/2014/main" id="{7F5D6747-DED8-AF3B-82F7-7DE21CBA3209}"/>
                  </a:ext>
                </a:extLst>
              </p:cNvPr>
              <p:cNvSpPr txBox="1"/>
              <p:nvPr/>
            </p:nvSpPr>
            <p:spPr>
              <a:xfrm>
                <a:off x="5419001" y="6236407"/>
                <a:ext cx="1243658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Lucida Handwriting" panose="03010101010101010101" pitchFamily="66" charset="0"/>
                        </a:rPr>
                        <m:t>612.5</m:t>
                      </m:r>
                      <m:r>
                        <a:rPr lang="zh-HK" alt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𝛑</m:t>
                      </m:r>
                    </m:oMath>
                  </m:oMathPara>
                </a14:m>
                <a:endParaRPr lang="en-US" sz="200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58" name="文字方塊 255">
                <a:extLst>
                  <a:ext uri="{FF2B5EF4-FFF2-40B4-BE49-F238E27FC236}">
                    <a16:creationId xmlns:a16="http://schemas.microsoft.com/office/drawing/2014/main" id="{7F5D6747-DED8-AF3B-82F7-7DE21CBA3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001" y="6236407"/>
                <a:ext cx="1243658" cy="403957"/>
              </a:xfrm>
              <a:prstGeom prst="rect">
                <a:avLst/>
              </a:prstGeom>
              <a:blipFill>
                <a:blip r:embed="rId5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9" name="群組 245">
            <a:extLst>
              <a:ext uri="{FF2B5EF4-FFF2-40B4-BE49-F238E27FC236}">
                <a16:creationId xmlns:a16="http://schemas.microsoft.com/office/drawing/2014/main" id="{81BFCE4E-8616-0835-194D-5FAC9F33FD45}"/>
              </a:ext>
            </a:extLst>
          </p:cNvPr>
          <p:cNvGrpSpPr/>
          <p:nvPr/>
        </p:nvGrpSpPr>
        <p:grpSpPr>
          <a:xfrm>
            <a:off x="6406211" y="6159427"/>
            <a:ext cx="798167" cy="477054"/>
            <a:chOff x="2472626" y="4508122"/>
            <a:chExt cx="798167" cy="477054"/>
          </a:xfrm>
        </p:grpSpPr>
        <p:sp>
          <p:nvSpPr>
            <p:cNvPr id="260" name="文字方塊 249">
              <a:extLst>
                <a:ext uri="{FF2B5EF4-FFF2-40B4-BE49-F238E27FC236}">
                  <a16:creationId xmlns:a16="http://schemas.microsoft.com/office/drawing/2014/main" id="{21FED184-0BCB-1821-B1FA-9443D08229EB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261" name="文字方塊 247">
              <a:extLst>
                <a:ext uri="{FF2B5EF4-FFF2-40B4-BE49-F238E27FC236}">
                  <a16:creationId xmlns:a16="http://schemas.microsoft.com/office/drawing/2014/main" id="{2F84EF8B-6E6A-ACE7-CDA0-291BB8E5D0BD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2681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8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3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6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4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2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5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8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1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6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9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5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8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3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6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8" grpId="0"/>
      <p:bldP spid="149" grpId="0"/>
      <p:bldP spid="157" grpId="0"/>
      <p:bldP spid="161" grpId="0"/>
      <p:bldP spid="169" grpId="0"/>
      <p:bldP spid="174" grpId="0"/>
      <p:bldP spid="175" grpId="0"/>
      <p:bldP spid="176" grpId="0"/>
      <p:bldP spid="180" grpId="0" animBg="1"/>
      <p:bldP spid="181" grpId="0" animBg="1"/>
      <p:bldP spid="177" grpId="0"/>
      <p:bldP spid="182" grpId="0"/>
      <p:bldP spid="183" grpId="0"/>
      <p:bldP spid="191" grpId="0"/>
      <p:bldP spid="195" grpId="0"/>
      <p:bldP spid="203" grpId="0"/>
      <p:bldP spid="207" grpId="0"/>
      <p:bldP spid="208" grpId="0"/>
      <p:bldP spid="209" grpId="0"/>
      <p:bldP spid="212" grpId="0"/>
      <p:bldP spid="213" grpId="0"/>
      <p:bldP spid="214" grpId="0"/>
      <p:bldP spid="218" grpId="0" animBg="1"/>
      <p:bldP spid="219" grpId="0"/>
      <p:bldP spid="220" grpId="0"/>
      <p:bldP spid="221" grpId="0"/>
      <p:bldP spid="222" grpId="0"/>
      <p:bldP spid="223" grpId="0"/>
      <p:bldP spid="225" grpId="0"/>
      <p:bldP spid="226" grpId="0"/>
      <p:bldP spid="227" grpId="0"/>
      <p:bldP spid="228" grpId="0"/>
      <p:bldP spid="229" grpId="0"/>
      <p:bldP spid="230" grpId="0"/>
      <p:bldP spid="231" grpId="0"/>
      <p:bldP spid="232" grpId="0"/>
      <p:bldP spid="234" grpId="0"/>
      <p:bldP spid="235" grpId="0"/>
      <p:bldP spid="236" grpId="0"/>
      <p:bldP spid="237" grpId="0"/>
      <p:bldP spid="238" grpId="0"/>
      <p:bldP spid="239" grpId="0"/>
      <p:bldP spid="240" grpId="0"/>
      <p:bldP spid="241" grpId="0"/>
      <p:bldP spid="242" grpId="0"/>
      <p:bldP spid="243" grpId="0" animBg="1"/>
      <p:bldP spid="247" grpId="0"/>
      <p:bldP spid="249" grpId="0"/>
      <p:bldP spid="250" grpId="0"/>
      <p:bldP spid="251" grpId="0"/>
      <p:bldP spid="252" grpId="0"/>
      <p:bldP spid="253" grpId="0"/>
      <p:bldP spid="257" grpId="0"/>
      <p:bldP spid="25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Picture 261">
            <a:extLst>
              <a:ext uri="{FF2B5EF4-FFF2-40B4-BE49-F238E27FC236}">
                <a16:creationId xmlns:a16="http://schemas.microsoft.com/office/drawing/2014/main" id="{8092E809-C061-FA34-6C4A-E4A1AC6249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5" t="4356" b="64419"/>
          <a:stretch>
            <a:fillRect/>
          </a:stretch>
        </p:blipFill>
        <p:spPr>
          <a:xfrm>
            <a:off x="150395" y="229104"/>
            <a:ext cx="10599792" cy="144886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06FB95F-82B1-64DE-6C14-7538FE7369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71165" t="41573" r="1145" b="2420"/>
          <a:stretch>
            <a:fillRect/>
          </a:stretch>
        </p:blipFill>
        <p:spPr>
          <a:xfrm>
            <a:off x="7932323" y="945996"/>
            <a:ext cx="4042267" cy="35304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筆跡 7">
                <a:extLst>
                  <a:ext uri="{FF2B5EF4-FFF2-40B4-BE49-F238E27FC236}">
                    <a16:creationId xmlns:a16="http://schemas.microsoft.com/office/drawing/2014/main" id="{846701A8-439C-F245-4143-2D2E70E1609A}"/>
                  </a:ext>
                </a:extLst>
              </p14:cNvPr>
              <p14:cNvContentPartPr/>
              <p14:nvPr/>
            </p14:nvContentPartPr>
            <p14:xfrm>
              <a:off x="4392891" y="366430"/>
              <a:ext cx="770258" cy="45719"/>
            </p14:xfrm>
          </p:contentPart>
        </mc:Choice>
        <mc:Fallback>
          <p:pic>
            <p:nvPicPr>
              <p:cNvPr id="7" name="筆跡 7">
                <a:extLst>
                  <a:ext uri="{FF2B5EF4-FFF2-40B4-BE49-F238E27FC236}">
                    <a16:creationId xmlns:a16="http://schemas.microsoft.com/office/drawing/2014/main" id="{846701A8-439C-F245-4143-2D2E70E160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38876" y="-13349270"/>
                <a:ext cx="87792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8AED942C-8E56-C500-3AE4-61EDD59EAF8A}"/>
                  </a:ext>
                </a:extLst>
              </p14:cNvPr>
              <p14:cNvContentPartPr/>
              <p14:nvPr/>
            </p14:nvContentPartPr>
            <p14:xfrm>
              <a:off x="3368641" y="724647"/>
              <a:ext cx="816859" cy="45719"/>
            </p14:xfrm>
          </p:contentPart>
        </mc:Choice>
        <mc:Fallback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8AED942C-8E56-C500-3AE4-61EDD59EAF8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14640" y="-12991053"/>
                <a:ext cx="92450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筆跡 7">
                <a:extLst>
                  <a:ext uri="{FF2B5EF4-FFF2-40B4-BE49-F238E27FC236}">
                    <a16:creationId xmlns:a16="http://schemas.microsoft.com/office/drawing/2014/main" id="{AA58C487-FDD1-754C-B5B1-F3765823D814}"/>
                  </a:ext>
                </a:extLst>
              </p14:cNvPr>
              <p14:cNvContentPartPr/>
              <p14:nvPr/>
            </p14:nvContentPartPr>
            <p14:xfrm>
              <a:off x="10215823" y="1085295"/>
              <a:ext cx="398449" cy="45719"/>
            </p14:xfrm>
          </p:contentPart>
        </mc:Choice>
        <mc:Fallback>
          <p:pic>
            <p:nvPicPr>
              <p:cNvPr id="9" name="筆跡 7">
                <a:extLst>
                  <a:ext uri="{FF2B5EF4-FFF2-40B4-BE49-F238E27FC236}">
                    <a16:creationId xmlns:a16="http://schemas.microsoft.com/office/drawing/2014/main" id="{AA58C487-FDD1-754C-B5B1-F3765823D81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161833" y="-12630405"/>
                <a:ext cx="506070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BFDBE4E-100C-AA8F-B85A-4E84433D650B}"/>
              </a:ext>
            </a:extLst>
          </p:cNvPr>
          <p:cNvCxnSpPr>
            <a:cxnSpLocks/>
          </p:cNvCxnSpPr>
          <p:nvPr/>
        </p:nvCxnSpPr>
        <p:spPr>
          <a:xfrm>
            <a:off x="9360275" y="1245481"/>
            <a:ext cx="2135100" cy="0"/>
          </a:xfrm>
          <a:prstGeom prst="line">
            <a:avLst/>
          </a:prstGeom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2" name="筆跡 7">
                <a:extLst>
                  <a:ext uri="{FF2B5EF4-FFF2-40B4-BE49-F238E27FC236}">
                    <a16:creationId xmlns:a16="http://schemas.microsoft.com/office/drawing/2014/main" id="{246A97FF-57DD-FFE6-08F4-28FE3318DB07}"/>
                  </a:ext>
                </a:extLst>
              </p14:cNvPr>
              <p14:cNvContentPartPr/>
              <p14:nvPr/>
            </p14:nvContentPartPr>
            <p14:xfrm>
              <a:off x="7513164" y="790649"/>
              <a:ext cx="1340176" cy="45719"/>
            </p14:xfrm>
          </p:contentPart>
        </mc:Choice>
        <mc:Fallback>
          <p:pic>
            <p:nvPicPr>
              <p:cNvPr id="12" name="筆跡 7">
                <a:extLst>
                  <a:ext uri="{FF2B5EF4-FFF2-40B4-BE49-F238E27FC236}">
                    <a16:creationId xmlns:a16="http://schemas.microsoft.com/office/drawing/2014/main" id="{246A97FF-57DD-FFE6-08F4-28FE3318DB0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459154" y="-12925051"/>
                <a:ext cx="144783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3" name="筆跡 7">
                <a:extLst>
                  <a:ext uri="{FF2B5EF4-FFF2-40B4-BE49-F238E27FC236}">
                    <a16:creationId xmlns:a16="http://schemas.microsoft.com/office/drawing/2014/main" id="{A91FB997-B16A-652B-42DC-33DF0FEADD1C}"/>
                  </a:ext>
                </a:extLst>
              </p14:cNvPr>
              <p14:cNvContentPartPr/>
              <p14:nvPr/>
            </p14:nvContentPartPr>
            <p14:xfrm>
              <a:off x="11561783" y="3430662"/>
              <a:ext cx="378335" cy="45719"/>
            </p14:xfrm>
          </p:contentPart>
        </mc:Choice>
        <mc:Fallback>
          <p:pic>
            <p:nvPicPr>
              <p:cNvPr id="13" name="筆跡 7">
                <a:extLst>
                  <a:ext uri="{FF2B5EF4-FFF2-40B4-BE49-F238E27FC236}">
                    <a16:creationId xmlns:a16="http://schemas.microsoft.com/office/drawing/2014/main" id="{A91FB997-B16A-652B-42DC-33DF0FEADD1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507787" y="-10285038"/>
                <a:ext cx="48596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4" name="筆跡 7">
                <a:extLst>
                  <a:ext uri="{FF2B5EF4-FFF2-40B4-BE49-F238E27FC236}">
                    <a16:creationId xmlns:a16="http://schemas.microsoft.com/office/drawing/2014/main" id="{EF3CA43A-FEB5-235F-D8A4-6BCC8E035768}"/>
                  </a:ext>
                </a:extLst>
              </p14:cNvPr>
              <p14:cNvContentPartPr/>
              <p14:nvPr/>
            </p14:nvContentPartPr>
            <p14:xfrm>
              <a:off x="2076384" y="1147593"/>
              <a:ext cx="1750897" cy="45719"/>
            </p14:xfrm>
          </p:contentPart>
        </mc:Choice>
        <mc:Fallback>
          <p:pic>
            <p:nvPicPr>
              <p:cNvPr id="14" name="筆跡 7">
                <a:extLst>
                  <a:ext uri="{FF2B5EF4-FFF2-40B4-BE49-F238E27FC236}">
                    <a16:creationId xmlns:a16="http://schemas.microsoft.com/office/drawing/2014/main" id="{EF3CA43A-FEB5-235F-D8A4-6BCC8E03576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022366" y="-12568107"/>
                <a:ext cx="1858572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A36F3EE-BE28-A958-9B67-559AA7AE97CC}"/>
              </a:ext>
            </a:extLst>
          </p:cNvPr>
          <p:cNvCxnSpPr>
            <a:cxnSpLocks/>
          </p:cNvCxnSpPr>
          <p:nvPr/>
        </p:nvCxnSpPr>
        <p:spPr>
          <a:xfrm>
            <a:off x="9819401" y="1678022"/>
            <a:ext cx="0" cy="2447675"/>
          </a:xfrm>
          <a:prstGeom prst="line">
            <a:avLst/>
          </a:prstGeom>
          <a:ln>
            <a:solidFill>
              <a:srgbClr val="0070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3E55489-AAF2-FD93-C4E7-EFD63BE533D4}"/>
              </a:ext>
            </a:extLst>
          </p:cNvPr>
          <p:cNvCxnSpPr>
            <a:cxnSpLocks/>
          </p:cNvCxnSpPr>
          <p:nvPr/>
        </p:nvCxnSpPr>
        <p:spPr>
          <a:xfrm flipV="1">
            <a:off x="9819401" y="1678022"/>
            <a:ext cx="1144925" cy="1001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左大括弧 49">
            <a:extLst>
              <a:ext uri="{FF2B5EF4-FFF2-40B4-BE49-F238E27FC236}">
                <a16:creationId xmlns:a16="http://schemas.microsoft.com/office/drawing/2014/main" id="{F9BF6587-10B9-D600-BA09-FC79493C2FE8}"/>
              </a:ext>
            </a:extLst>
          </p:cNvPr>
          <p:cNvSpPr/>
          <p:nvPr/>
        </p:nvSpPr>
        <p:spPr>
          <a:xfrm flipH="1">
            <a:off x="10983361" y="1702096"/>
            <a:ext cx="393358" cy="2399525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>
              <a:solidFill>
                <a:srgbClr val="00B0F0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95FB325-036D-160C-BB01-FAFF2B0BEEA5}"/>
              </a:ext>
            </a:extLst>
          </p:cNvPr>
          <p:cNvSpPr/>
          <p:nvPr/>
        </p:nvSpPr>
        <p:spPr>
          <a:xfrm>
            <a:off x="9819401" y="1706148"/>
            <a:ext cx="134032" cy="134033"/>
          </a:xfrm>
          <a:custGeom>
            <a:avLst/>
            <a:gdLst>
              <a:gd name="connsiteX0" fmla="*/ 134032 w 134032"/>
              <a:gd name="connsiteY0" fmla="*/ 0 h 134033"/>
              <a:gd name="connsiteX1" fmla="*/ 134032 w 134032"/>
              <a:gd name="connsiteY1" fmla="*/ 134033 h 134033"/>
              <a:gd name="connsiteX2" fmla="*/ 0 w 134032"/>
              <a:gd name="connsiteY2" fmla="*/ 131054 h 134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032" h="134033">
                <a:moveTo>
                  <a:pt x="134032" y="0"/>
                </a:moveTo>
                <a:lnTo>
                  <a:pt x="134032" y="134033"/>
                </a:lnTo>
                <a:lnTo>
                  <a:pt x="0" y="131054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457662-0CDD-B651-1237-50C4C5D2FD4F}"/>
              </a:ext>
            </a:extLst>
          </p:cNvPr>
          <p:cNvSpPr txBox="1"/>
          <p:nvPr/>
        </p:nvSpPr>
        <p:spPr>
          <a:xfrm>
            <a:off x="114538" y="1809938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(a) </a:t>
            </a:r>
            <a:endParaRPr lang="en-US" sz="2000"/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89FCFE49-C516-B7F5-0059-71308EC9F711}"/>
              </a:ext>
            </a:extLst>
          </p:cNvPr>
          <p:cNvSpPr txBox="1"/>
          <p:nvPr/>
        </p:nvSpPr>
        <p:spPr>
          <a:xfrm>
            <a:off x="288727" y="1826844"/>
            <a:ext cx="552951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rPr>
              <a:t>h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be the height of the vessel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grpSp>
        <p:nvGrpSpPr>
          <p:cNvPr id="26" name="群組 74">
            <a:extLst>
              <a:ext uri="{FF2B5EF4-FFF2-40B4-BE49-F238E27FC236}">
                <a16:creationId xmlns:a16="http://schemas.microsoft.com/office/drawing/2014/main" id="{D7262CF5-EC81-C72F-6802-EBB4E5B7B6CE}"/>
              </a:ext>
            </a:extLst>
          </p:cNvPr>
          <p:cNvGrpSpPr/>
          <p:nvPr/>
        </p:nvGrpSpPr>
        <p:grpSpPr>
          <a:xfrm>
            <a:off x="770807" y="2159828"/>
            <a:ext cx="364383" cy="777549"/>
            <a:chOff x="2896107" y="4671588"/>
            <a:chExt cx="364383" cy="777549"/>
          </a:xfrm>
        </p:grpSpPr>
        <p:sp>
          <p:nvSpPr>
            <p:cNvPr id="27" name="文字方塊 75">
              <a:extLst>
                <a:ext uri="{FF2B5EF4-FFF2-40B4-BE49-F238E27FC236}">
                  <a16:creationId xmlns:a16="http://schemas.microsoft.com/office/drawing/2014/main" id="{63A53A92-09D5-2516-3F53-39F398980C27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28" name="群組 76">
              <a:extLst>
                <a:ext uri="{FF2B5EF4-FFF2-40B4-BE49-F238E27FC236}">
                  <a16:creationId xmlns:a16="http://schemas.microsoft.com/office/drawing/2014/main" id="{95446929-E885-2371-145C-E731CD246EF9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29" name="直線接點 77">
                <a:extLst>
                  <a:ext uri="{FF2B5EF4-FFF2-40B4-BE49-F238E27FC236}">
                    <a16:creationId xmlns:a16="http://schemas.microsoft.com/office/drawing/2014/main" id="{7F3E8512-70EA-5B44-FA1B-453423A9B87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0" name="文字方塊 78">
                <a:extLst>
                  <a:ext uri="{FF2B5EF4-FFF2-40B4-BE49-F238E27FC236}">
                    <a16:creationId xmlns:a16="http://schemas.microsoft.com/office/drawing/2014/main" id="{0D593A25-57D2-1A48-89C8-8CF52CF3D123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文字方塊 44">
                <a:extLst>
                  <a:ext uri="{FF2B5EF4-FFF2-40B4-BE49-F238E27FC236}">
                    <a16:creationId xmlns:a16="http://schemas.microsoft.com/office/drawing/2014/main" id="{04282544-043F-4D92-6461-0B6F9E094495}"/>
                  </a:ext>
                </a:extLst>
              </p:cNvPr>
              <p:cNvSpPr txBox="1"/>
              <p:nvPr/>
            </p:nvSpPr>
            <p:spPr>
              <a:xfrm>
                <a:off x="1128597" y="23226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1" name="文字方塊 44">
                <a:extLst>
                  <a:ext uri="{FF2B5EF4-FFF2-40B4-BE49-F238E27FC236}">
                    <a16:creationId xmlns:a16="http://schemas.microsoft.com/office/drawing/2014/main" id="{04282544-043F-4D92-6461-0B6F9E094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597" y="2322639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群組 116">
            <a:extLst>
              <a:ext uri="{FF2B5EF4-FFF2-40B4-BE49-F238E27FC236}">
                <a16:creationId xmlns:a16="http://schemas.microsoft.com/office/drawing/2014/main" id="{5FCE49D1-366E-0038-7543-FB6DA111F4A5}"/>
              </a:ext>
            </a:extLst>
          </p:cNvPr>
          <p:cNvGrpSpPr/>
          <p:nvPr/>
        </p:nvGrpSpPr>
        <p:grpSpPr>
          <a:xfrm>
            <a:off x="1400555" y="2233145"/>
            <a:ext cx="480534" cy="489604"/>
            <a:chOff x="7405479" y="5039000"/>
            <a:chExt cx="480534" cy="48960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字方塊 119">
                  <a:extLst>
                    <a:ext uri="{FF2B5EF4-FFF2-40B4-BE49-F238E27FC236}">
                      <a16:creationId xmlns:a16="http://schemas.microsoft.com/office/drawing/2014/main" id="{4D88C573-2E0C-7C7B-1AEE-9959F7E1A4BA}"/>
                    </a:ext>
                  </a:extLst>
                </p:cNvPr>
                <p:cNvSpPr txBox="1"/>
                <p:nvPr/>
              </p:nvSpPr>
              <p:spPr>
                <a:xfrm>
                  <a:off x="7405479" y="5128494"/>
                  <a:ext cx="36097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Lucida Handwriting" panose="03010101010101010101" pitchFamily="66" charset="0"/>
                          </a:rPr>
                          <m:t>9</m:t>
                        </m:r>
                      </m:oMath>
                    </m:oMathPara>
                  </a14:m>
                  <a:endParaRPr lang="en-US" sz="2000">
                    <a:solidFill>
                      <a:schemeClr val="accent6">
                        <a:lumMod val="40000"/>
                        <a:lumOff val="60000"/>
                      </a:schemeClr>
                    </a:solidFill>
                  </a:endParaRPr>
                </a:p>
              </p:txBody>
            </p:sp>
          </mc:Choice>
          <mc:Fallback>
            <p:sp>
              <p:nvSpPr>
                <p:cNvPr id="33" name="文字方塊 119">
                  <a:extLst>
                    <a:ext uri="{FF2B5EF4-FFF2-40B4-BE49-F238E27FC236}">
                      <a16:creationId xmlns:a16="http://schemas.microsoft.com/office/drawing/2014/main" id="{4D88C573-2E0C-7C7B-1AEE-9959F7E1A4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5479" y="5128494"/>
                  <a:ext cx="360975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文字方塊 118">
              <a:extLst>
                <a:ext uri="{FF2B5EF4-FFF2-40B4-BE49-F238E27FC236}">
                  <a16:creationId xmlns:a16="http://schemas.microsoft.com/office/drawing/2014/main" id="{69B6F713-B128-A90C-1B2B-ECE121210F4F}"/>
                </a:ext>
              </a:extLst>
            </p:cNvPr>
            <p:cNvSpPr txBox="1"/>
            <p:nvPr/>
          </p:nvSpPr>
          <p:spPr>
            <a:xfrm>
              <a:off x="7597151" y="5039000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字方塊 44">
                <a:extLst>
                  <a:ext uri="{FF2B5EF4-FFF2-40B4-BE49-F238E27FC236}">
                    <a16:creationId xmlns:a16="http://schemas.microsoft.com/office/drawing/2014/main" id="{0A179E10-2B33-0E20-2E39-089A66560EF1}"/>
                  </a:ext>
                </a:extLst>
              </p:cNvPr>
              <p:cNvSpPr txBox="1"/>
              <p:nvPr/>
            </p:nvSpPr>
            <p:spPr>
              <a:xfrm>
                <a:off x="1733245" y="23372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5" name="文字方塊 44">
                <a:extLst>
                  <a:ext uri="{FF2B5EF4-FFF2-40B4-BE49-F238E27FC236}">
                    <a16:creationId xmlns:a16="http://schemas.microsoft.com/office/drawing/2014/main" id="{0A179E10-2B33-0E20-2E39-089A66560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3245" y="2337212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21">
            <a:extLst>
              <a:ext uri="{FF2B5EF4-FFF2-40B4-BE49-F238E27FC236}">
                <a16:creationId xmlns:a16="http://schemas.microsoft.com/office/drawing/2014/main" id="{17B4C098-2C07-A828-E86C-00D3FCE4AF2D}"/>
              </a:ext>
            </a:extLst>
          </p:cNvPr>
          <p:cNvSpPr txBox="1"/>
          <p:nvPr/>
        </p:nvSpPr>
        <p:spPr>
          <a:xfrm>
            <a:off x="2016494" y="2342424"/>
            <a:ext cx="3545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rPr>
              <a:t>h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70C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字方塊 27">
                <a:extLst>
                  <a:ext uri="{FF2B5EF4-FFF2-40B4-BE49-F238E27FC236}">
                    <a16:creationId xmlns:a16="http://schemas.microsoft.com/office/drawing/2014/main" id="{23360791-AF24-D353-C95F-5A1DFE3F177C}"/>
                  </a:ext>
                </a:extLst>
              </p:cNvPr>
              <p:cNvSpPr txBox="1"/>
              <p:nvPr/>
            </p:nvSpPr>
            <p:spPr>
              <a:xfrm>
                <a:off x="2358639" y="23372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7" name="文字方塊 27">
                <a:extLst>
                  <a:ext uri="{FF2B5EF4-FFF2-40B4-BE49-F238E27FC236}">
                    <a16:creationId xmlns:a16="http://schemas.microsoft.com/office/drawing/2014/main" id="{23360791-AF24-D353-C95F-5A1DFE3F1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639" y="2337212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A0D9A366-4D13-671A-C71F-7627593215A6}"/>
              </a:ext>
            </a:extLst>
          </p:cNvPr>
          <p:cNvSpPr txBox="1"/>
          <p:nvPr/>
        </p:nvSpPr>
        <p:spPr>
          <a:xfrm>
            <a:off x="2700457" y="2342424"/>
            <a:ext cx="77296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324</a:t>
            </a:r>
            <a:endParaRPr lang="en-US" sz="2000">
              <a:solidFill>
                <a:srgbClr val="FFFF00"/>
              </a:solidFill>
            </a:endParaRPr>
          </a:p>
        </p:txBody>
      </p:sp>
      <p:sp>
        <p:nvSpPr>
          <p:cNvPr id="39" name="文字方塊 21">
            <a:extLst>
              <a:ext uri="{FF2B5EF4-FFF2-40B4-BE49-F238E27FC236}">
                <a16:creationId xmlns:a16="http://schemas.microsoft.com/office/drawing/2014/main" id="{3D4FF5C1-2671-A4CF-B645-74F8600B7806}"/>
              </a:ext>
            </a:extLst>
          </p:cNvPr>
          <p:cNvSpPr txBox="1"/>
          <p:nvPr/>
        </p:nvSpPr>
        <p:spPr>
          <a:xfrm>
            <a:off x="2016494" y="2791592"/>
            <a:ext cx="3545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Calligraphy" panose="03010101010101010101" pitchFamily="66" charset="0"/>
              </a:rPr>
              <a:t>h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70C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文字方塊 27">
                <a:extLst>
                  <a:ext uri="{FF2B5EF4-FFF2-40B4-BE49-F238E27FC236}">
                    <a16:creationId xmlns:a16="http://schemas.microsoft.com/office/drawing/2014/main" id="{E80489F8-E6F7-E2CC-9C6B-E313E19AAF5F}"/>
                  </a:ext>
                </a:extLst>
              </p:cNvPr>
              <p:cNvSpPr txBox="1"/>
              <p:nvPr/>
            </p:nvSpPr>
            <p:spPr>
              <a:xfrm>
                <a:off x="2358639" y="278638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" name="文字方塊 27">
                <a:extLst>
                  <a:ext uri="{FF2B5EF4-FFF2-40B4-BE49-F238E27FC236}">
                    <a16:creationId xmlns:a16="http://schemas.microsoft.com/office/drawing/2014/main" id="{E80489F8-E6F7-E2CC-9C6B-E313E19AA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8639" y="2786380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5A33210B-EFDE-761B-9D2A-8CDB73E2429A}"/>
              </a:ext>
            </a:extLst>
          </p:cNvPr>
          <p:cNvSpPr txBox="1"/>
          <p:nvPr/>
        </p:nvSpPr>
        <p:spPr>
          <a:xfrm>
            <a:off x="2617851" y="2786121"/>
            <a:ext cx="6381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Handwriting" panose="03010101010101010101" pitchFamily="66" charset="0"/>
              </a:rPr>
              <a:t>12</a:t>
            </a:r>
            <a:endParaRPr lang="en-US" sz="200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260">
                <a:extLst>
                  <a:ext uri="{FF2B5EF4-FFF2-40B4-BE49-F238E27FC236}">
                    <a16:creationId xmlns:a16="http://schemas.microsoft.com/office/drawing/2014/main" id="{1FA83F15-9AD5-8114-BE98-2F8254DCE6AA}"/>
                  </a:ext>
                </a:extLst>
              </p:cNvPr>
              <p:cNvSpPr txBox="1"/>
              <p:nvPr/>
            </p:nvSpPr>
            <p:spPr>
              <a:xfrm>
                <a:off x="3505226" y="2775196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43" name="文字方塊 260">
                <a:extLst>
                  <a:ext uri="{FF2B5EF4-FFF2-40B4-BE49-F238E27FC236}">
                    <a16:creationId xmlns:a16="http://schemas.microsoft.com/office/drawing/2014/main" id="{1FA83F15-9AD5-8114-BE98-2F8254DCE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26" y="2775196"/>
                <a:ext cx="238419" cy="461665"/>
              </a:xfrm>
              <a:prstGeom prst="rect">
                <a:avLst/>
              </a:prstGeom>
              <a:blipFill>
                <a:blip r:embed="rId20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15">
            <a:extLst>
              <a:ext uri="{FF2B5EF4-FFF2-40B4-BE49-F238E27FC236}">
                <a16:creationId xmlns:a16="http://schemas.microsoft.com/office/drawing/2014/main" id="{8FC0DE48-B3E9-8E8D-5140-B73028A0D322}"/>
              </a:ext>
            </a:extLst>
          </p:cNvPr>
          <p:cNvSpPr txBox="1"/>
          <p:nvPr/>
        </p:nvSpPr>
        <p:spPr>
          <a:xfrm>
            <a:off x="3774854" y="2836751"/>
            <a:ext cx="461642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The height of the vessel is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Handwriting" panose="03010101010101010101" pitchFamily="66" charset="0"/>
              </a:rPr>
              <a:t>12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cm 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45" name="筆跡 7">
                <a:extLst>
                  <a:ext uri="{FF2B5EF4-FFF2-40B4-BE49-F238E27FC236}">
                    <a16:creationId xmlns:a16="http://schemas.microsoft.com/office/drawing/2014/main" id="{D148F8C4-2CB0-F2C6-ED5D-628383BD5B54}"/>
                  </a:ext>
                </a:extLst>
              </p14:cNvPr>
              <p14:cNvContentPartPr/>
              <p14:nvPr/>
            </p14:nvContentPartPr>
            <p14:xfrm>
              <a:off x="2023957" y="1506514"/>
              <a:ext cx="1750897" cy="45719"/>
            </p14:xfrm>
          </p:contentPart>
        </mc:Choice>
        <mc:Fallback>
          <p:pic>
            <p:nvPicPr>
              <p:cNvPr id="45" name="筆跡 7">
                <a:extLst>
                  <a:ext uri="{FF2B5EF4-FFF2-40B4-BE49-F238E27FC236}">
                    <a16:creationId xmlns:a16="http://schemas.microsoft.com/office/drawing/2014/main" id="{D148F8C4-2CB0-F2C6-ED5D-628383BD5B5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969939" y="-12209186"/>
                <a:ext cx="1858572" cy="27431400"/>
              </a:xfrm>
              <a:prstGeom prst="rect">
                <a:avLst/>
              </a:prstGeom>
            </p:spPr>
          </p:pic>
        </mc:Fallback>
      </mc:AlternateContent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600DBE3-17EC-5C6C-1F71-955AD92B6B47}"/>
              </a:ext>
            </a:extLst>
          </p:cNvPr>
          <p:cNvCxnSpPr/>
          <p:nvPr/>
        </p:nvCxnSpPr>
        <p:spPr>
          <a:xfrm flipH="1">
            <a:off x="9819401" y="1661116"/>
            <a:ext cx="1144925" cy="2464581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0B4B5DC-815C-449A-05EB-9864A8801BC1}"/>
              </a:ext>
            </a:extLst>
          </p:cNvPr>
          <p:cNvCxnSpPr>
            <a:cxnSpLocks/>
          </p:cNvCxnSpPr>
          <p:nvPr/>
        </p:nvCxnSpPr>
        <p:spPr>
          <a:xfrm flipV="1">
            <a:off x="9819400" y="2706196"/>
            <a:ext cx="686233" cy="500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408C2565-5DB3-0C13-8C80-3AD2E40B4002}"/>
              </a:ext>
            </a:extLst>
          </p:cNvPr>
          <p:cNvSpPr/>
          <p:nvPr/>
        </p:nvSpPr>
        <p:spPr>
          <a:xfrm>
            <a:off x="9815943" y="2714994"/>
            <a:ext cx="134032" cy="134033"/>
          </a:xfrm>
          <a:custGeom>
            <a:avLst/>
            <a:gdLst>
              <a:gd name="connsiteX0" fmla="*/ 134032 w 134032"/>
              <a:gd name="connsiteY0" fmla="*/ 0 h 134033"/>
              <a:gd name="connsiteX1" fmla="*/ 134032 w 134032"/>
              <a:gd name="connsiteY1" fmla="*/ 134033 h 134033"/>
              <a:gd name="connsiteX2" fmla="*/ 0 w 134032"/>
              <a:gd name="connsiteY2" fmla="*/ 131054 h 134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032" h="134033">
                <a:moveTo>
                  <a:pt x="134032" y="0"/>
                </a:moveTo>
                <a:lnTo>
                  <a:pt x="134032" y="134033"/>
                </a:lnTo>
                <a:lnTo>
                  <a:pt x="0" y="131054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EFCF64D-54D6-3B4E-B1A8-8DDA450243BC}"/>
              </a:ext>
            </a:extLst>
          </p:cNvPr>
          <p:cNvSpPr txBox="1"/>
          <p:nvPr/>
        </p:nvSpPr>
        <p:spPr>
          <a:xfrm>
            <a:off x="9432650" y="1449045"/>
            <a:ext cx="4151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</a:t>
            </a:r>
            <a:endParaRPr lang="en-US" sz="160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F39E9A47-B43D-4BC3-D3AE-41291458B9A4}"/>
              </a:ext>
            </a:extLst>
          </p:cNvPr>
          <p:cNvSpPr txBox="1"/>
          <p:nvPr/>
        </p:nvSpPr>
        <p:spPr>
          <a:xfrm>
            <a:off x="10633499" y="1371419"/>
            <a:ext cx="4151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</a:t>
            </a:r>
            <a:endParaRPr lang="en-US" sz="160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272BF2D7-135F-1DB1-DE6E-7929E7C94862}"/>
              </a:ext>
            </a:extLst>
          </p:cNvPr>
          <p:cNvSpPr txBox="1"/>
          <p:nvPr/>
        </p:nvSpPr>
        <p:spPr>
          <a:xfrm>
            <a:off x="9517508" y="2588500"/>
            <a:ext cx="4151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</a:t>
            </a:r>
            <a:endParaRPr lang="en-US" sz="1600"/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A9BE74C5-7C3B-3407-D176-BB06ADAB69B4}"/>
              </a:ext>
            </a:extLst>
          </p:cNvPr>
          <p:cNvSpPr txBox="1"/>
          <p:nvPr/>
        </p:nvSpPr>
        <p:spPr>
          <a:xfrm>
            <a:off x="10214580" y="2421089"/>
            <a:ext cx="4151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D</a:t>
            </a:r>
            <a:endParaRPr lang="en-US" sz="1600"/>
          </a:p>
        </p:txBody>
      </p:sp>
      <p:sp>
        <p:nvSpPr>
          <p:cNvPr id="259" name="Right Triangle 258">
            <a:extLst>
              <a:ext uri="{FF2B5EF4-FFF2-40B4-BE49-F238E27FC236}">
                <a16:creationId xmlns:a16="http://schemas.microsoft.com/office/drawing/2014/main" id="{123218DC-F252-7CA9-4ECA-5A5CDFA988D3}"/>
              </a:ext>
            </a:extLst>
          </p:cNvPr>
          <p:cNvSpPr/>
          <p:nvPr/>
        </p:nvSpPr>
        <p:spPr>
          <a:xfrm flipV="1">
            <a:off x="9819399" y="1665467"/>
            <a:ext cx="1144924" cy="2447675"/>
          </a:xfrm>
          <a:prstGeom prst="rtTriangle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A154559D-2A90-0AE2-82F1-226EE20D2082}"/>
              </a:ext>
            </a:extLst>
          </p:cNvPr>
          <p:cNvGrpSpPr/>
          <p:nvPr/>
        </p:nvGrpSpPr>
        <p:grpSpPr>
          <a:xfrm>
            <a:off x="10582534" y="4238836"/>
            <a:ext cx="1649070" cy="2619164"/>
            <a:chOff x="7812346" y="3937687"/>
            <a:chExt cx="1910190" cy="3030425"/>
          </a:xfrm>
        </p:grpSpPr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AE02332E-25B2-547B-87F0-B81D402C6C67}"/>
                </a:ext>
              </a:extLst>
            </p:cNvPr>
            <p:cNvCxnSpPr>
              <a:cxnSpLocks/>
            </p:cNvCxnSpPr>
            <p:nvPr/>
          </p:nvCxnSpPr>
          <p:spPr>
            <a:xfrm>
              <a:off x="8277807" y="4241518"/>
              <a:ext cx="0" cy="2447675"/>
            </a:xfrm>
            <a:prstGeom prst="line">
              <a:avLst/>
            </a:prstGeom>
            <a:ln>
              <a:solidFill>
                <a:srgbClr val="0070C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9A883378-556E-7F3F-2B04-392540270D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7807" y="4241518"/>
              <a:ext cx="1144925" cy="10012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27FA07B4-60A2-A050-6302-96087346F051}"/>
                </a:ext>
              </a:extLst>
            </p:cNvPr>
            <p:cNvSpPr/>
            <p:nvPr/>
          </p:nvSpPr>
          <p:spPr>
            <a:xfrm>
              <a:off x="8277807" y="4269644"/>
              <a:ext cx="134032" cy="134033"/>
            </a:xfrm>
            <a:custGeom>
              <a:avLst/>
              <a:gdLst>
                <a:gd name="connsiteX0" fmla="*/ 134032 w 134032"/>
                <a:gd name="connsiteY0" fmla="*/ 0 h 134033"/>
                <a:gd name="connsiteX1" fmla="*/ 134032 w 134032"/>
                <a:gd name="connsiteY1" fmla="*/ 134033 h 134033"/>
                <a:gd name="connsiteX2" fmla="*/ 0 w 134032"/>
                <a:gd name="connsiteY2" fmla="*/ 131054 h 134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032" h="134033">
                  <a:moveTo>
                    <a:pt x="134032" y="0"/>
                  </a:moveTo>
                  <a:lnTo>
                    <a:pt x="134032" y="134033"/>
                  </a:lnTo>
                  <a:lnTo>
                    <a:pt x="0" y="131054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D874C7C7-142E-5B4B-399D-77A3502B9BD5}"/>
                </a:ext>
              </a:extLst>
            </p:cNvPr>
            <p:cNvCxnSpPr/>
            <p:nvPr/>
          </p:nvCxnSpPr>
          <p:spPr>
            <a:xfrm flipH="1">
              <a:off x="8277807" y="4224612"/>
              <a:ext cx="1144925" cy="2464581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B2F46C47-BB7B-F105-4FAF-379F6A37C5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7860" y="5274698"/>
              <a:ext cx="686233" cy="5006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537B225B-8643-7BFC-D665-AEFB049C9DC6}"/>
                </a:ext>
              </a:extLst>
            </p:cNvPr>
            <p:cNvSpPr/>
            <p:nvPr/>
          </p:nvSpPr>
          <p:spPr>
            <a:xfrm>
              <a:off x="8267860" y="5275750"/>
              <a:ext cx="134032" cy="134033"/>
            </a:xfrm>
            <a:custGeom>
              <a:avLst/>
              <a:gdLst>
                <a:gd name="connsiteX0" fmla="*/ 134032 w 134032"/>
                <a:gd name="connsiteY0" fmla="*/ 0 h 134033"/>
                <a:gd name="connsiteX1" fmla="*/ 134032 w 134032"/>
                <a:gd name="connsiteY1" fmla="*/ 134033 h 134033"/>
                <a:gd name="connsiteX2" fmla="*/ 0 w 134032"/>
                <a:gd name="connsiteY2" fmla="*/ 131054 h 1340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4032" h="134033">
                  <a:moveTo>
                    <a:pt x="134032" y="0"/>
                  </a:moveTo>
                  <a:lnTo>
                    <a:pt x="134032" y="134033"/>
                  </a:lnTo>
                  <a:lnTo>
                    <a:pt x="0" y="131054"/>
                  </a:ln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7" name="TextBox 266">
              <a:extLst>
                <a:ext uri="{FF2B5EF4-FFF2-40B4-BE49-F238E27FC236}">
                  <a16:creationId xmlns:a16="http://schemas.microsoft.com/office/drawing/2014/main" id="{67CB4BBF-5C84-9351-43A6-E391F783424C}"/>
                </a:ext>
              </a:extLst>
            </p:cNvPr>
            <p:cNvSpPr txBox="1"/>
            <p:nvPr/>
          </p:nvSpPr>
          <p:spPr>
            <a:xfrm>
              <a:off x="9307354" y="3937687"/>
              <a:ext cx="41518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16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B</a:t>
              </a:r>
              <a:endParaRPr lang="en-US" sz="1600"/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6915F807-40CE-5F6E-73CC-65F7FE8C566B}"/>
                </a:ext>
              </a:extLst>
            </p:cNvPr>
            <p:cNvSpPr txBox="1"/>
            <p:nvPr/>
          </p:nvSpPr>
          <p:spPr>
            <a:xfrm>
              <a:off x="7812346" y="5089984"/>
              <a:ext cx="41518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16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</a:t>
              </a:r>
              <a:endParaRPr lang="en-US" sz="1600"/>
            </a:p>
          </p:txBody>
        </p: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142F3485-D404-16A4-57AC-5D46B5678F67}"/>
                </a:ext>
              </a:extLst>
            </p:cNvPr>
            <p:cNvSpPr txBox="1"/>
            <p:nvPr/>
          </p:nvSpPr>
          <p:spPr>
            <a:xfrm>
              <a:off x="9029187" y="5151996"/>
              <a:ext cx="41518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16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D</a:t>
              </a:r>
              <a:endParaRPr lang="en-US" sz="1600"/>
            </a:p>
          </p:txBody>
        </p:sp>
        <p:sp>
          <p:nvSpPr>
            <p:cNvPr id="270" name="Right Triangle 269">
              <a:extLst>
                <a:ext uri="{FF2B5EF4-FFF2-40B4-BE49-F238E27FC236}">
                  <a16:creationId xmlns:a16="http://schemas.microsoft.com/office/drawing/2014/main" id="{7CC2FCF8-2CD5-0910-EF7B-B80E06FDD902}"/>
                </a:ext>
              </a:extLst>
            </p:cNvPr>
            <p:cNvSpPr/>
            <p:nvPr/>
          </p:nvSpPr>
          <p:spPr>
            <a:xfrm flipV="1">
              <a:off x="8267860" y="4233064"/>
              <a:ext cx="1144924" cy="2447675"/>
            </a:xfrm>
            <a:prstGeom prst="rtTriangle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C38B2CF5-2D02-A0EE-993B-A129809EFC88}"/>
                </a:ext>
              </a:extLst>
            </p:cNvPr>
            <p:cNvSpPr txBox="1"/>
            <p:nvPr/>
          </p:nvSpPr>
          <p:spPr>
            <a:xfrm>
              <a:off x="7861120" y="3956947"/>
              <a:ext cx="41518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16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</a:t>
              </a:r>
              <a:endParaRPr lang="en-US" sz="1600"/>
            </a:p>
          </p:txBody>
        </p: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0EE85519-ECEE-CCC4-79B1-BE8ADFB1667F}"/>
                </a:ext>
              </a:extLst>
            </p:cNvPr>
            <p:cNvSpPr txBox="1"/>
            <p:nvPr/>
          </p:nvSpPr>
          <p:spPr>
            <a:xfrm>
              <a:off x="8303805" y="6629558"/>
              <a:ext cx="41518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HK" sz="16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V</a:t>
              </a:r>
              <a:endParaRPr lang="en-US" sz="1600"/>
            </a:p>
          </p:txBody>
        </p:sp>
      </p:grpSp>
      <p:sp>
        <p:nvSpPr>
          <p:cNvPr id="273" name="TextBox 272">
            <a:extLst>
              <a:ext uri="{FF2B5EF4-FFF2-40B4-BE49-F238E27FC236}">
                <a16:creationId xmlns:a16="http://schemas.microsoft.com/office/drawing/2014/main" id="{75C03B29-45CF-F4B2-0BD2-E5E01B191280}"/>
              </a:ext>
            </a:extLst>
          </p:cNvPr>
          <p:cNvSpPr txBox="1"/>
          <p:nvPr/>
        </p:nvSpPr>
        <p:spPr>
          <a:xfrm>
            <a:off x="147600" y="3283952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/>
          </a:p>
        </p:txBody>
      </p:sp>
      <p:sp>
        <p:nvSpPr>
          <p:cNvPr id="274" name="TextBox 15">
            <a:extLst>
              <a:ext uri="{FF2B5EF4-FFF2-40B4-BE49-F238E27FC236}">
                <a16:creationId xmlns:a16="http://schemas.microsoft.com/office/drawing/2014/main" id="{8186D40B-744B-05AC-0C3D-13710E8BF211}"/>
              </a:ext>
            </a:extLst>
          </p:cNvPr>
          <p:cNvSpPr txBox="1"/>
          <p:nvPr/>
        </p:nvSpPr>
        <p:spPr>
          <a:xfrm>
            <a:off x="552753" y="3276326"/>
            <a:ext cx="491576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Refer to the notations in the figure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19A4C42D-DE5F-B5B6-C2EE-F20D0F1FC2AB}"/>
              </a:ext>
            </a:extLst>
          </p:cNvPr>
          <p:cNvCxnSpPr>
            <a:cxnSpLocks/>
            <a:stCxn id="270" idx="2"/>
            <a:endCxn id="270" idx="4"/>
          </p:cNvCxnSpPr>
          <p:nvPr/>
        </p:nvCxnSpPr>
        <p:spPr>
          <a:xfrm>
            <a:off x="10975778" y="4494127"/>
            <a:ext cx="98841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文字方塊 21">
            <a:extLst>
              <a:ext uri="{FF2B5EF4-FFF2-40B4-BE49-F238E27FC236}">
                <a16:creationId xmlns:a16="http://schemas.microsoft.com/office/drawing/2014/main" id="{9B0F4E94-0B9B-2139-1A0A-FB8EDD8DEBD8}"/>
              </a:ext>
            </a:extLst>
          </p:cNvPr>
          <p:cNvSpPr txBox="1"/>
          <p:nvPr/>
        </p:nvSpPr>
        <p:spPr>
          <a:xfrm>
            <a:off x="166200" y="3794618"/>
            <a:ext cx="6367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AB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1" name="文字方塊 27">
                <a:extLst>
                  <a:ext uri="{FF2B5EF4-FFF2-40B4-BE49-F238E27FC236}">
                    <a16:creationId xmlns:a16="http://schemas.microsoft.com/office/drawing/2014/main" id="{DEFEA517-56A0-1D3B-721D-AF11AB202F5C}"/>
                  </a:ext>
                </a:extLst>
              </p:cNvPr>
              <p:cNvSpPr txBox="1"/>
              <p:nvPr/>
            </p:nvSpPr>
            <p:spPr>
              <a:xfrm>
                <a:off x="762790" y="378282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1" name="文字方塊 27">
                <a:extLst>
                  <a:ext uri="{FF2B5EF4-FFF2-40B4-BE49-F238E27FC236}">
                    <a16:creationId xmlns:a16="http://schemas.microsoft.com/office/drawing/2014/main" id="{DEFEA517-56A0-1D3B-721D-AF11AB202F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790" y="3782825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2" name="群組 74">
            <a:extLst>
              <a:ext uri="{FF2B5EF4-FFF2-40B4-BE49-F238E27FC236}">
                <a16:creationId xmlns:a16="http://schemas.microsoft.com/office/drawing/2014/main" id="{E3505C2F-485E-FA2F-EA60-6BA7824A8871}"/>
              </a:ext>
            </a:extLst>
          </p:cNvPr>
          <p:cNvGrpSpPr/>
          <p:nvPr/>
        </p:nvGrpSpPr>
        <p:grpSpPr>
          <a:xfrm>
            <a:off x="1174377" y="3621140"/>
            <a:ext cx="364383" cy="777549"/>
            <a:chOff x="2896107" y="4671588"/>
            <a:chExt cx="364383" cy="777549"/>
          </a:xfrm>
        </p:grpSpPr>
        <p:sp>
          <p:nvSpPr>
            <p:cNvPr id="283" name="文字方塊 75">
              <a:extLst>
                <a:ext uri="{FF2B5EF4-FFF2-40B4-BE49-F238E27FC236}">
                  <a16:creationId xmlns:a16="http://schemas.microsoft.com/office/drawing/2014/main" id="{4A874C67-8871-08CD-1809-6D4D2D0ECE39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284" name="群組 76">
              <a:extLst>
                <a:ext uri="{FF2B5EF4-FFF2-40B4-BE49-F238E27FC236}">
                  <a16:creationId xmlns:a16="http://schemas.microsoft.com/office/drawing/2014/main" id="{E133A010-5905-77D8-E413-E360D9A90232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285" name="直線接點 77">
                <a:extLst>
                  <a:ext uri="{FF2B5EF4-FFF2-40B4-BE49-F238E27FC236}">
                    <a16:creationId xmlns:a16="http://schemas.microsoft.com/office/drawing/2014/main" id="{3BF7EBB0-8157-A6C2-7889-E684160F7DE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86" name="文字方塊 78">
                <a:extLst>
                  <a:ext uri="{FF2B5EF4-FFF2-40B4-BE49-F238E27FC236}">
                    <a16:creationId xmlns:a16="http://schemas.microsoft.com/office/drawing/2014/main" id="{FC00A729-30B0-086C-43A5-A0F659E40ADB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7" name="文字方塊 44">
                <a:extLst>
                  <a:ext uri="{FF2B5EF4-FFF2-40B4-BE49-F238E27FC236}">
                    <a16:creationId xmlns:a16="http://schemas.microsoft.com/office/drawing/2014/main" id="{E5FC7363-09C9-DE38-5F9A-454695B3E6F7}"/>
                  </a:ext>
                </a:extLst>
              </p:cNvPr>
              <p:cNvSpPr txBox="1"/>
              <p:nvPr/>
            </p:nvSpPr>
            <p:spPr>
              <a:xfrm>
                <a:off x="1523419" y="380188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7" name="文字方塊 44">
                <a:extLst>
                  <a:ext uri="{FF2B5EF4-FFF2-40B4-BE49-F238E27FC236}">
                    <a16:creationId xmlns:a16="http://schemas.microsoft.com/office/drawing/2014/main" id="{E5FC7363-09C9-DE38-5F9A-454695B3E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419" y="3801880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8" name="文字方塊 21">
            <a:extLst>
              <a:ext uri="{FF2B5EF4-FFF2-40B4-BE49-F238E27FC236}">
                <a16:creationId xmlns:a16="http://schemas.microsoft.com/office/drawing/2014/main" id="{02509E78-C631-FC1E-51BC-00051C2EE178}"/>
              </a:ext>
            </a:extLst>
          </p:cNvPr>
          <p:cNvSpPr txBox="1"/>
          <p:nvPr/>
        </p:nvSpPr>
        <p:spPr>
          <a:xfrm>
            <a:off x="1747764" y="3799442"/>
            <a:ext cx="591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XY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6">
                  <a:lumMod val="40000"/>
                  <a:lumOff val="6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9" name="文字方塊 27">
                <a:extLst>
                  <a:ext uri="{FF2B5EF4-FFF2-40B4-BE49-F238E27FC236}">
                    <a16:creationId xmlns:a16="http://schemas.microsoft.com/office/drawing/2014/main" id="{704CB66B-4849-61A5-80A2-99F8B8F8A148}"/>
                  </a:ext>
                </a:extLst>
              </p:cNvPr>
              <p:cNvSpPr txBox="1"/>
              <p:nvPr/>
            </p:nvSpPr>
            <p:spPr>
              <a:xfrm>
                <a:off x="2237140" y="379006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89" name="文字方塊 27">
                <a:extLst>
                  <a:ext uri="{FF2B5EF4-FFF2-40B4-BE49-F238E27FC236}">
                    <a16:creationId xmlns:a16="http://schemas.microsoft.com/office/drawing/2014/main" id="{704CB66B-4849-61A5-80A2-99F8B8F8A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140" y="3790060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0" name="群組 74">
            <a:extLst>
              <a:ext uri="{FF2B5EF4-FFF2-40B4-BE49-F238E27FC236}">
                <a16:creationId xmlns:a16="http://schemas.microsoft.com/office/drawing/2014/main" id="{E8127601-443F-5ADC-A344-9C703BF18CFF}"/>
              </a:ext>
            </a:extLst>
          </p:cNvPr>
          <p:cNvGrpSpPr/>
          <p:nvPr/>
        </p:nvGrpSpPr>
        <p:grpSpPr>
          <a:xfrm>
            <a:off x="2600321" y="3624233"/>
            <a:ext cx="364383" cy="777549"/>
            <a:chOff x="2896107" y="4671588"/>
            <a:chExt cx="364383" cy="777549"/>
          </a:xfrm>
        </p:grpSpPr>
        <p:sp>
          <p:nvSpPr>
            <p:cNvPr id="291" name="文字方塊 75">
              <a:extLst>
                <a:ext uri="{FF2B5EF4-FFF2-40B4-BE49-F238E27FC236}">
                  <a16:creationId xmlns:a16="http://schemas.microsoft.com/office/drawing/2014/main" id="{2BC07D20-8683-E681-5CEE-57CF14353011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292" name="群組 76">
              <a:extLst>
                <a:ext uri="{FF2B5EF4-FFF2-40B4-BE49-F238E27FC236}">
                  <a16:creationId xmlns:a16="http://schemas.microsoft.com/office/drawing/2014/main" id="{6C0950D8-239D-9F6E-FA51-F25AA37642D0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293" name="直線接點 77">
                <a:extLst>
                  <a:ext uri="{FF2B5EF4-FFF2-40B4-BE49-F238E27FC236}">
                    <a16:creationId xmlns:a16="http://schemas.microsoft.com/office/drawing/2014/main" id="{D6E77F23-60B4-A12F-D21C-3EC32EF0787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94" name="文字方塊 78">
                <a:extLst>
                  <a:ext uri="{FF2B5EF4-FFF2-40B4-BE49-F238E27FC236}">
                    <a16:creationId xmlns:a16="http://schemas.microsoft.com/office/drawing/2014/main" id="{55A73AB3-A0BB-1810-5335-6B995D1CEA25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5" name="文字方塊 44">
                <a:extLst>
                  <a:ext uri="{FF2B5EF4-FFF2-40B4-BE49-F238E27FC236}">
                    <a16:creationId xmlns:a16="http://schemas.microsoft.com/office/drawing/2014/main" id="{2DFD09FF-3070-166D-9C2B-1A9A0939F920}"/>
                  </a:ext>
                </a:extLst>
              </p:cNvPr>
              <p:cNvSpPr txBox="1"/>
              <p:nvPr/>
            </p:nvSpPr>
            <p:spPr>
              <a:xfrm>
                <a:off x="2959275" y="379006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5" name="文字方塊 44">
                <a:extLst>
                  <a:ext uri="{FF2B5EF4-FFF2-40B4-BE49-F238E27FC236}">
                    <a16:creationId xmlns:a16="http://schemas.microsoft.com/office/drawing/2014/main" id="{2DFD09FF-3070-166D-9C2B-1A9A0939F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9275" y="3790060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6" name="TextBox 295">
            <a:extLst>
              <a:ext uri="{FF2B5EF4-FFF2-40B4-BE49-F238E27FC236}">
                <a16:creationId xmlns:a16="http://schemas.microsoft.com/office/drawing/2014/main" id="{B6EC5533-295E-3B10-3C00-0F012FF24EE7}"/>
              </a:ext>
            </a:extLst>
          </p:cNvPr>
          <p:cNvSpPr txBox="1"/>
          <p:nvPr/>
        </p:nvSpPr>
        <p:spPr>
          <a:xfrm>
            <a:off x="3245524" y="3808624"/>
            <a:ext cx="8668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9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7" name="文字方塊 27">
                <a:extLst>
                  <a:ext uri="{FF2B5EF4-FFF2-40B4-BE49-F238E27FC236}">
                    <a16:creationId xmlns:a16="http://schemas.microsoft.com/office/drawing/2014/main" id="{713AA79A-9496-1666-95A8-3C9ABC66E722}"/>
                  </a:ext>
                </a:extLst>
              </p:cNvPr>
              <p:cNvSpPr txBox="1"/>
              <p:nvPr/>
            </p:nvSpPr>
            <p:spPr>
              <a:xfrm>
                <a:off x="4013050" y="381453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7" name="文字方塊 27">
                <a:extLst>
                  <a:ext uri="{FF2B5EF4-FFF2-40B4-BE49-F238E27FC236}">
                    <a16:creationId xmlns:a16="http://schemas.microsoft.com/office/drawing/2014/main" id="{713AA79A-9496-1666-95A8-3C9ABC66E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3050" y="3814530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8" name="TextBox 297">
            <a:extLst>
              <a:ext uri="{FF2B5EF4-FFF2-40B4-BE49-F238E27FC236}">
                <a16:creationId xmlns:a16="http://schemas.microsoft.com/office/drawing/2014/main" id="{04BA2E40-2D79-E6C4-5B91-01CB9DB9F15D}"/>
              </a:ext>
            </a:extLst>
          </p:cNvPr>
          <p:cNvSpPr txBox="1"/>
          <p:nvPr/>
        </p:nvSpPr>
        <p:spPr>
          <a:xfrm>
            <a:off x="4314218" y="3832893"/>
            <a:ext cx="11449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4.5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9" name="文字方塊 54">
                <a:extLst>
                  <a:ext uri="{FF2B5EF4-FFF2-40B4-BE49-F238E27FC236}">
                    <a16:creationId xmlns:a16="http://schemas.microsoft.com/office/drawing/2014/main" id="{0CEFA513-FA45-4F6F-3C9B-6270E4078506}"/>
                  </a:ext>
                </a:extLst>
              </p:cNvPr>
              <p:cNvSpPr txBox="1"/>
              <p:nvPr/>
            </p:nvSpPr>
            <p:spPr>
              <a:xfrm>
                <a:off x="169430" y="4279991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99" name="文字方塊 54">
                <a:extLst>
                  <a:ext uri="{FF2B5EF4-FFF2-40B4-BE49-F238E27FC236}">
                    <a16:creationId xmlns:a16="http://schemas.microsoft.com/office/drawing/2014/main" id="{0CEFA513-FA45-4F6F-3C9B-6270E4078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30" y="4279991"/>
                <a:ext cx="295688" cy="461665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0" name="文字方塊 182">
                <a:extLst>
                  <a:ext uri="{FF2B5EF4-FFF2-40B4-BE49-F238E27FC236}">
                    <a16:creationId xmlns:a16="http://schemas.microsoft.com/office/drawing/2014/main" id="{97111415-F6BD-B43A-89F6-812BE79CC70A}"/>
                  </a:ext>
                </a:extLst>
              </p:cNvPr>
              <p:cNvSpPr txBox="1"/>
              <p:nvPr/>
            </p:nvSpPr>
            <p:spPr>
              <a:xfrm>
                <a:off x="376985" y="4307245"/>
                <a:ext cx="2874448" cy="403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HK" alt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𝜟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𝑽𝑪𝑫</m:t>
                      </m:r>
                      <m:r>
                        <a:rPr lang="en-US" altLang="zh-HK" sz="2000" b="1" i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 </m:t>
                      </m:r>
                      <m:r>
                        <a:rPr lang="zh-HK" alt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𝜟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𝑽𝑨𝑩</m:t>
                      </m:r>
                      <m:r>
                        <a:rPr lang="en-US" altLang="zh-HK" sz="2000" b="1" i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AAA</m:t>
                      </m:r>
                      <m:r>
                        <m:rPr>
                          <m:nor/>
                        </m:rP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00" name="文字方塊 182">
                <a:extLst>
                  <a:ext uri="{FF2B5EF4-FFF2-40B4-BE49-F238E27FC236}">
                    <a16:creationId xmlns:a16="http://schemas.microsoft.com/office/drawing/2014/main" id="{97111415-F6BD-B43A-89F6-812BE79CC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85" y="4307245"/>
                <a:ext cx="2874448" cy="40395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1" name="文字方塊 260">
                <a:extLst>
                  <a:ext uri="{FF2B5EF4-FFF2-40B4-BE49-F238E27FC236}">
                    <a16:creationId xmlns:a16="http://schemas.microsoft.com/office/drawing/2014/main" id="{CA688FC9-87F6-0BB7-0955-01537DF0F1B3}"/>
                  </a:ext>
                </a:extLst>
              </p:cNvPr>
              <p:cNvSpPr txBox="1"/>
              <p:nvPr/>
            </p:nvSpPr>
            <p:spPr>
              <a:xfrm>
                <a:off x="182506" y="4787873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01" name="文字方塊 260">
                <a:extLst>
                  <a:ext uri="{FF2B5EF4-FFF2-40B4-BE49-F238E27FC236}">
                    <a16:creationId xmlns:a16="http://schemas.microsoft.com/office/drawing/2014/main" id="{CA688FC9-87F6-0BB7-0955-01537DF0F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06" y="4787873"/>
                <a:ext cx="238419" cy="461665"/>
              </a:xfrm>
              <a:prstGeom prst="rect">
                <a:avLst/>
              </a:prstGeom>
              <a:blipFill>
                <a:blip r:embed="rId30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2" name="群組 20">
            <a:extLst>
              <a:ext uri="{FF2B5EF4-FFF2-40B4-BE49-F238E27FC236}">
                <a16:creationId xmlns:a16="http://schemas.microsoft.com/office/drawing/2014/main" id="{C8912853-8FAF-7CA0-718B-6266AA67C57C}"/>
              </a:ext>
            </a:extLst>
          </p:cNvPr>
          <p:cNvGrpSpPr/>
          <p:nvPr/>
        </p:nvGrpSpPr>
        <p:grpSpPr>
          <a:xfrm>
            <a:off x="485990" y="4707480"/>
            <a:ext cx="655949" cy="762518"/>
            <a:chOff x="2717225" y="4471475"/>
            <a:chExt cx="655949" cy="762518"/>
          </a:xfrm>
        </p:grpSpPr>
        <p:sp>
          <p:nvSpPr>
            <p:cNvPr id="303" name="文字方塊 21">
              <a:extLst>
                <a:ext uri="{FF2B5EF4-FFF2-40B4-BE49-F238E27FC236}">
                  <a16:creationId xmlns:a16="http://schemas.microsoft.com/office/drawing/2014/main" id="{94ABD361-5F36-1AF9-A34D-FE77C9C6E592}"/>
                </a:ext>
              </a:extLst>
            </p:cNvPr>
            <p:cNvSpPr txBox="1"/>
            <p:nvPr/>
          </p:nvSpPr>
          <p:spPr>
            <a:xfrm>
              <a:off x="2726844" y="4471475"/>
              <a:ext cx="6094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rPr>
                <a:t>CD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304" name="群組 22">
              <a:extLst>
                <a:ext uri="{FF2B5EF4-FFF2-40B4-BE49-F238E27FC236}">
                  <a16:creationId xmlns:a16="http://schemas.microsoft.com/office/drawing/2014/main" id="{B3FBEEE3-C03A-C5E1-237C-7356E90F106E}"/>
                </a:ext>
              </a:extLst>
            </p:cNvPr>
            <p:cNvGrpSpPr/>
            <p:nvPr/>
          </p:nvGrpSpPr>
          <p:grpSpPr>
            <a:xfrm>
              <a:off x="2717225" y="4813478"/>
              <a:ext cx="655949" cy="420515"/>
              <a:chOff x="2717225" y="4813478"/>
              <a:chExt cx="655949" cy="420515"/>
            </a:xfrm>
          </p:grpSpPr>
          <p:cxnSp>
            <p:nvCxnSpPr>
              <p:cNvPr id="305" name="直線接點 23">
                <a:extLst>
                  <a:ext uri="{FF2B5EF4-FFF2-40B4-BE49-F238E27FC236}">
                    <a16:creationId xmlns:a16="http://schemas.microsoft.com/office/drawing/2014/main" id="{F7B75623-EA1D-697D-05F9-2C09C657520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02925" y="4813478"/>
                <a:ext cx="56063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06" name="文字方塊 24">
                <a:extLst>
                  <a:ext uri="{FF2B5EF4-FFF2-40B4-BE49-F238E27FC236}">
                    <a16:creationId xmlns:a16="http://schemas.microsoft.com/office/drawing/2014/main" id="{DA699755-0F76-59EB-C35C-D25F8417886A}"/>
                  </a:ext>
                </a:extLst>
              </p:cNvPr>
              <p:cNvSpPr txBox="1"/>
              <p:nvPr/>
            </p:nvSpPr>
            <p:spPr>
              <a:xfrm>
                <a:off x="2717225" y="4833883"/>
                <a:ext cx="65594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AB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7" name="文字方塊 27">
                <a:extLst>
                  <a:ext uri="{FF2B5EF4-FFF2-40B4-BE49-F238E27FC236}">
                    <a16:creationId xmlns:a16="http://schemas.microsoft.com/office/drawing/2014/main" id="{144ACF51-AB55-5CA9-555F-5EAF2EC57916}"/>
                  </a:ext>
                </a:extLst>
              </p:cNvPr>
              <p:cNvSpPr txBox="1"/>
              <p:nvPr/>
            </p:nvSpPr>
            <p:spPr>
              <a:xfrm>
                <a:off x="1119135" y="484942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07" name="文字方塊 27">
                <a:extLst>
                  <a:ext uri="{FF2B5EF4-FFF2-40B4-BE49-F238E27FC236}">
                    <a16:creationId xmlns:a16="http://schemas.microsoft.com/office/drawing/2014/main" id="{144ACF51-AB55-5CA9-555F-5EAF2EC579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135" y="4849428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8" name="群組 28">
            <a:extLst>
              <a:ext uri="{FF2B5EF4-FFF2-40B4-BE49-F238E27FC236}">
                <a16:creationId xmlns:a16="http://schemas.microsoft.com/office/drawing/2014/main" id="{2EE73E82-57AA-2B05-E21E-412C9A638734}"/>
              </a:ext>
            </a:extLst>
          </p:cNvPr>
          <p:cNvGrpSpPr/>
          <p:nvPr/>
        </p:nvGrpSpPr>
        <p:grpSpPr>
          <a:xfrm>
            <a:off x="1430052" y="4707480"/>
            <a:ext cx="671177" cy="762518"/>
            <a:chOff x="2764515" y="4471475"/>
            <a:chExt cx="671177" cy="762518"/>
          </a:xfrm>
        </p:grpSpPr>
        <p:sp>
          <p:nvSpPr>
            <p:cNvPr id="309" name="文字方塊 29">
              <a:extLst>
                <a:ext uri="{FF2B5EF4-FFF2-40B4-BE49-F238E27FC236}">
                  <a16:creationId xmlns:a16="http://schemas.microsoft.com/office/drawing/2014/main" id="{ABFD8E93-F039-E9DE-9FCF-297CECDE9DD6}"/>
                </a:ext>
              </a:extLst>
            </p:cNvPr>
            <p:cNvSpPr txBox="1"/>
            <p:nvPr/>
          </p:nvSpPr>
          <p:spPr>
            <a:xfrm>
              <a:off x="2764515" y="4471475"/>
              <a:ext cx="5886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chemeClr val="accent4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rPr>
                <a:t>VC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310" name="群組 30">
              <a:extLst>
                <a:ext uri="{FF2B5EF4-FFF2-40B4-BE49-F238E27FC236}">
                  <a16:creationId xmlns:a16="http://schemas.microsoft.com/office/drawing/2014/main" id="{04918AF8-F7D1-79D3-0CBD-B18F01D99852}"/>
                </a:ext>
              </a:extLst>
            </p:cNvPr>
            <p:cNvGrpSpPr/>
            <p:nvPr/>
          </p:nvGrpSpPr>
          <p:grpSpPr>
            <a:xfrm>
              <a:off x="2771728" y="4813478"/>
              <a:ext cx="663964" cy="420515"/>
              <a:chOff x="2771728" y="4813478"/>
              <a:chExt cx="663964" cy="420515"/>
            </a:xfrm>
          </p:grpSpPr>
          <p:cxnSp>
            <p:nvCxnSpPr>
              <p:cNvPr id="311" name="直線接點 31">
                <a:extLst>
                  <a:ext uri="{FF2B5EF4-FFF2-40B4-BE49-F238E27FC236}">
                    <a16:creationId xmlns:a16="http://schemas.microsoft.com/office/drawing/2014/main" id="{44C1C69C-7764-0857-E156-54DFD863063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02925" y="4813478"/>
                <a:ext cx="56063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12" name="文字方塊 32">
                <a:extLst>
                  <a:ext uri="{FF2B5EF4-FFF2-40B4-BE49-F238E27FC236}">
                    <a16:creationId xmlns:a16="http://schemas.microsoft.com/office/drawing/2014/main" id="{9EF873C5-3D56-F7C5-ABA1-C25064F23A10}"/>
                  </a:ext>
                </a:extLst>
              </p:cNvPr>
              <p:cNvSpPr txBox="1"/>
              <p:nvPr/>
            </p:nvSpPr>
            <p:spPr>
              <a:xfrm>
                <a:off x="2771728" y="4833883"/>
                <a:ext cx="66396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0070C0"/>
                    </a:solidFill>
                    <a:latin typeface="Lucida Calligraphy" panose="03010101010101010101" pitchFamily="66" charset="0"/>
                  </a:rPr>
                  <a:t>VA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0070C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947A9842-CBE8-81F9-83A5-7A6D63F92E58}"/>
              </a:ext>
            </a:extLst>
          </p:cNvPr>
          <p:cNvCxnSpPr>
            <a:cxnSpLocks/>
          </p:cNvCxnSpPr>
          <p:nvPr/>
        </p:nvCxnSpPr>
        <p:spPr>
          <a:xfrm>
            <a:off x="10984366" y="5394400"/>
            <a:ext cx="536330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8" name="左大括弧 49">
            <a:extLst>
              <a:ext uri="{FF2B5EF4-FFF2-40B4-BE49-F238E27FC236}">
                <a16:creationId xmlns:a16="http://schemas.microsoft.com/office/drawing/2014/main" id="{BDF9B36F-84D0-5EB3-4876-A13736091014}"/>
              </a:ext>
            </a:extLst>
          </p:cNvPr>
          <p:cNvSpPr/>
          <p:nvPr/>
        </p:nvSpPr>
        <p:spPr>
          <a:xfrm>
            <a:off x="10372351" y="4470611"/>
            <a:ext cx="339587" cy="2098414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>
              <a:solidFill>
                <a:srgbClr val="00B0F0"/>
              </a:solidFill>
            </a:endParaRP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0C770BB7-A5B2-9CCA-9E0A-C36B288FB744}"/>
              </a:ext>
            </a:extLst>
          </p:cNvPr>
          <p:cNvSpPr txBox="1"/>
          <p:nvPr/>
        </p:nvSpPr>
        <p:spPr>
          <a:xfrm>
            <a:off x="9963381" y="5394400"/>
            <a:ext cx="5679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Handwriting" panose="03010101010101010101" pitchFamily="66" charset="0"/>
              </a:rPr>
              <a:t>12</a:t>
            </a:r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</a:t>
            </a:r>
            <a:endParaRPr lang="en-US" sz="1600">
              <a:solidFill>
                <a:srgbClr val="0070C0"/>
              </a:solidFill>
            </a:endParaRPr>
          </a:p>
        </p:txBody>
      </p:sp>
      <p:cxnSp>
        <p:nvCxnSpPr>
          <p:cNvPr id="323" name="Straight Connector 322">
            <a:extLst>
              <a:ext uri="{FF2B5EF4-FFF2-40B4-BE49-F238E27FC236}">
                <a16:creationId xmlns:a16="http://schemas.microsoft.com/office/drawing/2014/main" id="{B21F51AD-B9CC-F854-19BD-F782A3B15158}"/>
              </a:ext>
            </a:extLst>
          </p:cNvPr>
          <p:cNvCxnSpPr>
            <a:cxnSpLocks/>
            <a:endCxn id="270" idx="0"/>
          </p:cNvCxnSpPr>
          <p:nvPr/>
        </p:nvCxnSpPr>
        <p:spPr>
          <a:xfrm flipH="1">
            <a:off x="10975780" y="5402615"/>
            <a:ext cx="7288" cy="1207011"/>
          </a:xfrm>
          <a:prstGeom prst="line">
            <a:avLst/>
          </a:prstGeom>
          <a:ln w="28575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TextBox 327">
            <a:extLst>
              <a:ext uri="{FF2B5EF4-FFF2-40B4-BE49-F238E27FC236}">
                <a16:creationId xmlns:a16="http://schemas.microsoft.com/office/drawing/2014/main" id="{E278D39C-C779-15EA-7BB9-F7A9345BC58F}"/>
              </a:ext>
            </a:extLst>
          </p:cNvPr>
          <p:cNvSpPr txBox="1"/>
          <p:nvPr/>
        </p:nvSpPr>
        <p:spPr>
          <a:xfrm>
            <a:off x="10665580" y="5779047"/>
            <a:ext cx="358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8</a:t>
            </a:r>
            <a:endParaRPr lang="en-US" sz="200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29" name="TextBox 328">
            <a:extLst>
              <a:ext uri="{FF2B5EF4-FFF2-40B4-BE49-F238E27FC236}">
                <a16:creationId xmlns:a16="http://schemas.microsoft.com/office/drawing/2014/main" id="{AD9CA335-D15F-A264-7B99-487603E40009}"/>
              </a:ext>
            </a:extLst>
          </p:cNvPr>
          <p:cNvSpPr txBox="1"/>
          <p:nvPr/>
        </p:nvSpPr>
        <p:spPr>
          <a:xfrm>
            <a:off x="11210668" y="4470611"/>
            <a:ext cx="5886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4.5</a:t>
            </a:r>
            <a:endParaRPr lang="en-US" sz="1600"/>
          </a:p>
        </p:txBody>
      </p:sp>
      <p:cxnSp>
        <p:nvCxnSpPr>
          <p:cNvPr id="331" name="Straight Connector 330">
            <a:extLst>
              <a:ext uri="{FF2B5EF4-FFF2-40B4-BE49-F238E27FC236}">
                <a16:creationId xmlns:a16="http://schemas.microsoft.com/office/drawing/2014/main" id="{0C9387FD-38C3-321B-196E-A07C6C15E245}"/>
              </a:ext>
            </a:extLst>
          </p:cNvPr>
          <p:cNvCxnSpPr>
            <a:cxnSpLocks/>
          </p:cNvCxnSpPr>
          <p:nvPr/>
        </p:nvCxnSpPr>
        <p:spPr>
          <a:xfrm>
            <a:off x="9815943" y="1677971"/>
            <a:ext cx="114492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文字方塊 21">
            <a:extLst>
              <a:ext uri="{FF2B5EF4-FFF2-40B4-BE49-F238E27FC236}">
                <a16:creationId xmlns:a16="http://schemas.microsoft.com/office/drawing/2014/main" id="{5265D0B1-9C8A-7E87-918C-3C509EF636A8}"/>
              </a:ext>
            </a:extLst>
          </p:cNvPr>
          <p:cNvSpPr txBox="1"/>
          <p:nvPr/>
        </p:nvSpPr>
        <p:spPr>
          <a:xfrm>
            <a:off x="465118" y="5579204"/>
            <a:ext cx="6094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CD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B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3" name="文字方塊 27">
                <a:extLst>
                  <a:ext uri="{FF2B5EF4-FFF2-40B4-BE49-F238E27FC236}">
                    <a16:creationId xmlns:a16="http://schemas.microsoft.com/office/drawing/2014/main" id="{1512B651-FEBF-1D18-BC67-0FA188BE17F2}"/>
                  </a:ext>
                </a:extLst>
              </p:cNvPr>
              <p:cNvSpPr txBox="1"/>
              <p:nvPr/>
            </p:nvSpPr>
            <p:spPr>
              <a:xfrm>
                <a:off x="1119135" y="557920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33" name="文字方塊 27">
                <a:extLst>
                  <a:ext uri="{FF2B5EF4-FFF2-40B4-BE49-F238E27FC236}">
                    <a16:creationId xmlns:a16="http://schemas.microsoft.com/office/drawing/2014/main" id="{1512B651-FEBF-1D18-BC67-0FA188BE1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9135" y="5579204"/>
                <a:ext cx="295688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4" name="Group 333">
            <a:extLst>
              <a:ext uri="{FF2B5EF4-FFF2-40B4-BE49-F238E27FC236}">
                <a16:creationId xmlns:a16="http://schemas.microsoft.com/office/drawing/2014/main" id="{18023C49-5BF1-36A2-B70E-37E3EB0A80FE}"/>
              </a:ext>
            </a:extLst>
          </p:cNvPr>
          <p:cNvGrpSpPr/>
          <p:nvPr/>
        </p:nvGrpSpPr>
        <p:grpSpPr>
          <a:xfrm>
            <a:off x="1424279" y="5396987"/>
            <a:ext cx="551945" cy="818794"/>
            <a:chOff x="3262164" y="3633500"/>
            <a:chExt cx="551945" cy="818794"/>
          </a:xfrm>
        </p:grpSpPr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FE79872D-EBDA-95FC-DD5D-7C0678610C2D}"/>
                </a:ext>
              </a:extLst>
            </p:cNvPr>
            <p:cNvSpPr txBox="1"/>
            <p:nvPr/>
          </p:nvSpPr>
          <p:spPr>
            <a:xfrm>
              <a:off x="3325715" y="3633500"/>
              <a:ext cx="363589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chemeClr val="accent4">
                      <a:lumMod val="40000"/>
                      <a:lumOff val="60000"/>
                    </a:schemeClr>
                  </a:solidFill>
                  <a:latin typeface="Lucida Handwriting" panose="03010101010101010101" pitchFamily="66" charset="0"/>
                </a:rPr>
                <a:t>8</a:t>
              </a:r>
              <a:endParaRPr lang="en-US" sz="2000">
                <a:solidFill>
                  <a:schemeClr val="accent4">
                    <a:lumMod val="40000"/>
                    <a:lumOff val="60000"/>
                  </a:schemeClr>
                </a:solidFill>
              </a:endParaRPr>
            </a:p>
          </p:txBody>
        </p: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10866917-B9A6-1CB5-25D1-9D7475972D38}"/>
                </a:ext>
              </a:extLst>
            </p:cNvPr>
            <p:cNvCxnSpPr>
              <a:cxnSpLocks/>
            </p:cNvCxnSpPr>
            <p:nvPr/>
          </p:nvCxnSpPr>
          <p:spPr>
            <a:xfrm>
              <a:off x="3328791" y="4033610"/>
              <a:ext cx="37409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DEBD1E36-74B6-6F7D-7EAB-1D51ADC8461E}"/>
                </a:ext>
              </a:extLst>
            </p:cNvPr>
            <p:cNvSpPr txBox="1"/>
            <p:nvPr/>
          </p:nvSpPr>
          <p:spPr>
            <a:xfrm>
              <a:off x="3262164" y="4052184"/>
              <a:ext cx="551945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0070C0"/>
                  </a:solidFill>
                  <a:latin typeface="Lucida Handwriting" panose="03010101010101010101" pitchFamily="66" charset="0"/>
                </a:rPr>
                <a:t>12</a:t>
              </a:r>
              <a:endParaRPr lang="en-US" sz="2000">
                <a:solidFill>
                  <a:srgbClr val="0070C0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39" name="文字方塊 44">
                <a:extLst>
                  <a:ext uri="{FF2B5EF4-FFF2-40B4-BE49-F238E27FC236}">
                    <a16:creationId xmlns:a16="http://schemas.microsoft.com/office/drawing/2014/main" id="{FFE73C84-3AA6-DF36-959B-F64CAECF5676}"/>
                  </a:ext>
                </a:extLst>
              </p:cNvPr>
              <p:cNvSpPr txBox="1"/>
              <p:nvPr/>
            </p:nvSpPr>
            <p:spPr>
              <a:xfrm>
                <a:off x="1860732" y="55914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39" name="文字方塊 44">
                <a:extLst>
                  <a:ext uri="{FF2B5EF4-FFF2-40B4-BE49-F238E27FC236}">
                    <a16:creationId xmlns:a16="http://schemas.microsoft.com/office/drawing/2014/main" id="{FFE73C84-3AA6-DF36-959B-F64CAECF5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732" y="5591456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0" name="TextBox 339">
            <a:extLst>
              <a:ext uri="{FF2B5EF4-FFF2-40B4-BE49-F238E27FC236}">
                <a16:creationId xmlns:a16="http://schemas.microsoft.com/office/drawing/2014/main" id="{2C7161C1-4F68-C122-541B-31AE61C3DE56}"/>
              </a:ext>
            </a:extLst>
          </p:cNvPr>
          <p:cNvSpPr txBox="1"/>
          <p:nvPr/>
        </p:nvSpPr>
        <p:spPr>
          <a:xfrm>
            <a:off x="2092382" y="5591456"/>
            <a:ext cx="11449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4.5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1" name="文字方塊 27">
                <a:extLst>
                  <a:ext uri="{FF2B5EF4-FFF2-40B4-BE49-F238E27FC236}">
                    <a16:creationId xmlns:a16="http://schemas.microsoft.com/office/drawing/2014/main" id="{EEEB61D9-934E-76C7-A66D-86A82D4864FB}"/>
                  </a:ext>
                </a:extLst>
              </p:cNvPr>
              <p:cNvSpPr txBox="1"/>
              <p:nvPr/>
            </p:nvSpPr>
            <p:spPr>
              <a:xfrm>
                <a:off x="3177730" y="55914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1" name="文字方塊 27">
                <a:extLst>
                  <a:ext uri="{FF2B5EF4-FFF2-40B4-BE49-F238E27FC236}">
                    <a16:creationId xmlns:a16="http://schemas.microsoft.com/office/drawing/2014/main" id="{EEEB61D9-934E-76C7-A66D-86A82D486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730" y="5591456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2" name="TextBox 341">
            <a:extLst>
              <a:ext uri="{FF2B5EF4-FFF2-40B4-BE49-F238E27FC236}">
                <a16:creationId xmlns:a16="http://schemas.microsoft.com/office/drawing/2014/main" id="{055DEE7E-BD8D-0FF7-3308-438AB733F230}"/>
              </a:ext>
            </a:extLst>
          </p:cNvPr>
          <p:cNvSpPr txBox="1"/>
          <p:nvPr/>
        </p:nvSpPr>
        <p:spPr>
          <a:xfrm>
            <a:off x="3478898" y="5609819"/>
            <a:ext cx="9059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3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2000"/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15F56C9A-1799-BE22-66F1-99817B9EACF4}"/>
              </a:ext>
            </a:extLst>
          </p:cNvPr>
          <p:cNvSpPr txBox="1"/>
          <p:nvPr/>
        </p:nvSpPr>
        <p:spPr>
          <a:xfrm>
            <a:off x="11112871" y="5117927"/>
            <a:ext cx="3438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3</a:t>
            </a:r>
            <a:endParaRPr lang="en-US" sz="1600"/>
          </a:p>
        </p:txBody>
      </p:sp>
      <p:sp>
        <p:nvSpPr>
          <p:cNvPr id="345" name="文字方塊 21">
            <a:extLst>
              <a:ext uri="{FF2B5EF4-FFF2-40B4-BE49-F238E27FC236}">
                <a16:creationId xmlns:a16="http://schemas.microsoft.com/office/drawing/2014/main" id="{AD8FCFF6-9885-4A7E-0A8F-D60684C22F98}"/>
              </a:ext>
            </a:extLst>
          </p:cNvPr>
          <p:cNvSpPr txBox="1"/>
          <p:nvPr/>
        </p:nvSpPr>
        <p:spPr>
          <a:xfrm>
            <a:off x="223828" y="6301718"/>
            <a:ext cx="6030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P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Q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6" name="文字方塊 27">
                <a:extLst>
                  <a:ext uri="{FF2B5EF4-FFF2-40B4-BE49-F238E27FC236}">
                    <a16:creationId xmlns:a16="http://schemas.microsoft.com/office/drawing/2014/main" id="{293EED69-9280-64C8-E9D4-C9639F838E2C}"/>
                  </a:ext>
                </a:extLst>
              </p:cNvPr>
              <p:cNvSpPr txBox="1"/>
              <p:nvPr/>
            </p:nvSpPr>
            <p:spPr>
              <a:xfrm>
                <a:off x="820418" y="628992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46" name="文字方塊 27">
                <a:extLst>
                  <a:ext uri="{FF2B5EF4-FFF2-40B4-BE49-F238E27FC236}">
                    <a16:creationId xmlns:a16="http://schemas.microsoft.com/office/drawing/2014/main" id="{293EED69-9280-64C8-E9D4-C9639F838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418" y="6289925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2" name="文字方塊 44">
                <a:extLst>
                  <a:ext uri="{FF2B5EF4-FFF2-40B4-BE49-F238E27FC236}">
                    <a16:creationId xmlns:a16="http://schemas.microsoft.com/office/drawing/2014/main" id="{B569C122-7F50-3967-EC14-D30B1DEAB363}"/>
                  </a:ext>
                </a:extLst>
              </p:cNvPr>
              <p:cNvSpPr txBox="1"/>
              <p:nvPr/>
            </p:nvSpPr>
            <p:spPr>
              <a:xfrm>
                <a:off x="1395255" y="628992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52" name="文字方塊 44">
                <a:extLst>
                  <a:ext uri="{FF2B5EF4-FFF2-40B4-BE49-F238E27FC236}">
                    <a16:creationId xmlns:a16="http://schemas.microsoft.com/office/drawing/2014/main" id="{B569C122-7F50-3967-EC14-D30B1DEAB3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255" y="6289925"/>
                <a:ext cx="295688" cy="400110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3" name="文字方塊 21">
            <a:extLst>
              <a:ext uri="{FF2B5EF4-FFF2-40B4-BE49-F238E27FC236}">
                <a16:creationId xmlns:a16="http://schemas.microsoft.com/office/drawing/2014/main" id="{B44CB51C-FC39-2E39-B7D9-844B7D48AD05}"/>
              </a:ext>
            </a:extLst>
          </p:cNvPr>
          <p:cNvSpPr txBox="1"/>
          <p:nvPr/>
        </p:nvSpPr>
        <p:spPr>
          <a:xfrm>
            <a:off x="1648624" y="6308028"/>
            <a:ext cx="6094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CD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6">
                  <a:lumMod val="40000"/>
                  <a:lumOff val="6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4" name="文字方塊 27">
                <a:extLst>
                  <a:ext uri="{FF2B5EF4-FFF2-40B4-BE49-F238E27FC236}">
                    <a16:creationId xmlns:a16="http://schemas.microsoft.com/office/drawing/2014/main" id="{2D291ACA-6B97-1230-201E-081C0E5BF525}"/>
                  </a:ext>
                </a:extLst>
              </p:cNvPr>
              <p:cNvSpPr txBox="1"/>
              <p:nvPr/>
            </p:nvSpPr>
            <p:spPr>
              <a:xfrm>
                <a:off x="2193786" y="62841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54" name="文字方塊 27">
                <a:extLst>
                  <a:ext uri="{FF2B5EF4-FFF2-40B4-BE49-F238E27FC236}">
                    <a16:creationId xmlns:a16="http://schemas.microsoft.com/office/drawing/2014/main" id="{2D291ACA-6B97-1230-201E-081C0E5BF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786" y="6284192"/>
                <a:ext cx="29568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0" name="文字方塊 44">
                <a:extLst>
                  <a:ext uri="{FF2B5EF4-FFF2-40B4-BE49-F238E27FC236}">
                    <a16:creationId xmlns:a16="http://schemas.microsoft.com/office/drawing/2014/main" id="{2D061F19-8D3E-8BCB-E65E-055630E5AA5F}"/>
                  </a:ext>
                </a:extLst>
              </p:cNvPr>
              <p:cNvSpPr txBox="1"/>
              <p:nvPr/>
            </p:nvSpPr>
            <p:spPr>
              <a:xfrm>
                <a:off x="2700457" y="62841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60" name="文字方塊 44">
                <a:extLst>
                  <a:ext uri="{FF2B5EF4-FFF2-40B4-BE49-F238E27FC236}">
                    <a16:creationId xmlns:a16="http://schemas.microsoft.com/office/drawing/2014/main" id="{2D061F19-8D3E-8BCB-E65E-055630E5A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457" y="6284192"/>
                <a:ext cx="295688" cy="4001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1" name="TextBox 360">
            <a:extLst>
              <a:ext uri="{FF2B5EF4-FFF2-40B4-BE49-F238E27FC236}">
                <a16:creationId xmlns:a16="http://schemas.microsoft.com/office/drawing/2014/main" id="{2A30A8D5-01C0-6F26-12AA-CBDDDC248B25}"/>
              </a:ext>
            </a:extLst>
          </p:cNvPr>
          <p:cNvSpPr txBox="1"/>
          <p:nvPr/>
        </p:nvSpPr>
        <p:spPr>
          <a:xfrm>
            <a:off x="2965394" y="6285803"/>
            <a:ext cx="8668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3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2" name="文字方塊 27">
                <a:extLst>
                  <a:ext uri="{FF2B5EF4-FFF2-40B4-BE49-F238E27FC236}">
                    <a16:creationId xmlns:a16="http://schemas.microsoft.com/office/drawing/2014/main" id="{62B34486-5F03-467C-8640-F928B6B4139A}"/>
                  </a:ext>
                </a:extLst>
              </p:cNvPr>
              <p:cNvSpPr txBox="1"/>
              <p:nvPr/>
            </p:nvSpPr>
            <p:spPr>
              <a:xfrm>
                <a:off x="3724746" y="628580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62" name="文字方塊 27">
                <a:extLst>
                  <a:ext uri="{FF2B5EF4-FFF2-40B4-BE49-F238E27FC236}">
                    <a16:creationId xmlns:a16="http://schemas.microsoft.com/office/drawing/2014/main" id="{62B34486-5F03-467C-8640-F928B6B41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746" y="6285803"/>
                <a:ext cx="295688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3" name="TextBox 362">
            <a:extLst>
              <a:ext uri="{FF2B5EF4-FFF2-40B4-BE49-F238E27FC236}">
                <a16:creationId xmlns:a16="http://schemas.microsoft.com/office/drawing/2014/main" id="{BA890C8C-7FC8-AA4C-C34C-694C7AAA2536}"/>
              </a:ext>
            </a:extLst>
          </p:cNvPr>
          <p:cNvSpPr txBox="1"/>
          <p:nvPr/>
        </p:nvSpPr>
        <p:spPr>
          <a:xfrm>
            <a:off x="4018225" y="6286740"/>
            <a:ext cx="11449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6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2000"/>
          </a:p>
        </p:txBody>
      </p:sp>
      <p:cxnSp>
        <p:nvCxnSpPr>
          <p:cNvPr id="365" name="Straight Connector 364">
            <a:extLst>
              <a:ext uri="{FF2B5EF4-FFF2-40B4-BE49-F238E27FC236}">
                <a16:creationId xmlns:a16="http://schemas.microsoft.com/office/drawing/2014/main" id="{5C37B960-342F-09C8-0139-E98F9C3ACE6D}"/>
              </a:ext>
            </a:extLst>
          </p:cNvPr>
          <p:cNvCxnSpPr>
            <a:cxnSpLocks/>
          </p:cNvCxnSpPr>
          <p:nvPr/>
        </p:nvCxnSpPr>
        <p:spPr>
          <a:xfrm>
            <a:off x="8879116" y="2967301"/>
            <a:ext cx="1250700" cy="23414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6" name="文字方塊 78">
            <a:extLst>
              <a:ext uri="{FF2B5EF4-FFF2-40B4-BE49-F238E27FC236}">
                <a16:creationId xmlns:a16="http://schemas.microsoft.com/office/drawing/2014/main" id="{276D26B9-41C9-4D89-3237-F5EE893F448E}"/>
              </a:ext>
            </a:extLst>
          </p:cNvPr>
          <p:cNvSpPr txBox="1"/>
          <p:nvPr/>
        </p:nvSpPr>
        <p:spPr>
          <a:xfrm>
            <a:off x="1125760" y="6289925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367" name="文字方塊 78">
            <a:extLst>
              <a:ext uri="{FF2B5EF4-FFF2-40B4-BE49-F238E27FC236}">
                <a16:creationId xmlns:a16="http://schemas.microsoft.com/office/drawing/2014/main" id="{63BE82EE-4BE9-9B1C-7AB9-65D2A9E1B322}"/>
              </a:ext>
            </a:extLst>
          </p:cNvPr>
          <p:cNvSpPr txBox="1"/>
          <p:nvPr/>
        </p:nvSpPr>
        <p:spPr>
          <a:xfrm>
            <a:off x="2428217" y="6284192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368" name="TextBox 15">
            <a:extLst>
              <a:ext uri="{FF2B5EF4-FFF2-40B4-BE49-F238E27FC236}">
                <a16:creationId xmlns:a16="http://schemas.microsoft.com/office/drawing/2014/main" id="{21BB4A2D-5F58-510B-E2E8-7B949B0DCBAA}"/>
              </a:ext>
            </a:extLst>
          </p:cNvPr>
          <p:cNvSpPr txBox="1"/>
          <p:nvPr/>
        </p:nvSpPr>
        <p:spPr>
          <a:xfrm>
            <a:off x="5331254" y="4224290"/>
            <a:ext cx="4196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Volume of water in the vessel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2">
                  <a:lumMod val="40000"/>
                  <a:lumOff val="60000"/>
                </a:schemeClr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69" name="TextBox 368">
            <a:extLst>
              <a:ext uri="{FF2B5EF4-FFF2-40B4-BE49-F238E27FC236}">
                <a16:creationId xmlns:a16="http://schemas.microsoft.com/office/drawing/2014/main" id="{7186AA0B-FAD0-F875-21AD-2A9BCA1C802B}"/>
              </a:ext>
            </a:extLst>
          </p:cNvPr>
          <p:cNvSpPr txBox="1"/>
          <p:nvPr/>
        </p:nvSpPr>
        <p:spPr>
          <a:xfrm>
            <a:off x="9233983" y="3268948"/>
            <a:ext cx="76534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6</a:t>
            </a:r>
            <a:r>
              <a:rPr lang="en-US" altLang="zh-HK" sz="16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1600"/>
          </a:p>
        </p:txBody>
      </p:sp>
      <p:sp>
        <p:nvSpPr>
          <p:cNvPr id="370" name="左大括弧 49">
            <a:extLst>
              <a:ext uri="{FF2B5EF4-FFF2-40B4-BE49-F238E27FC236}">
                <a16:creationId xmlns:a16="http://schemas.microsoft.com/office/drawing/2014/main" id="{6E70FCC1-6B2C-7929-59A5-BCB26381048C}"/>
              </a:ext>
            </a:extLst>
          </p:cNvPr>
          <p:cNvSpPr/>
          <p:nvPr/>
        </p:nvSpPr>
        <p:spPr>
          <a:xfrm rot="5400000" flipH="1">
            <a:off x="9364107" y="2603598"/>
            <a:ext cx="254852" cy="1144923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>
              <a:solidFill>
                <a:srgbClr val="00B0F0"/>
              </a:solidFill>
            </a:endParaRPr>
          </a:p>
        </p:txBody>
      </p:sp>
      <p:grpSp>
        <p:nvGrpSpPr>
          <p:cNvPr id="371" name="群組 74">
            <a:extLst>
              <a:ext uri="{FF2B5EF4-FFF2-40B4-BE49-F238E27FC236}">
                <a16:creationId xmlns:a16="http://schemas.microsoft.com/office/drawing/2014/main" id="{FE3733FC-BD0E-C2E0-9569-7F4E384DD9D3}"/>
              </a:ext>
            </a:extLst>
          </p:cNvPr>
          <p:cNvGrpSpPr/>
          <p:nvPr/>
        </p:nvGrpSpPr>
        <p:grpSpPr>
          <a:xfrm>
            <a:off x="5701913" y="4640849"/>
            <a:ext cx="364383" cy="777549"/>
            <a:chOff x="2896107" y="4671588"/>
            <a:chExt cx="364383" cy="777549"/>
          </a:xfrm>
        </p:grpSpPr>
        <p:sp>
          <p:nvSpPr>
            <p:cNvPr id="372" name="文字方塊 75">
              <a:extLst>
                <a:ext uri="{FF2B5EF4-FFF2-40B4-BE49-F238E27FC236}">
                  <a16:creationId xmlns:a16="http://schemas.microsoft.com/office/drawing/2014/main" id="{C5E1272B-F8DB-2629-28A1-676809EF3698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373" name="群組 76">
              <a:extLst>
                <a:ext uri="{FF2B5EF4-FFF2-40B4-BE49-F238E27FC236}">
                  <a16:creationId xmlns:a16="http://schemas.microsoft.com/office/drawing/2014/main" id="{B478F098-9965-1CD1-877F-14929FDD89C8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374" name="直線接點 77">
                <a:extLst>
                  <a:ext uri="{FF2B5EF4-FFF2-40B4-BE49-F238E27FC236}">
                    <a16:creationId xmlns:a16="http://schemas.microsoft.com/office/drawing/2014/main" id="{11B70408-ECFF-B883-19F1-140C7E5B2F5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75" name="文字方塊 78">
                <a:extLst>
                  <a:ext uri="{FF2B5EF4-FFF2-40B4-BE49-F238E27FC236}">
                    <a16:creationId xmlns:a16="http://schemas.microsoft.com/office/drawing/2014/main" id="{9B1D46CD-BF59-C555-AF5D-9450C8BA0094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EE9F1342-13F4-6B10-72DD-D64DB52BF37B}"/>
                  </a:ext>
                </a:extLst>
              </p:cNvPr>
              <p:cNvSpPr txBox="1"/>
              <p:nvPr/>
            </p:nvSpPr>
            <p:spPr>
              <a:xfrm>
                <a:off x="7036780" y="4807130"/>
                <a:ext cx="573508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latin typeface="Lucida Handwriting" panose="03010101010101010101" pitchFamily="66" charset="0"/>
                        </a:rPr>
                        <m:t>8</m:t>
                      </m:r>
                    </m:oMath>
                  </m:oMathPara>
                </a14:m>
                <a:endParaRPr lang="en-US" sz="2000">
                  <a:solidFill>
                    <a:schemeClr val="accent4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77" name="TextBox 376">
                <a:extLst>
                  <a:ext uri="{FF2B5EF4-FFF2-40B4-BE49-F238E27FC236}">
                    <a16:creationId xmlns:a16="http://schemas.microsoft.com/office/drawing/2014/main" id="{EE9F1342-13F4-6B10-72DD-D64DB52BF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6780" y="4807130"/>
                <a:ext cx="573508" cy="403957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9" name="文字方塊 44">
                <a:extLst>
                  <a:ext uri="{FF2B5EF4-FFF2-40B4-BE49-F238E27FC236}">
                    <a16:creationId xmlns:a16="http://schemas.microsoft.com/office/drawing/2014/main" id="{970A0378-166F-4A80-1D7A-794F20985441}"/>
                  </a:ext>
                </a:extLst>
              </p:cNvPr>
              <p:cNvSpPr txBox="1"/>
              <p:nvPr/>
            </p:nvSpPr>
            <p:spPr>
              <a:xfrm>
                <a:off x="6117370" y="48043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79" name="文字方塊 44">
                <a:extLst>
                  <a:ext uri="{FF2B5EF4-FFF2-40B4-BE49-F238E27FC236}">
                    <a16:creationId xmlns:a16="http://schemas.microsoft.com/office/drawing/2014/main" id="{970A0378-166F-4A80-1D7A-794F20985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7370" y="4804300"/>
                <a:ext cx="295688" cy="400110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0" name="文字方塊 44">
                <a:extLst>
                  <a:ext uri="{FF2B5EF4-FFF2-40B4-BE49-F238E27FC236}">
                    <a16:creationId xmlns:a16="http://schemas.microsoft.com/office/drawing/2014/main" id="{3E203993-76FD-78D8-192B-BED181162041}"/>
                  </a:ext>
                </a:extLst>
              </p:cNvPr>
              <p:cNvSpPr txBox="1"/>
              <p:nvPr/>
            </p:nvSpPr>
            <p:spPr>
              <a:xfrm>
                <a:off x="6831556" y="479879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0" name="文字方塊 44">
                <a:extLst>
                  <a:ext uri="{FF2B5EF4-FFF2-40B4-BE49-F238E27FC236}">
                    <a16:creationId xmlns:a16="http://schemas.microsoft.com/office/drawing/2014/main" id="{3E203993-76FD-78D8-192B-BED181162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556" y="4798790"/>
                <a:ext cx="295688" cy="400110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1" name="群組 116">
            <a:extLst>
              <a:ext uri="{FF2B5EF4-FFF2-40B4-BE49-F238E27FC236}">
                <a16:creationId xmlns:a16="http://schemas.microsoft.com/office/drawing/2014/main" id="{3866C127-A2B4-C267-CEE7-F8D4831D2FC5}"/>
              </a:ext>
            </a:extLst>
          </p:cNvPr>
          <p:cNvGrpSpPr/>
          <p:nvPr/>
        </p:nvGrpSpPr>
        <p:grpSpPr>
          <a:xfrm>
            <a:off x="6355021" y="4682536"/>
            <a:ext cx="604648" cy="504177"/>
            <a:chOff x="7281365" y="5039000"/>
            <a:chExt cx="604648" cy="50417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2" name="文字方塊 119">
                  <a:extLst>
                    <a:ext uri="{FF2B5EF4-FFF2-40B4-BE49-F238E27FC236}">
                      <a16:creationId xmlns:a16="http://schemas.microsoft.com/office/drawing/2014/main" id="{1264AF90-19D8-CE00-B6F5-8A03AC75A196}"/>
                    </a:ext>
                  </a:extLst>
                </p:cNvPr>
                <p:cNvSpPr txBox="1"/>
                <p:nvPr/>
              </p:nvSpPr>
              <p:spPr>
                <a:xfrm>
                  <a:off x="7281365" y="5143067"/>
                  <a:ext cx="587019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C000"/>
                            </a:solidFill>
                            <a:latin typeface="Lucida Handwriting" panose="03010101010101010101" pitchFamily="66" charset="0"/>
                          </a:rPr>
                          <m:t>6</m:t>
                        </m:r>
                      </m:oMath>
                    </m:oMathPara>
                  </a14:m>
                  <a:endParaRPr lang="en-US" sz="2000">
                    <a:solidFill>
                      <a:srgbClr val="FFC000"/>
                    </a:solidFill>
                  </a:endParaRPr>
                </a:p>
              </p:txBody>
            </p:sp>
          </mc:Choice>
          <mc:Fallback>
            <p:sp>
              <p:nvSpPr>
                <p:cNvPr id="382" name="文字方塊 119">
                  <a:extLst>
                    <a:ext uri="{FF2B5EF4-FFF2-40B4-BE49-F238E27FC236}">
                      <a16:creationId xmlns:a16="http://schemas.microsoft.com/office/drawing/2014/main" id="{1264AF90-19D8-CE00-B6F5-8A03AC75A1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1365" y="5143067"/>
                  <a:ext cx="587019" cy="400110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83" name="文字方塊 118">
              <a:extLst>
                <a:ext uri="{FF2B5EF4-FFF2-40B4-BE49-F238E27FC236}">
                  <a16:creationId xmlns:a16="http://schemas.microsoft.com/office/drawing/2014/main" id="{1D1AF2A6-2CF1-ECD8-92A4-417F41CB9C94}"/>
                </a:ext>
              </a:extLst>
            </p:cNvPr>
            <p:cNvSpPr txBox="1"/>
            <p:nvPr/>
          </p:nvSpPr>
          <p:spPr>
            <a:xfrm>
              <a:off x="7597151" y="5039000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grpSp>
        <p:nvGrpSpPr>
          <p:cNvPr id="384" name="群組 245">
            <a:extLst>
              <a:ext uri="{FF2B5EF4-FFF2-40B4-BE49-F238E27FC236}">
                <a16:creationId xmlns:a16="http://schemas.microsoft.com/office/drawing/2014/main" id="{A426207B-8222-6C28-C2E3-1A3B89FF96D4}"/>
              </a:ext>
            </a:extLst>
          </p:cNvPr>
          <p:cNvGrpSpPr/>
          <p:nvPr/>
        </p:nvGrpSpPr>
        <p:grpSpPr>
          <a:xfrm>
            <a:off x="7387623" y="4734033"/>
            <a:ext cx="798167" cy="477054"/>
            <a:chOff x="2472626" y="4508122"/>
            <a:chExt cx="798167" cy="477054"/>
          </a:xfrm>
        </p:grpSpPr>
        <p:sp>
          <p:nvSpPr>
            <p:cNvPr id="385" name="文字方塊 249">
              <a:extLst>
                <a:ext uri="{FF2B5EF4-FFF2-40B4-BE49-F238E27FC236}">
                  <a16:creationId xmlns:a16="http://schemas.microsoft.com/office/drawing/2014/main" id="{B1C4769B-7646-A34B-591E-1747BFCE329A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386" name="文字方塊 247">
              <a:extLst>
                <a:ext uri="{FF2B5EF4-FFF2-40B4-BE49-F238E27FC236}">
                  <a16:creationId xmlns:a16="http://schemas.microsoft.com/office/drawing/2014/main" id="{77DD0538-4362-BE87-564E-7BC2C821DF73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87" name="文字方塊 101">
                <a:extLst>
                  <a:ext uri="{FF2B5EF4-FFF2-40B4-BE49-F238E27FC236}">
                    <a16:creationId xmlns:a16="http://schemas.microsoft.com/office/drawing/2014/main" id="{974BA8A7-07DB-4617-EF10-28141274D893}"/>
                  </a:ext>
                </a:extLst>
              </p:cNvPr>
              <p:cNvSpPr txBox="1"/>
              <p:nvPr/>
            </p:nvSpPr>
            <p:spPr>
              <a:xfrm>
                <a:off x="5310979" y="478574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7" name="文字方塊 101">
                <a:extLst>
                  <a:ext uri="{FF2B5EF4-FFF2-40B4-BE49-F238E27FC236}">
                    <a16:creationId xmlns:a16="http://schemas.microsoft.com/office/drawing/2014/main" id="{974BA8A7-07DB-4617-EF10-28141274D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979" y="4785743"/>
                <a:ext cx="295688" cy="400110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8" name="文字方塊 101">
                <a:extLst>
                  <a:ext uri="{FF2B5EF4-FFF2-40B4-BE49-F238E27FC236}">
                    <a16:creationId xmlns:a16="http://schemas.microsoft.com/office/drawing/2014/main" id="{20689138-4795-BB33-669D-F2FD71F5AB0C}"/>
                  </a:ext>
                </a:extLst>
              </p:cNvPr>
              <p:cNvSpPr txBox="1"/>
              <p:nvPr/>
            </p:nvSpPr>
            <p:spPr>
              <a:xfrm>
                <a:off x="8162482" y="479879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88" name="文字方塊 101">
                <a:extLst>
                  <a:ext uri="{FF2B5EF4-FFF2-40B4-BE49-F238E27FC236}">
                    <a16:creationId xmlns:a16="http://schemas.microsoft.com/office/drawing/2014/main" id="{20689138-4795-BB33-669D-F2FD71F5A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2482" y="4798790"/>
                <a:ext cx="295688" cy="400110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9" name="TextBox 388">
                <a:extLst>
                  <a:ext uri="{FF2B5EF4-FFF2-40B4-BE49-F238E27FC236}">
                    <a16:creationId xmlns:a16="http://schemas.microsoft.com/office/drawing/2014/main" id="{AFC603F3-95F7-2A0A-260B-8BC524B2586D}"/>
                  </a:ext>
                </a:extLst>
              </p:cNvPr>
              <p:cNvSpPr txBox="1"/>
              <p:nvPr/>
            </p:nvSpPr>
            <p:spPr>
              <a:xfrm>
                <a:off x="8468886" y="4795216"/>
                <a:ext cx="573508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Lucida Handwriting" panose="03010101010101010101" pitchFamily="66" charset="0"/>
                        </a:rPr>
                        <m:t>96</m:t>
                      </m:r>
                    </m:oMath>
                  </m:oMathPara>
                </a14:m>
                <a:endParaRPr lang="en-US" sz="2000">
                  <a:solidFill>
                    <a:schemeClr val="accent2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89" name="TextBox 388">
                <a:extLst>
                  <a:ext uri="{FF2B5EF4-FFF2-40B4-BE49-F238E27FC236}">
                    <a16:creationId xmlns:a16="http://schemas.microsoft.com/office/drawing/2014/main" id="{AFC603F3-95F7-2A0A-260B-8BC524B25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886" y="4795216"/>
                <a:ext cx="573508" cy="403957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0" name="群組 245">
            <a:extLst>
              <a:ext uri="{FF2B5EF4-FFF2-40B4-BE49-F238E27FC236}">
                <a16:creationId xmlns:a16="http://schemas.microsoft.com/office/drawing/2014/main" id="{B6F7ADB2-E298-E55A-7890-9A551AB9727F}"/>
              </a:ext>
            </a:extLst>
          </p:cNvPr>
          <p:cNvGrpSpPr/>
          <p:nvPr/>
        </p:nvGrpSpPr>
        <p:grpSpPr>
          <a:xfrm>
            <a:off x="8819729" y="4722119"/>
            <a:ext cx="798167" cy="477054"/>
            <a:chOff x="2472626" y="4508122"/>
            <a:chExt cx="798167" cy="477054"/>
          </a:xfrm>
        </p:grpSpPr>
        <p:sp>
          <p:nvSpPr>
            <p:cNvPr id="391" name="文字方塊 249">
              <a:extLst>
                <a:ext uri="{FF2B5EF4-FFF2-40B4-BE49-F238E27FC236}">
                  <a16:creationId xmlns:a16="http://schemas.microsoft.com/office/drawing/2014/main" id="{8C79B636-080A-1C94-FDE3-2ECFE5E4B215}"/>
                </a:ext>
              </a:extLst>
            </p:cNvPr>
            <p:cNvSpPr txBox="1"/>
            <p:nvPr/>
          </p:nvSpPr>
          <p:spPr>
            <a:xfrm>
              <a:off x="2472626" y="4585066"/>
              <a:ext cx="6735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cm</a:t>
              </a:r>
            </a:p>
          </p:txBody>
        </p:sp>
        <p:sp>
          <p:nvSpPr>
            <p:cNvPr id="392" name="文字方塊 247">
              <a:extLst>
                <a:ext uri="{FF2B5EF4-FFF2-40B4-BE49-F238E27FC236}">
                  <a16:creationId xmlns:a16="http://schemas.microsoft.com/office/drawing/2014/main" id="{2531B63F-E6E0-B08D-04CF-DCAFA9185E19}"/>
                </a:ext>
              </a:extLst>
            </p:cNvPr>
            <p:cNvSpPr txBox="1"/>
            <p:nvPr/>
          </p:nvSpPr>
          <p:spPr>
            <a:xfrm>
              <a:off x="2981931" y="4508122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3" name="文字方塊 260">
                <a:extLst>
                  <a:ext uri="{FF2B5EF4-FFF2-40B4-BE49-F238E27FC236}">
                    <a16:creationId xmlns:a16="http://schemas.microsoft.com/office/drawing/2014/main" id="{C5273EF1-EB8D-4115-21BC-84AF76317D35}"/>
                  </a:ext>
                </a:extLst>
              </p:cNvPr>
              <p:cNvSpPr txBox="1"/>
              <p:nvPr/>
            </p:nvSpPr>
            <p:spPr>
              <a:xfrm>
                <a:off x="5070548" y="5260455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393" name="文字方塊 260">
                <a:extLst>
                  <a:ext uri="{FF2B5EF4-FFF2-40B4-BE49-F238E27FC236}">
                    <a16:creationId xmlns:a16="http://schemas.microsoft.com/office/drawing/2014/main" id="{C5273EF1-EB8D-4115-21BC-84AF76317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0548" y="5260455"/>
                <a:ext cx="238419" cy="461665"/>
              </a:xfrm>
              <a:prstGeom prst="rect">
                <a:avLst/>
              </a:prstGeom>
              <a:blipFill>
                <a:blip r:embed="rId47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4" name="TextBox 15">
            <a:extLst>
              <a:ext uri="{FF2B5EF4-FFF2-40B4-BE49-F238E27FC236}">
                <a16:creationId xmlns:a16="http://schemas.microsoft.com/office/drawing/2014/main" id="{A30A2791-C61C-D826-1BB2-CB6306A9C3BD}"/>
              </a:ext>
            </a:extLst>
          </p:cNvPr>
          <p:cNvSpPr txBox="1"/>
          <p:nvPr/>
        </p:nvSpPr>
        <p:spPr>
          <a:xfrm>
            <a:off x="5378249" y="5306218"/>
            <a:ext cx="45330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The additional volume of water</a:t>
            </a:r>
            <a:endParaRPr lang="en-HK" altLang="zh-HK" sz="2000" b="1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5" name="文字方塊 27">
                <a:extLst>
                  <a:ext uri="{FF2B5EF4-FFF2-40B4-BE49-F238E27FC236}">
                    <a16:creationId xmlns:a16="http://schemas.microsoft.com/office/drawing/2014/main" id="{507BAF4E-8C24-2FA5-82C9-1206EE10ED45}"/>
                  </a:ext>
                </a:extLst>
              </p:cNvPr>
              <p:cNvSpPr txBox="1"/>
              <p:nvPr/>
            </p:nvSpPr>
            <p:spPr>
              <a:xfrm>
                <a:off x="5353357" y="57317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95" name="文字方塊 27">
                <a:extLst>
                  <a:ext uri="{FF2B5EF4-FFF2-40B4-BE49-F238E27FC236}">
                    <a16:creationId xmlns:a16="http://schemas.microsoft.com/office/drawing/2014/main" id="{507BAF4E-8C24-2FA5-82C9-1206EE10E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3357" y="5731758"/>
                <a:ext cx="295688" cy="400110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69C16FD8-62A3-C11C-2582-D8F282EA29C1}"/>
                  </a:ext>
                </a:extLst>
              </p:cNvPr>
              <p:cNvSpPr txBox="1"/>
              <p:nvPr/>
            </p:nvSpPr>
            <p:spPr>
              <a:xfrm>
                <a:off x="5665069" y="5750073"/>
                <a:ext cx="885421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m:t>(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324</a:t>
                </a:r>
                <a:endParaRPr lang="en-US" sz="2000">
                  <a:solidFill>
                    <a:srgbClr val="FFFF00"/>
                  </a:solidFill>
                </a:endParaRPr>
              </a:p>
            </p:txBody>
          </p:sp>
        </mc:Choice>
        <mc:Fallback>
          <p:sp>
            <p:nvSpPr>
              <p:cNvPr id="396" name="TextBox 395">
                <a:extLst>
                  <a:ext uri="{FF2B5EF4-FFF2-40B4-BE49-F238E27FC236}">
                    <a16:creationId xmlns:a16="http://schemas.microsoft.com/office/drawing/2014/main" id="{69C16FD8-62A3-C11C-2582-D8F282EA2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5069" y="5750073"/>
                <a:ext cx="885421" cy="403957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7" name="文字方塊 17">
                <a:extLst>
                  <a:ext uri="{FF2B5EF4-FFF2-40B4-BE49-F238E27FC236}">
                    <a16:creationId xmlns:a16="http://schemas.microsoft.com/office/drawing/2014/main" id="{79C85F17-BAAF-4855-713A-6CC630E6B166}"/>
                  </a:ext>
                </a:extLst>
              </p:cNvPr>
              <p:cNvSpPr txBox="1"/>
              <p:nvPr/>
            </p:nvSpPr>
            <p:spPr>
              <a:xfrm>
                <a:off x="6359598" y="574657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97" name="文字方塊 17">
                <a:extLst>
                  <a:ext uri="{FF2B5EF4-FFF2-40B4-BE49-F238E27FC236}">
                    <a16:creationId xmlns:a16="http://schemas.microsoft.com/office/drawing/2014/main" id="{79C85F17-BAAF-4855-713A-6CC630E6B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598" y="5746572"/>
                <a:ext cx="295688" cy="400110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9" name="TextBox 398">
                <a:extLst>
                  <a:ext uri="{FF2B5EF4-FFF2-40B4-BE49-F238E27FC236}">
                    <a16:creationId xmlns:a16="http://schemas.microsoft.com/office/drawing/2014/main" id="{F0BCAF56-3D0C-863A-F7E2-76088939A2A9}"/>
                  </a:ext>
                </a:extLst>
              </p:cNvPr>
              <p:cNvSpPr txBox="1"/>
              <p:nvPr/>
            </p:nvSpPr>
            <p:spPr>
              <a:xfrm>
                <a:off x="6600089" y="5753897"/>
                <a:ext cx="573508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2">
                              <a:lumMod val="40000"/>
                              <a:lumOff val="60000"/>
                            </a:schemeClr>
                          </a:solidFill>
                          <a:latin typeface="Lucida Handwriting" panose="03010101010101010101" pitchFamily="66" charset="0"/>
                        </a:rPr>
                        <m:t>96</m:t>
                      </m:r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 sz="2000">
                  <a:solidFill>
                    <a:schemeClr val="accent2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99" name="TextBox 398">
                <a:extLst>
                  <a:ext uri="{FF2B5EF4-FFF2-40B4-BE49-F238E27FC236}">
                    <a16:creationId xmlns:a16="http://schemas.microsoft.com/office/drawing/2014/main" id="{F0BCAF56-3D0C-863A-F7E2-76088939A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0089" y="5753897"/>
                <a:ext cx="573508" cy="403957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0" name="群組 245">
            <a:extLst>
              <a:ext uri="{FF2B5EF4-FFF2-40B4-BE49-F238E27FC236}">
                <a16:creationId xmlns:a16="http://schemas.microsoft.com/office/drawing/2014/main" id="{370981A8-EAEE-CDEA-44B9-3B20BF36F105}"/>
              </a:ext>
            </a:extLst>
          </p:cNvPr>
          <p:cNvGrpSpPr/>
          <p:nvPr/>
        </p:nvGrpSpPr>
        <p:grpSpPr>
          <a:xfrm>
            <a:off x="7113285" y="5701872"/>
            <a:ext cx="745071" cy="480946"/>
            <a:chOff x="2447155" y="4510444"/>
            <a:chExt cx="745071" cy="480946"/>
          </a:xfrm>
        </p:grpSpPr>
        <p:sp>
          <p:nvSpPr>
            <p:cNvPr id="401" name="文字方塊 249">
              <a:extLst>
                <a:ext uri="{FF2B5EF4-FFF2-40B4-BE49-F238E27FC236}">
                  <a16:creationId xmlns:a16="http://schemas.microsoft.com/office/drawing/2014/main" id="{8EA2C3B7-FBF9-0A90-AD50-54141A4275A4}"/>
                </a:ext>
              </a:extLst>
            </p:cNvPr>
            <p:cNvSpPr txBox="1"/>
            <p:nvPr/>
          </p:nvSpPr>
          <p:spPr>
            <a:xfrm>
              <a:off x="2447155" y="4591280"/>
              <a:ext cx="637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402" name="文字方塊 247">
              <a:extLst>
                <a:ext uri="{FF2B5EF4-FFF2-40B4-BE49-F238E27FC236}">
                  <a16:creationId xmlns:a16="http://schemas.microsoft.com/office/drawing/2014/main" id="{F5491211-02EE-819F-C7D5-C63BE1B98DC0}"/>
                </a:ext>
              </a:extLst>
            </p:cNvPr>
            <p:cNvSpPr txBox="1"/>
            <p:nvPr/>
          </p:nvSpPr>
          <p:spPr>
            <a:xfrm>
              <a:off x="2903364" y="4510444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03" name="文字方塊 27">
                <a:extLst>
                  <a:ext uri="{FF2B5EF4-FFF2-40B4-BE49-F238E27FC236}">
                    <a16:creationId xmlns:a16="http://schemas.microsoft.com/office/drawing/2014/main" id="{24F90DDA-A423-13AD-2C66-824A41ECF70B}"/>
                  </a:ext>
                </a:extLst>
              </p:cNvPr>
              <p:cNvSpPr txBox="1"/>
              <p:nvPr/>
            </p:nvSpPr>
            <p:spPr>
              <a:xfrm>
                <a:off x="5360982" y="622142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03" name="文字方塊 27">
                <a:extLst>
                  <a:ext uri="{FF2B5EF4-FFF2-40B4-BE49-F238E27FC236}">
                    <a16:creationId xmlns:a16="http://schemas.microsoft.com/office/drawing/2014/main" id="{24F90DDA-A423-13AD-2C66-824A41ECF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0982" y="6221426"/>
                <a:ext cx="295688" cy="400110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4" name="TextBox 403">
            <a:extLst>
              <a:ext uri="{FF2B5EF4-FFF2-40B4-BE49-F238E27FC236}">
                <a16:creationId xmlns:a16="http://schemas.microsoft.com/office/drawing/2014/main" id="{329A6FAF-D1D4-6C66-DF7B-AD42BDB98F0A}"/>
              </a:ext>
            </a:extLst>
          </p:cNvPr>
          <p:cNvSpPr txBox="1"/>
          <p:nvPr/>
        </p:nvSpPr>
        <p:spPr>
          <a:xfrm>
            <a:off x="5673353" y="6228786"/>
            <a:ext cx="7061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228</a:t>
            </a:r>
            <a:endParaRPr lang="en-US" sz="200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405" name="群組 245">
            <a:extLst>
              <a:ext uri="{FF2B5EF4-FFF2-40B4-BE49-F238E27FC236}">
                <a16:creationId xmlns:a16="http://schemas.microsoft.com/office/drawing/2014/main" id="{B0E4B458-0D0A-A656-139C-4A7F0FE7F861}"/>
              </a:ext>
            </a:extLst>
          </p:cNvPr>
          <p:cNvGrpSpPr/>
          <p:nvPr/>
        </p:nvGrpSpPr>
        <p:grpSpPr>
          <a:xfrm>
            <a:off x="6294239" y="6147950"/>
            <a:ext cx="745071" cy="480946"/>
            <a:chOff x="2447155" y="4510444"/>
            <a:chExt cx="745071" cy="480946"/>
          </a:xfrm>
        </p:grpSpPr>
        <p:sp>
          <p:nvSpPr>
            <p:cNvPr id="406" name="文字方塊 249">
              <a:extLst>
                <a:ext uri="{FF2B5EF4-FFF2-40B4-BE49-F238E27FC236}">
                  <a16:creationId xmlns:a16="http://schemas.microsoft.com/office/drawing/2014/main" id="{68FED1A0-2704-F833-7E78-246ADFE38AB9}"/>
                </a:ext>
              </a:extLst>
            </p:cNvPr>
            <p:cNvSpPr txBox="1"/>
            <p:nvPr/>
          </p:nvSpPr>
          <p:spPr>
            <a:xfrm>
              <a:off x="2447155" y="4591280"/>
              <a:ext cx="637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407" name="文字方塊 247">
              <a:extLst>
                <a:ext uri="{FF2B5EF4-FFF2-40B4-BE49-F238E27FC236}">
                  <a16:creationId xmlns:a16="http://schemas.microsoft.com/office/drawing/2014/main" id="{C9A6BA59-BB12-A6DD-5847-D7CF27248804}"/>
                </a:ext>
              </a:extLst>
            </p:cNvPr>
            <p:cNvSpPr txBox="1"/>
            <p:nvPr/>
          </p:nvSpPr>
          <p:spPr>
            <a:xfrm>
              <a:off x="2903364" y="4510444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cxnSp>
        <p:nvCxnSpPr>
          <p:cNvPr id="411" name="Straight Arrow Connector 410">
            <a:extLst>
              <a:ext uri="{FF2B5EF4-FFF2-40B4-BE49-F238E27FC236}">
                <a16:creationId xmlns:a16="http://schemas.microsoft.com/office/drawing/2014/main" id="{ED9C7D58-9E15-CA3B-5522-A0748437D34B}"/>
              </a:ext>
            </a:extLst>
          </p:cNvPr>
          <p:cNvCxnSpPr>
            <a:cxnSpLocks/>
          </p:cNvCxnSpPr>
          <p:nvPr/>
        </p:nvCxnSpPr>
        <p:spPr>
          <a:xfrm>
            <a:off x="11427223" y="2757777"/>
            <a:ext cx="0" cy="1346030"/>
          </a:xfrm>
          <a:prstGeom prst="straightConnector1">
            <a:avLst/>
          </a:prstGeom>
          <a:ln>
            <a:solidFill>
              <a:srgbClr val="00B0F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3026C2A7-3241-2583-02B6-9D5B950C9F5F}"/>
              </a:ext>
            </a:extLst>
          </p:cNvPr>
          <p:cNvSpPr txBox="1"/>
          <p:nvPr/>
        </p:nvSpPr>
        <p:spPr>
          <a:xfrm>
            <a:off x="11256046" y="2809731"/>
            <a:ext cx="8928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600" b="1">
                <a:ln>
                  <a:solidFill>
                    <a:schemeClr val="tx1"/>
                  </a:solidFill>
                </a:ln>
                <a:solidFill>
                  <a:srgbClr val="0070C0"/>
                </a:solidFill>
                <a:latin typeface="Lucida Handwriting" panose="03010101010101010101" pitchFamily="66" charset="0"/>
              </a:rPr>
              <a:t>12</a:t>
            </a:r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cm</a:t>
            </a:r>
            <a:endParaRPr lang="en-US" sz="1600">
              <a:solidFill>
                <a:srgbClr val="0070C0"/>
              </a:solidFill>
            </a:endParaRPr>
          </a:p>
        </p:txBody>
      </p:sp>
      <p:cxnSp>
        <p:nvCxnSpPr>
          <p:cNvPr id="415" name="Straight Connector 414">
            <a:extLst>
              <a:ext uri="{FF2B5EF4-FFF2-40B4-BE49-F238E27FC236}">
                <a16:creationId xmlns:a16="http://schemas.microsoft.com/office/drawing/2014/main" id="{4415CF60-8024-A149-7826-460163B6A89E}"/>
              </a:ext>
            </a:extLst>
          </p:cNvPr>
          <p:cNvCxnSpPr>
            <a:cxnSpLocks/>
          </p:cNvCxnSpPr>
          <p:nvPr/>
        </p:nvCxnSpPr>
        <p:spPr>
          <a:xfrm flipV="1">
            <a:off x="9834628" y="2706196"/>
            <a:ext cx="586930" cy="6186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9581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6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4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4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9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4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9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4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9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2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0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3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8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6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1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4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9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2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7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indefinite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2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7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indefinite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2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7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0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8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3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6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1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4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9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2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7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2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7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2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5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" fill="hold">
                      <p:stCondLst>
                        <p:cond delay="indefinite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0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3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indefinite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8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1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2" fill="hold">
                      <p:stCondLst>
                        <p:cond delay="indefinite"/>
                      </p:stCondLst>
                      <p:childTnLst>
                        <p:par>
                          <p:cTn id="413" fill="hold">
                            <p:stCondLst>
                              <p:cond delay="0"/>
                            </p:stCondLst>
                            <p:childTnLst>
                              <p:par>
                                <p:cTn id="4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6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9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2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7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0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>
                      <p:stCondLst>
                        <p:cond delay="indefinite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5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8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1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2" fill="hold">
                      <p:stCondLst>
                        <p:cond delay="indefinite"/>
                      </p:stCondLst>
                      <p:childTnLst>
                        <p:par>
                          <p:cTn id="443" fill="hold">
                            <p:stCondLst>
                              <p:cond delay="0"/>
                            </p:stCondLst>
                            <p:childTnLst>
                              <p:par>
                                <p:cTn id="4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6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9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0" fill="hold">
                      <p:stCondLst>
                        <p:cond delay="indefinite"/>
                      </p:stCondLst>
                      <p:childTnLst>
                        <p:par>
                          <p:cTn id="451" fill="hold">
                            <p:stCondLst>
                              <p:cond delay="0"/>
                            </p:stCondLst>
                            <p:childTnLst>
                              <p:par>
                                <p:cTn id="4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4"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7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0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>
                      <p:stCondLst>
                        <p:cond delay="indefinite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5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8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/>
      <p:bldP spid="25" grpId="0"/>
      <p:bldP spid="31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3" grpId="0"/>
      <p:bldP spid="44" grpId="0"/>
      <p:bldP spid="62" grpId="0" animBg="1"/>
      <p:bldP spid="63" grpId="0"/>
      <p:bldP spid="256" grpId="0"/>
      <p:bldP spid="257" grpId="0"/>
      <p:bldP spid="258" grpId="0"/>
      <p:bldP spid="259" grpId="0" animBg="1"/>
      <p:bldP spid="273" grpId="0"/>
      <p:bldP spid="274" grpId="0"/>
      <p:bldP spid="280" grpId="0"/>
      <p:bldP spid="281" grpId="0"/>
      <p:bldP spid="287" grpId="0"/>
      <p:bldP spid="288" grpId="0"/>
      <p:bldP spid="289" grpId="0"/>
      <p:bldP spid="295" grpId="0"/>
      <p:bldP spid="296" grpId="0"/>
      <p:bldP spid="297" grpId="0"/>
      <p:bldP spid="298" grpId="0"/>
      <p:bldP spid="299" grpId="0"/>
      <p:bldP spid="300" grpId="0"/>
      <p:bldP spid="301" grpId="0"/>
      <p:bldP spid="307" grpId="0"/>
      <p:bldP spid="318" grpId="0" animBg="1"/>
      <p:bldP spid="321" grpId="0"/>
      <p:bldP spid="328" grpId="0"/>
      <p:bldP spid="329" grpId="0"/>
      <p:bldP spid="332" grpId="0"/>
      <p:bldP spid="333" grpId="0"/>
      <p:bldP spid="339" grpId="0"/>
      <p:bldP spid="340" grpId="0"/>
      <p:bldP spid="341" grpId="0"/>
      <p:bldP spid="342" grpId="0"/>
      <p:bldP spid="343" grpId="0"/>
      <p:bldP spid="345" grpId="0"/>
      <p:bldP spid="346" grpId="0"/>
      <p:bldP spid="352" grpId="0"/>
      <p:bldP spid="353" grpId="0"/>
      <p:bldP spid="354" grpId="0"/>
      <p:bldP spid="360" grpId="0"/>
      <p:bldP spid="361" grpId="0"/>
      <p:bldP spid="362" grpId="0"/>
      <p:bldP spid="363" grpId="0"/>
      <p:bldP spid="366" grpId="0"/>
      <p:bldP spid="367" grpId="0"/>
      <p:bldP spid="368" grpId="0"/>
      <p:bldP spid="369" grpId="0"/>
      <p:bldP spid="370" grpId="0" animBg="1"/>
      <p:bldP spid="377" grpId="0"/>
      <p:bldP spid="379" grpId="0"/>
      <p:bldP spid="380" grpId="0"/>
      <p:bldP spid="387" grpId="0"/>
      <p:bldP spid="388" grpId="0"/>
      <p:bldP spid="389" grpId="0"/>
      <p:bldP spid="393" grpId="0"/>
      <p:bldP spid="394" grpId="0"/>
      <p:bldP spid="395" grpId="0"/>
      <p:bldP spid="396" grpId="0"/>
      <p:bldP spid="397" grpId="0"/>
      <p:bldP spid="399" grpId="0"/>
      <p:bldP spid="403" grpId="0"/>
      <p:bldP spid="404" grpId="0"/>
      <p:bldP spid="4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Picture 421">
            <a:extLst>
              <a:ext uri="{FF2B5EF4-FFF2-40B4-BE49-F238E27FC236}">
                <a16:creationId xmlns:a16="http://schemas.microsoft.com/office/drawing/2014/main" id="{679BDB64-7B11-8D9E-16F9-8440232110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4" t="1092" b="85492"/>
          <a:stretch>
            <a:fillRect/>
          </a:stretch>
        </p:blipFill>
        <p:spPr>
          <a:xfrm>
            <a:off x="129127" y="226862"/>
            <a:ext cx="10358033" cy="9978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6510D8-A34A-D035-38C9-F877A16466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125" t="14565" r="1782" b="50813"/>
          <a:stretch>
            <a:fillRect/>
          </a:stretch>
        </p:blipFill>
        <p:spPr>
          <a:xfrm>
            <a:off x="8786797" y="1440872"/>
            <a:ext cx="3115263" cy="231832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筆跡 7">
                <a:extLst>
                  <a:ext uri="{FF2B5EF4-FFF2-40B4-BE49-F238E27FC236}">
                    <a16:creationId xmlns:a16="http://schemas.microsoft.com/office/drawing/2014/main" id="{B6468043-B72B-D4A1-2EF7-575ACFBC40FB}"/>
                  </a:ext>
                </a:extLst>
              </p14:cNvPr>
              <p14:cNvContentPartPr/>
              <p14:nvPr/>
            </p14:nvContentPartPr>
            <p14:xfrm>
              <a:off x="6096000" y="375667"/>
              <a:ext cx="2955636" cy="45719"/>
            </p14:xfrm>
          </p:contentPart>
        </mc:Choice>
        <mc:Fallback>
          <p:pic>
            <p:nvPicPr>
              <p:cNvPr id="4" name="筆跡 7">
                <a:extLst>
                  <a:ext uri="{FF2B5EF4-FFF2-40B4-BE49-F238E27FC236}">
                    <a16:creationId xmlns:a16="http://schemas.microsoft.com/office/drawing/2014/main" id="{B6468043-B72B-D4A1-2EF7-575ACFBC40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41973" y="-13340033"/>
                <a:ext cx="306333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筆跡 7">
                <a:extLst>
                  <a:ext uri="{FF2B5EF4-FFF2-40B4-BE49-F238E27FC236}">
                    <a16:creationId xmlns:a16="http://schemas.microsoft.com/office/drawing/2014/main" id="{C6FCCB3F-AC2D-CAC4-883D-EAEA12F6CE67}"/>
                  </a:ext>
                </a:extLst>
              </p14:cNvPr>
              <p14:cNvContentPartPr/>
              <p14:nvPr/>
            </p14:nvContentPartPr>
            <p14:xfrm>
              <a:off x="5308143" y="702911"/>
              <a:ext cx="1369748" cy="45719"/>
            </p14:xfrm>
          </p:contentPart>
        </mc:Choice>
        <mc:Fallback>
          <p:pic>
            <p:nvPicPr>
              <p:cNvPr id="5" name="筆跡 7">
                <a:extLst>
                  <a:ext uri="{FF2B5EF4-FFF2-40B4-BE49-F238E27FC236}">
                    <a16:creationId xmlns:a16="http://schemas.microsoft.com/office/drawing/2014/main" id="{C6FCCB3F-AC2D-CAC4-883D-EAEA12F6CE6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54131" y="-13012789"/>
                <a:ext cx="147741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筆跡 7">
                <a:extLst>
                  <a:ext uri="{FF2B5EF4-FFF2-40B4-BE49-F238E27FC236}">
                    <a16:creationId xmlns:a16="http://schemas.microsoft.com/office/drawing/2014/main" id="{B492559D-3EA5-C44E-939A-438EDA21663C}"/>
                  </a:ext>
                </a:extLst>
              </p14:cNvPr>
              <p14:cNvContentPartPr/>
              <p14:nvPr/>
            </p14:nvContentPartPr>
            <p14:xfrm>
              <a:off x="6898181" y="685386"/>
              <a:ext cx="2449020" cy="45719"/>
            </p14:xfrm>
          </p:contentPart>
        </mc:Choice>
        <mc:Fallback>
          <p:pic>
            <p:nvPicPr>
              <p:cNvPr id="6" name="筆跡 7">
                <a:extLst>
                  <a:ext uri="{FF2B5EF4-FFF2-40B4-BE49-F238E27FC236}">
                    <a16:creationId xmlns:a16="http://schemas.microsoft.com/office/drawing/2014/main" id="{B492559D-3EA5-C44E-939A-438EDA21663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44158" y="-13030314"/>
                <a:ext cx="255670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筆跡 7">
                <a:extLst>
                  <a:ext uri="{FF2B5EF4-FFF2-40B4-BE49-F238E27FC236}">
                    <a16:creationId xmlns:a16="http://schemas.microsoft.com/office/drawing/2014/main" id="{29127329-D943-D161-1844-71F8C45D227F}"/>
                  </a:ext>
                </a:extLst>
              </p14:cNvPr>
              <p14:cNvContentPartPr/>
              <p14:nvPr/>
            </p14:nvContentPartPr>
            <p14:xfrm>
              <a:off x="9659554" y="725770"/>
              <a:ext cx="84810" cy="45719"/>
            </p14:xfrm>
          </p:contentPart>
        </mc:Choice>
        <mc:Fallback>
          <p:pic>
            <p:nvPicPr>
              <p:cNvPr id="7" name="筆跡 7">
                <a:extLst>
                  <a:ext uri="{FF2B5EF4-FFF2-40B4-BE49-F238E27FC236}">
                    <a16:creationId xmlns:a16="http://schemas.microsoft.com/office/drawing/2014/main" id="{29127329-D943-D161-1844-71F8C45D227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05649" y="-12989930"/>
                <a:ext cx="19226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0990F9D1-44DA-57C8-0808-33F5A927B37C}"/>
                  </a:ext>
                </a:extLst>
              </p14:cNvPr>
              <p14:cNvContentPartPr/>
              <p14:nvPr/>
            </p14:nvContentPartPr>
            <p14:xfrm>
              <a:off x="9989554" y="702910"/>
              <a:ext cx="84811" cy="45719"/>
            </p14:xfrm>
          </p:contentPart>
        </mc:Choice>
        <mc:Fallback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0990F9D1-44DA-57C8-0808-33F5A927B37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935649" y="-13012790"/>
                <a:ext cx="19226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筆跡 7">
                <a:extLst>
                  <a:ext uri="{FF2B5EF4-FFF2-40B4-BE49-F238E27FC236}">
                    <a16:creationId xmlns:a16="http://schemas.microsoft.com/office/drawing/2014/main" id="{92928CB8-9D35-ED0A-0181-4BE2CC9BA3C3}"/>
                  </a:ext>
                </a:extLst>
              </p14:cNvPr>
              <p14:cNvContentPartPr/>
              <p14:nvPr/>
            </p14:nvContentPartPr>
            <p14:xfrm>
              <a:off x="4139380" y="1044263"/>
              <a:ext cx="817717" cy="45719"/>
            </p14:xfrm>
          </p:contentPart>
        </mc:Choice>
        <mc:Fallback>
          <p:pic>
            <p:nvPicPr>
              <p:cNvPr id="9" name="筆跡 7">
                <a:extLst>
                  <a:ext uri="{FF2B5EF4-FFF2-40B4-BE49-F238E27FC236}">
                    <a16:creationId xmlns:a16="http://schemas.microsoft.com/office/drawing/2014/main" id="{92928CB8-9D35-ED0A-0181-4BE2CC9BA3C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085370" y="-12671437"/>
                <a:ext cx="92537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筆跡 7">
                <a:extLst>
                  <a:ext uri="{FF2B5EF4-FFF2-40B4-BE49-F238E27FC236}">
                    <a16:creationId xmlns:a16="http://schemas.microsoft.com/office/drawing/2014/main" id="{95513F7B-D67A-B85D-C489-51E71DE5A076}"/>
                  </a:ext>
                </a:extLst>
              </p14:cNvPr>
              <p14:cNvContentPartPr/>
              <p14:nvPr/>
            </p14:nvContentPartPr>
            <p14:xfrm>
              <a:off x="5968182" y="1075797"/>
              <a:ext cx="1622322" cy="45719"/>
            </p14:xfrm>
          </p:contentPart>
        </mc:Choice>
        <mc:Fallback>
          <p:pic>
            <p:nvPicPr>
              <p:cNvPr id="10" name="筆跡 7">
                <a:extLst>
                  <a:ext uri="{FF2B5EF4-FFF2-40B4-BE49-F238E27FC236}">
                    <a16:creationId xmlns:a16="http://schemas.microsoft.com/office/drawing/2014/main" id="{95513F7B-D67A-B85D-C489-51E71DE5A07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914165" y="-12639903"/>
                <a:ext cx="172999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字方塊 54">
                <a:extLst>
                  <a:ext uri="{FF2B5EF4-FFF2-40B4-BE49-F238E27FC236}">
                    <a16:creationId xmlns:a16="http://schemas.microsoft.com/office/drawing/2014/main" id="{DA01E495-2430-9A47-C618-D1336CFCF035}"/>
                  </a:ext>
                </a:extLst>
              </p:cNvPr>
              <p:cNvSpPr txBox="1"/>
              <p:nvPr/>
            </p:nvSpPr>
            <p:spPr>
              <a:xfrm>
                <a:off x="129127" y="1238787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1" name="文字方塊 54">
                <a:extLst>
                  <a:ext uri="{FF2B5EF4-FFF2-40B4-BE49-F238E27FC236}">
                    <a16:creationId xmlns:a16="http://schemas.microsoft.com/office/drawing/2014/main" id="{DA01E495-2430-9A47-C618-D1336CFCF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27" y="1238787"/>
                <a:ext cx="295688" cy="4616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5">
            <a:extLst>
              <a:ext uri="{FF2B5EF4-FFF2-40B4-BE49-F238E27FC236}">
                <a16:creationId xmlns:a16="http://schemas.microsoft.com/office/drawing/2014/main" id="{A95E66AF-BF62-CCF2-C3F1-BD5DDCCE431A}"/>
              </a:ext>
            </a:extLst>
          </p:cNvPr>
          <p:cNvSpPr txBox="1"/>
          <p:nvPr/>
        </p:nvSpPr>
        <p:spPr>
          <a:xfrm>
            <a:off x="276971" y="1297823"/>
            <a:ext cx="6197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Pyramid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VSP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Q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R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and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VTUXY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are similar</a:t>
            </a:r>
            <a:endParaRPr lang="en-HK" altLang="zh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397BCF5-8697-0678-70FD-A2AFE61C08C5}"/>
              </a:ext>
            </a:extLst>
          </p:cNvPr>
          <p:cNvSpPr/>
          <p:nvPr/>
        </p:nvSpPr>
        <p:spPr>
          <a:xfrm>
            <a:off x="9415570" y="1632857"/>
            <a:ext cx="1364725" cy="1271910"/>
          </a:xfrm>
          <a:custGeom>
            <a:avLst/>
            <a:gdLst>
              <a:gd name="connsiteX0" fmla="*/ 917838 w 1364725"/>
              <a:gd name="connsiteY0" fmla="*/ 0 h 1271910"/>
              <a:gd name="connsiteX1" fmla="*/ 1364725 w 1364725"/>
              <a:gd name="connsiteY1" fmla="*/ 1268472 h 1271910"/>
              <a:gd name="connsiteX2" fmla="*/ 0 w 1364725"/>
              <a:gd name="connsiteY2" fmla="*/ 1271910 h 1271910"/>
              <a:gd name="connsiteX3" fmla="*/ 917838 w 1364725"/>
              <a:gd name="connsiteY3" fmla="*/ 0 h 1271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4725" h="1271910">
                <a:moveTo>
                  <a:pt x="917838" y="0"/>
                </a:moveTo>
                <a:lnTo>
                  <a:pt x="1364725" y="1268472"/>
                </a:lnTo>
                <a:lnTo>
                  <a:pt x="0" y="1271910"/>
                </a:lnTo>
                <a:lnTo>
                  <a:pt x="917838" y="0"/>
                </a:lnTo>
                <a:close/>
              </a:path>
            </a:pathLst>
          </a:cu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C335A67-47EC-8D4C-4D73-87B0308D6A4A}"/>
              </a:ext>
            </a:extLst>
          </p:cNvPr>
          <p:cNvSpPr/>
          <p:nvPr/>
        </p:nvSpPr>
        <p:spPr>
          <a:xfrm>
            <a:off x="9003059" y="2915080"/>
            <a:ext cx="1976616" cy="570640"/>
          </a:xfrm>
          <a:custGeom>
            <a:avLst/>
            <a:gdLst>
              <a:gd name="connsiteX0" fmla="*/ 395323 w 1976616"/>
              <a:gd name="connsiteY0" fmla="*/ 0 h 570640"/>
              <a:gd name="connsiteX1" fmla="*/ 1780673 w 1976616"/>
              <a:gd name="connsiteY1" fmla="*/ 3437 h 570640"/>
              <a:gd name="connsiteX2" fmla="*/ 1976616 w 1976616"/>
              <a:gd name="connsiteY2" fmla="*/ 570640 h 570640"/>
              <a:gd name="connsiteX3" fmla="*/ 0 w 1976616"/>
              <a:gd name="connsiteY3" fmla="*/ 563765 h 570640"/>
              <a:gd name="connsiteX4" fmla="*/ 395323 w 1976616"/>
              <a:gd name="connsiteY4" fmla="*/ 0 h 570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6616" h="570640">
                <a:moveTo>
                  <a:pt x="395323" y="0"/>
                </a:moveTo>
                <a:lnTo>
                  <a:pt x="1780673" y="3437"/>
                </a:lnTo>
                <a:lnTo>
                  <a:pt x="1976616" y="570640"/>
                </a:lnTo>
                <a:lnTo>
                  <a:pt x="0" y="563765"/>
                </a:lnTo>
                <a:lnTo>
                  <a:pt x="395323" y="0"/>
                </a:lnTo>
                <a:close/>
              </a:path>
            </a:pathLst>
          </a:custGeom>
          <a:solidFill>
            <a:srgbClr val="00B0F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260">
                <a:extLst>
                  <a:ext uri="{FF2B5EF4-FFF2-40B4-BE49-F238E27FC236}">
                    <a16:creationId xmlns:a16="http://schemas.microsoft.com/office/drawing/2014/main" id="{5992CF54-AE44-78DE-04E7-EF7EB4D2DE4B}"/>
                  </a:ext>
                </a:extLst>
              </p:cNvPr>
              <p:cNvSpPr txBox="1"/>
              <p:nvPr/>
            </p:nvSpPr>
            <p:spPr>
              <a:xfrm>
                <a:off x="129127" y="2162435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5" name="文字方塊 260">
                <a:extLst>
                  <a:ext uri="{FF2B5EF4-FFF2-40B4-BE49-F238E27FC236}">
                    <a16:creationId xmlns:a16="http://schemas.microsoft.com/office/drawing/2014/main" id="{5992CF54-AE44-78DE-04E7-EF7EB4D2DE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127" y="2162435"/>
                <a:ext cx="238419" cy="461665"/>
              </a:xfrm>
              <a:prstGeom prst="rect">
                <a:avLst/>
              </a:prstGeom>
              <a:blipFill>
                <a:blip r:embed="rId18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字方塊 75">
                <a:extLst>
                  <a:ext uri="{FF2B5EF4-FFF2-40B4-BE49-F238E27FC236}">
                    <a16:creationId xmlns:a16="http://schemas.microsoft.com/office/drawing/2014/main" id="{63972E4A-FCF9-DF36-91D9-70F112D69642}"/>
                  </a:ext>
                </a:extLst>
              </p:cNvPr>
              <p:cNvSpPr txBox="1"/>
              <p:nvPr/>
            </p:nvSpPr>
            <p:spPr>
              <a:xfrm>
                <a:off x="549048" y="2048777"/>
                <a:ext cx="198323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area of</a:t>
                </a:r>
                <a14:m>
                  <m:oMath xmlns:m="http://schemas.openxmlformats.org/officeDocument/2006/math">
                    <m:r>
                      <a:rPr lang="en-US" altLang="zh-HK" sz="20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altLang="zh-HK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𝑽𝑷𝑺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 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17" name="文字方塊 75">
                <a:extLst>
                  <a:ext uri="{FF2B5EF4-FFF2-40B4-BE49-F238E27FC236}">
                    <a16:creationId xmlns:a16="http://schemas.microsoft.com/office/drawing/2014/main" id="{63972E4A-FCF9-DF36-91D9-70F112D69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48" y="2048777"/>
                <a:ext cx="1983235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直線接點 77">
            <a:extLst>
              <a:ext uri="{FF2B5EF4-FFF2-40B4-BE49-F238E27FC236}">
                <a16:creationId xmlns:a16="http://schemas.microsoft.com/office/drawing/2014/main" id="{D18762A6-7C2E-AB02-E00B-C6374AFD9AA5}"/>
              </a:ext>
            </a:extLst>
          </p:cNvPr>
          <p:cNvCxnSpPr>
            <a:cxnSpLocks/>
          </p:cNvCxnSpPr>
          <p:nvPr/>
        </p:nvCxnSpPr>
        <p:spPr bwMode="auto">
          <a:xfrm>
            <a:off x="549048" y="2448887"/>
            <a:ext cx="1883199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字方塊 78">
                <a:extLst>
                  <a:ext uri="{FF2B5EF4-FFF2-40B4-BE49-F238E27FC236}">
                    <a16:creationId xmlns:a16="http://schemas.microsoft.com/office/drawing/2014/main" id="{9BDDED35-D245-C193-35FB-699A64D3DE89}"/>
                  </a:ext>
                </a:extLst>
              </p:cNvPr>
              <p:cNvSpPr txBox="1"/>
              <p:nvPr/>
            </p:nvSpPr>
            <p:spPr>
              <a:xfrm>
                <a:off x="549047" y="2459200"/>
                <a:ext cx="18831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area of</a:t>
                </a:r>
                <a14:m>
                  <m:oMath xmlns:m="http://schemas.openxmlformats.org/officeDocument/2006/math">
                    <m:r>
                      <a:rPr lang="en-US" altLang="zh-HK" sz="20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HK" alt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𝜟</m:t>
                    </m:r>
                    <m:r>
                      <a:rPr lang="en-US" altLang="zh-HK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𝑽𝑼𝑻</m:t>
                    </m:r>
                  </m:oMath>
                </a14:m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 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20" name="文字方塊 78">
                <a:extLst>
                  <a:ext uri="{FF2B5EF4-FFF2-40B4-BE49-F238E27FC236}">
                    <a16:creationId xmlns:a16="http://schemas.microsoft.com/office/drawing/2014/main" id="{9BDDED35-D245-C193-35FB-699A64D3D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47" y="2459200"/>
                <a:ext cx="1883199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字方塊 27">
                <a:extLst>
                  <a:ext uri="{FF2B5EF4-FFF2-40B4-BE49-F238E27FC236}">
                    <a16:creationId xmlns:a16="http://schemas.microsoft.com/office/drawing/2014/main" id="{0FB85E6B-CE86-A6D3-4E1B-7C9E0F50A3B6}"/>
                  </a:ext>
                </a:extLst>
              </p:cNvPr>
              <p:cNvSpPr txBox="1"/>
              <p:nvPr/>
            </p:nvSpPr>
            <p:spPr>
              <a:xfrm>
                <a:off x="2565941" y="22591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23" name="文字方塊 27">
                <a:extLst>
                  <a:ext uri="{FF2B5EF4-FFF2-40B4-BE49-F238E27FC236}">
                    <a16:creationId xmlns:a16="http://schemas.microsoft.com/office/drawing/2014/main" id="{0FB85E6B-CE86-A6D3-4E1B-7C9E0F50A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5941" y="2259145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文字方塊 255">
            <a:extLst>
              <a:ext uri="{FF2B5EF4-FFF2-40B4-BE49-F238E27FC236}">
                <a16:creationId xmlns:a16="http://schemas.microsoft.com/office/drawing/2014/main" id="{25D9FCB4-3D3C-9671-FBD5-58B8417F60E8}"/>
              </a:ext>
            </a:extLst>
          </p:cNvPr>
          <p:cNvSpPr txBox="1"/>
          <p:nvPr/>
        </p:nvSpPr>
        <p:spPr>
          <a:xfrm>
            <a:off x="3051315" y="2134280"/>
            <a:ext cx="612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VS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32" name="直線接點 256">
            <a:extLst>
              <a:ext uri="{FF2B5EF4-FFF2-40B4-BE49-F238E27FC236}">
                <a16:creationId xmlns:a16="http://schemas.microsoft.com/office/drawing/2014/main" id="{0E455773-8169-BCBB-367B-A6885EED8CDC}"/>
              </a:ext>
            </a:extLst>
          </p:cNvPr>
          <p:cNvCxnSpPr>
            <a:cxnSpLocks/>
          </p:cNvCxnSpPr>
          <p:nvPr/>
        </p:nvCxnSpPr>
        <p:spPr bwMode="auto">
          <a:xfrm flipV="1">
            <a:off x="3062894" y="2475743"/>
            <a:ext cx="530785" cy="295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文字方塊 257">
            <a:extLst>
              <a:ext uri="{FF2B5EF4-FFF2-40B4-BE49-F238E27FC236}">
                <a16:creationId xmlns:a16="http://schemas.microsoft.com/office/drawing/2014/main" id="{3758883B-180F-BC0B-BD42-A4B17016BD3A}"/>
              </a:ext>
            </a:extLst>
          </p:cNvPr>
          <p:cNvSpPr txBox="1"/>
          <p:nvPr/>
        </p:nvSpPr>
        <p:spPr>
          <a:xfrm>
            <a:off x="3054823" y="2475743"/>
            <a:ext cx="60935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VT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34" name="弧形 258">
            <a:extLst>
              <a:ext uri="{FF2B5EF4-FFF2-40B4-BE49-F238E27FC236}">
                <a16:creationId xmlns:a16="http://schemas.microsoft.com/office/drawing/2014/main" id="{8BD13B38-713D-55C2-B3C8-F09AD41EE6F6}"/>
              </a:ext>
            </a:extLst>
          </p:cNvPr>
          <p:cNvSpPr/>
          <p:nvPr/>
        </p:nvSpPr>
        <p:spPr>
          <a:xfrm rot="10957079">
            <a:off x="2959271" y="2168304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弧形 259">
            <a:extLst>
              <a:ext uri="{FF2B5EF4-FFF2-40B4-BE49-F238E27FC236}">
                <a16:creationId xmlns:a16="http://schemas.microsoft.com/office/drawing/2014/main" id="{D1FB4932-A5B2-4C58-D719-ADA9B98DAB8F}"/>
              </a:ext>
            </a:extLst>
          </p:cNvPr>
          <p:cNvSpPr/>
          <p:nvPr/>
        </p:nvSpPr>
        <p:spPr>
          <a:xfrm rot="235127">
            <a:off x="3430644" y="2167459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文字方塊 106">
            <a:extLst>
              <a:ext uri="{FF2B5EF4-FFF2-40B4-BE49-F238E27FC236}">
                <a16:creationId xmlns:a16="http://schemas.microsoft.com/office/drawing/2014/main" id="{EF77AB5F-FF69-CB3E-A0C7-7F59605CC378}"/>
              </a:ext>
            </a:extLst>
          </p:cNvPr>
          <p:cNvSpPr txBox="1"/>
          <p:nvPr/>
        </p:nvSpPr>
        <p:spPr>
          <a:xfrm>
            <a:off x="3722565" y="2044686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8461CF3-10B6-0D62-96A8-9F5519D8B8F3}"/>
              </a:ext>
            </a:extLst>
          </p:cNvPr>
          <p:cNvCxnSpPr>
            <a:endCxn id="13" idx="0"/>
          </p:cNvCxnSpPr>
          <p:nvPr/>
        </p:nvCxnSpPr>
        <p:spPr>
          <a:xfrm flipV="1">
            <a:off x="9003059" y="1632857"/>
            <a:ext cx="1330349" cy="1852863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5CF16B9-6165-91EB-67B9-64D1E0CF84ED}"/>
              </a:ext>
            </a:extLst>
          </p:cNvPr>
          <p:cNvCxnSpPr/>
          <p:nvPr/>
        </p:nvCxnSpPr>
        <p:spPr>
          <a:xfrm flipV="1">
            <a:off x="9209988" y="1527142"/>
            <a:ext cx="942680" cy="1244338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7" name="文字方塊 27">
                <a:extLst>
                  <a:ext uri="{FF2B5EF4-FFF2-40B4-BE49-F238E27FC236}">
                    <a16:creationId xmlns:a16="http://schemas.microsoft.com/office/drawing/2014/main" id="{3EBDC663-EACE-278F-A5BE-A99580C41766}"/>
                  </a:ext>
                </a:extLst>
              </p:cNvPr>
              <p:cNvSpPr txBox="1"/>
              <p:nvPr/>
            </p:nvSpPr>
            <p:spPr>
              <a:xfrm>
                <a:off x="2534556" y="315866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7" name="文字方塊 27">
                <a:extLst>
                  <a:ext uri="{FF2B5EF4-FFF2-40B4-BE49-F238E27FC236}">
                    <a16:creationId xmlns:a16="http://schemas.microsoft.com/office/drawing/2014/main" id="{3EBDC663-EACE-278F-A5BE-A99580C41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556" y="3158668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文字方塊 255">
            <a:extLst>
              <a:ext uri="{FF2B5EF4-FFF2-40B4-BE49-F238E27FC236}">
                <a16:creationId xmlns:a16="http://schemas.microsoft.com/office/drawing/2014/main" id="{20A84D7F-FE29-40A8-E8A6-0E6C5355C695}"/>
              </a:ext>
            </a:extLst>
          </p:cNvPr>
          <p:cNvSpPr txBox="1"/>
          <p:nvPr/>
        </p:nvSpPr>
        <p:spPr>
          <a:xfrm>
            <a:off x="3019930" y="3033803"/>
            <a:ext cx="612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VS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49" name="直線接點 256">
            <a:extLst>
              <a:ext uri="{FF2B5EF4-FFF2-40B4-BE49-F238E27FC236}">
                <a16:creationId xmlns:a16="http://schemas.microsoft.com/office/drawing/2014/main" id="{5A76DCB8-A883-CD2C-E62C-598B75610EA6}"/>
              </a:ext>
            </a:extLst>
          </p:cNvPr>
          <p:cNvCxnSpPr>
            <a:cxnSpLocks/>
          </p:cNvCxnSpPr>
          <p:nvPr/>
        </p:nvCxnSpPr>
        <p:spPr bwMode="auto">
          <a:xfrm flipV="1">
            <a:off x="3031509" y="3375266"/>
            <a:ext cx="530785" cy="295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0" name="文字方塊 257">
            <a:extLst>
              <a:ext uri="{FF2B5EF4-FFF2-40B4-BE49-F238E27FC236}">
                <a16:creationId xmlns:a16="http://schemas.microsoft.com/office/drawing/2014/main" id="{A35BC044-56E8-40D1-C127-F3FC70CDF717}"/>
              </a:ext>
            </a:extLst>
          </p:cNvPr>
          <p:cNvSpPr txBox="1"/>
          <p:nvPr/>
        </p:nvSpPr>
        <p:spPr>
          <a:xfrm>
            <a:off x="3023438" y="3375266"/>
            <a:ext cx="609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VT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51" name="弧形 258">
            <a:extLst>
              <a:ext uri="{FF2B5EF4-FFF2-40B4-BE49-F238E27FC236}">
                <a16:creationId xmlns:a16="http://schemas.microsoft.com/office/drawing/2014/main" id="{7E120585-A0AB-F1B7-0573-7B0BB23B92E8}"/>
              </a:ext>
            </a:extLst>
          </p:cNvPr>
          <p:cNvSpPr/>
          <p:nvPr/>
        </p:nvSpPr>
        <p:spPr>
          <a:xfrm rot="10957079">
            <a:off x="2927886" y="3067827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52" name="弧形 259">
            <a:extLst>
              <a:ext uri="{FF2B5EF4-FFF2-40B4-BE49-F238E27FC236}">
                <a16:creationId xmlns:a16="http://schemas.microsoft.com/office/drawing/2014/main" id="{69026BF9-6ECD-8C57-137B-9FA02AD80C53}"/>
              </a:ext>
            </a:extLst>
          </p:cNvPr>
          <p:cNvSpPr/>
          <p:nvPr/>
        </p:nvSpPr>
        <p:spPr>
          <a:xfrm rot="235127">
            <a:off x="3399259" y="3066982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53" name="文字方塊 106">
            <a:extLst>
              <a:ext uri="{FF2B5EF4-FFF2-40B4-BE49-F238E27FC236}">
                <a16:creationId xmlns:a16="http://schemas.microsoft.com/office/drawing/2014/main" id="{3005EB99-2C5C-A253-2AD2-E3B3C977D62B}"/>
              </a:ext>
            </a:extLst>
          </p:cNvPr>
          <p:cNvSpPr txBox="1"/>
          <p:nvPr/>
        </p:nvSpPr>
        <p:spPr>
          <a:xfrm>
            <a:off x="3691180" y="2944209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CF6B0D-C8A5-F4A3-55D0-2BDDB3CDC6E6}"/>
              </a:ext>
            </a:extLst>
          </p:cNvPr>
          <p:cNvSpPr txBox="1"/>
          <p:nvPr/>
        </p:nvSpPr>
        <p:spPr>
          <a:xfrm>
            <a:off x="1888289" y="2952403"/>
            <a:ext cx="4104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4</a:t>
            </a:r>
            <a:endParaRPr lang="en-US" sz="2000">
              <a:solidFill>
                <a:srgbClr val="FFFF00"/>
              </a:solidFill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FD8BCD04-4010-3146-1C2E-3727073E88CE}"/>
              </a:ext>
            </a:extLst>
          </p:cNvPr>
          <p:cNvCxnSpPr>
            <a:cxnSpLocks/>
          </p:cNvCxnSpPr>
          <p:nvPr/>
        </p:nvCxnSpPr>
        <p:spPr>
          <a:xfrm>
            <a:off x="1680248" y="3352513"/>
            <a:ext cx="75015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0E1BF6A-96DE-4A99-AC9B-84DCC8C8E89D}"/>
                  </a:ext>
                </a:extLst>
              </p:cNvPr>
              <p:cNvSpPr txBox="1"/>
              <p:nvPr/>
            </p:nvSpPr>
            <p:spPr>
              <a:xfrm>
                <a:off x="1591492" y="3352513"/>
                <a:ext cx="9276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4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+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 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4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5</a:t>
                </a:r>
                <a:endParaRPr lang="en-US" sz="2000">
                  <a:solidFill>
                    <a:schemeClr val="accent4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0E1BF6A-96DE-4A99-AC9B-84DCC8C8E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492" y="3352513"/>
                <a:ext cx="927665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文字方塊 27">
                <a:extLst>
                  <a:ext uri="{FF2B5EF4-FFF2-40B4-BE49-F238E27FC236}">
                    <a16:creationId xmlns:a16="http://schemas.microsoft.com/office/drawing/2014/main" id="{E1ACF616-9526-974E-96BB-179A97C4039C}"/>
                  </a:ext>
                </a:extLst>
              </p:cNvPr>
              <p:cNvSpPr txBox="1"/>
              <p:nvPr/>
            </p:nvSpPr>
            <p:spPr>
              <a:xfrm>
                <a:off x="2534556" y="42062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8" name="文字方塊 27">
                <a:extLst>
                  <a:ext uri="{FF2B5EF4-FFF2-40B4-BE49-F238E27FC236}">
                    <a16:creationId xmlns:a16="http://schemas.microsoft.com/office/drawing/2014/main" id="{E1ACF616-9526-974E-96BB-179A97C40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556" y="4206258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字方塊 255">
            <a:extLst>
              <a:ext uri="{FF2B5EF4-FFF2-40B4-BE49-F238E27FC236}">
                <a16:creationId xmlns:a16="http://schemas.microsoft.com/office/drawing/2014/main" id="{59259C87-BAB6-B35F-C0CE-D7220A8FEB95}"/>
              </a:ext>
            </a:extLst>
          </p:cNvPr>
          <p:cNvSpPr txBox="1"/>
          <p:nvPr/>
        </p:nvSpPr>
        <p:spPr>
          <a:xfrm>
            <a:off x="1750260" y="4029717"/>
            <a:ext cx="612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VS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60" name="直線接點 256">
            <a:extLst>
              <a:ext uri="{FF2B5EF4-FFF2-40B4-BE49-F238E27FC236}">
                <a16:creationId xmlns:a16="http://schemas.microsoft.com/office/drawing/2014/main" id="{B6D7E88E-5BA3-860A-6E02-7E878B37CA27}"/>
              </a:ext>
            </a:extLst>
          </p:cNvPr>
          <p:cNvCxnSpPr>
            <a:cxnSpLocks/>
          </p:cNvCxnSpPr>
          <p:nvPr/>
        </p:nvCxnSpPr>
        <p:spPr bwMode="auto">
          <a:xfrm flipV="1">
            <a:off x="1761839" y="4371180"/>
            <a:ext cx="530785" cy="295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1" name="文字方塊 257">
            <a:extLst>
              <a:ext uri="{FF2B5EF4-FFF2-40B4-BE49-F238E27FC236}">
                <a16:creationId xmlns:a16="http://schemas.microsoft.com/office/drawing/2014/main" id="{DC6C57EF-C195-C05C-A799-D46B583BA92C}"/>
              </a:ext>
            </a:extLst>
          </p:cNvPr>
          <p:cNvSpPr txBox="1"/>
          <p:nvPr/>
        </p:nvSpPr>
        <p:spPr>
          <a:xfrm>
            <a:off x="1753768" y="4371180"/>
            <a:ext cx="609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VT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2" name="弧形 258">
            <a:extLst>
              <a:ext uri="{FF2B5EF4-FFF2-40B4-BE49-F238E27FC236}">
                <a16:creationId xmlns:a16="http://schemas.microsoft.com/office/drawing/2014/main" id="{83435922-4E22-79BB-B7E9-57BBD1C78B95}"/>
              </a:ext>
            </a:extLst>
          </p:cNvPr>
          <p:cNvSpPr/>
          <p:nvPr/>
        </p:nvSpPr>
        <p:spPr>
          <a:xfrm rot="10957079">
            <a:off x="1658216" y="4063741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63" name="弧形 259">
            <a:extLst>
              <a:ext uri="{FF2B5EF4-FFF2-40B4-BE49-F238E27FC236}">
                <a16:creationId xmlns:a16="http://schemas.microsoft.com/office/drawing/2014/main" id="{71EC412C-98BA-DB82-AC1A-766F098AC382}"/>
              </a:ext>
            </a:extLst>
          </p:cNvPr>
          <p:cNvSpPr/>
          <p:nvPr/>
        </p:nvSpPr>
        <p:spPr>
          <a:xfrm rot="235127">
            <a:off x="2129589" y="4062896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4" name="文字方塊 106">
            <a:extLst>
              <a:ext uri="{FF2B5EF4-FFF2-40B4-BE49-F238E27FC236}">
                <a16:creationId xmlns:a16="http://schemas.microsoft.com/office/drawing/2014/main" id="{AFBD396D-209F-EEE2-BBD1-E4953E1986E4}"/>
              </a:ext>
            </a:extLst>
          </p:cNvPr>
          <p:cNvSpPr txBox="1"/>
          <p:nvPr/>
        </p:nvSpPr>
        <p:spPr>
          <a:xfrm>
            <a:off x="2421510" y="3940123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grpSp>
        <p:nvGrpSpPr>
          <p:cNvPr id="389" name="群組 74">
            <a:extLst>
              <a:ext uri="{FF2B5EF4-FFF2-40B4-BE49-F238E27FC236}">
                <a16:creationId xmlns:a16="http://schemas.microsoft.com/office/drawing/2014/main" id="{00159C70-3BDB-80DD-6259-21D56C035A14}"/>
              </a:ext>
            </a:extLst>
          </p:cNvPr>
          <p:cNvGrpSpPr/>
          <p:nvPr/>
        </p:nvGrpSpPr>
        <p:grpSpPr>
          <a:xfrm>
            <a:off x="2976076" y="4029717"/>
            <a:ext cx="364383" cy="777549"/>
            <a:chOff x="2896107" y="4671588"/>
            <a:chExt cx="364383" cy="777549"/>
          </a:xfrm>
        </p:grpSpPr>
        <p:sp>
          <p:nvSpPr>
            <p:cNvPr id="390" name="文字方塊 75">
              <a:extLst>
                <a:ext uri="{FF2B5EF4-FFF2-40B4-BE49-F238E27FC236}">
                  <a16:creationId xmlns:a16="http://schemas.microsoft.com/office/drawing/2014/main" id="{C659A188-8800-4444-B666-1D981CBCD1F6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391" name="群組 76">
              <a:extLst>
                <a:ext uri="{FF2B5EF4-FFF2-40B4-BE49-F238E27FC236}">
                  <a16:creationId xmlns:a16="http://schemas.microsoft.com/office/drawing/2014/main" id="{DF885EFE-B36D-B8D5-D647-B6DB94E38792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392" name="直線接點 77">
                <a:extLst>
                  <a:ext uri="{FF2B5EF4-FFF2-40B4-BE49-F238E27FC236}">
                    <a16:creationId xmlns:a16="http://schemas.microsoft.com/office/drawing/2014/main" id="{9FCD65A5-460E-9BEC-224C-F72BD72395C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93" name="文字方塊 78">
                <a:extLst>
                  <a:ext uri="{FF2B5EF4-FFF2-40B4-BE49-F238E27FC236}">
                    <a16:creationId xmlns:a16="http://schemas.microsoft.com/office/drawing/2014/main" id="{813C84B9-0407-7DB4-9802-9EC214E8DA4D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9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94" name="文字方塊 27">
                <a:extLst>
                  <a:ext uri="{FF2B5EF4-FFF2-40B4-BE49-F238E27FC236}">
                    <a16:creationId xmlns:a16="http://schemas.microsoft.com/office/drawing/2014/main" id="{E9F9AD47-7FA2-4B61-F725-95FBF491D61E}"/>
                  </a:ext>
                </a:extLst>
              </p:cNvPr>
              <p:cNvSpPr txBox="1"/>
              <p:nvPr/>
            </p:nvSpPr>
            <p:spPr>
              <a:xfrm>
                <a:off x="2532283" y="51600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394" name="文字方塊 27">
                <a:extLst>
                  <a:ext uri="{FF2B5EF4-FFF2-40B4-BE49-F238E27FC236}">
                    <a16:creationId xmlns:a16="http://schemas.microsoft.com/office/drawing/2014/main" id="{E9F9AD47-7FA2-4B61-F725-95FBF491D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2283" y="5160067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5" name="文字方塊 255">
            <a:extLst>
              <a:ext uri="{FF2B5EF4-FFF2-40B4-BE49-F238E27FC236}">
                <a16:creationId xmlns:a16="http://schemas.microsoft.com/office/drawing/2014/main" id="{AB8728B2-77E1-FA24-439C-4059CC95B127}"/>
              </a:ext>
            </a:extLst>
          </p:cNvPr>
          <p:cNvSpPr txBox="1"/>
          <p:nvPr/>
        </p:nvSpPr>
        <p:spPr>
          <a:xfrm>
            <a:off x="1841449" y="4966785"/>
            <a:ext cx="612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VS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396" name="直線接點 256">
            <a:extLst>
              <a:ext uri="{FF2B5EF4-FFF2-40B4-BE49-F238E27FC236}">
                <a16:creationId xmlns:a16="http://schemas.microsoft.com/office/drawing/2014/main" id="{50F893FF-E3D0-CBB8-D6DD-FBBDB0550A65}"/>
              </a:ext>
            </a:extLst>
          </p:cNvPr>
          <p:cNvCxnSpPr>
            <a:cxnSpLocks/>
          </p:cNvCxnSpPr>
          <p:nvPr/>
        </p:nvCxnSpPr>
        <p:spPr bwMode="auto">
          <a:xfrm flipV="1">
            <a:off x="1853028" y="5308248"/>
            <a:ext cx="530785" cy="295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97" name="文字方塊 257">
            <a:extLst>
              <a:ext uri="{FF2B5EF4-FFF2-40B4-BE49-F238E27FC236}">
                <a16:creationId xmlns:a16="http://schemas.microsoft.com/office/drawing/2014/main" id="{B8B9AD8A-4F99-8678-CA73-35F603305B27}"/>
              </a:ext>
            </a:extLst>
          </p:cNvPr>
          <p:cNvSpPr txBox="1"/>
          <p:nvPr/>
        </p:nvSpPr>
        <p:spPr>
          <a:xfrm>
            <a:off x="1844957" y="5308248"/>
            <a:ext cx="609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VT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401" name="群組 74">
            <a:extLst>
              <a:ext uri="{FF2B5EF4-FFF2-40B4-BE49-F238E27FC236}">
                <a16:creationId xmlns:a16="http://schemas.microsoft.com/office/drawing/2014/main" id="{ECB2CE2F-EDCB-A7AE-8AFE-BF12E8C2EEE2}"/>
              </a:ext>
            </a:extLst>
          </p:cNvPr>
          <p:cNvGrpSpPr/>
          <p:nvPr/>
        </p:nvGrpSpPr>
        <p:grpSpPr>
          <a:xfrm>
            <a:off x="2973803" y="4983526"/>
            <a:ext cx="364383" cy="777549"/>
            <a:chOff x="2896107" y="4671588"/>
            <a:chExt cx="364383" cy="777549"/>
          </a:xfrm>
        </p:grpSpPr>
        <p:sp>
          <p:nvSpPr>
            <p:cNvPr id="402" name="文字方塊 75">
              <a:extLst>
                <a:ext uri="{FF2B5EF4-FFF2-40B4-BE49-F238E27FC236}">
                  <a16:creationId xmlns:a16="http://schemas.microsoft.com/office/drawing/2014/main" id="{F05D48A5-339D-D4D0-733D-9C3B97944EE0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403" name="群組 76">
              <a:extLst>
                <a:ext uri="{FF2B5EF4-FFF2-40B4-BE49-F238E27FC236}">
                  <a16:creationId xmlns:a16="http://schemas.microsoft.com/office/drawing/2014/main" id="{AEF96F92-9B5D-6031-A4E1-A82F94C40FED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404" name="直線接點 77">
                <a:extLst>
                  <a:ext uri="{FF2B5EF4-FFF2-40B4-BE49-F238E27FC236}">
                    <a16:creationId xmlns:a16="http://schemas.microsoft.com/office/drawing/2014/main" id="{57F69964-69DA-563C-D98B-F6F33510E0A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05" name="文字方塊 78">
                <a:extLst>
                  <a:ext uri="{FF2B5EF4-FFF2-40B4-BE49-F238E27FC236}">
                    <a16:creationId xmlns:a16="http://schemas.microsoft.com/office/drawing/2014/main" id="{7678DF8D-029D-F351-387D-B4C7BCB9AF39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3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406" name="TextBox 15">
            <a:extLst>
              <a:ext uri="{FF2B5EF4-FFF2-40B4-BE49-F238E27FC236}">
                <a16:creationId xmlns:a16="http://schemas.microsoft.com/office/drawing/2014/main" id="{D266CC85-EC55-2D64-C66C-8E11C8C901FE}"/>
              </a:ext>
            </a:extLst>
          </p:cNvPr>
          <p:cNvSpPr txBox="1"/>
          <p:nvPr/>
        </p:nvSpPr>
        <p:spPr>
          <a:xfrm>
            <a:off x="4237725" y="2189287"/>
            <a:ext cx="423321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K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 be the volume of pyramid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VSP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Q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R</a:t>
            </a:r>
            <a:endParaRPr lang="zh-TW" altLang="en-US" sz="2000" b="1">
              <a:solidFill>
                <a:srgbClr val="00B05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407" name="文字方塊 106">
            <a:extLst>
              <a:ext uri="{FF2B5EF4-FFF2-40B4-BE49-F238E27FC236}">
                <a16:creationId xmlns:a16="http://schemas.microsoft.com/office/drawing/2014/main" id="{51A8BDDB-B54E-9B12-8852-934C645681FE}"/>
              </a:ext>
            </a:extLst>
          </p:cNvPr>
          <p:cNvSpPr txBox="1"/>
          <p:nvPr/>
        </p:nvSpPr>
        <p:spPr>
          <a:xfrm>
            <a:off x="5689762" y="2133427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409" name="文字方塊 75">
            <a:extLst>
              <a:ext uri="{FF2B5EF4-FFF2-40B4-BE49-F238E27FC236}">
                <a16:creationId xmlns:a16="http://schemas.microsoft.com/office/drawing/2014/main" id="{A3A449A7-4C4E-98BC-4102-71580B791C24}"/>
              </a:ext>
            </a:extLst>
          </p:cNvPr>
          <p:cNvSpPr txBox="1"/>
          <p:nvPr/>
        </p:nvSpPr>
        <p:spPr>
          <a:xfrm>
            <a:off x="4795950" y="3036480"/>
            <a:ext cx="9284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K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cxnSp>
        <p:nvCxnSpPr>
          <p:cNvPr id="411" name="直線接點 77">
            <a:extLst>
              <a:ext uri="{FF2B5EF4-FFF2-40B4-BE49-F238E27FC236}">
                <a16:creationId xmlns:a16="http://schemas.microsoft.com/office/drawing/2014/main" id="{A1F33462-5D34-B8D4-81AF-4CAB98BF43D3}"/>
              </a:ext>
            </a:extLst>
          </p:cNvPr>
          <p:cNvCxnSpPr>
            <a:cxnSpLocks/>
          </p:cNvCxnSpPr>
          <p:nvPr/>
        </p:nvCxnSpPr>
        <p:spPr bwMode="auto">
          <a:xfrm>
            <a:off x="4541186" y="3415413"/>
            <a:ext cx="1444680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2" name="文字方塊 78">
            <a:extLst>
              <a:ext uri="{FF2B5EF4-FFF2-40B4-BE49-F238E27FC236}">
                <a16:creationId xmlns:a16="http://schemas.microsoft.com/office/drawing/2014/main" id="{CF2B31A6-3331-B7FE-2336-3F2291D681A9}"/>
              </a:ext>
            </a:extLst>
          </p:cNvPr>
          <p:cNvSpPr txBox="1"/>
          <p:nvPr/>
        </p:nvSpPr>
        <p:spPr>
          <a:xfrm>
            <a:off x="4541185" y="3425726"/>
            <a:ext cx="14446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1080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413" name="文字方塊 106">
            <a:extLst>
              <a:ext uri="{FF2B5EF4-FFF2-40B4-BE49-F238E27FC236}">
                <a16:creationId xmlns:a16="http://schemas.microsoft.com/office/drawing/2014/main" id="{1D6210CC-66B9-FBC9-9ACC-420F6F4486B3}"/>
              </a:ext>
            </a:extLst>
          </p:cNvPr>
          <p:cNvSpPr txBox="1"/>
          <p:nvPr/>
        </p:nvSpPr>
        <p:spPr>
          <a:xfrm>
            <a:off x="5566276" y="2978668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414" name="文字方塊 106">
            <a:extLst>
              <a:ext uri="{FF2B5EF4-FFF2-40B4-BE49-F238E27FC236}">
                <a16:creationId xmlns:a16="http://schemas.microsoft.com/office/drawing/2014/main" id="{101B857C-D38A-DFBE-AD87-61F2DBEFED3E}"/>
              </a:ext>
            </a:extLst>
          </p:cNvPr>
          <p:cNvSpPr txBox="1"/>
          <p:nvPr/>
        </p:nvSpPr>
        <p:spPr>
          <a:xfrm>
            <a:off x="5724409" y="3415413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416" name="文字方塊 255">
            <a:extLst>
              <a:ext uri="{FF2B5EF4-FFF2-40B4-BE49-F238E27FC236}">
                <a16:creationId xmlns:a16="http://schemas.microsoft.com/office/drawing/2014/main" id="{CCE8A0A7-13A5-41B0-D204-ED9D8D266AC4}"/>
              </a:ext>
            </a:extLst>
          </p:cNvPr>
          <p:cNvSpPr txBox="1"/>
          <p:nvPr/>
        </p:nvSpPr>
        <p:spPr>
          <a:xfrm>
            <a:off x="6497840" y="3084222"/>
            <a:ext cx="612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VS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417" name="直線接點 256">
            <a:extLst>
              <a:ext uri="{FF2B5EF4-FFF2-40B4-BE49-F238E27FC236}">
                <a16:creationId xmlns:a16="http://schemas.microsoft.com/office/drawing/2014/main" id="{6AC73895-B860-7F81-CD0F-13A8E1F120A8}"/>
              </a:ext>
            </a:extLst>
          </p:cNvPr>
          <p:cNvCxnSpPr>
            <a:cxnSpLocks/>
          </p:cNvCxnSpPr>
          <p:nvPr/>
        </p:nvCxnSpPr>
        <p:spPr bwMode="auto">
          <a:xfrm flipV="1">
            <a:off x="6509419" y="3425685"/>
            <a:ext cx="530785" cy="295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8" name="文字方塊 257">
            <a:extLst>
              <a:ext uri="{FF2B5EF4-FFF2-40B4-BE49-F238E27FC236}">
                <a16:creationId xmlns:a16="http://schemas.microsoft.com/office/drawing/2014/main" id="{CD3F2B6B-6435-6A6F-35B6-D87B611D4541}"/>
              </a:ext>
            </a:extLst>
          </p:cNvPr>
          <p:cNvSpPr txBox="1"/>
          <p:nvPr/>
        </p:nvSpPr>
        <p:spPr>
          <a:xfrm>
            <a:off x="6501348" y="3425685"/>
            <a:ext cx="60935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VT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419" name="弧形 258">
            <a:extLst>
              <a:ext uri="{FF2B5EF4-FFF2-40B4-BE49-F238E27FC236}">
                <a16:creationId xmlns:a16="http://schemas.microsoft.com/office/drawing/2014/main" id="{2856D283-A981-DDD1-001F-5AA5A8F5BE8F}"/>
              </a:ext>
            </a:extLst>
          </p:cNvPr>
          <p:cNvSpPr/>
          <p:nvPr/>
        </p:nvSpPr>
        <p:spPr>
          <a:xfrm rot="10957079">
            <a:off x="6405796" y="3118246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20" name="弧形 259">
            <a:extLst>
              <a:ext uri="{FF2B5EF4-FFF2-40B4-BE49-F238E27FC236}">
                <a16:creationId xmlns:a16="http://schemas.microsoft.com/office/drawing/2014/main" id="{02F34C82-62E6-5AA2-C2BC-CDA7E6D90907}"/>
              </a:ext>
            </a:extLst>
          </p:cNvPr>
          <p:cNvSpPr/>
          <p:nvPr/>
        </p:nvSpPr>
        <p:spPr>
          <a:xfrm rot="235127">
            <a:off x="6877169" y="3117401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23" name="文字方塊 106">
            <a:extLst>
              <a:ext uri="{FF2B5EF4-FFF2-40B4-BE49-F238E27FC236}">
                <a16:creationId xmlns:a16="http://schemas.microsoft.com/office/drawing/2014/main" id="{E0FC2096-E342-F62B-B426-05DA8787F5F3}"/>
              </a:ext>
            </a:extLst>
          </p:cNvPr>
          <p:cNvSpPr txBox="1"/>
          <p:nvPr/>
        </p:nvSpPr>
        <p:spPr>
          <a:xfrm>
            <a:off x="7169090" y="2994628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4" name="文字方塊 27">
                <a:extLst>
                  <a:ext uri="{FF2B5EF4-FFF2-40B4-BE49-F238E27FC236}">
                    <a16:creationId xmlns:a16="http://schemas.microsoft.com/office/drawing/2014/main" id="{251FB1D1-1B8B-C341-644A-8092BB223570}"/>
                  </a:ext>
                </a:extLst>
              </p:cNvPr>
              <p:cNvSpPr txBox="1"/>
              <p:nvPr/>
            </p:nvSpPr>
            <p:spPr>
              <a:xfrm>
                <a:off x="6014076" y="322567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24" name="文字方塊 27">
                <a:extLst>
                  <a:ext uri="{FF2B5EF4-FFF2-40B4-BE49-F238E27FC236}">
                    <a16:creationId xmlns:a16="http://schemas.microsoft.com/office/drawing/2014/main" id="{251FB1D1-1B8B-C341-644A-8092BB223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076" y="3225671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5" name="群組 74">
            <a:extLst>
              <a:ext uri="{FF2B5EF4-FFF2-40B4-BE49-F238E27FC236}">
                <a16:creationId xmlns:a16="http://schemas.microsoft.com/office/drawing/2014/main" id="{41E42A15-A250-DAE7-5D2F-1A4431837557}"/>
              </a:ext>
            </a:extLst>
          </p:cNvPr>
          <p:cNvGrpSpPr/>
          <p:nvPr/>
        </p:nvGrpSpPr>
        <p:grpSpPr>
          <a:xfrm>
            <a:off x="5059697" y="3882154"/>
            <a:ext cx="902354" cy="789356"/>
            <a:chOff x="2896107" y="4692765"/>
            <a:chExt cx="902354" cy="789356"/>
          </a:xfrm>
        </p:grpSpPr>
        <p:sp>
          <p:nvSpPr>
            <p:cNvPr id="426" name="文字方塊 75">
              <a:extLst>
                <a:ext uri="{FF2B5EF4-FFF2-40B4-BE49-F238E27FC236}">
                  <a16:creationId xmlns:a16="http://schemas.microsoft.com/office/drawing/2014/main" id="{C3EF357C-45EB-BF9E-103E-951DB6B95788}"/>
                </a:ext>
              </a:extLst>
            </p:cNvPr>
            <p:cNvSpPr txBox="1"/>
            <p:nvPr/>
          </p:nvSpPr>
          <p:spPr>
            <a:xfrm>
              <a:off x="3117434" y="4692765"/>
              <a:ext cx="5245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rPr>
                <a:t>K</a:t>
              </a:r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 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427" name="群組 76">
              <a:extLst>
                <a:ext uri="{FF2B5EF4-FFF2-40B4-BE49-F238E27FC236}">
                  <a16:creationId xmlns:a16="http://schemas.microsoft.com/office/drawing/2014/main" id="{A0DEAD1B-AC58-92D8-E0DC-8A37E0990BC4}"/>
                </a:ext>
              </a:extLst>
            </p:cNvPr>
            <p:cNvGrpSpPr/>
            <p:nvPr/>
          </p:nvGrpSpPr>
          <p:grpSpPr>
            <a:xfrm>
              <a:off x="2896107" y="5071698"/>
              <a:ext cx="902354" cy="410423"/>
              <a:chOff x="2896107" y="5071698"/>
              <a:chExt cx="902354" cy="410423"/>
            </a:xfrm>
          </p:grpSpPr>
          <p:cxnSp>
            <p:nvCxnSpPr>
              <p:cNvPr id="428" name="直線接點 77">
                <a:extLst>
                  <a:ext uri="{FF2B5EF4-FFF2-40B4-BE49-F238E27FC236}">
                    <a16:creationId xmlns:a16="http://schemas.microsoft.com/office/drawing/2014/main" id="{2A5AE050-CB05-9D37-BD53-B60EB52C32D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71698"/>
                <a:ext cx="902354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29" name="文字方塊 78">
                <a:extLst>
                  <a:ext uri="{FF2B5EF4-FFF2-40B4-BE49-F238E27FC236}">
                    <a16:creationId xmlns:a16="http://schemas.microsoft.com/office/drawing/2014/main" id="{6443D0ED-2961-D664-1109-33EDB9E524B5}"/>
                  </a:ext>
                </a:extLst>
              </p:cNvPr>
              <p:cNvSpPr txBox="1"/>
              <p:nvPr/>
            </p:nvSpPr>
            <p:spPr>
              <a:xfrm>
                <a:off x="2896107" y="5082011"/>
                <a:ext cx="9023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1080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 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432" name="文字方塊 255">
            <a:extLst>
              <a:ext uri="{FF2B5EF4-FFF2-40B4-BE49-F238E27FC236}">
                <a16:creationId xmlns:a16="http://schemas.microsoft.com/office/drawing/2014/main" id="{C653BD95-0937-472F-8615-4E9791F22983}"/>
              </a:ext>
            </a:extLst>
          </p:cNvPr>
          <p:cNvSpPr txBox="1"/>
          <p:nvPr/>
        </p:nvSpPr>
        <p:spPr>
          <a:xfrm>
            <a:off x="6497840" y="3939627"/>
            <a:ext cx="379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2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433" name="直線接點 256">
            <a:extLst>
              <a:ext uri="{FF2B5EF4-FFF2-40B4-BE49-F238E27FC236}">
                <a16:creationId xmlns:a16="http://schemas.microsoft.com/office/drawing/2014/main" id="{42ABDB86-BB22-8C3F-9582-B8133318EF1A}"/>
              </a:ext>
            </a:extLst>
          </p:cNvPr>
          <p:cNvCxnSpPr>
            <a:cxnSpLocks/>
          </p:cNvCxnSpPr>
          <p:nvPr/>
        </p:nvCxnSpPr>
        <p:spPr bwMode="auto">
          <a:xfrm>
            <a:off x="6509419" y="4281385"/>
            <a:ext cx="375697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34" name="文字方塊 257">
            <a:extLst>
              <a:ext uri="{FF2B5EF4-FFF2-40B4-BE49-F238E27FC236}">
                <a16:creationId xmlns:a16="http://schemas.microsoft.com/office/drawing/2014/main" id="{FB76E1D6-B96B-41E7-B8D5-025A344EA882}"/>
              </a:ext>
            </a:extLst>
          </p:cNvPr>
          <p:cNvSpPr txBox="1"/>
          <p:nvPr/>
        </p:nvSpPr>
        <p:spPr>
          <a:xfrm>
            <a:off x="6499593" y="4264714"/>
            <a:ext cx="375697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3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5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435" name="弧形 258">
            <a:extLst>
              <a:ext uri="{FF2B5EF4-FFF2-40B4-BE49-F238E27FC236}">
                <a16:creationId xmlns:a16="http://schemas.microsoft.com/office/drawing/2014/main" id="{37295768-EE0C-253C-1193-097135D8E015}"/>
              </a:ext>
            </a:extLst>
          </p:cNvPr>
          <p:cNvSpPr/>
          <p:nvPr/>
        </p:nvSpPr>
        <p:spPr>
          <a:xfrm rot="10957079">
            <a:off x="6405796" y="3973651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36" name="弧形 259">
            <a:extLst>
              <a:ext uri="{FF2B5EF4-FFF2-40B4-BE49-F238E27FC236}">
                <a16:creationId xmlns:a16="http://schemas.microsoft.com/office/drawing/2014/main" id="{9B0D2DE6-8936-A292-23CF-064DC096B5B6}"/>
              </a:ext>
            </a:extLst>
          </p:cNvPr>
          <p:cNvSpPr/>
          <p:nvPr/>
        </p:nvSpPr>
        <p:spPr>
          <a:xfrm rot="235127">
            <a:off x="6696725" y="3972679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37" name="文字方塊 106">
            <a:extLst>
              <a:ext uri="{FF2B5EF4-FFF2-40B4-BE49-F238E27FC236}">
                <a16:creationId xmlns:a16="http://schemas.microsoft.com/office/drawing/2014/main" id="{1D529B51-6A9C-2C42-9CCD-3FDA310487A0}"/>
              </a:ext>
            </a:extLst>
          </p:cNvPr>
          <p:cNvSpPr txBox="1"/>
          <p:nvPr/>
        </p:nvSpPr>
        <p:spPr>
          <a:xfrm>
            <a:off x="6952583" y="3862683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8" name="文字方塊 27">
                <a:extLst>
                  <a:ext uri="{FF2B5EF4-FFF2-40B4-BE49-F238E27FC236}">
                    <a16:creationId xmlns:a16="http://schemas.microsoft.com/office/drawing/2014/main" id="{D09C807A-9711-DF9D-B73E-F8C94BD7A6B1}"/>
                  </a:ext>
                </a:extLst>
              </p:cNvPr>
              <p:cNvSpPr txBox="1"/>
              <p:nvPr/>
            </p:nvSpPr>
            <p:spPr>
              <a:xfrm>
                <a:off x="6014076" y="408107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38" name="文字方塊 27">
                <a:extLst>
                  <a:ext uri="{FF2B5EF4-FFF2-40B4-BE49-F238E27FC236}">
                    <a16:creationId xmlns:a16="http://schemas.microsoft.com/office/drawing/2014/main" id="{D09C807A-9711-DF9D-B73E-F8C94BD7A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076" y="4081076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42" name="文字方塊 27">
                <a:extLst>
                  <a:ext uri="{FF2B5EF4-FFF2-40B4-BE49-F238E27FC236}">
                    <a16:creationId xmlns:a16="http://schemas.microsoft.com/office/drawing/2014/main" id="{7748DDB9-4AAA-ACC7-EE0E-F1A4D474B3DE}"/>
                  </a:ext>
                </a:extLst>
              </p:cNvPr>
              <p:cNvSpPr txBox="1"/>
              <p:nvPr/>
            </p:nvSpPr>
            <p:spPr>
              <a:xfrm>
                <a:off x="6014076" y="481650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42" name="文字方塊 27">
                <a:extLst>
                  <a:ext uri="{FF2B5EF4-FFF2-40B4-BE49-F238E27FC236}">
                    <a16:creationId xmlns:a16="http://schemas.microsoft.com/office/drawing/2014/main" id="{7748DDB9-4AAA-ACC7-EE0E-F1A4D474B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076" y="4816501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9" name="群組 74">
            <a:extLst>
              <a:ext uri="{FF2B5EF4-FFF2-40B4-BE49-F238E27FC236}">
                <a16:creationId xmlns:a16="http://schemas.microsoft.com/office/drawing/2014/main" id="{31932EAD-8887-65F4-8141-83BAD5F0F99C}"/>
              </a:ext>
            </a:extLst>
          </p:cNvPr>
          <p:cNvGrpSpPr/>
          <p:nvPr/>
        </p:nvGrpSpPr>
        <p:grpSpPr>
          <a:xfrm>
            <a:off x="5083256" y="4642386"/>
            <a:ext cx="902354" cy="789356"/>
            <a:chOff x="2896107" y="4692765"/>
            <a:chExt cx="902354" cy="789356"/>
          </a:xfrm>
        </p:grpSpPr>
        <p:sp>
          <p:nvSpPr>
            <p:cNvPr id="450" name="文字方塊 75">
              <a:extLst>
                <a:ext uri="{FF2B5EF4-FFF2-40B4-BE49-F238E27FC236}">
                  <a16:creationId xmlns:a16="http://schemas.microsoft.com/office/drawing/2014/main" id="{6F3DBAE5-88ED-5D5E-1502-3A939733C3E7}"/>
                </a:ext>
              </a:extLst>
            </p:cNvPr>
            <p:cNvSpPr txBox="1"/>
            <p:nvPr/>
          </p:nvSpPr>
          <p:spPr>
            <a:xfrm>
              <a:off x="3117434" y="4692765"/>
              <a:ext cx="5245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Lucida Calligraphy" panose="03010101010101010101" pitchFamily="66" charset="0"/>
                </a:rPr>
                <a:t>K</a:t>
              </a:r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chemeClr val="accent5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 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451" name="群組 76">
              <a:extLst>
                <a:ext uri="{FF2B5EF4-FFF2-40B4-BE49-F238E27FC236}">
                  <a16:creationId xmlns:a16="http://schemas.microsoft.com/office/drawing/2014/main" id="{B296AFF8-7B3C-67F7-2905-1BC40D9871A1}"/>
                </a:ext>
              </a:extLst>
            </p:cNvPr>
            <p:cNvGrpSpPr/>
            <p:nvPr/>
          </p:nvGrpSpPr>
          <p:grpSpPr>
            <a:xfrm>
              <a:off x="2896107" y="5071698"/>
              <a:ext cx="902354" cy="410423"/>
              <a:chOff x="2896107" y="5071698"/>
              <a:chExt cx="902354" cy="410423"/>
            </a:xfrm>
          </p:grpSpPr>
          <p:cxnSp>
            <p:nvCxnSpPr>
              <p:cNvPr id="452" name="直線接點 77">
                <a:extLst>
                  <a:ext uri="{FF2B5EF4-FFF2-40B4-BE49-F238E27FC236}">
                    <a16:creationId xmlns:a16="http://schemas.microsoft.com/office/drawing/2014/main" id="{5C7B9B17-B63C-4F23-A9B9-53E77194FAA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71698"/>
                <a:ext cx="902354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53" name="文字方塊 78">
                <a:extLst>
                  <a:ext uri="{FF2B5EF4-FFF2-40B4-BE49-F238E27FC236}">
                    <a16:creationId xmlns:a16="http://schemas.microsoft.com/office/drawing/2014/main" id="{60EBF155-8417-C17F-CBC1-DAB36C8223B8}"/>
                  </a:ext>
                </a:extLst>
              </p:cNvPr>
              <p:cNvSpPr txBox="1"/>
              <p:nvPr/>
            </p:nvSpPr>
            <p:spPr>
              <a:xfrm>
                <a:off x="2896107" y="5082011"/>
                <a:ext cx="90235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1080</a:t>
                </a:r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 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grpSp>
        <p:nvGrpSpPr>
          <p:cNvPr id="454" name="群組 74">
            <a:extLst>
              <a:ext uri="{FF2B5EF4-FFF2-40B4-BE49-F238E27FC236}">
                <a16:creationId xmlns:a16="http://schemas.microsoft.com/office/drawing/2014/main" id="{3642E076-4F75-CA5F-4A2A-4F2CCC20BCBF}"/>
              </a:ext>
            </a:extLst>
          </p:cNvPr>
          <p:cNvGrpSpPr/>
          <p:nvPr/>
        </p:nvGrpSpPr>
        <p:grpSpPr>
          <a:xfrm>
            <a:off x="6381941" y="4668722"/>
            <a:ext cx="530915" cy="762040"/>
            <a:chOff x="2868975" y="4684379"/>
            <a:chExt cx="530915" cy="762040"/>
          </a:xfrm>
        </p:grpSpPr>
        <p:sp>
          <p:nvSpPr>
            <p:cNvPr id="455" name="文字方塊 75">
              <a:extLst>
                <a:ext uri="{FF2B5EF4-FFF2-40B4-BE49-F238E27FC236}">
                  <a16:creationId xmlns:a16="http://schemas.microsoft.com/office/drawing/2014/main" id="{5AF1ADDA-B324-D6F3-4752-C66E0AB8056D}"/>
                </a:ext>
              </a:extLst>
            </p:cNvPr>
            <p:cNvSpPr txBox="1"/>
            <p:nvPr/>
          </p:nvSpPr>
          <p:spPr>
            <a:xfrm>
              <a:off x="2933517" y="4684379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8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456" name="群組 76">
              <a:extLst>
                <a:ext uri="{FF2B5EF4-FFF2-40B4-BE49-F238E27FC236}">
                  <a16:creationId xmlns:a16="http://schemas.microsoft.com/office/drawing/2014/main" id="{A70E3412-6FAF-8928-B8DD-341C36F2E762}"/>
                </a:ext>
              </a:extLst>
            </p:cNvPr>
            <p:cNvGrpSpPr/>
            <p:nvPr/>
          </p:nvGrpSpPr>
          <p:grpSpPr>
            <a:xfrm>
              <a:off x="2868975" y="5036045"/>
              <a:ext cx="530915" cy="410374"/>
              <a:chOff x="2868975" y="5036045"/>
              <a:chExt cx="530915" cy="410374"/>
            </a:xfrm>
          </p:grpSpPr>
          <p:cxnSp>
            <p:nvCxnSpPr>
              <p:cNvPr id="457" name="直線接點 77">
                <a:extLst>
                  <a:ext uri="{FF2B5EF4-FFF2-40B4-BE49-F238E27FC236}">
                    <a16:creationId xmlns:a16="http://schemas.microsoft.com/office/drawing/2014/main" id="{69336BE6-2FE8-16E3-3B09-80316920092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478906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58" name="文字方塊 78">
                <a:extLst>
                  <a:ext uri="{FF2B5EF4-FFF2-40B4-BE49-F238E27FC236}">
                    <a16:creationId xmlns:a16="http://schemas.microsoft.com/office/drawing/2014/main" id="{000CAA70-5A70-5E6C-C39B-3B0E0D13B98B}"/>
                  </a:ext>
                </a:extLst>
              </p:cNvPr>
              <p:cNvSpPr txBox="1"/>
              <p:nvPr/>
            </p:nvSpPr>
            <p:spPr>
              <a:xfrm>
                <a:off x="2868975" y="5046309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27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460" name="文字方塊 75">
            <a:extLst>
              <a:ext uri="{FF2B5EF4-FFF2-40B4-BE49-F238E27FC236}">
                <a16:creationId xmlns:a16="http://schemas.microsoft.com/office/drawing/2014/main" id="{202CA75E-2C18-3BC3-1D88-095892231AC3}"/>
              </a:ext>
            </a:extLst>
          </p:cNvPr>
          <p:cNvSpPr txBox="1"/>
          <p:nvPr/>
        </p:nvSpPr>
        <p:spPr>
          <a:xfrm>
            <a:off x="5592886" y="5508303"/>
            <a:ext cx="5245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K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1" name="文字方塊 27">
                <a:extLst>
                  <a:ext uri="{FF2B5EF4-FFF2-40B4-BE49-F238E27FC236}">
                    <a16:creationId xmlns:a16="http://schemas.microsoft.com/office/drawing/2014/main" id="{D46DDF03-6FAE-107D-9E0F-FF951F661423}"/>
                  </a:ext>
                </a:extLst>
              </p:cNvPr>
              <p:cNvSpPr txBox="1"/>
              <p:nvPr/>
            </p:nvSpPr>
            <p:spPr>
              <a:xfrm>
                <a:off x="6014076" y="550830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61" name="文字方塊 27">
                <a:extLst>
                  <a:ext uri="{FF2B5EF4-FFF2-40B4-BE49-F238E27FC236}">
                    <a16:creationId xmlns:a16="http://schemas.microsoft.com/office/drawing/2014/main" id="{D46DDF03-6FAE-107D-9E0F-FF951F661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4076" y="5508303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2" name="群組 74">
            <a:extLst>
              <a:ext uri="{FF2B5EF4-FFF2-40B4-BE49-F238E27FC236}">
                <a16:creationId xmlns:a16="http://schemas.microsoft.com/office/drawing/2014/main" id="{09E1F2CF-80AA-F027-5F41-FEFA15BC5DA0}"/>
              </a:ext>
            </a:extLst>
          </p:cNvPr>
          <p:cNvGrpSpPr/>
          <p:nvPr/>
        </p:nvGrpSpPr>
        <p:grpSpPr>
          <a:xfrm>
            <a:off x="6391319" y="5384117"/>
            <a:ext cx="530915" cy="762040"/>
            <a:chOff x="2868975" y="4684379"/>
            <a:chExt cx="530915" cy="762040"/>
          </a:xfrm>
        </p:grpSpPr>
        <p:sp>
          <p:nvSpPr>
            <p:cNvPr id="463" name="文字方塊 75">
              <a:extLst>
                <a:ext uri="{FF2B5EF4-FFF2-40B4-BE49-F238E27FC236}">
                  <a16:creationId xmlns:a16="http://schemas.microsoft.com/office/drawing/2014/main" id="{DEDB650B-4122-70AE-CB9F-1F40E0548DB3}"/>
                </a:ext>
              </a:extLst>
            </p:cNvPr>
            <p:cNvSpPr txBox="1"/>
            <p:nvPr/>
          </p:nvSpPr>
          <p:spPr>
            <a:xfrm>
              <a:off x="2933517" y="4684379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8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464" name="群組 76">
              <a:extLst>
                <a:ext uri="{FF2B5EF4-FFF2-40B4-BE49-F238E27FC236}">
                  <a16:creationId xmlns:a16="http://schemas.microsoft.com/office/drawing/2014/main" id="{177504FF-EDE4-B9F8-9051-25CA026B57A9}"/>
                </a:ext>
              </a:extLst>
            </p:cNvPr>
            <p:cNvGrpSpPr/>
            <p:nvPr/>
          </p:nvGrpSpPr>
          <p:grpSpPr>
            <a:xfrm>
              <a:off x="2868975" y="5036045"/>
              <a:ext cx="530915" cy="410374"/>
              <a:chOff x="2868975" y="5036045"/>
              <a:chExt cx="530915" cy="410374"/>
            </a:xfrm>
          </p:grpSpPr>
          <p:cxnSp>
            <p:nvCxnSpPr>
              <p:cNvPr id="465" name="直線接點 77">
                <a:extLst>
                  <a:ext uri="{FF2B5EF4-FFF2-40B4-BE49-F238E27FC236}">
                    <a16:creationId xmlns:a16="http://schemas.microsoft.com/office/drawing/2014/main" id="{89FE238E-A3FD-F104-0BCA-84CE13DA9BD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478906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66" name="文字方塊 78">
                <a:extLst>
                  <a:ext uri="{FF2B5EF4-FFF2-40B4-BE49-F238E27FC236}">
                    <a16:creationId xmlns:a16="http://schemas.microsoft.com/office/drawing/2014/main" id="{6663ECF3-B522-85EA-F4AA-C2346CC4B40A}"/>
                  </a:ext>
                </a:extLst>
              </p:cNvPr>
              <p:cNvSpPr txBox="1"/>
              <p:nvPr/>
            </p:nvSpPr>
            <p:spPr>
              <a:xfrm>
                <a:off x="2868975" y="5046309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27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7" name="文字方塊 44">
                <a:extLst>
                  <a:ext uri="{FF2B5EF4-FFF2-40B4-BE49-F238E27FC236}">
                    <a16:creationId xmlns:a16="http://schemas.microsoft.com/office/drawing/2014/main" id="{8D356807-B48E-0EAF-3650-40C5C97A94F9}"/>
                  </a:ext>
                </a:extLst>
              </p:cNvPr>
              <p:cNvSpPr txBox="1"/>
              <p:nvPr/>
            </p:nvSpPr>
            <p:spPr>
              <a:xfrm>
                <a:off x="6911083" y="555625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67" name="文字方塊 44">
                <a:extLst>
                  <a:ext uri="{FF2B5EF4-FFF2-40B4-BE49-F238E27FC236}">
                    <a16:creationId xmlns:a16="http://schemas.microsoft.com/office/drawing/2014/main" id="{8D356807-B48E-0EAF-3650-40C5C97A94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1083" y="5556255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8" name="文字方塊 78">
            <a:extLst>
              <a:ext uri="{FF2B5EF4-FFF2-40B4-BE49-F238E27FC236}">
                <a16:creationId xmlns:a16="http://schemas.microsoft.com/office/drawing/2014/main" id="{42EF21A3-4E06-1451-A813-444D8572E2F2}"/>
              </a:ext>
            </a:extLst>
          </p:cNvPr>
          <p:cNvSpPr txBox="1"/>
          <p:nvPr/>
        </p:nvSpPr>
        <p:spPr>
          <a:xfrm>
            <a:off x="7156168" y="5560122"/>
            <a:ext cx="9023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1080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 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9" name="文字方塊 27">
                <a:extLst>
                  <a:ext uri="{FF2B5EF4-FFF2-40B4-BE49-F238E27FC236}">
                    <a16:creationId xmlns:a16="http://schemas.microsoft.com/office/drawing/2014/main" id="{A768F65C-5BC1-CBCD-6182-374F44D4DB76}"/>
                  </a:ext>
                </a:extLst>
              </p:cNvPr>
              <p:cNvSpPr txBox="1"/>
              <p:nvPr/>
            </p:nvSpPr>
            <p:spPr>
              <a:xfrm>
                <a:off x="6013271" y="617561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69" name="文字方塊 27">
                <a:extLst>
                  <a:ext uri="{FF2B5EF4-FFF2-40B4-BE49-F238E27FC236}">
                    <a16:creationId xmlns:a16="http://schemas.microsoft.com/office/drawing/2014/main" id="{A768F65C-5BC1-CBCD-6182-374F44D4D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271" y="6175617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0" name="文字方塊 78">
            <a:extLst>
              <a:ext uri="{FF2B5EF4-FFF2-40B4-BE49-F238E27FC236}">
                <a16:creationId xmlns:a16="http://schemas.microsoft.com/office/drawing/2014/main" id="{009F2A68-FCBC-D7BD-8792-36DF2B2A96EE}"/>
              </a:ext>
            </a:extLst>
          </p:cNvPr>
          <p:cNvSpPr txBox="1"/>
          <p:nvPr/>
        </p:nvSpPr>
        <p:spPr>
          <a:xfrm>
            <a:off x="6332190" y="6175617"/>
            <a:ext cx="7301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320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B05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1" name="文字方塊 260">
                <a:extLst>
                  <a:ext uri="{FF2B5EF4-FFF2-40B4-BE49-F238E27FC236}">
                    <a16:creationId xmlns:a16="http://schemas.microsoft.com/office/drawing/2014/main" id="{DA55ABA2-413C-3C96-255A-C78D520401BF}"/>
                  </a:ext>
                </a:extLst>
              </p:cNvPr>
              <p:cNvSpPr txBox="1"/>
              <p:nvPr/>
            </p:nvSpPr>
            <p:spPr>
              <a:xfrm>
                <a:off x="8402456" y="3977470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471" name="文字方塊 260">
                <a:extLst>
                  <a:ext uri="{FF2B5EF4-FFF2-40B4-BE49-F238E27FC236}">
                    <a16:creationId xmlns:a16="http://schemas.microsoft.com/office/drawing/2014/main" id="{DA55ABA2-413C-3C96-255A-C78D52040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456" y="3977470"/>
                <a:ext cx="238419" cy="461665"/>
              </a:xfrm>
              <a:prstGeom prst="rect">
                <a:avLst/>
              </a:prstGeom>
              <a:blipFill>
                <a:blip r:embed="rId32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3" name="TextBox 472">
            <a:extLst>
              <a:ext uri="{FF2B5EF4-FFF2-40B4-BE49-F238E27FC236}">
                <a16:creationId xmlns:a16="http://schemas.microsoft.com/office/drawing/2014/main" id="{7D9BF4D6-0BAD-3B4C-7846-B3D28FCC5B51}"/>
              </a:ext>
            </a:extLst>
          </p:cNvPr>
          <p:cNvSpPr txBox="1"/>
          <p:nvPr/>
        </p:nvSpPr>
        <p:spPr>
          <a:xfrm>
            <a:off x="8618569" y="4039025"/>
            <a:ext cx="357343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Volume of  P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Q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RSTUXY</a:t>
            </a:r>
            <a:endParaRPr lang="en-US" sz="2000">
              <a:solidFill>
                <a:srgbClr val="FFC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4" name="文字方塊 27">
                <a:extLst>
                  <a:ext uri="{FF2B5EF4-FFF2-40B4-BE49-F238E27FC236}">
                    <a16:creationId xmlns:a16="http://schemas.microsoft.com/office/drawing/2014/main" id="{AE2212A8-E19A-47A3-0A12-1B263FE3524D}"/>
                  </a:ext>
                </a:extLst>
              </p:cNvPr>
              <p:cNvSpPr txBox="1"/>
              <p:nvPr/>
            </p:nvSpPr>
            <p:spPr>
              <a:xfrm>
                <a:off x="8297393" y="456667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74" name="文字方塊 27">
                <a:extLst>
                  <a:ext uri="{FF2B5EF4-FFF2-40B4-BE49-F238E27FC236}">
                    <a16:creationId xmlns:a16="http://schemas.microsoft.com/office/drawing/2014/main" id="{AE2212A8-E19A-47A3-0A12-1B263FE352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7393" y="4566675"/>
                <a:ext cx="295688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5" name="TextBox 474">
            <a:extLst>
              <a:ext uri="{FF2B5EF4-FFF2-40B4-BE49-F238E27FC236}">
                <a16:creationId xmlns:a16="http://schemas.microsoft.com/office/drawing/2014/main" id="{557D6C60-B444-1A4E-3A1C-EA7C81508023}"/>
              </a:ext>
            </a:extLst>
          </p:cNvPr>
          <p:cNvSpPr txBox="1"/>
          <p:nvPr/>
        </p:nvSpPr>
        <p:spPr>
          <a:xfrm>
            <a:off x="8590808" y="4521237"/>
            <a:ext cx="17039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6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Volume of VTUXY</a:t>
            </a:r>
            <a:endParaRPr lang="en-US" sz="200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6" name="文字方塊 17">
                <a:extLst>
                  <a:ext uri="{FF2B5EF4-FFF2-40B4-BE49-F238E27FC236}">
                    <a16:creationId xmlns:a16="http://schemas.microsoft.com/office/drawing/2014/main" id="{49EF5ED5-1190-3D16-3943-DEEA76294191}"/>
                  </a:ext>
                </a:extLst>
              </p:cNvPr>
              <p:cNvSpPr txBox="1"/>
              <p:nvPr/>
            </p:nvSpPr>
            <p:spPr>
              <a:xfrm>
                <a:off x="10097932" y="46812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76" name="文字方塊 17">
                <a:extLst>
                  <a:ext uri="{FF2B5EF4-FFF2-40B4-BE49-F238E27FC236}">
                    <a16:creationId xmlns:a16="http://schemas.microsoft.com/office/drawing/2014/main" id="{49EF5ED5-1190-3D16-3943-DEEA762941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7932" y="4681200"/>
                <a:ext cx="295688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7" name="TextBox 476">
            <a:extLst>
              <a:ext uri="{FF2B5EF4-FFF2-40B4-BE49-F238E27FC236}">
                <a16:creationId xmlns:a16="http://schemas.microsoft.com/office/drawing/2014/main" id="{630BD50C-CD69-46A8-DE50-F2D844FAC9CD}"/>
              </a:ext>
            </a:extLst>
          </p:cNvPr>
          <p:cNvSpPr txBox="1"/>
          <p:nvPr/>
        </p:nvSpPr>
        <p:spPr>
          <a:xfrm>
            <a:off x="10468226" y="4564616"/>
            <a:ext cx="17039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Volume of VSP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Handwriting" panose="03010101010101010101" pitchFamily="66" charset="0"/>
              </a:rPr>
              <a:t>Q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Lucida Calligraphy" panose="03010101010101010101" pitchFamily="66" charset="0"/>
              </a:rPr>
              <a:t>R</a:t>
            </a:r>
            <a:endParaRPr lang="en-US" sz="2000">
              <a:solidFill>
                <a:srgbClr val="00B05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8" name="文字方塊 27">
                <a:extLst>
                  <a:ext uri="{FF2B5EF4-FFF2-40B4-BE49-F238E27FC236}">
                    <a16:creationId xmlns:a16="http://schemas.microsoft.com/office/drawing/2014/main" id="{3EC025F8-D0A2-4B8C-6146-3A4E53C83055}"/>
                  </a:ext>
                </a:extLst>
              </p:cNvPr>
              <p:cNvSpPr txBox="1"/>
              <p:nvPr/>
            </p:nvSpPr>
            <p:spPr>
              <a:xfrm>
                <a:off x="8298611" y="53607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78" name="文字方塊 27">
                <a:extLst>
                  <a:ext uri="{FF2B5EF4-FFF2-40B4-BE49-F238E27FC236}">
                    <a16:creationId xmlns:a16="http://schemas.microsoft.com/office/drawing/2014/main" id="{3EC025F8-D0A2-4B8C-6146-3A4E53C83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8611" y="5360744"/>
                <a:ext cx="295688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9" name="TextBox 478">
                <a:extLst>
                  <a:ext uri="{FF2B5EF4-FFF2-40B4-BE49-F238E27FC236}">
                    <a16:creationId xmlns:a16="http://schemas.microsoft.com/office/drawing/2014/main" id="{EE0E7280-EC15-5361-B532-609193071699}"/>
                  </a:ext>
                </a:extLst>
              </p:cNvPr>
              <p:cNvSpPr txBox="1"/>
              <p:nvPr/>
            </p:nvSpPr>
            <p:spPr>
              <a:xfrm>
                <a:off x="8610323" y="5379059"/>
                <a:ext cx="1049231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Calligraphy" panose="03010101010101010101" pitchFamily="66" charset="0"/>
                      </a:rPr>
                      <m:t>(</m:t>
                    </m:r>
                  </m:oMath>
                </a14:m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1080</a:t>
                </a:r>
                <a:endParaRPr lang="en-US" sz="200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79" name="TextBox 478">
                <a:extLst>
                  <a:ext uri="{FF2B5EF4-FFF2-40B4-BE49-F238E27FC236}">
                    <a16:creationId xmlns:a16="http://schemas.microsoft.com/office/drawing/2014/main" id="{EE0E7280-EC15-5361-B532-609193071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323" y="5379059"/>
                <a:ext cx="1049231" cy="403957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0" name="文字方塊 17">
                <a:extLst>
                  <a:ext uri="{FF2B5EF4-FFF2-40B4-BE49-F238E27FC236}">
                    <a16:creationId xmlns:a16="http://schemas.microsoft.com/office/drawing/2014/main" id="{22F03485-ACCA-2CB6-5FDB-E670E8626D36}"/>
                  </a:ext>
                </a:extLst>
              </p:cNvPr>
              <p:cNvSpPr txBox="1"/>
              <p:nvPr/>
            </p:nvSpPr>
            <p:spPr>
              <a:xfrm>
                <a:off x="9432775" y="538290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80" name="文字方塊 17">
                <a:extLst>
                  <a:ext uri="{FF2B5EF4-FFF2-40B4-BE49-F238E27FC236}">
                    <a16:creationId xmlns:a16="http://schemas.microsoft.com/office/drawing/2014/main" id="{22F03485-ACCA-2CB6-5FDB-E670E8626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2775" y="5382906"/>
                <a:ext cx="295688" cy="4001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1" name="TextBox 480">
                <a:extLst>
                  <a:ext uri="{FF2B5EF4-FFF2-40B4-BE49-F238E27FC236}">
                    <a16:creationId xmlns:a16="http://schemas.microsoft.com/office/drawing/2014/main" id="{56EF87F6-AC84-0123-E9EF-A36704D90124}"/>
                  </a:ext>
                </a:extLst>
              </p:cNvPr>
              <p:cNvSpPr txBox="1"/>
              <p:nvPr/>
            </p:nvSpPr>
            <p:spPr>
              <a:xfrm>
                <a:off x="9660437" y="5379059"/>
                <a:ext cx="573508" cy="403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HK" sz="2000" b="1" i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00B050"/>
                          </a:solidFill>
                          <a:latin typeface="Lucida Handwriting" panose="03010101010101010101" pitchFamily="66" charset="0"/>
                        </a:rPr>
                        <m:t>320</m:t>
                      </m:r>
                      <m:r>
                        <m:rPr>
                          <m:nor/>
                        </m:rPr>
                        <a:rPr lang="en-HK" sz="2000" b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m:t>)</m:t>
                      </m:r>
                    </m:oMath>
                  </m:oMathPara>
                </a14:m>
                <a:endParaRPr lang="en-US" sz="2000">
                  <a:solidFill>
                    <a:schemeClr val="accent2">
                      <a:lumMod val="40000"/>
                      <a:lumOff val="6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481" name="TextBox 480">
                <a:extLst>
                  <a:ext uri="{FF2B5EF4-FFF2-40B4-BE49-F238E27FC236}">
                    <a16:creationId xmlns:a16="http://schemas.microsoft.com/office/drawing/2014/main" id="{56EF87F6-AC84-0123-E9EF-A36704D90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0437" y="5379059"/>
                <a:ext cx="573508" cy="403957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2" name="群組 245">
            <a:extLst>
              <a:ext uri="{FF2B5EF4-FFF2-40B4-BE49-F238E27FC236}">
                <a16:creationId xmlns:a16="http://schemas.microsoft.com/office/drawing/2014/main" id="{CA036D5C-0B7F-DDC2-ADA3-F4A2508BDF64}"/>
              </a:ext>
            </a:extLst>
          </p:cNvPr>
          <p:cNvGrpSpPr/>
          <p:nvPr/>
        </p:nvGrpSpPr>
        <p:grpSpPr>
          <a:xfrm>
            <a:off x="10333408" y="5309304"/>
            <a:ext cx="745071" cy="480946"/>
            <a:chOff x="2447155" y="4510444"/>
            <a:chExt cx="745071" cy="480946"/>
          </a:xfrm>
        </p:grpSpPr>
        <p:sp>
          <p:nvSpPr>
            <p:cNvPr id="483" name="文字方塊 249">
              <a:extLst>
                <a:ext uri="{FF2B5EF4-FFF2-40B4-BE49-F238E27FC236}">
                  <a16:creationId xmlns:a16="http://schemas.microsoft.com/office/drawing/2014/main" id="{9EB6723A-66B0-C4EE-4F99-73B276FF8F02}"/>
                </a:ext>
              </a:extLst>
            </p:cNvPr>
            <p:cNvSpPr txBox="1"/>
            <p:nvPr/>
          </p:nvSpPr>
          <p:spPr>
            <a:xfrm>
              <a:off x="2447155" y="4591280"/>
              <a:ext cx="637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484" name="文字方塊 247">
              <a:extLst>
                <a:ext uri="{FF2B5EF4-FFF2-40B4-BE49-F238E27FC236}">
                  <a16:creationId xmlns:a16="http://schemas.microsoft.com/office/drawing/2014/main" id="{97344DA9-C1BC-AA5B-3238-238457904224}"/>
                </a:ext>
              </a:extLst>
            </p:cNvPr>
            <p:cNvSpPr txBox="1"/>
            <p:nvPr/>
          </p:nvSpPr>
          <p:spPr>
            <a:xfrm>
              <a:off x="2903364" y="4510444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85" name="文字方塊 27">
                <a:extLst>
                  <a:ext uri="{FF2B5EF4-FFF2-40B4-BE49-F238E27FC236}">
                    <a16:creationId xmlns:a16="http://schemas.microsoft.com/office/drawing/2014/main" id="{20537F18-F6B9-ECE9-D5BF-30BB6F8C4313}"/>
                  </a:ext>
                </a:extLst>
              </p:cNvPr>
              <p:cNvSpPr txBox="1"/>
              <p:nvPr/>
            </p:nvSpPr>
            <p:spPr>
              <a:xfrm>
                <a:off x="8311226" y="598188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85" name="文字方塊 27">
                <a:extLst>
                  <a:ext uri="{FF2B5EF4-FFF2-40B4-BE49-F238E27FC236}">
                    <a16:creationId xmlns:a16="http://schemas.microsoft.com/office/drawing/2014/main" id="{20537F18-F6B9-ECE9-D5BF-30BB6F8C4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1226" y="5981889"/>
                <a:ext cx="295688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6" name="TextBox 485">
            <a:extLst>
              <a:ext uri="{FF2B5EF4-FFF2-40B4-BE49-F238E27FC236}">
                <a16:creationId xmlns:a16="http://schemas.microsoft.com/office/drawing/2014/main" id="{EF6B7FE2-1222-CC63-CF01-2542E47B6C28}"/>
              </a:ext>
            </a:extLst>
          </p:cNvPr>
          <p:cNvSpPr txBox="1"/>
          <p:nvPr/>
        </p:nvSpPr>
        <p:spPr>
          <a:xfrm>
            <a:off x="8623597" y="5989249"/>
            <a:ext cx="7061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Handwriting" panose="03010101010101010101" pitchFamily="66" charset="0"/>
              </a:rPr>
              <a:t>760</a:t>
            </a:r>
            <a:endParaRPr lang="en-US" sz="2000">
              <a:solidFill>
                <a:srgbClr val="FFC000"/>
              </a:solidFill>
            </a:endParaRPr>
          </a:p>
        </p:txBody>
      </p:sp>
      <p:grpSp>
        <p:nvGrpSpPr>
          <p:cNvPr id="487" name="群組 245">
            <a:extLst>
              <a:ext uri="{FF2B5EF4-FFF2-40B4-BE49-F238E27FC236}">
                <a16:creationId xmlns:a16="http://schemas.microsoft.com/office/drawing/2014/main" id="{12276D09-BFA8-EDBF-7C09-1AD5BEDB5677}"/>
              </a:ext>
            </a:extLst>
          </p:cNvPr>
          <p:cNvGrpSpPr/>
          <p:nvPr/>
        </p:nvGrpSpPr>
        <p:grpSpPr>
          <a:xfrm>
            <a:off x="9244483" y="5908413"/>
            <a:ext cx="745071" cy="480946"/>
            <a:chOff x="2447155" y="4510444"/>
            <a:chExt cx="745071" cy="480946"/>
          </a:xfrm>
        </p:grpSpPr>
        <p:sp>
          <p:nvSpPr>
            <p:cNvPr id="488" name="文字方塊 249">
              <a:extLst>
                <a:ext uri="{FF2B5EF4-FFF2-40B4-BE49-F238E27FC236}">
                  <a16:creationId xmlns:a16="http://schemas.microsoft.com/office/drawing/2014/main" id="{6989ACE4-F181-0D3D-ACAC-7A10913A543E}"/>
                </a:ext>
              </a:extLst>
            </p:cNvPr>
            <p:cNvSpPr txBox="1"/>
            <p:nvPr/>
          </p:nvSpPr>
          <p:spPr>
            <a:xfrm>
              <a:off x="2447155" y="4591280"/>
              <a:ext cx="637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489" name="文字方塊 247">
              <a:extLst>
                <a:ext uri="{FF2B5EF4-FFF2-40B4-BE49-F238E27FC236}">
                  <a16:creationId xmlns:a16="http://schemas.microsoft.com/office/drawing/2014/main" id="{43EE6D81-4906-68C2-193B-77930330197F}"/>
                </a:ext>
              </a:extLst>
            </p:cNvPr>
            <p:cNvSpPr txBox="1"/>
            <p:nvPr/>
          </p:nvSpPr>
          <p:spPr>
            <a:xfrm>
              <a:off x="2903364" y="4510444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3692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5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7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2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5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0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3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6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1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4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7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2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7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2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7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0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5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8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3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6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1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6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9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2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7"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0"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8" dur="5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3"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6" dur="5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7" fill="hold">
                      <p:stCondLst>
                        <p:cond delay="indefinite"/>
                      </p:stCondLst>
                      <p:childTnLst>
                        <p:par>
                          <p:cTn id="358" fill="hold">
                            <p:stCondLst>
                              <p:cond delay="0"/>
                            </p:stCondLst>
                            <p:childTnLst>
                              <p:par>
                                <p:cTn id="3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1" dur="5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4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7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indefinite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2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5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14" grpId="0" animBg="1"/>
      <p:bldP spid="15" grpId="0"/>
      <p:bldP spid="17" grpId="0"/>
      <p:bldP spid="20" grpId="0"/>
      <p:bldP spid="23" grpId="0"/>
      <p:bldP spid="31" grpId="0"/>
      <p:bldP spid="33" grpId="0"/>
      <p:bldP spid="34" grpId="0" animBg="1"/>
      <p:bldP spid="35" grpId="0" animBg="1"/>
      <p:bldP spid="36" grpId="0"/>
      <p:bldP spid="47" grpId="0"/>
      <p:bldP spid="48" grpId="0"/>
      <p:bldP spid="50" grpId="0"/>
      <p:bldP spid="51" grpId="0" animBg="1"/>
      <p:bldP spid="52" grpId="0" animBg="1"/>
      <p:bldP spid="53" grpId="0"/>
      <p:bldP spid="55" grpId="0"/>
      <p:bldP spid="57" grpId="0"/>
      <p:bldP spid="58" grpId="0"/>
      <p:bldP spid="59" grpId="0"/>
      <p:bldP spid="61" grpId="0"/>
      <p:bldP spid="62" grpId="0" animBg="1"/>
      <p:bldP spid="63" grpId="0" animBg="1"/>
      <p:bldP spid="384" grpId="0"/>
      <p:bldP spid="394" grpId="0"/>
      <p:bldP spid="395" grpId="0"/>
      <p:bldP spid="397" grpId="0"/>
      <p:bldP spid="406" grpId="0"/>
      <p:bldP spid="407" grpId="0"/>
      <p:bldP spid="409" grpId="0"/>
      <p:bldP spid="412" grpId="0"/>
      <p:bldP spid="413" grpId="0"/>
      <p:bldP spid="414" grpId="0"/>
      <p:bldP spid="416" grpId="0"/>
      <p:bldP spid="418" grpId="0"/>
      <p:bldP spid="419" grpId="0" animBg="1"/>
      <p:bldP spid="420" grpId="0" animBg="1"/>
      <p:bldP spid="423" grpId="0"/>
      <p:bldP spid="424" grpId="0"/>
      <p:bldP spid="432" grpId="0"/>
      <p:bldP spid="434" grpId="0"/>
      <p:bldP spid="435" grpId="0" animBg="1"/>
      <p:bldP spid="436" grpId="0" animBg="1"/>
      <p:bldP spid="437" grpId="0"/>
      <p:bldP spid="438" grpId="0"/>
      <p:bldP spid="442" grpId="0"/>
      <p:bldP spid="460" grpId="0"/>
      <p:bldP spid="461" grpId="0"/>
      <p:bldP spid="467" grpId="0"/>
      <p:bldP spid="468" grpId="0"/>
      <p:bldP spid="469" grpId="0"/>
      <p:bldP spid="470" grpId="0"/>
      <p:bldP spid="471" grpId="0"/>
      <p:bldP spid="473" grpId="0"/>
      <p:bldP spid="474" grpId="0"/>
      <p:bldP spid="475" grpId="0"/>
      <p:bldP spid="476" grpId="0"/>
      <p:bldP spid="477" grpId="0"/>
      <p:bldP spid="478" grpId="0"/>
      <p:bldP spid="479" grpId="0"/>
      <p:bldP spid="480" grpId="0"/>
      <p:bldP spid="481" grpId="0"/>
      <p:bldP spid="485" grpId="0"/>
      <p:bldP spid="48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CA7C5-88D6-ED70-8C8D-E9FA5C79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Picture 489">
            <a:extLst>
              <a:ext uri="{FF2B5EF4-FFF2-40B4-BE49-F238E27FC236}">
                <a16:creationId xmlns:a16="http://schemas.microsoft.com/office/drawing/2014/main" id="{124113E9-BA26-BC45-A207-F71941329F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3575"/>
          <a:stretch>
            <a:fillRect/>
          </a:stretch>
        </p:blipFill>
        <p:spPr>
          <a:xfrm>
            <a:off x="138458" y="130628"/>
            <a:ext cx="10013248" cy="1744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553340-A455-E00D-B095-97059CFD2F3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l="75213" t="56067" b="2055"/>
          <a:stretch>
            <a:fillRect/>
          </a:stretch>
        </p:blipFill>
        <p:spPr>
          <a:xfrm>
            <a:off x="9544348" y="2220590"/>
            <a:ext cx="2481943" cy="200608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211AE36-8326-1730-A349-1B14E920295B}"/>
              </a:ext>
            </a:extLst>
          </p:cNvPr>
          <p:cNvCxnSpPr>
            <a:cxnSpLocks/>
          </p:cNvCxnSpPr>
          <p:nvPr/>
        </p:nvCxnSpPr>
        <p:spPr>
          <a:xfrm>
            <a:off x="10143262" y="3976246"/>
            <a:ext cx="642056" cy="200463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196641C-8289-2C0D-3496-496041475F21}"/>
              </a:ext>
            </a:extLst>
          </p:cNvPr>
          <p:cNvCxnSpPr>
            <a:cxnSpLocks/>
          </p:cNvCxnSpPr>
          <p:nvPr/>
        </p:nvCxnSpPr>
        <p:spPr>
          <a:xfrm flipH="1">
            <a:off x="10785318" y="2659129"/>
            <a:ext cx="1" cy="332174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D0CC93F-6567-1A78-8980-F278940B6B17}"/>
              </a:ext>
            </a:extLst>
          </p:cNvPr>
          <p:cNvCxnSpPr>
            <a:cxnSpLocks/>
          </p:cNvCxnSpPr>
          <p:nvPr/>
        </p:nvCxnSpPr>
        <p:spPr>
          <a:xfrm flipH="1">
            <a:off x="10785319" y="3976246"/>
            <a:ext cx="642058" cy="200463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C79A7BF-3A81-3B5E-C48B-1ED241A86C57}"/>
              </a:ext>
            </a:extLst>
          </p:cNvPr>
          <p:cNvCxnSpPr>
            <a:cxnSpLocks/>
          </p:cNvCxnSpPr>
          <p:nvPr/>
        </p:nvCxnSpPr>
        <p:spPr>
          <a:xfrm flipV="1">
            <a:off x="9708979" y="2649219"/>
            <a:ext cx="2168589" cy="991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580AF57-B07A-37EC-F0EF-FD5EB0BA7F86}"/>
              </a:ext>
            </a:extLst>
          </p:cNvPr>
          <p:cNvCxnSpPr>
            <a:cxnSpLocks/>
          </p:cNvCxnSpPr>
          <p:nvPr/>
        </p:nvCxnSpPr>
        <p:spPr>
          <a:xfrm>
            <a:off x="9954368" y="3446959"/>
            <a:ext cx="1660903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29A86F2-BD94-8EA2-F398-EE9881352957}"/>
              </a:ext>
            </a:extLst>
          </p:cNvPr>
          <p:cNvCxnSpPr>
            <a:cxnSpLocks/>
          </p:cNvCxnSpPr>
          <p:nvPr/>
        </p:nvCxnSpPr>
        <p:spPr>
          <a:xfrm>
            <a:off x="10143262" y="3966335"/>
            <a:ext cx="128411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5AA65E5B-DB4F-6C3D-C8E6-6E00670970F7}"/>
              </a:ext>
            </a:extLst>
          </p:cNvPr>
          <p:cNvSpPr/>
          <p:nvPr/>
        </p:nvSpPr>
        <p:spPr>
          <a:xfrm>
            <a:off x="10784819" y="2649219"/>
            <a:ext cx="118872" cy="118872"/>
          </a:xfrm>
          <a:custGeom>
            <a:avLst/>
            <a:gdLst>
              <a:gd name="connsiteX0" fmla="*/ 134032 w 134032"/>
              <a:gd name="connsiteY0" fmla="*/ 0 h 134033"/>
              <a:gd name="connsiteX1" fmla="*/ 134032 w 134032"/>
              <a:gd name="connsiteY1" fmla="*/ 134033 h 134033"/>
              <a:gd name="connsiteX2" fmla="*/ 0 w 134032"/>
              <a:gd name="connsiteY2" fmla="*/ 131054 h 134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032" h="134033">
                <a:moveTo>
                  <a:pt x="134032" y="0"/>
                </a:moveTo>
                <a:lnTo>
                  <a:pt x="134032" y="134033"/>
                </a:lnTo>
                <a:lnTo>
                  <a:pt x="0" y="131054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3F12642-BA52-2AB6-8DDB-A7F06088272F}"/>
              </a:ext>
            </a:extLst>
          </p:cNvPr>
          <p:cNvSpPr/>
          <p:nvPr/>
        </p:nvSpPr>
        <p:spPr>
          <a:xfrm>
            <a:off x="10784819" y="3450529"/>
            <a:ext cx="118872" cy="118872"/>
          </a:xfrm>
          <a:custGeom>
            <a:avLst/>
            <a:gdLst>
              <a:gd name="connsiteX0" fmla="*/ 134032 w 134032"/>
              <a:gd name="connsiteY0" fmla="*/ 0 h 134033"/>
              <a:gd name="connsiteX1" fmla="*/ 134032 w 134032"/>
              <a:gd name="connsiteY1" fmla="*/ 134033 h 134033"/>
              <a:gd name="connsiteX2" fmla="*/ 0 w 134032"/>
              <a:gd name="connsiteY2" fmla="*/ 131054 h 134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032" h="134033">
                <a:moveTo>
                  <a:pt x="134032" y="0"/>
                </a:moveTo>
                <a:lnTo>
                  <a:pt x="134032" y="134033"/>
                </a:lnTo>
                <a:lnTo>
                  <a:pt x="0" y="131054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552F391-13C8-B64D-C865-D84DDB8987F0}"/>
              </a:ext>
            </a:extLst>
          </p:cNvPr>
          <p:cNvSpPr/>
          <p:nvPr/>
        </p:nvSpPr>
        <p:spPr>
          <a:xfrm>
            <a:off x="10784819" y="3956425"/>
            <a:ext cx="118872" cy="118872"/>
          </a:xfrm>
          <a:custGeom>
            <a:avLst/>
            <a:gdLst>
              <a:gd name="connsiteX0" fmla="*/ 134032 w 134032"/>
              <a:gd name="connsiteY0" fmla="*/ 0 h 134033"/>
              <a:gd name="connsiteX1" fmla="*/ 134032 w 134032"/>
              <a:gd name="connsiteY1" fmla="*/ 134033 h 134033"/>
              <a:gd name="connsiteX2" fmla="*/ 0 w 134032"/>
              <a:gd name="connsiteY2" fmla="*/ 131054 h 134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032" h="134033">
                <a:moveTo>
                  <a:pt x="134032" y="0"/>
                </a:moveTo>
                <a:lnTo>
                  <a:pt x="134032" y="134033"/>
                </a:lnTo>
                <a:lnTo>
                  <a:pt x="0" y="131054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29835A-BA75-853C-666F-1016A336646F}"/>
              </a:ext>
            </a:extLst>
          </p:cNvPr>
          <p:cNvSpPr txBox="1"/>
          <p:nvPr/>
        </p:nvSpPr>
        <p:spPr>
          <a:xfrm>
            <a:off x="9323207" y="2512824"/>
            <a:ext cx="358427" cy="292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</a:t>
            </a:r>
            <a:endParaRPr lang="en-US" sz="16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E8C5FD1-A2D9-5AC2-F6BB-B78E21C6F67B}"/>
              </a:ext>
            </a:extLst>
          </p:cNvPr>
          <p:cNvSpPr txBox="1"/>
          <p:nvPr/>
        </p:nvSpPr>
        <p:spPr>
          <a:xfrm>
            <a:off x="11847075" y="2482556"/>
            <a:ext cx="3584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</a:t>
            </a:r>
            <a:endParaRPr lang="en-US" sz="16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B51E9A-EBEE-EDF0-876A-166DF6F687C9}"/>
              </a:ext>
            </a:extLst>
          </p:cNvPr>
          <p:cNvSpPr txBox="1"/>
          <p:nvPr/>
        </p:nvSpPr>
        <p:spPr>
          <a:xfrm>
            <a:off x="10629679" y="2335948"/>
            <a:ext cx="3584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P</a:t>
            </a:r>
            <a:endParaRPr lang="en-US" sz="16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8EAB87-C05A-DF2C-B21C-2F0344AD481E}"/>
              </a:ext>
            </a:extLst>
          </p:cNvPr>
          <p:cNvSpPr txBox="1"/>
          <p:nvPr/>
        </p:nvSpPr>
        <p:spPr>
          <a:xfrm>
            <a:off x="9626694" y="3314648"/>
            <a:ext cx="3584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</a:t>
            </a:r>
            <a:endParaRPr lang="en-US" sz="16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1638850-E140-6B78-A818-4AEF215BBB58}"/>
              </a:ext>
            </a:extLst>
          </p:cNvPr>
          <p:cNvSpPr txBox="1"/>
          <p:nvPr/>
        </p:nvSpPr>
        <p:spPr>
          <a:xfrm>
            <a:off x="10724477" y="3154021"/>
            <a:ext cx="3584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Q</a:t>
            </a:r>
            <a:endParaRPr lang="en-US" sz="1600">
              <a:latin typeface="Lucida Handwriting" panose="03010101010101010101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F5E9A89-AD58-5636-D853-1657B603EB56}"/>
              </a:ext>
            </a:extLst>
          </p:cNvPr>
          <p:cNvSpPr txBox="1"/>
          <p:nvPr/>
        </p:nvSpPr>
        <p:spPr>
          <a:xfrm>
            <a:off x="11575472" y="3256659"/>
            <a:ext cx="3584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D</a:t>
            </a:r>
            <a:endParaRPr lang="en-US" sz="1600">
              <a:latin typeface="Lucida Calligraphy" panose="03010101010101010101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BF8FF9-B621-1BB7-075C-E3F59C7C1185}"/>
              </a:ext>
            </a:extLst>
          </p:cNvPr>
          <p:cNvSpPr txBox="1"/>
          <p:nvPr/>
        </p:nvSpPr>
        <p:spPr>
          <a:xfrm>
            <a:off x="9753125" y="3816232"/>
            <a:ext cx="3584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E</a:t>
            </a:r>
            <a:endParaRPr lang="en-US" sz="16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A15F59-2DC6-BF02-EC88-923EB368EBAA}"/>
              </a:ext>
            </a:extLst>
          </p:cNvPr>
          <p:cNvSpPr txBox="1"/>
          <p:nvPr/>
        </p:nvSpPr>
        <p:spPr>
          <a:xfrm>
            <a:off x="10710466" y="3709228"/>
            <a:ext cx="3584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R</a:t>
            </a:r>
            <a:endParaRPr lang="en-US" sz="16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D20010-B9E7-D410-C618-E3CBD2422BC7}"/>
              </a:ext>
            </a:extLst>
          </p:cNvPr>
          <p:cNvSpPr txBox="1"/>
          <p:nvPr/>
        </p:nvSpPr>
        <p:spPr>
          <a:xfrm>
            <a:off x="11366034" y="3846584"/>
            <a:ext cx="3584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F</a:t>
            </a:r>
            <a:endParaRPr lang="en-US" sz="16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998511-98D2-F961-A48B-92EAE2C6A723}"/>
              </a:ext>
            </a:extLst>
          </p:cNvPr>
          <p:cNvSpPr txBox="1"/>
          <p:nvPr/>
        </p:nvSpPr>
        <p:spPr>
          <a:xfrm>
            <a:off x="10581867" y="6044816"/>
            <a:ext cx="3584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V</a:t>
            </a:r>
            <a:endParaRPr lang="en-US" sz="160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B6A20D9-DAB1-9364-BA83-A0E6F1C81659}"/>
              </a:ext>
            </a:extLst>
          </p:cNvPr>
          <p:cNvSpPr/>
          <p:nvPr/>
        </p:nvSpPr>
        <p:spPr>
          <a:xfrm>
            <a:off x="10105403" y="3743166"/>
            <a:ext cx="1328530" cy="2207171"/>
          </a:xfrm>
          <a:custGeom>
            <a:avLst/>
            <a:gdLst>
              <a:gd name="connsiteX0" fmla="*/ 0 w 1311691"/>
              <a:gd name="connsiteY0" fmla="*/ 204952 h 2207172"/>
              <a:gd name="connsiteX1" fmla="*/ 34684 w 1311691"/>
              <a:gd name="connsiteY1" fmla="*/ 132430 h 2207172"/>
              <a:gd name="connsiteX2" fmla="*/ 59909 w 1311691"/>
              <a:gd name="connsiteY2" fmla="*/ 107205 h 2207172"/>
              <a:gd name="connsiteX3" fmla="*/ 97746 w 1311691"/>
              <a:gd name="connsiteY3" fmla="*/ 91440 h 2207172"/>
              <a:gd name="connsiteX4" fmla="*/ 138737 w 1311691"/>
              <a:gd name="connsiteY4" fmla="*/ 69368 h 2207172"/>
              <a:gd name="connsiteX5" fmla="*/ 195492 w 1311691"/>
              <a:gd name="connsiteY5" fmla="*/ 53603 h 2207172"/>
              <a:gd name="connsiteX6" fmla="*/ 252248 w 1311691"/>
              <a:gd name="connsiteY6" fmla="*/ 34684 h 2207172"/>
              <a:gd name="connsiteX7" fmla="*/ 327923 w 1311691"/>
              <a:gd name="connsiteY7" fmla="*/ 31531 h 2207172"/>
              <a:gd name="connsiteX8" fmla="*/ 397291 w 1311691"/>
              <a:gd name="connsiteY8" fmla="*/ 15765 h 2207172"/>
              <a:gd name="connsiteX9" fmla="*/ 472966 w 1311691"/>
              <a:gd name="connsiteY9" fmla="*/ 9459 h 2207172"/>
              <a:gd name="connsiteX10" fmla="*/ 554946 w 1311691"/>
              <a:gd name="connsiteY10" fmla="*/ 3153 h 2207172"/>
              <a:gd name="connsiteX11" fmla="*/ 611702 w 1311691"/>
              <a:gd name="connsiteY11" fmla="*/ 3153 h 2207172"/>
              <a:gd name="connsiteX12" fmla="*/ 681070 w 1311691"/>
              <a:gd name="connsiteY12" fmla="*/ 0 h 2207172"/>
              <a:gd name="connsiteX13" fmla="*/ 750439 w 1311691"/>
              <a:gd name="connsiteY13" fmla="*/ 3153 h 2207172"/>
              <a:gd name="connsiteX14" fmla="*/ 851338 w 1311691"/>
              <a:gd name="connsiteY14" fmla="*/ 12612 h 2207172"/>
              <a:gd name="connsiteX15" fmla="*/ 942778 w 1311691"/>
              <a:gd name="connsiteY15" fmla="*/ 22072 h 2207172"/>
              <a:gd name="connsiteX16" fmla="*/ 1015299 w 1311691"/>
              <a:gd name="connsiteY16" fmla="*/ 34684 h 2207172"/>
              <a:gd name="connsiteX17" fmla="*/ 1103586 w 1311691"/>
              <a:gd name="connsiteY17" fmla="*/ 53603 h 2207172"/>
              <a:gd name="connsiteX18" fmla="*/ 1154036 w 1311691"/>
              <a:gd name="connsiteY18" fmla="*/ 69368 h 2207172"/>
              <a:gd name="connsiteX19" fmla="*/ 1210792 w 1311691"/>
              <a:gd name="connsiteY19" fmla="*/ 94593 h 2207172"/>
              <a:gd name="connsiteX20" fmla="*/ 1248629 w 1311691"/>
              <a:gd name="connsiteY20" fmla="*/ 116665 h 2207172"/>
              <a:gd name="connsiteX21" fmla="*/ 1273854 w 1311691"/>
              <a:gd name="connsiteY21" fmla="*/ 138736 h 2207172"/>
              <a:gd name="connsiteX22" fmla="*/ 1308538 w 1311691"/>
              <a:gd name="connsiteY22" fmla="*/ 182880 h 2207172"/>
              <a:gd name="connsiteX23" fmla="*/ 1311691 w 1311691"/>
              <a:gd name="connsiteY23" fmla="*/ 208105 h 2207172"/>
              <a:gd name="connsiteX24" fmla="*/ 1204486 w 1311691"/>
              <a:gd name="connsiteY24" fmla="*/ 510803 h 2207172"/>
              <a:gd name="connsiteX25" fmla="*/ 1097280 w 1311691"/>
              <a:gd name="connsiteY25" fmla="*/ 841878 h 2207172"/>
              <a:gd name="connsiteX26" fmla="*/ 892328 w 1311691"/>
              <a:gd name="connsiteY26" fmla="*/ 1472499 h 2207172"/>
              <a:gd name="connsiteX27" fmla="*/ 655846 w 1311691"/>
              <a:gd name="connsiteY27" fmla="*/ 2207172 h 2207172"/>
              <a:gd name="connsiteX28" fmla="*/ 0 w 1311691"/>
              <a:gd name="connsiteY28" fmla="*/ 204952 h 220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311691" h="2207172">
                <a:moveTo>
                  <a:pt x="0" y="204952"/>
                </a:moveTo>
                <a:lnTo>
                  <a:pt x="34684" y="132430"/>
                </a:lnTo>
                <a:lnTo>
                  <a:pt x="59909" y="107205"/>
                </a:lnTo>
                <a:lnTo>
                  <a:pt x="97746" y="91440"/>
                </a:lnTo>
                <a:lnTo>
                  <a:pt x="138737" y="69368"/>
                </a:lnTo>
                <a:lnTo>
                  <a:pt x="195492" y="53603"/>
                </a:lnTo>
                <a:lnTo>
                  <a:pt x="252248" y="34684"/>
                </a:lnTo>
                <a:lnTo>
                  <a:pt x="327923" y="31531"/>
                </a:lnTo>
                <a:lnTo>
                  <a:pt x="397291" y="15765"/>
                </a:lnTo>
                <a:lnTo>
                  <a:pt x="472966" y="9459"/>
                </a:lnTo>
                <a:lnTo>
                  <a:pt x="554946" y="3153"/>
                </a:lnTo>
                <a:lnTo>
                  <a:pt x="611702" y="3153"/>
                </a:lnTo>
                <a:lnTo>
                  <a:pt x="681070" y="0"/>
                </a:lnTo>
                <a:lnTo>
                  <a:pt x="750439" y="3153"/>
                </a:lnTo>
                <a:lnTo>
                  <a:pt x="851338" y="12612"/>
                </a:lnTo>
                <a:lnTo>
                  <a:pt x="942778" y="22072"/>
                </a:lnTo>
                <a:lnTo>
                  <a:pt x="1015299" y="34684"/>
                </a:lnTo>
                <a:lnTo>
                  <a:pt x="1103586" y="53603"/>
                </a:lnTo>
                <a:lnTo>
                  <a:pt x="1154036" y="69368"/>
                </a:lnTo>
                <a:lnTo>
                  <a:pt x="1210792" y="94593"/>
                </a:lnTo>
                <a:lnTo>
                  <a:pt x="1248629" y="116665"/>
                </a:lnTo>
                <a:lnTo>
                  <a:pt x="1273854" y="138736"/>
                </a:lnTo>
                <a:lnTo>
                  <a:pt x="1308538" y="182880"/>
                </a:lnTo>
                <a:lnTo>
                  <a:pt x="1311691" y="208105"/>
                </a:lnTo>
                <a:lnTo>
                  <a:pt x="1204486" y="510803"/>
                </a:lnTo>
                <a:lnTo>
                  <a:pt x="1097280" y="841878"/>
                </a:lnTo>
                <a:lnTo>
                  <a:pt x="892328" y="1472499"/>
                </a:lnTo>
                <a:lnTo>
                  <a:pt x="655846" y="2207172"/>
                </a:lnTo>
                <a:lnTo>
                  <a:pt x="0" y="204952"/>
                </a:lnTo>
                <a:close/>
              </a:path>
            </a:pathLst>
          </a:cu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32FACAF-FC19-772B-8985-335D95B5D10A}"/>
              </a:ext>
            </a:extLst>
          </p:cNvPr>
          <p:cNvSpPr/>
          <p:nvPr/>
        </p:nvSpPr>
        <p:spPr>
          <a:xfrm>
            <a:off x="9985121" y="3209036"/>
            <a:ext cx="1630149" cy="49914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A4CEBE0-B655-AB39-A442-8DF237C8EA80}"/>
              </a:ext>
            </a:extLst>
          </p:cNvPr>
          <p:cNvCxnSpPr>
            <a:cxnSpLocks/>
          </p:cNvCxnSpPr>
          <p:nvPr/>
        </p:nvCxnSpPr>
        <p:spPr>
          <a:xfrm>
            <a:off x="10006794" y="3475725"/>
            <a:ext cx="794361" cy="247296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0099A36-E218-1CAE-D89A-01A405C2471A}"/>
              </a:ext>
            </a:extLst>
          </p:cNvPr>
          <p:cNvCxnSpPr>
            <a:cxnSpLocks/>
          </p:cNvCxnSpPr>
          <p:nvPr/>
        </p:nvCxnSpPr>
        <p:spPr>
          <a:xfrm flipV="1">
            <a:off x="10791875" y="3481943"/>
            <a:ext cx="765765" cy="24309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4E853E53-D2FA-3DEE-17D9-D0B83CB07E33}"/>
              </a:ext>
            </a:extLst>
          </p:cNvPr>
          <p:cNvSpPr/>
          <p:nvPr/>
        </p:nvSpPr>
        <p:spPr>
          <a:xfrm>
            <a:off x="9705830" y="2317457"/>
            <a:ext cx="2168590" cy="657673"/>
          </a:xfrm>
          <a:prstGeom prst="ellipse">
            <a:avLst/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D493758-95B1-53EC-5944-59D8A00936C6}"/>
              </a:ext>
            </a:extLst>
          </p:cNvPr>
          <p:cNvCxnSpPr>
            <a:cxnSpLocks/>
            <a:endCxn id="46" idx="27"/>
          </p:cNvCxnSpPr>
          <p:nvPr/>
        </p:nvCxnSpPr>
        <p:spPr>
          <a:xfrm>
            <a:off x="9724944" y="2674502"/>
            <a:ext cx="1044725" cy="3275835"/>
          </a:xfrm>
          <a:prstGeom prst="line">
            <a:avLst/>
          </a:prstGeom>
          <a:ln w="28575">
            <a:solidFill>
              <a:srgbClr val="0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94004715-1DBA-8FB6-190D-B05B736A43D0}"/>
              </a:ext>
            </a:extLst>
          </p:cNvPr>
          <p:cNvCxnSpPr>
            <a:cxnSpLocks/>
          </p:cNvCxnSpPr>
          <p:nvPr/>
        </p:nvCxnSpPr>
        <p:spPr>
          <a:xfrm flipH="1">
            <a:off x="10819638" y="2737416"/>
            <a:ext cx="1016924" cy="3175445"/>
          </a:xfrm>
          <a:prstGeom prst="line">
            <a:avLst/>
          </a:prstGeom>
          <a:ln w="28575">
            <a:solidFill>
              <a:srgbClr val="0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8" name="TextBox 15">
            <a:extLst>
              <a:ext uri="{FF2B5EF4-FFF2-40B4-BE49-F238E27FC236}">
                <a16:creationId xmlns:a16="http://schemas.microsoft.com/office/drawing/2014/main" id="{87500165-2757-4DAE-37B9-6E749402D72D}"/>
              </a:ext>
            </a:extLst>
          </p:cNvPr>
          <p:cNvSpPr txBox="1"/>
          <p:nvPr/>
        </p:nvSpPr>
        <p:spPr>
          <a:xfrm>
            <a:off x="-84841" y="1859656"/>
            <a:ext cx="1218521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</a:t>
            </a:r>
            <a:r>
              <a:rPr lang="en-US" altLang="zh-HK" sz="12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0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,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A</a:t>
            </a:r>
            <a:r>
              <a:rPr lang="en-US" altLang="zh-HK" sz="12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and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A</a:t>
            </a:r>
            <a:r>
              <a:rPr lang="en-US" altLang="zh-HK" sz="12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be the curved surface areas of cones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VEF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,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VCD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and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VAB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respectively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p:sp>
        <p:nvSpPr>
          <p:cNvPr id="459" name="TextBox 15">
            <a:extLst>
              <a:ext uri="{FF2B5EF4-FFF2-40B4-BE49-F238E27FC236}">
                <a16:creationId xmlns:a16="http://schemas.microsoft.com/office/drawing/2014/main" id="{9008FD72-0638-8E33-6B8A-0BC3E12D9C11}"/>
              </a:ext>
            </a:extLst>
          </p:cNvPr>
          <p:cNvSpPr txBox="1"/>
          <p:nvPr/>
        </p:nvSpPr>
        <p:spPr>
          <a:xfrm>
            <a:off x="-147637" y="2243506"/>
            <a:ext cx="722490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x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be the circumference of the water surface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0" name="文字方塊 54">
                <a:extLst>
                  <a:ext uri="{FF2B5EF4-FFF2-40B4-BE49-F238E27FC236}">
                    <a16:creationId xmlns:a16="http://schemas.microsoft.com/office/drawing/2014/main" id="{074E9D33-C150-27B1-9B12-588DFC65C694}"/>
                  </a:ext>
                </a:extLst>
              </p:cNvPr>
              <p:cNvSpPr txBox="1"/>
              <p:nvPr/>
            </p:nvSpPr>
            <p:spPr>
              <a:xfrm>
                <a:off x="-7621" y="2615002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60" name="文字方塊 54">
                <a:extLst>
                  <a:ext uri="{FF2B5EF4-FFF2-40B4-BE49-F238E27FC236}">
                    <a16:creationId xmlns:a16="http://schemas.microsoft.com/office/drawing/2014/main" id="{074E9D33-C150-27B1-9B12-588DFC65C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21" y="2615002"/>
                <a:ext cx="29568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1" name="TextBox 15">
            <a:extLst>
              <a:ext uri="{FF2B5EF4-FFF2-40B4-BE49-F238E27FC236}">
                <a16:creationId xmlns:a16="http://schemas.microsoft.com/office/drawing/2014/main" id="{61E7F1E8-AF83-029D-2F8C-B9427DD8D58A}"/>
              </a:ext>
            </a:extLst>
          </p:cNvPr>
          <p:cNvSpPr txBox="1"/>
          <p:nvPr/>
        </p:nvSpPr>
        <p:spPr>
          <a:xfrm>
            <a:off x="233780" y="2633156"/>
            <a:ext cx="5448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Cones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VEF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,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VCD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and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VAB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are similar</a:t>
            </a:r>
            <a:endParaRPr lang="en-HK" altLang="zh-HK" sz="2000" b="1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2" name="文字方塊 260">
                <a:extLst>
                  <a:ext uri="{FF2B5EF4-FFF2-40B4-BE49-F238E27FC236}">
                    <a16:creationId xmlns:a16="http://schemas.microsoft.com/office/drawing/2014/main" id="{DC4DFF3B-D8F1-8D8D-82CD-8E002B40F2BA}"/>
                  </a:ext>
                </a:extLst>
              </p:cNvPr>
              <p:cNvSpPr txBox="1"/>
              <p:nvPr/>
            </p:nvSpPr>
            <p:spPr>
              <a:xfrm>
                <a:off x="-4639" y="3116254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462" name="文字方塊 260">
                <a:extLst>
                  <a:ext uri="{FF2B5EF4-FFF2-40B4-BE49-F238E27FC236}">
                    <a16:creationId xmlns:a16="http://schemas.microsoft.com/office/drawing/2014/main" id="{DC4DFF3B-D8F1-8D8D-82CD-8E002B40F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39" y="3116254"/>
                <a:ext cx="238419" cy="461665"/>
              </a:xfrm>
              <a:prstGeom prst="rect">
                <a:avLst/>
              </a:prstGeom>
              <a:blipFill>
                <a:blip r:embed="rId4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3" name="群組 74">
            <a:extLst>
              <a:ext uri="{FF2B5EF4-FFF2-40B4-BE49-F238E27FC236}">
                <a16:creationId xmlns:a16="http://schemas.microsoft.com/office/drawing/2014/main" id="{E50E5DC2-9C5C-DFF9-5A27-55C10B6037DF}"/>
              </a:ext>
            </a:extLst>
          </p:cNvPr>
          <p:cNvGrpSpPr/>
          <p:nvPr/>
        </p:nvGrpSpPr>
        <p:grpSpPr>
          <a:xfrm>
            <a:off x="356047" y="3033266"/>
            <a:ext cx="538930" cy="730204"/>
            <a:chOff x="2860372" y="4705951"/>
            <a:chExt cx="538930" cy="730204"/>
          </a:xfrm>
        </p:grpSpPr>
        <p:sp>
          <p:nvSpPr>
            <p:cNvPr id="464" name="文字方塊 75">
              <a:extLst>
                <a:ext uri="{FF2B5EF4-FFF2-40B4-BE49-F238E27FC236}">
                  <a16:creationId xmlns:a16="http://schemas.microsoft.com/office/drawing/2014/main" id="{71502ADF-F9A3-2CE9-A3E6-873BE2CEC1D4}"/>
                </a:ext>
              </a:extLst>
            </p:cNvPr>
            <p:cNvSpPr txBox="1"/>
            <p:nvPr/>
          </p:nvSpPr>
          <p:spPr>
            <a:xfrm>
              <a:off x="2860372" y="4705951"/>
              <a:ext cx="5389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rPr>
                <a:t>A</a:t>
              </a:r>
              <a:r>
                <a:rPr lang="en-US" altLang="zh-HK" sz="12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465" name="群組 76">
              <a:extLst>
                <a:ext uri="{FF2B5EF4-FFF2-40B4-BE49-F238E27FC236}">
                  <a16:creationId xmlns:a16="http://schemas.microsoft.com/office/drawing/2014/main" id="{529664A2-F990-A9C9-F7C8-9928974B685E}"/>
                </a:ext>
              </a:extLst>
            </p:cNvPr>
            <p:cNvGrpSpPr/>
            <p:nvPr/>
          </p:nvGrpSpPr>
          <p:grpSpPr>
            <a:xfrm>
              <a:off x="2860372" y="5036045"/>
              <a:ext cx="538930" cy="400110"/>
              <a:chOff x="2860372" y="5036045"/>
              <a:chExt cx="538930" cy="400110"/>
            </a:xfrm>
          </p:grpSpPr>
          <p:cxnSp>
            <p:nvCxnSpPr>
              <p:cNvPr id="466" name="直線接點 77">
                <a:extLst>
                  <a:ext uri="{FF2B5EF4-FFF2-40B4-BE49-F238E27FC236}">
                    <a16:creationId xmlns:a16="http://schemas.microsoft.com/office/drawing/2014/main" id="{4D0BA952-3C6C-12CC-14E9-95DA3E880FA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471067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67" name="文字方塊 78">
                <a:extLst>
                  <a:ext uri="{FF2B5EF4-FFF2-40B4-BE49-F238E27FC236}">
                    <a16:creationId xmlns:a16="http://schemas.microsoft.com/office/drawing/2014/main" id="{E6083A4F-5295-F32E-8F30-0070E28CADC1}"/>
                  </a:ext>
                </a:extLst>
              </p:cNvPr>
              <p:cNvSpPr txBox="1"/>
              <p:nvPr/>
            </p:nvSpPr>
            <p:spPr>
              <a:xfrm>
                <a:off x="2860372" y="5036045"/>
                <a:ext cx="5389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A</a:t>
                </a:r>
                <a:r>
                  <a:rPr lang="en-US" altLang="zh-HK" sz="12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0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9" name="文字方塊 27">
                <a:extLst>
                  <a:ext uri="{FF2B5EF4-FFF2-40B4-BE49-F238E27FC236}">
                    <a16:creationId xmlns:a16="http://schemas.microsoft.com/office/drawing/2014/main" id="{5D4F5683-11F2-8979-1CF6-D50A9D6243BB}"/>
                  </a:ext>
                </a:extLst>
              </p:cNvPr>
              <p:cNvSpPr txBox="1"/>
              <p:nvPr/>
            </p:nvSpPr>
            <p:spPr>
              <a:xfrm>
                <a:off x="904263" y="31609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69" name="文字方塊 27">
                <a:extLst>
                  <a:ext uri="{FF2B5EF4-FFF2-40B4-BE49-F238E27FC236}">
                    <a16:creationId xmlns:a16="http://schemas.microsoft.com/office/drawing/2014/main" id="{5D4F5683-11F2-8979-1CF6-D50A9D6243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263" y="3160992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0" name="文字方塊 255">
            <a:extLst>
              <a:ext uri="{FF2B5EF4-FFF2-40B4-BE49-F238E27FC236}">
                <a16:creationId xmlns:a16="http://schemas.microsoft.com/office/drawing/2014/main" id="{35AE3321-C12F-D225-04AA-AC1B1A764F94}"/>
              </a:ext>
            </a:extLst>
          </p:cNvPr>
          <p:cNvSpPr txBox="1"/>
          <p:nvPr/>
        </p:nvSpPr>
        <p:spPr>
          <a:xfrm>
            <a:off x="1387802" y="3042944"/>
            <a:ext cx="433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x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471" name="直線接點 256">
            <a:extLst>
              <a:ext uri="{FF2B5EF4-FFF2-40B4-BE49-F238E27FC236}">
                <a16:creationId xmlns:a16="http://schemas.microsoft.com/office/drawing/2014/main" id="{5190AD51-0DB6-46B2-E8F9-4B66EE1650D2}"/>
              </a:ext>
            </a:extLst>
          </p:cNvPr>
          <p:cNvCxnSpPr>
            <a:cxnSpLocks/>
          </p:cNvCxnSpPr>
          <p:nvPr/>
        </p:nvCxnSpPr>
        <p:spPr bwMode="auto">
          <a:xfrm flipV="1">
            <a:off x="1365346" y="3373038"/>
            <a:ext cx="435626" cy="11664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2" name="文字方塊 257">
            <a:extLst>
              <a:ext uri="{FF2B5EF4-FFF2-40B4-BE49-F238E27FC236}">
                <a16:creationId xmlns:a16="http://schemas.microsoft.com/office/drawing/2014/main" id="{4D9D7018-B5F1-F1C7-E711-CB2861275B6D}"/>
              </a:ext>
            </a:extLst>
          </p:cNvPr>
          <p:cNvSpPr txBox="1"/>
          <p:nvPr/>
        </p:nvSpPr>
        <p:spPr>
          <a:xfrm>
            <a:off x="1288287" y="3384407"/>
            <a:ext cx="556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12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473" name="弧形 258">
            <a:extLst>
              <a:ext uri="{FF2B5EF4-FFF2-40B4-BE49-F238E27FC236}">
                <a16:creationId xmlns:a16="http://schemas.microsoft.com/office/drawing/2014/main" id="{7AC7FE10-4924-CE43-2321-A5055DD3A9CF}"/>
              </a:ext>
            </a:extLst>
          </p:cNvPr>
          <p:cNvSpPr/>
          <p:nvPr/>
        </p:nvSpPr>
        <p:spPr>
          <a:xfrm rot="10957079">
            <a:off x="1261723" y="3076968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4" name="弧形 259">
            <a:extLst>
              <a:ext uri="{FF2B5EF4-FFF2-40B4-BE49-F238E27FC236}">
                <a16:creationId xmlns:a16="http://schemas.microsoft.com/office/drawing/2014/main" id="{2499A035-6B32-8BB1-E239-2043D30BD06D}"/>
              </a:ext>
            </a:extLst>
          </p:cNvPr>
          <p:cNvSpPr/>
          <p:nvPr/>
        </p:nvSpPr>
        <p:spPr>
          <a:xfrm rot="235127">
            <a:off x="1568586" y="3067216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5" name="文字方塊 106">
            <a:extLst>
              <a:ext uri="{FF2B5EF4-FFF2-40B4-BE49-F238E27FC236}">
                <a16:creationId xmlns:a16="http://schemas.microsoft.com/office/drawing/2014/main" id="{DF5E6C39-F2F5-0B61-A9E1-FF54DD91F3A2}"/>
              </a:ext>
            </a:extLst>
          </p:cNvPr>
          <p:cNvSpPr txBox="1"/>
          <p:nvPr/>
        </p:nvSpPr>
        <p:spPr>
          <a:xfrm>
            <a:off x="1853745" y="2966000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6" name="文字方塊 27">
                <a:extLst>
                  <a:ext uri="{FF2B5EF4-FFF2-40B4-BE49-F238E27FC236}">
                    <a16:creationId xmlns:a16="http://schemas.microsoft.com/office/drawing/2014/main" id="{35151C3C-3746-6573-9FB6-4C4F685CE7B8}"/>
                  </a:ext>
                </a:extLst>
              </p:cNvPr>
              <p:cNvSpPr txBox="1"/>
              <p:nvPr/>
            </p:nvSpPr>
            <p:spPr>
              <a:xfrm>
                <a:off x="2031388" y="318435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76" name="文字方塊 27">
                <a:extLst>
                  <a:ext uri="{FF2B5EF4-FFF2-40B4-BE49-F238E27FC236}">
                    <a16:creationId xmlns:a16="http://schemas.microsoft.com/office/drawing/2014/main" id="{35151C3C-3746-6573-9FB6-4C4F685CE7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388" y="3184352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7" name="群組 74">
            <a:extLst>
              <a:ext uri="{FF2B5EF4-FFF2-40B4-BE49-F238E27FC236}">
                <a16:creationId xmlns:a16="http://schemas.microsoft.com/office/drawing/2014/main" id="{B1936E7C-67F8-C972-0BCF-28A8032ED63D}"/>
              </a:ext>
            </a:extLst>
          </p:cNvPr>
          <p:cNvGrpSpPr/>
          <p:nvPr/>
        </p:nvGrpSpPr>
        <p:grpSpPr>
          <a:xfrm>
            <a:off x="2405848" y="3049527"/>
            <a:ext cx="704039" cy="763933"/>
            <a:chOff x="2868975" y="4682486"/>
            <a:chExt cx="704039" cy="763933"/>
          </a:xfrm>
        </p:grpSpPr>
        <p:sp>
          <p:nvSpPr>
            <p:cNvPr id="478" name="文字方塊 75">
              <a:extLst>
                <a:ext uri="{FF2B5EF4-FFF2-40B4-BE49-F238E27FC236}">
                  <a16:creationId xmlns:a16="http://schemas.microsoft.com/office/drawing/2014/main" id="{0986AC9A-9D86-E5C2-031A-DA793BF3F723}"/>
                </a:ext>
              </a:extLst>
            </p:cNvPr>
            <p:cNvSpPr txBox="1"/>
            <p:nvPr/>
          </p:nvSpPr>
          <p:spPr>
            <a:xfrm>
              <a:off x="3063507" y="4682486"/>
              <a:ext cx="3674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479" name="群組 76">
              <a:extLst>
                <a:ext uri="{FF2B5EF4-FFF2-40B4-BE49-F238E27FC236}">
                  <a16:creationId xmlns:a16="http://schemas.microsoft.com/office/drawing/2014/main" id="{A8425A5C-E6CD-2947-24E3-F183606CA5CA}"/>
                </a:ext>
              </a:extLst>
            </p:cNvPr>
            <p:cNvGrpSpPr/>
            <p:nvPr/>
          </p:nvGrpSpPr>
          <p:grpSpPr>
            <a:xfrm>
              <a:off x="2868975" y="5030047"/>
              <a:ext cx="704039" cy="416372"/>
              <a:chOff x="2868975" y="5030047"/>
              <a:chExt cx="704039" cy="416372"/>
            </a:xfrm>
          </p:grpSpPr>
          <p:cxnSp>
            <p:nvCxnSpPr>
              <p:cNvPr id="480" name="直線接點 77">
                <a:extLst>
                  <a:ext uri="{FF2B5EF4-FFF2-40B4-BE49-F238E27FC236}">
                    <a16:creationId xmlns:a16="http://schemas.microsoft.com/office/drawing/2014/main" id="{7DA99B60-2412-5919-7066-7E90D6F9D51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951357" y="5030047"/>
                <a:ext cx="621657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81" name="文字方塊 78">
                <a:extLst>
                  <a:ext uri="{FF2B5EF4-FFF2-40B4-BE49-F238E27FC236}">
                    <a16:creationId xmlns:a16="http://schemas.microsoft.com/office/drawing/2014/main" id="{89B5A7FD-930B-6FDF-205F-7D232CC7FEAD}"/>
                  </a:ext>
                </a:extLst>
              </p:cNvPr>
              <p:cNvSpPr txBox="1"/>
              <p:nvPr/>
            </p:nvSpPr>
            <p:spPr>
              <a:xfrm>
                <a:off x="2868975" y="5046309"/>
                <a:ext cx="7040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144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482" name="文字方塊 106">
            <a:extLst>
              <a:ext uri="{FF2B5EF4-FFF2-40B4-BE49-F238E27FC236}">
                <a16:creationId xmlns:a16="http://schemas.microsoft.com/office/drawing/2014/main" id="{C94A928D-718B-4387-6A9C-2FF1483B21E5}"/>
              </a:ext>
            </a:extLst>
          </p:cNvPr>
          <p:cNvSpPr txBox="1"/>
          <p:nvPr/>
        </p:nvSpPr>
        <p:spPr>
          <a:xfrm>
            <a:off x="2839434" y="2977754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grpSp>
        <p:nvGrpSpPr>
          <p:cNvPr id="484" name="群組 74">
            <a:extLst>
              <a:ext uri="{FF2B5EF4-FFF2-40B4-BE49-F238E27FC236}">
                <a16:creationId xmlns:a16="http://schemas.microsoft.com/office/drawing/2014/main" id="{D84F774E-8A90-D31A-9AB8-BF61D4D496D2}"/>
              </a:ext>
            </a:extLst>
          </p:cNvPr>
          <p:cNvGrpSpPr/>
          <p:nvPr/>
        </p:nvGrpSpPr>
        <p:grpSpPr>
          <a:xfrm>
            <a:off x="346715" y="3763470"/>
            <a:ext cx="538930" cy="730204"/>
            <a:chOff x="2860372" y="4705951"/>
            <a:chExt cx="538930" cy="730204"/>
          </a:xfrm>
        </p:grpSpPr>
        <p:sp>
          <p:nvSpPr>
            <p:cNvPr id="485" name="文字方塊 75">
              <a:extLst>
                <a:ext uri="{FF2B5EF4-FFF2-40B4-BE49-F238E27FC236}">
                  <a16:creationId xmlns:a16="http://schemas.microsoft.com/office/drawing/2014/main" id="{03BC13A1-A756-8891-F1CF-E3432FB3F929}"/>
                </a:ext>
              </a:extLst>
            </p:cNvPr>
            <p:cNvSpPr txBox="1"/>
            <p:nvPr/>
          </p:nvSpPr>
          <p:spPr>
            <a:xfrm>
              <a:off x="2860372" y="4705951"/>
              <a:ext cx="5389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A</a:t>
              </a:r>
              <a:r>
                <a:rPr lang="en-US" altLang="zh-HK" sz="12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486" name="群組 76">
              <a:extLst>
                <a:ext uri="{FF2B5EF4-FFF2-40B4-BE49-F238E27FC236}">
                  <a16:creationId xmlns:a16="http://schemas.microsoft.com/office/drawing/2014/main" id="{A93D6ED5-A35A-BC2D-0ADE-F26227FEB4C4}"/>
                </a:ext>
              </a:extLst>
            </p:cNvPr>
            <p:cNvGrpSpPr/>
            <p:nvPr/>
          </p:nvGrpSpPr>
          <p:grpSpPr>
            <a:xfrm>
              <a:off x="2860372" y="5036045"/>
              <a:ext cx="538930" cy="400110"/>
              <a:chOff x="2860372" y="5036045"/>
              <a:chExt cx="538930" cy="400110"/>
            </a:xfrm>
          </p:grpSpPr>
          <p:cxnSp>
            <p:nvCxnSpPr>
              <p:cNvPr id="487" name="直線接點 77">
                <a:extLst>
                  <a:ext uri="{FF2B5EF4-FFF2-40B4-BE49-F238E27FC236}">
                    <a16:creationId xmlns:a16="http://schemas.microsoft.com/office/drawing/2014/main" id="{FB4F23B8-B738-0FD5-4B43-BD7AED70AEB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471067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88" name="文字方塊 78">
                <a:extLst>
                  <a:ext uri="{FF2B5EF4-FFF2-40B4-BE49-F238E27FC236}">
                    <a16:creationId xmlns:a16="http://schemas.microsoft.com/office/drawing/2014/main" id="{8D8FCD1F-4325-981D-D5F3-3A53B1D1994C}"/>
                  </a:ext>
                </a:extLst>
              </p:cNvPr>
              <p:cNvSpPr txBox="1"/>
              <p:nvPr/>
            </p:nvSpPr>
            <p:spPr>
              <a:xfrm>
                <a:off x="2860372" y="5036045"/>
                <a:ext cx="5389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A</a:t>
                </a:r>
                <a:r>
                  <a:rPr lang="en-US" altLang="zh-HK" sz="12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0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89" name="文字方塊 27">
                <a:extLst>
                  <a:ext uri="{FF2B5EF4-FFF2-40B4-BE49-F238E27FC236}">
                    <a16:creationId xmlns:a16="http://schemas.microsoft.com/office/drawing/2014/main" id="{103F5F14-8E48-6237-9DEB-B9B75081F206}"/>
                  </a:ext>
                </a:extLst>
              </p:cNvPr>
              <p:cNvSpPr txBox="1"/>
              <p:nvPr/>
            </p:nvSpPr>
            <p:spPr>
              <a:xfrm>
                <a:off x="894931" y="389119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89" name="文字方塊 27">
                <a:extLst>
                  <a:ext uri="{FF2B5EF4-FFF2-40B4-BE49-F238E27FC236}">
                    <a16:creationId xmlns:a16="http://schemas.microsoft.com/office/drawing/2014/main" id="{103F5F14-8E48-6237-9DEB-B9B75081F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31" y="3891196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1" name="文字方塊 255">
            <a:extLst>
              <a:ext uri="{FF2B5EF4-FFF2-40B4-BE49-F238E27FC236}">
                <a16:creationId xmlns:a16="http://schemas.microsoft.com/office/drawing/2014/main" id="{45B4CDF0-E745-A04B-6096-253C524B3FA2}"/>
              </a:ext>
            </a:extLst>
          </p:cNvPr>
          <p:cNvSpPr txBox="1"/>
          <p:nvPr/>
        </p:nvSpPr>
        <p:spPr>
          <a:xfrm>
            <a:off x="1294956" y="3773148"/>
            <a:ext cx="5423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20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492" name="直線接點 256">
            <a:extLst>
              <a:ext uri="{FF2B5EF4-FFF2-40B4-BE49-F238E27FC236}">
                <a16:creationId xmlns:a16="http://schemas.microsoft.com/office/drawing/2014/main" id="{925ED4C4-0DD0-0ACB-A9FD-6CC518B07867}"/>
              </a:ext>
            </a:extLst>
          </p:cNvPr>
          <p:cNvCxnSpPr>
            <a:cxnSpLocks/>
          </p:cNvCxnSpPr>
          <p:nvPr/>
        </p:nvCxnSpPr>
        <p:spPr bwMode="auto">
          <a:xfrm flipV="1">
            <a:off x="1356014" y="4114611"/>
            <a:ext cx="405139" cy="295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93" name="文字方塊 257">
            <a:extLst>
              <a:ext uri="{FF2B5EF4-FFF2-40B4-BE49-F238E27FC236}">
                <a16:creationId xmlns:a16="http://schemas.microsoft.com/office/drawing/2014/main" id="{6777E3E3-1717-FB9A-D534-7218F0711910}"/>
              </a:ext>
            </a:extLst>
          </p:cNvPr>
          <p:cNvSpPr txBox="1"/>
          <p:nvPr/>
        </p:nvSpPr>
        <p:spPr>
          <a:xfrm>
            <a:off x="1289371" y="4092322"/>
            <a:ext cx="5389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12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494" name="弧形 258">
            <a:extLst>
              <a:ext uri="{FF2B5EF4-FFF2-40B4-BE49-F238E27FC236}">
                <a16:creationId xmlns:a16="http://schemas.microsoft.com/office/drawing/2014/main" id="{DD342944-4C38-45D3-971D-0F9D24273FDD}"/>
              </a:ext>
            </a:extLst>
          </p:cNvPr>
          <p:cNvSpPr/>
          <p:nvPr/>
        </p:nvSpPr>
        <p:spPr>
          <a:xfrm rot="10957079">
            <a:off x="1252391" y="3807172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95" name="弧形 259">
            <a:extLst>
              <a:ext uri="{FF2B5EF4-FFF2-40B4-BE49-F238E27FC236}">
                <a16:creationId xmlns:a16="http://schemas.microsoft.com/office/drawing/2014/main" id="{EFDFF74A-3112-AF0E-4C02-E11672DF587C}"/>
              </a:ext>
            </a:extLst>
          </p:cNvPr>
          <p:cNvSpPr/>
          <p:nvPr/>
        </p:nvSpPr>
        <p:spPr>
          <a:xfrm rot="235127">
            <a:off x="1594795" y="3806328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96" name="文字方塊 106">
            <a:extLst>
              <a:ext uri="{FF2B5EF4-FFF2-40B4-BE49-F238E27FC236}">
                <a16:creationId xmlns:a16="http://schemas.microsoft.com/office/drawing/2014/main" id="{8B89AD05-A5A9-D8B8-472B-6EC033D88869}"/>
              </a:ext>
            </a:extLst>
          </p:cNvPr>
          <p:cNvSpPr txBox="1"/>
          <p:nvPr/>
        </p:nvSpPr>
        <p:spPr>
          <a:xfrm>
            <a:off x="1886799" y="3696204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7" name="文字方塊 27">
                <a:extLst>
                  <a:ext uri="{FF2B5EF4-FFF2-40B4-BE49-F238E27FC236}">
                    <a16:creationId xmlns:a16="http://schemas.microsoft.com/office/drawing/2014/main" id="{7804A5D3-EA19-994B-9F16-B53FA7623BCB}"/>
                  </a:ext>
                </a:extLst>
              </p:cNvPr>
              <p:cNvSpPr txBox="1"/>
              <p:nvPr/>
            </p:nvSpPr>
            <p:spPr>
              <a:xfrm>
                <a:off x="2022056" y="39145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97" name="文字方塊 27">
                <a:extLst>
                  <a:ext uri="{FF2B5EF4-FFF2-40B4-BE49-F238E27FC236}">
                    <a16:creationId xmlns:a16="http://schemas.microsoft.com/office/drawing/2014/main" id="{7804A5D3-EA19-994B-9F16-B53FA7623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2056" y="3914556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8" name="群組 74">
            <a:extLst>
              <a:ext uri="{FF2B5EF4-FFF2-40B4-BE49-F238E27FC236}">
                <a16:creationId xmlns:a16="http://schemas.microsoft.com/office/drawing/2014/main" id="{62717725-6BD8-B501-1A3F-69B2EC677B07}"/>
              </a:ext>
            </a:extLst>
          </p:cNvPr>
          <p:cNvGrpSpPr/>
          <p:nvPr/>
        </p:nvGrpSpPr>
        <p:grpSpPr>
          <a:xfrm>
            <a:off x="2421574" y="3777173"/>
            <a:ext cx="530915" cy="766491"/>
            <a:chOff x="2894033" y="4679928"/>
            <a:chExt cx="530915" cy="766491"/>
          </a:xfrm>
        </p:grpSpPr>
        <p:sp>
          <p:nvSpPr>
            <p:cNvPr id="499" name="文字方塊 75">
              <a:extLst>
                <a:ext uri="{FF2B5EF4-FFF2-40B4-BE49-F238E27FC236}">
                  <a16:creationId xmlns:a16="http://schemas.microsoft.com/office/drawing/2014/main" id="{DB5FC78E-90CE-7528-8874-ABE0842DE352}"/>
                </a:ext>
              </a:extLst>
            </p:cNvPr>
            <p:cNvSpPr txBox="1"/>
            <p:nvPr/>
          </p:nvSpPr>
          <p:spPr>
            <a:xfrm>
              <a:off x="2894033" y="4679928"/>
              <a:ext cx="5309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25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500" name="群組 76">
              <a:extLst>
                <a:ext uri="{FF2B5EF4-FFF2-40B4-BE49-F238E27FC236}">
                  <a16:creationId xmlns:a16="http://schemas.microsoft.com/office/drawing/2014/main" id="{13D035E3-00DE-CFCB-1EB4-4DD9F75A0770}"/>
                </a:ext>
              </a:extLst>
            </p:cNvPr>
            <p:cNvGrpSpPr/>
            <p:nvPr/>
          </p:nvGrpSpPr>
          <p:grpSpPr>
            <a:xfrm>
              <a:off x="2951357" y="5029862"/>
              <a:ext cx="473591" cy="416557"/>
              <a:chOff x="2951357" y="5029862"/>
              <a:chExt cx="473591" cy="416557"/>
            </a:xfrm>
          </p:grpSpPr>
          <p:cxnSp>
            <p:nvCxnSpPr>
              <p:cNvPr id="501" name="直線接點 77">
                <a:extLst>
                  <a:ext uri="{FF2B5EF4-FFF2-40B4-BE49-F238E27FC236}">
                    <a16:creationId xmlns:a16="http://schemas.microsoft.com/office/drawing/2014/main" id="{B19E7DBD-90C6-C88A-7C91-EEF2AA5175C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951357" y="5029862"/>
                <a:ext cx="473591" cy="185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02" name="文字方塊 78">
                <a:extLst>
                  <a:ext uri="{FF2B5EF4-FFF2-40B4-BE49-F238E27FC236}">
                    <a16:creationId xmlns:a16="http://schemas.microsoft.com/office/drawing/2014/main" id="{94D7A750-C4BB-0730-720C-0ADC37AB4369}"/>
                  </a:ext>
                </a:extLst>
              </p:cNvPr>
              <p:cNvSpPr txBox="1"/>
              <p:nvPr/>
            </p:nvSpPr>
            <p:spPr>
              <a:xfrm>
                <a:off x="2960689" y="5046309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9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507" name="TextBox 15">
            <a:extLst>
              <a:ext uri="{FF2B5EF4-FFF2-40B4-BE49-F238E27FC236}">
                <a16:creationId xmlns:a16="http://schemas.microsoft.com/office/drawing/2014/main" id="{8E13D0EB-31AB-7207-DD86-7B0701CD0EB5}"/>
              </a:ext>
            </a:extLst>
          </p:cNvPr>
          <p:cNvSpPr txBox="1"/>
          <p:nvPr/>
        </p:nvSpPr>
        <p:spPr>
          <a:xfrm>
            <a:off x="34935" y="4477227"/>
            <a:ext cx="4992484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According to the question, we have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8" name="文字方塊 75">
                <a:extLst>
                  <a:ext uri="{FF2B5EF4-FFF2-40B4-BE49-F238E27FC236}">
                    <a16:creationId xmlns:a16="http://schemas.microsoft.com/office/drawing/2014/main" id="{BAB918A8-25C0-3392-D550-DD740978565E}"/>
                  </a:ext>
                </a:extLst>
              </p:cNvPr>
              <p:cNvSpPr txBox="1"/>
              <p:nvPr/>
            </p:nvSpPr>
            <p:spPr>
              <a:xfrm>
                <a:off x="389306" y="4813620"/>
                <a:ext cx="119940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Calligraphy" panose="03010101010101010101" pitchFamily="66" charset="0"/>
                  </a:rPr>
                  <a:t>A</a:t>
                </a:r>
                <a:r>
                  <a:rPr lang="en-US" altLang="zh-HK" sz="1200" b="1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Handwriting" panose="03010101010101010101" pitchFamily="66" charset="0"/>
                  </a:rPr>
                  <a:t>2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A</m:t>
                    </m:r>
                    <m:r>
                      <m:rPr>
                        <m:nor/>
                      </m:rPr>
                      <a:rPr lang="en-US" altLang="zh-HK" sz="12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Handwriting" panose="03010101010101010101" pitchFamily="66" charset="0"/>
                      </a:rPr>
                      <m:t>0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08" name="文字方塊 75">
                <a:extLst>
                  <a:ext uri="{FF2B5EF4-FFF2-40B4-BE49-F238E27FC236}">
                    <a16:creationId xmlns:a16="http://schemas.microsoft.com/office/drawing/2014/main" id="{BAB918A8-25C0-3392-D550-DD7409785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306" y="4813620"/>
                <a:ext cx="1199406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9" name="直線接點 77">
            <a:extLst>
              <a:ext uri="{FF2B5EF4-FFF2-40B4-BE49-F238E27FC236}">
                <a16:creationId xmlns:a16="http://schemas.microsoft.com/office/drawing/2014/main" id="{83DD1DA0-AB12-0695-E678-9342C694ECE8}"/>
              </a:ext>
            </a:extLst>
          </p:cNvPr>
          <p:cNvCxnSpPr>
            <a:cxnSpLocks/>
          </p:cNvCxnSpPr>
          <p:nvPr/>
        </p:nvCxnSpPr>
        <p:spPr bwMode="auto">
          <a:xfrm>
            <a:off x="479684" y="5213730"/>
            <a:ext cx="955092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11" name="文字方塊 75">
                <a:extLst>
                  <a:ext uri="{FF2B5EF4-FFF2-40B4-BE49-F238E27FC236}">
                    <a16:creationId xmlns:a16="http://schemas.microsoft.com/office/drawing/2014/main" id="{800AFC74-494D-AF57-E53A-45E948265AAD}"/>
                  </a:ext>
                </a:extLst>
              </p:cNvPr>
              <p:cNvSpPr txBox="1"/>
              <p:nvPr/>
            </p:nvSpPr>
            <p:spPr>
              <a:xfrm>
                <a:off x="411875" y="5231248"/>
                <a:ext cx="119940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Calligraphy" panose="03010101010101010101" pitchFamily="66" charset="0"/>
                  </a:rPr>
                  <a:t>A</a:t>
                </a:r>
                <a:r>
                  <a:rPr lang="en-US" altLang="zh-HK" sz="1200" b="1">
                    <a:ln>
                      <a:solidFill>
                        <a:schemeClr val="tx1"/>
                      </a:solidFill>
                    </a:ln>
                    <a:solidFill>
                      <a:srgbClr val="FF0000"/>
                    </a:solidFill>
                    <a:latin typeface="Lucida Handwriting" panose="03010101010101010101" pitchFamily="66" charset="0"/>
                  </a:rPr>
                  <a:t>1</a:t>
                </a:r>
                <a:r>
                  <a:rPr lang="en-US" altLang="zh-HK" sz="1200" b="1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Handwriting" panose="03010101010101010101" pitchFamily="66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altLang="zh-HK" sz="20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Calligraphy" panose="03010101010101010101" pitchFamily="66" charset="0"/>
                      </a:rPr>
                      <m:t>A</m:t>
                    </m:r>
                    <m:r>
                      <m:rPr>
                        <m:nor/>
                      </m:rPr>
                      <a:rPr lang="en-US" altLang="zh-HK" sz="1200" b="1" dirty="0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rgbClr val="FFFF00"/>
                        </a:solidFill>
                        <a:latin typeface="Lucida Handwriting" panose="03010101010101010101" pitchFamily="66" charset="0"/>
                      </a:rPr>
                      <m:t>0</m:t>
                    </m:r>
                  </m:oMath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11" name="文字方塊 75">
                <a:extLst>
                  <a:ext uri="{FF2B5EF4-FFF2-40B4-BE49-F238E27FC236}">
                    <a16:creationId xmlns:a16="http://schemas.microsoft.com/office/drawing/2014/main" id="{800AFC74-494D-AF57-E53A-45E948265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875" y="5231248"/>
                <a:ext cx="1199406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2" name="文字方塊 27">
                <a:extLst>
                  <a:ext uri="{FF2B5EF4-FFF2-40B4-BE49-F238E27FC236}">
                    <a16:creationId xmlns:a16="http://schemas.microsoft.com/office/drawing/2014/main" id="{26B4508B-1B19-5198-EADE-D08CC0D26E29}"/>
                  </a:ext>
                </a:extLst>
              </p:cNvPr>
              <p:cNvSpPr txBox="1"/>
              <p:nvPr/>
            </p:nvSpPr>
            <p:spPr>
              <a:xfrm>
                <a:off x="1532614" y="49807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12" name="文字方塊 27">
                <a:extLst>
                  <a:ext uri="{FF2B5EF4-FFF2-40B4-BE49-F238E27FC236}">
                    <a16:creationId xmlns:a16="http://schemas.microsoft.com/office/drawing/2014/main" id="{26B4508B-1B19-5198-EADE-D08CC0D26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614" y="4980700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3" name="群組 74">
            <a:extLst>
              <a:ext uri="{FF2B5EF4-FFF2-40B4-BE49-F238E27FC236}">
                <a16:creationId xmlns:a16="http://schemas.microsoft.com/office/drawing/2014/main" id="{2981835F-77B8-D633-A780-2E31082B3E5C}"/>
              </a:ext>
            </a:extLst>
          </p:cNvPr>
          <p:cNvGrpSpPr/>
          <p:nvPr/>
        </p:nvGrpSpPr>
        <p:grpSpPr>
          <a:xfrm>
            <a:off x="1852498" y="4844380"/>
            <a:ext cx="730952" cy="766491"/>
            <a:chOff x="2894033" y="4679928"/>
            <a:chExt cx="730952" cy="766491"/>
          </a:xfrm>
        </p:grpSpPr>
        <p:sp>
          <p:nvSpPr>
            <p:cNvPr id="514" name="文字方塊 75">
              <a:extLst>
                <a:ext uri="{FF2B5EF4-FFF2-40B4-BE49-F238E27FC236}">
                  <a16:creationId xmlns:a16="http://schemas.microsoft.com/office/drawing/2014/main" id="{CF387379-A59F-7D7F-1998-604233660E13}"/>
                </a:ext>
              </a:extLst>
            </p:cNvPr>
            <p:cNvSpPr txBox="1"/>
            <p:nvPr/>
          </p:nvSpPr>
          <p:spPr>
            <a:xfrm>
              <a:off x="2894033" y="4679928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256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515" name="群組 76">
              <a:extLst>
                <a:ext uri="{FF2B5EF4-FFF2-40B4-BE49-F238E27FC236}">
                  <a16:creationId xmlns:a16="http://schemas.microsoft.com/office/drawing/2014/main" id="{D6A8F824-0BE0-8142-7A19-6BEA11B1BEFA}"/>
                </a:ext>
              </a:extLst>
            </p:cNvPr>
            <p:cNvGrpSpPr/>
            <p:nvPr/>
          </p:nvGrpSpPr>
          <p:grpSpPr>
            <a:xfrm>
              <a:off x="2951357" y="5030047"/>
              <a:ext cx="673628" cy="416372"/>
              <a:chOff x="2951357" y="5030047"/>
              <a:chExt cx="673628" cy="416372"/>
            </a:xfrm>
          </p:grpSpPr>
          <p:cxnSp>
            <p:nvCxnSpPr>
              <p:cNvPr id="516" name="直線接點 77">
                <a:extLst>
                  <a:ext uri="{FF2B5EF4-FFF2-40B4-BE49-F238E27FC236}">
                    <a16:creationId xmlns:a16="http://schemas.microsoft.com/office/drawing/2014/main" id="{E6EF86B0-71B5-8A40-72F6-FFFD4E095AE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951357" y="5030047"/>
                <a:ext cx="673628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17" name="文字方塊 78">
                <a:extLst>
                  <a:ext uri="{FF2B5EF4-FFF2-40B4-BE49-F238E27FC236}">
                    <a16:creationId xmlns:a16="http://schemas.microsoft.com/office/drawing/2014/main" id="{FC642C44-9652-6D62-F324-9CFF4500DB1C}"/>
                  </a:ext>
                </a:extLst>
              </p:cNvPr>
              <p:cNvSpPr txBox="1"/>
              <p:nvPr/>
            </p:nvSpPr>
            <p:spPr>
              <a:xfrm>
                <a:off x="2960689" y="5046309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81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accent4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" name="筆跡 7">
                <a:extLst>
                  <a:ext uri="{FF2B5EF4-FFF2-40B4-BE49-F238E27FC236}">
                    <a16:creationId xmlns:a16="http://schemas.microsoft.com/office/drawing/2014/main" id="{C9AE8606-5BFD-7542-46F1-D3BB11B8CEF5}"/>
                  </a:ext>
                </a:extLst>
              </p14:cNvPr>
              <p14:cNvContentPartPr/>
              <p14:nvPr/>
            </p14:nvContentPartPr>
            <p14:xfrm>
              <a:off x="1904532" y="1367554"/>
              <a:ext cx="271129" cy="45719"/>
            </p14:xfrm>
          </p:contentPart>
        </mc:Choice>
        <mc:Fallback>
          <p:pic>
            <p:nvPicPr>
              <p:cNvPr id="2" name="筆跡 7">
                <a:extLst>
                  <a:ext uri="{FF2B5EF4-FFF2-40B4-BE49-F238E27FC236}">
                    <a16:creationId xmlns:a16="http://schemas.microsoft.com/office/drawing/2014/main" id="{C9AE8606-5BFD-7542-46F1-D3BB11B8CEF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850594" y="-12348146"/>
                <a:ext cx="37864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" name="筆跡 7">
                <a:extLst>
                  <a:ext uri="{FF2B5EF4-FFF2-40B4-BE49-F238E27FC236}">
                    <a16:creationId xmlns:a16="http://schemas.microsoft.com/office/drawing/2014/main" id="{8E765F3F-05C1-EB80-8450-886B32A421B9}"/>
                  </a:ext>
                </a:extLst>
              </p14:cNvPr>
              <p14:cNvContentPartPr/>
              <p14:nvPr/>
            </p14:nvContentPartPr>
            <p14:xfrm>
              <a:off x="2457517" y="1378734"/>
              <a:ext cx="142863" cy="45719"/>
            </p14:xfrm>
          </p:contentPart>
        </mc:Choice>
        <mc:Fallback>
          <p:pic>
            <p:nvPicPr>
              <p:cNvPr id="3" name="筆跡 7">
                <a:extLst>
                  <a:ext uri="{FF2B5EF4-FFF2-40B4-BE49-F238E27FC236}">
                    <a16:creationId xmlns:a16="http://schemas.microsoft.com/office/drawing/2014/main" id="{8E765F3F-05C1-EB80-8450-886B32A421B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403674" y="-12336966"/>
                <a:ext cx="250190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群組 74">
            <a:extLst>
              <a:ext uri="{FF2B5EF4-FFF2-40B4-BE49-F238E27FC236}">
                <a16:creationId xmlns:a16="http://schemas.microsoft.com/office/drawing/2014/main" id="{396268E2-8A2B-382C-0A12-F821F415027A}"/>
              </a:ext>
            </a:extLst>
          </p:cNvPr>
          <p:cNvGrpSpPr/>
          <p:nvPr/>
        </p:nvGrpSpPr>
        <p:grpSpPr>
          <a:xfrm>
            <a:off x="62036" y="5569166"/>
            <a:ext cx="538930" cy="730204"/>
            <a:chOff x="2860372" y="4705951"/>
            <a:chExt cx="538930" cy="730204"/>
          </a:xfrm>
        </p:grpSpPr>
        <p:sp>
          <p:nvSpPr>
            <p:cNvPr id="8" name="文字方塊 75">
              <a:extLst>
                <a:ext uri="{FF2B5EF4-FFF2-40B4-BE49-F238E27FC236}">
                  <a16:creationId xmlns:a16="http://schemas.microsoft.com/office/drawing/2014/main" id="{D25C7A99-6B32-ED09-21ED-F621119558E5}"/>
                </a:ext>
              </a:extLst>
            </p:cNvPr>
            <p:cNvSpPr txBox="1"/>
            <p:nvPr/>
          </p:nvSpPr>
          <p:spPr>
            <a:xfrm>
              <a:off x="2860372" y="4705951"/>
              <a:ext cx="5389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A</a:t>
              </a:r>
              <a:r>
                <a:rPr lang="en-US" altLang="zh-HK" sz="1200" b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Handwriting" panose="03010101010101010101" pitchFamily="66" charset="0"/>
                </a:rPr>
                <a:t>2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9" name="群組 76">
              <a:extLst>
                <a:ext uri="{FF2B5EF4-FFF2-40B4-BE49-F238E27FC236}">
                  <a16:creationId xmlns:a16="http://schemas.microsoft.com/office/drawing/2014/main" id="{FEA90146-78D4-1982-5CFD-5D80CF090005}"/>
                </a:ext>
              </a:extLst>
            </p:cNvPr>
            <p:cNvGrpSpPr/>
            <p:nvPr/>
          </p:nvGrpSpPr>
          <p:grpSpPr>
            <a:xfrm>
              <a:off x="2860372" y="5036045"/>
              <a:ext cx="538930" cy="400110"/>
              <a:chOff x="2860372" y="5036045"/>
              <a:chExt cx="538930" cy="400110"/>
            </a:xfrm>
          </p:grpSpPr>
          <p:cxnSp>
            <p:nvCxnSpPr>
              <p:cNvPr id="11" name="直線接點 77">
                <a:extLst>
                  <a:ext uri="{FF2B5EF4-FFF2-40B4-BE49-F238E27FC236}">
                    <a16:creationId xmlns:a16="http://schemas.microsoft.com/office/drawing/2014/main" id="{C6A4F724-F48B-8D76-06D9-4782873EC48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471067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3" name="文字方塊 78">
                <a:extLst>
                  <a:ext uri="{FF2B5EF4-FFF2-40B4-BE49-F238E27FC236}">
                    <a16:creationId xmlns:a16="http://schemas.microsoft.com/office/drawing/2014/main" id="{41ED8546-6CC1-B075-3AB6-E43CD80570F3}"/>
                  </a:ext>
                </a:extLst>
              </p:cNvPr>
              <p:cNvSpPr txBox="1"/>
              <p:nvPr/>
            </p:nvSpPr>
            <p:spPr>
              <a:xfrm>
                <a:off x="2860372" y="5036045"/>
                <a:ext cx="5389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A</a:t>
                </a:r>
                <a:r>
                  <a:rPr lang="en-US" altLang="zh-HK" sz="12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0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字方塊 17">
                <a:extLst>
                  <a:ext uri="{FF2B5EF4-FFF2-40B4-BE49-F238E27FC236}">
                    <a16:creationId xmlns:a16="http://schemas.microsoft.com/office/drawing/2014/main" id="{ED8354EA-433E-D060-D4ED-5C410B2FDA13}"/>
                  </a:ext>
                </a:extLst>
              </p:cNvPr>
              <p:cNvSpPr txBox="1"/>
              <p:nvPr/>
            </p:nvSpPr>
            <p:spPr>
              <a:xfrm>
                <a:off x="581509" y="568574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15" name="文字方塊 17">
                <a:extLst>
                  <a:ext uri="{FF2B5EF4-FFF2-40B4-BE49-F238E27FC236}">
                    <a16:creationId xmlns:a16="http://schemas.microsoft.com/office/drawing/2014/main" id="{ED8354EA-433E-D060-D4ED-5C410B2FD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09" y="5685740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群組 74">
            <a:extLst>
              <a:ext uri="{FF2B5EF4-FFF2-40B4-BE49-F238E27FC236}">
                <a16:creationId xmlns:a16="http://schemas.microsoft.com/office/drawing/2014/main" id="{34DD7752-9B64-89A6-8258-A91B5E5CED6E}"/>
              </a:ext>
            </a:extLst>
          </p:cNvPr>
          <p:cNvGrpSpPr/>
          <p:nvPr/>
        </p:nvGrpSpPr>
        <p:grpSpPr>
          <a:xfrm>
            <a:off x="929182" y="5569166"/>
            <a:ext cx="538930" cy="730204"/>
            <a:chOff x="2860372" y="4705951"/>
            <a:chExt cx="538930" cy="730204"/>
          </a:xfrm>
        </p:grpSpPr>
        <p:sp>
          <p:nvSpPr>
            <p:cNvPr id="18" name="文字方塊 75">
              <a:extLst>
                <a:ext uri="{FF2B5EF4-FFF2-40B4-BE49-F238E27FC236}">
                  <a16:creationId xmlns:a16="http://schemas.microsoft.com/office/drawing/2014/main" id="{9F691405-B3DE-CCD0-15EE-B5943FF0539E}"/>
                </a:ext>
              </a:extLst>
            </p:cNvPr>
            <p:cNvSpPr txBox="1"/>
            <p:nvPr/>
          </p:nvSpPr>
          <p:spPr>
            <a:xfrm>
              <a:off x="2860372" y="4705951"/>
              <a:ext cx="5389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r>
                <a:rPr lang="en-US" altLang="zh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0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19" name="群組 76">
              <a:extLst>
                <a:ext uri="{FF2B5EF4-FFF2-40B4-BE49-F238E27FC236}">
                  <a16:creationId xmlns:a16="http://schemas.microsoft.com/office/drawing/2014/main" id="{9403AA8B-FC04-11FC-A1AD-A3FDDA04EC4D}"/>
                </a:ext>
              </a:extLst>
            </p:cNvPr>
            <p:cNvGrpSpPr/>
            <p:nvPr/>
          </p:nvGrpSpPr>
          <p:grpSpPr>
            <a:xfrm>
              <a:off x="2860372" y="5036045"/>
              <a:ext cx="538930" cy="400110"/>
              <a:chOff x="2860372" y="5036045"/>
              <a:chExt cx="538930" cy="400110"/>
            </a:xfrm>
          </p:grpSpPr>
          <p:cxnSp>
            <p:nvCxnSpPr>
              <p:cNvPr id="20" name="直線接點 77">
                <a:extLst>
                  <a:ext uri="{FF2B5EF4-FFF2-40B4-BE49-F238E27FC236}">
                    <a16:creationId xmlns:a16="http://schemas.microsoft.com/office/drawing/2014/main" id="{E20F799F-A7C3-FEEC-0FFC-77502CDB008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471067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1" name="文字方塊 78">
                <a:extLst>
                  <a:ext uri="{FF2B5EF4-FFF2-40B4-BE49-F238E27FC236}">
                    <a16:creationId xmlns:a16="http://schemas.microsoft.com/office/drawing/2014/main" id="{AC54C601-4596-DD87-7521-3C8DD360F76F}"/>
                  </a:ext>
                </a:extLst>
              </p:cNvPr>
              <p:cNvSpPr txBox="1"/>
              <p:nvPr/>
            </p:nvSpPr>
            <p:spPr>
              <a:xfrm>
                <a:off x="2860372" y="5036045"/>
                <a:ext cx="5389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A</a:t>
                </a:r>
                <a:r>
                  <a:rPr lang="en-US" altLang="zh-HK" sz="12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0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cxnSp>
        <p:nvCxnSpPr>
          <p:cNvPr id="22" name="直線接點 77">
            <a:extLst>
              <a:ext uri="{FF2B5EF4-FFF2-40B4-BE49-F238E27FC236}">
                <a16:creationId xmlns:a16="http://schemas.microsoft.com/office/drawing/2014/main" id="{24A7495A-2DD7-3090-998D-51EEC6FBA419}"/>
              </a:ext>
            </a:extLst>
          </p:cNvPr>
          <p:cNvCxnSpPr>
            <a:cxnSpLocks/>
          </p:cNvCxnSpPr>
          <p:nvPr/>
        </p:nvCxnSpPr>
        <p:spPr bwMode="auto">
          <a:xfrm>
            <a:off x="81688" y="6207967"/>
            <a:ext cx="1444504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6" name="群組 74">
            <a:extLst>
              <a:ext uri="{FF2B5EF4-FFF2-40B4-BE49-F238E27FC236}">
                <a16:creationId xmlns:a16="http://schemas.microsoft.com/office/drawing/2014/main" id="{11D1B470-1C89-1A8C-E952-93CD8A14A320}"/>
              </a:ext>
            </a:extLst>
          </p:cNvPr>
          <p:cNvGrpSpPr/>
          <p:nvPr/>
        </p:nvGrpSpPr>
        <p:grpSpPr>
          <a:xfrm>
            <a:off x="78207" y="6207967"/>
            <a:ext cx="538930" cy="730204"/>
            <a:chOff x="2860372" y="4705951"/>
            <a:chExt cx="538930" cy="730204"/>
          </a:xfrm>
        </p:grpSpPr>
        <p:sp>
          <p:nvSpPr>
            <p:cNvPr id="28" name="文字方塊 75">
              <a:extLst>
                <a:ext uri="{FF2B5EF4-FFF2-40B4-BE49-F238E27FC236}">
                  <a16:creationId xmlns:a16="http://schemas.microsoft.com/office/drawing/2014/main" id="{17B84842-88C1-DD7C-3E06-B92283DBC0F9}"/>
                </a:ext>
              </a:extLst>
            </p:cNvPr>
            <p:cNvSpPr txBox="1"/>
            <p:nvPr/>
          </p:nvSpPr>
          <p:spPr>
            <a:xfrm>
              <a:off x="2860372" y="4705951"/>
              <a:ext cx="5389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Calligraphy" panose="03010101010101010101" pitchFamily="66" charset="0"/>
                </a:rPr>
                <a:t>A</a:t>
              </a:r>
              <a:r>
                <a:rPr lang="en-US" altLang="zh-HK" sz="1200" b="1">
                  <a:ln>
                    <a:solidFill>
                      <a:schemeClr val="tx1"/>
                    </a:solidFill>
                  </a:ln>
                  <a:solidFill>
                    <a:srgbClr val="FF0000"/>
                  </a:solidFill>
                  <a:latin typeface="Lucida Handwriting" panose="03010101010101010101" pitchFamily="66" charset="0"/>
                </a:rPr>
                <a:t>1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32" name="群組 76">
              <a:extLst>
                <a:ext uri="{FF2B5EF4-FFF2-40B4-BE49-F238E27FC236}">
                  <a16:creationId xmlns:a16="http://schemas.microsoft.com/office/drawing/2014/main" id="{E521CB56-CB1C-B203-7734-E7C39AAD0328}"/>
                </a:ext>
              </a:extLst>
            </p:cNvPr>
            <p:cNvGrpSpPr/>
            <p:nvPr/>
          </p:nvGrpSpPr>
          <p:grpSpPr>
            <a:xfrm>
              <a:off x="2860372" y="5036045"/>
              <a:ext cx="538930" cy="400110"/>
              <a:chOff x="2860372" y="5036045"/>
              <a:chExt cx="538930" cy="400110"/>
            </a:xfrm>
          </p:grpSpPr>
          <p:cxnSp>
            <p:nvCxnSpPr>
              <p:cNvPr id="43" name="直線接點 77">
                <a:extLst>
                  <a:ext uri="{FF2B5EF4-FFF2-40B4-BE49-F238E27FC236}">
                    <a16:creationId xmlns:a16="http://schemas.microsoft.com/office/drawing/2014/main" id="{A89B8C8A-147F-8CF3-17C5-408DBB4D8E1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471067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4" name="文字方塊 78">
                <a:extLst>
                  <a:ext uri="{FF2B5EF4-FFF2-40B4-BE49-F238E27FC236}">
                    <a16:creationId xmlns:a16="http://schemas.microsoft.com/office/drawing/2014/main" id="{B0AC14B4-59D1-C3F6-E3A8-C44B06D436F4}"/>
                  </a:ext>
                </a:extLst>
              </p:cNvPr>
              <p:cNvSpPr txBox="1"/>
              <p:nvPr/>
            </p:nvSpPr>
            <p:spPr>
              <a:xfrm>
                <a:off x="2860372" y="5036045"/>
                <a:ext cx="5389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A</a:t>
                </a:r>
                <a:r>
                  <a:rPr lang="en-US" altLang="zh-HK" sz="12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0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字方塊 17">
                <a:extLst>
                  <a:ext uri="{FF2B5EF4-FFF2-40B4-BE49-F238E27FC236}">
                    <a16:creationId xmlns:a16="http://schemas.microsoft.com/office/drawing/2014/main" id="{A969440C-4C92-59D0-176B-0C4F2D0378BB}"/>
                  </a:ext>
                </a:extLst>
              </p:cNvPr>
              <p:cNvSpPr txBox="1"/>
              <p:nvPr/>
            </p:nvSpPr>
            <p:spPr>
              <a:xfrm>
                <a:off x="576294" y="633569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5" name="文字方塊 17">
                <a:extLst>
                  <a:ext uri="{FF2B5EF4-FFF2-40B4-BE49-F238E27FC236}">
                    <a16:creationId xmlns:a16="http://schemas.microsoft.com/office/drawing/2014/main" id="{A969440C-4C92-59D0-176B-0C4F2D0378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94" y="6335693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群組 74">
            <a:extLst>
              <a:ext uri="{FF2B5EF4-FFF2-40B4-BE49-F238E27FC236}">
                <a16:creationId xmlns:a16="http://schemas.microsoft.com/office/drawing/2014/main" id="{249D80DF-8AB7-ECA2-E59D-0EC348F36D66}"/>
              </a:ext>
            </a:extLst>
          </p:cNvPr>
          <p:cNvGrpSpPr/>
          <p:nvPr/>
        </p:nvGrpSpPr>
        <p:grpSpPr>
          <a:xfrm>
            <a:off x="938514" y="6207967"/>
            <a:ext cx="538930" cy="730204"/>
            <a:chOff x="2860372" y="4705951"/>
            <a:chExt cx="538930" cy="730204"/>
          </a:xfrm>
        </p:grpSpPr>
        <p:sp>
          <p:nvSpPr>
            <p:cNvPr id="49" name="文字方塊 75">
              <a:extLst>
                <a:ext uri="{FF2B5EF4-FFF2-40B4-BE49-F238E27FC236}">
                  <a16:creationId xmlns:a16="http://schemas.microsoft.com/office/drawing/2014/main" id="{4AE960D5-6CFB-BB4B-AC37-49AE0D0BFCBE}"/>
                </a:ext>
              </a:extLst>
            </p:cNvPr>
            <p:cNvSpPr txBox="1"/>
            <p:nvPr/>
          </p:nvSpPr>
          <p:spPr>
            <a:xfrm>
              <a:off x="2860372" y="4705951"/>
              <a:ext cx="5389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rPr>
                <a:t>A</a:t>
              </a:r>
              <a:r>
                <a:rPr lang="en-US" altLang="zh-HK" sz="12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0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51" name="群組 76">
              <a:extLst>
                <a:ext uri="{FF2B5EF4-FFF2-40B4-BE49-F238E27FC236}">
                  <a16:creationId xmlns:a16="http://schemas.microsoft.com/office/drawing/2014/main" id="{E9FCA602-0950-E9FF-D3D6-023B154059F5}"/>
                </a:ext>
              </a:extLst>
            </p:cNvPr>
            <p:cNvGrpSpPr/>
            <p:nvPr/>
          </p:nvGrpSpPr>
          <p:grpSpPr>
            <a:xfrm>
              <a:off x="2860372" y="5036045"/>
              <a:ext cx="538930" cy="400110"/>
              <a:chOff x="2860372" y="5036045"/>
              <a:chExt cx="538930" cy="400110"/>
            </a:xfrm>
          </p:grpSpPr>
          <p:cxnSp>
            <p:nvCxnSpPr>
              <p:cNvPr id="52" name="直線接點 77">
                <a:extLst>
                  <a:ext uri="{FF2B5EF4-FFF2-40B4-BE49-F238E27FC236}">
                    <a16:creationId xmlns:a16="http://schemas.microsoft.com/office/drawing/2014/main" id="{BE5A4350-C5D1-C2ED-4F0C-BFC169AF72C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96107" y="5036045"/>
                <a:ext cx="471067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3" name="文字方塊 78">
                <a:extLst>
                  <a:ext uri="{FF2B5EF4-FFF2-40B4-BE49-F238E27FC236}">
                    <a16:creationId xmlns:a16="http://schemas.microsoft.com/office/drawing/2014/main" id="{6830042F-355D-F79F-5FF9-F58478BF1CEA}"/>
                  </a:ext>
                </a:extLst>
              </p:cNvPr>
              <p:cNvSpPr txBox="1"/>
              <p:nvPr/>
            </p:nvSpPr>
            <p:spPr>
              <a:xfrm>
                <a:off x="2860372" y="5036045"/>
                <a:ext cx="53893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sz="20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A</a:t>
                </a:r>
                <a:r>
                  <a:rPr lang="en-US" altLang="zh-HK" sz="1200" b="1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0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字方塊 27">
                <a:extLst>
                  <a:ext uri="{FF2B5EF4-FFF2-40B4-BE49-F238E27FC236}">
                    <a16:creationId xmlns:a16="http://schemas.microsoft.com/office/drawing/2014/main" id="{4D97119B-214B-0501-9643-DB240A8F021A}"/>
                  </a:ext>
                </a:extLst>
              </p:cNvPr>
              <p:cNvSpPr txBox="1"/>
              <p:nvPr/>
            </p:nvSpPr>
            <p:spPr>
              <a:xfrm>
                <a:off x="1543537" y="601259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4" name="文字方塊 27">
                <a:extLst>
                  <a:ext uri="{FF2B5EF4-FFF2-40B4-BE49-F238E27FC236}">
                    <a16:creationId xmlns:a16="http://schemas.microsoft.com/office/drawing/2014/main" id="{4D97119B-214B-0501-9643-DB240A8F0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537" y="6012591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群組 74">
            <a:extLst>
              <a:ext uri="{FF2B5EF4-FFF2-40B4-BE49-F238E27FC236}">
                <a16:creationId xmlns:a16="http://schemas.microsoft.com/office/drawing/2014/main" id="{A7CF2C60-85F3-9F13-FD2A-EF5BC55BADBB}"/>
              </a:ext>
            </a:extLst>
          </p:cNvPr>
          <p:cNvGrpSpPr/>
          <p:nvPr/>
        </p:nvGrpSpPr>
        <p:grpSpPr>
          <a:xfrm>
            <a:off x="1870934" y="5865637"/>
            <a:ext cx="730952" cy="766491"/>
            <a:chOff x="2894033" y="4679928"/>
            <a:chExt cx="730952" cy="766491"/>
          </a:xfrm>
        </p:grpSpPr>
        <p:sp>
          <p:nvSpPr>
            <p:cNvPr id="58" name="文字方塊 75">
              <a:extLst>
                <a:ext uri="{FF2B5EF4-FFF2-40B4-BE49-F238E27FC236}">
                  <a16:creationId xmlns:a16="http://schemas.microsoft.com/office/drawing/2014/main" id="{E1FAEBBE-3D02-A832-E63C-7ACF49A5FB92}"/>
                </a:ext>
              </a:extLst>
            </p:cNvPr>
            <p:cNvSpPr txBox="1"/>
            <p:nvPr/>
          </p:nvSpPr>
          <p:spPr>
            <a:xfrm>
              <a:off x="2894033" y="4679928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256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60" name="群組 76">
              <a:extLst>
                <a:ext uri="{FF2B5EF4-FFF2-40B4-BE49-F238E27FC236}">
                  <a16:creationId xmlns:a16="http://schemas.microsoft.com/office/drawing/2014/main" id="{17825EB8-7A2A-6450-3606-E22B80E0E6CC}"/>
                </a:ext>
              </a:extLst>
            </p:cNvPr>
            <p:cNvGrpSpPr/>
            <p:nvPr/>
          </p:nvGrpSpPr>
          <p:grpSpPr>
            <a:xfrm>
              <a:off x="2951357" y="5030047"/>
              <a:ext cx="673628" cy="416372"/>
              <a:chOff x="2951357" y="5030047"/>
              <a:chExt cx="673628" cy="416372"/>
            </a:xfrm>
          </p:grpSpPr>
          <p:cxnSp>
            <p:nvCxnSpPr>
              <p:cNvPr id="61" name="直線接點 77">
                <a:extLst>
                  <a:ext uri="{FF2B5EF4-FFF2-40B4-BE49-F238E27FC236}">
                    <a16:creationId xmlns:a16="http://schemas.microsoft.com/office/drawing/2014/main" id="{A7E6252D-E6E8-6D62-96AB-BFF98592708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951357" y="5030047"/>
                <a:ext cx="673628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2" name="文字方塊 78">
                <a:extLst>
                  <a:ext uri="{FF2B5EF4-FFF2-40B4-BE49-F238E27FC236}">
                    <a16:creationId xmlns:a16="http://schemas.microsoft.com/office/drawing/2014/main" id="{2F4493A6-3B15-E2CA-802D-2D63A9F85DC0}"/>
                  </a:ext>
                </a:extLst>
              </p:cNvPr>
              <p:cNvSpPr txBox="1"/>
              <p:nvPr/>
            </p:nvSpPr>
            <p:spPr>
              <a:xfrm>
                <a:off x="2960689" y="5046309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81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accent4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grpSp>
        <p:nvGrpSpPr>
          <p:cNvPr id="63" name="群組 74">
            <a:extLst>
              <a:ext uri="{FF2B5EF4-FFF2-40B4-BE49-F238E27FC236}">
                <a16:creationId xmlns:a16="http://schemas.microsoft.com/office/drawing/2014/main" id="{E274BAA5-9E1B-472A-E3AE-46D3F1F24140}"/>
              </a:ext>
            </a:extLst>
          </p:cNvPr>
          <p:cNvGrpSpPr/>
          <p:nvPr/>
        </p:nvGrpSpPr>
        <p:grpSpPr>
          <a:xfrm>
            <a:off x="3275820" y="4775057"/>
            <a:ext cx="530915" cy="766491"/>
            <a:chOff x="2894033" y="4679928"/>
            <a:chExt cx="530915" cy="766491"/>
          </a:xfrm>
        </p:grpSpPr>
        <p:sp>
          <p:nvSpPr>
            <p:cNvPr id="449" name="文字方塊 75">
              <a:extLst>
                <a:ext uri="{FF2B5EF4-FFF2-40B4-BE49-F238E27FC236}">
                  <a16:creationId xmlns:a16="http://schemas.microsoft.com/office/drawing/2014/main" id="{376FD797-86B1-99CB-ACC7-65A2BE65D892}"/>
                </a:ext>
              </a:extLst>
            </p:cNvPr>
            <p:cNvSpPr txBox="1"/>
            <p:nvPr/>
          </p:nvSpPr>
          <p:spPr>
            <a:xfrm>
              <a:off x="2894033" y="4679928"/>
              <a:ext cx="5309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25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450" name="群組 76">
              <a:extLst>
                <a:ext uri="{FF2B5EF4-FFF2-40B4-BE49-F238E27FC236}">
                  <a16:creationId xmlns:a16="http://schemas.microsoft.com/office/drawing/2014/main" id="{0583BF39-099E-4136-98AB-9D3EEF6BEFEE}"/>
                </a:ext>
              </a:extLst>
            </p:cNvPr>
            <p:cNvGrpSpPr/>
            <p:nvPr/>
          </p:nvGrpSpPr>
          <p:grpSpPr>
            <a:xfrm>
              <a:off x="2951357" y="5029862"/>
              <a:ext cx="473591" cy="416557"/>
              <a:chOff x="2951357" y="5029862"/>
              <a:chExt cx="473591" cy="416557"/>
            </a:xfrm>
          </p:grpSpPr>
          <p:cxnSp>
            <p:nvCxnSpPr>
              <p:cNvPr id="451" name="直線接點 77">
                <a:extLst>
                  <a:ext uri="{FF2B5EF4-FFF2-40B4-BE49-F238E27FC236}">
                    <a16:creationId xmlns:a16="http://schemas.microsoft.com/office/drawing/2014/main" id="{7ED0B269-140C-0738-9B25-04868ACFDE7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951357" y="5029862"/>
                <a:ext cx="473591" cy="185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52" name="文字方塊 78">
                <a:extLst>
                  <a:ext uri="{FF2B5EF4-FFF2-40B4-BE49-F238E27FC236}">
                    <a16:creationId xmlns:a16="http://schemas.microsoft.com/office/drawing/2014/main" id="{E01C9C8C-6F22-0B50-8509-98EAC928E08A}"/>
                  </a:ext>
                </a:extLst>
              </p:cNvPr>
              <p:cNvSpPr txBox="1"/>
              <p:nvPr/>
            </p:nvSpPr>
            <p:spPr>
              <a:xfrm>
                <a:off x="2960689" y="5046309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9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53" name="文字方塊 17">
                <a:extLst>
                  <a:ext uri="{FF2B5EF4-FFF2-40B4-BE49-F238E27FC236}">
                    <a16:creationId xmlns:a16="http://schemas.microsoft.com/office/drawing/2014/main" id="{1EE6C78C-F9EA-6A92-6BDA-B5E436DA9AAC}"/>
                  </a:ext>
                </a:extLst>
              </p:cNvPr>
              <p:cNvSpPr txBox="1"/>
              <p:nvPr/>
            </p:nvSpPr>
            <p:spPr>
              <a:xfrm>
                <a:off x="3811862" y="492891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53" name="文字方塊 17">
                <a:extLst>
                  <a:ext uri="{FF2B5EF4-FFF2-40B4-BE49-F238E27FC236}">
                    <a16:creationId xmlns:a16="http://schemas.microsoft.com/office/drawing/2014/main" id="{1EE6C78C-F9EA-6A92-6BDA-B5E436DA9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1862" y="4928913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4" name="文字方塊 78">
            <a:extLst>
              <a:ext uri="{FF2B5EF4-FFF2-40B4-BE49-F238E27FC236}">
                <a16:creationId xmlns:a16="http://schemas.microsoft.com/office/drawing/2014/main" id="{F147C113-9A7B-AF5B-A9B2-3A9B35D55073}"/>
              </a:ext>
            </a:extLst>
          </p:cNvPr>
          <p:cNvSpPr txBox="1"/>
          <p:nvPr/>
        </p:nvSpPr>
        <p:spPr>
          <a:xfrm>
            <a:off x="4100741" y="4928913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cxnSp>
        <p:nvCxnSpPr>
          <p:cNvPr id="455" name="直線接點 77">
            <a:extLst>
              <a:ext uri="{FF2B5EF4-FFF2-40B4-BE49-F238E27FC236}">
                <a16:creationId xmlns:a16="http://schemas.microsoft.com/office/drawing/2014/main" id="{07F9DA4A-A253-3936-C40B-9F79ECD2E759}"/>
              </a:ext>
            </a:extLst>
          </p:cNvPr>
          <p:cNvCxnSpPr>
            <a:cxnSpLocks/>
          </p:cNvCxnSpPr>
          <p:nvPr/>
        </p:nvCxnSpPr>
        <p:spPr bwMode="auto">
          <a:xfrm>
            <a:off x="3228397" y="5459691"/>
            <a:ext cx="1221077" cy="279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03" name="群組 74">
            <a:extLst>
              <a:ext uri="{FF2B5EF4-FFF2-40B4-BE49-F238E27FC236}">
                <a16:creationId xmlns:a16="http://schemas.microsoft.com/office/drawing/2014/main" id="{777D6F29-5A27-5667-0DB3-6DBF802C409C}"/>
              </a:ext>
            </a:extLst>
          </p:cNvPr>
          <p:cNvGrpSpPr/>
          <p:nvPr/>
        </p:nvGrpSpPr>
        <p:grpSpPr>
          <a:xfrm>
            <a:off x="3128296" y="5469480"/>
            <a:ext cx="704039" cy="763933"/>
            <a:chOff x="2868975" y="4682486"/>
            <a:chExt cx="704039" cy="763933"/>
          </a:xfrm>
        </p:grpSpPr>
        <p:sp>
          <p:nvSpPr>
            <p:cNvPr id="504" name="文字方塊 75">
              <a:extLst>
                <a:ext uri="{FF2B5EF4-FFF2-40B4-BE49-F238E27FC236}">
                  <a16:creationId xmlns:a16="http://schemas.microsoft.com/office/drawing/2014/main" id="{C5B1BF06-DFFC-0DDC-24D2-6D37088A8A67}"/>
                </a:ext>
              </a:extLst>
            </p:cNvPr>
            <p:cNvSpPr txBox="1"/>
            <p:nvPr/>
          </p:nvSpPr>
          <p:spPr>
            <a:xfrm>
              <a:off x="3063507" y="4682486"/>
              <a:ext cx="3674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505" name="群組 76">
              <a:extLst>
                <a:ext uri="{FF2B5EF4-FFF2-40B4-BE49-F238E27FC236}">
                  <a16:creationId xmlns:a16="http://schemas.microsoft.com/office/drawing/2014/main" id="{688164E1-FE00-AE54-F9DE-DFA8AB7A08CB}"/>
                </a:ext>
              </a:extLst>
            </p:cNvPr>
            <p:cNvGrpSpPr/>
            <p:nvPr/>
          </p:nvGrpSpPr>
          <p:grpSpPr>
            <a:xfrm>
              <a:off x="2868975" y="5030047"/>
              <a:ext cx="704039" cy="416372"/>
              <a:chOff x="2868975" y="5030047"/>
              <a:chExt cx="704039" cy="416372"/>
            </a:xfrm>
          </p:grpSpPr>
          <p:cxnSp>
            <p:nvCxnSpPr>
              <p:cNvPr id="506" name="直線接點 77">
                <a:extLst>
                  <a:ext uri="{FF2B5EF4-FFF2-40B4-BE49-F238E27FC236}">
                    <a16:creationId xmlns:a16="http://schemas.microsoft.com/office/drawing/2014/main" id="{5D42E714-7A03-21A2-9CB5-659FD3EDAB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951357" y="5030047"/>
                <a:ext cx="621657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10" name="文字方塊 78">
                <a:extLst>
                  <a:ext uri="{FF2B5EF4-FFF2-40B4-BE49-F238E27FC236}">
                    <a16:creationId xmlns:a16="http://schemas.microsoft.com/office/drawing/2014/main" id="{E2410C99-CEB4-5976-802A-B4FD09917608}"/>
                  </a:ext>
                </a:extLst>
              </p:cNvPr>
              <p:cNvSpPr txBox="1"/>
              <p:nvPr/>
            </p:nvSpPr>
            <p:spPr>
              <a:xfrm>
                <a:off x="2868975" y="5046309"/>
                <a:ext cx="7040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144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518" name="文字方塊 106">
            <a:extLst>
              <a:ext uri="{FF2B5EF4-FFF2-40B4-BE49-F238E27FC236}">
                <a16:creationId xmlns:a16="http://schemas.microsoft.com/office/drawing/2014/main" id="{B3C25622-08F4-B0FD-6398-57C9B700D83A}"/>
              </a:ext>
            </a:extLst>
          </p:cNvPr>
          <p:cNvSpPr txBox="1"/>
          <p:nvPr/>
        </p:nvSpPr>
        <p:spPr>
          <a:xfrm>
            <a:off x="3558777" y="5437308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9" name="文字方塊 17">
                <a:extLst>
                  <a:ext uri="{FF2B5EF4-FFF2-40B4-BE49-F238E27FC236}">
                    <a16:creationId xmlns:a16="http://schemas.microsoft.com/office/drawing/2014/main" id="{BA2CCE4D-D230-2FA3-94C1-A52277647A40}"/>
                  </a:ext>
                </a:extLst>
              </p:cNvPr>
              <p:cNvSpPr txBox="1"/>
              <p:nvPr/>
            </p:nvSpPr>
            <p:spPr>
              <a:xfrm>
                <a:off x="3829720" y="56225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19" name="文字方塊 17">
                <a:extLst>
                  <a:ext uri="{FF2B5EF4-FFF2-40B4-BE49-F238E27FC236}">
                    <a16:creationId xmlns:a16="http://schemas.microsoft.com/office/drawing/2014/main" id="{BA2CCE4D-D230-2FA3-94C1-A52277647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9720" y="5622537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0" name="文字方塊 78">
            <a:extLst>
              <a:ext uri="{FF2B5EF4-FFF2-40B4-BE49-F238E27FC236}">
                <a16:creationId xmlns:a16="http://schemas.microsoft.com/office/drawing/2014/main" id="{3AFDAEA3-21FA-BDBE-06E6-BD232FABEC50}"/>
              </a:ext>
            </a:extLst>
          </p:cNvPr>
          <p:cNvSpPr txBox="1"/>
          <p:nvPr/>
        </p:nvSpPr>
        <p:spPr>
          <a:xfrm>
            <a:off x="4082438" y="5665582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1" name="文字方塊 27">
                <a:extLst>
                  <a:ext uri="{FF2B5EF4-FFF2-40B4-BE49-F238E27FC236}">
                    <a16:creationId xmlns:a16="http://schemas.microsoft.com/office/drawing/2014/main" id="{E6C68BC9-FAC9-D6AE-CADB-0DFB9C5F5D0B}"/>
                  </a:ext>
                </a:extLst>
              </p:cNvPr>
              <p:cNvSpPr txBox="1"/>
              <p:nvPr/>
            </p:nvSpPr>
            <p:spPr>
              <a:xfrm>
                <a:off x="4447158" y="524031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21" name="文字方塊 27">
                <a:extLst>
                  <a:ext uri="{FF2B5EF4-FFF2-40B4-BE49-F238E27FC236}">
                    <a16:creationId xmlns:a16="http://schemas.microsoft.com/office/drawing/2014/main" id="{E6C68BC9-FAC9-D6AE-CADB-0DFB9C5F5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158" y="5240317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2" name="群組 74">
            <a:extLst>
              <a:ext uri="{FF2B5EF4-FFF2-40B4-BE49-F238E27FC236}">
                <a16:creationId xmlns:a16="http://schemas.microsoft.com/office/drawing/2014/main" id="{4343EE3E-80A8-340D-CF66-46C5A9DAE0DC}"/>
              </a:ext>
            </a:extLst>
          </p:cNvPr>
          <p:cNvGrpSpPr/>
          <p:nvPr/>
        </p:nvGrpSpPr>
        <p:grpSpPr>
          <a:xfrm>
            <a:off x="4762771" y="5091704"/>
            <a:ext cx="730952" cy="766491"/>
            <a:chOff x="2894033" y="4679928"/>
            <a:chExt cx="730952" cy="766491"/>
          </a:xfrm>
        </p:grpSpPr>
        <p:sp>
          <p:nvSpPr>
            <p:cNvPr id="523" name="文字方塊 75">
              <a:extLst>
                <a:ext uri="{FF2B5EF4-FFF2-40B4-BE49-F238E27FC236}">
                  <a16:creationId xmlns:a16="http://schemas.microsoft.com/office/drawing/2014/main" id="{25FE5569-AAA3-9CC6-04FC-C7B6CE9FB3F6}"/>
                </a:ext>
              </a:extLst>
            </p:cNvPr>
            <p:cNvSpPr txBox="1"/>
            <p:nvPr/>
          </p:nvSpPr>
          <p:spPr>
            <a:xfrm>
              <a:off x="2894033" y="4679928"/>
              <a:ext cx="7040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Handwriting" panose="03010101010101010101" pitchFamily="66" charset="0"/>
                </a:rPr>
                <a:t>256</a:t>
              </a:r>
              <a:endParaRPr lang="en-HK" sz="20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524" name="群組 76">
              <a:extLst>
                <a:ext uri="{FF2B5EF4-FFF2-40B4-BE49-F238E27FC236}">
                  <a16:creationId xmlns:a16="http://schemas.microsoft.com/office/drawing/2014/main" id="{55E0725D-DE69-D4B0-2ECE-305F3C7DDE9A}"/>
                </a:ext>
              </a:extLst>
            </p:cNvPr>
            <p:cNvGrpSpPr/>
            <p:nvPr/>
          </p:nvGrpSpPr>
          <p:grpSpPr>
            <a:xfrm>
              <a:off x="2951357" y="5030047"/>
              <a:ext cx="673628" cy="416372"/>
              <a:chOff x="2951357" y="5030047"/>
              <a:chExt cx="673628" cy="416372"/>
            </a:xfrm>
          </p:grpSpPr>
          <p:cxnSp>
            <p:nvCxnSpPr>
              <p:cNvPr id="525" name="直線接點 77">
                <a:extLst>
                  <a:ext uri="{FF2B5EF4-FFF2-40B4-BE49-F238E27FC236}">
                    <a16:creationId xmlns:a16="http://schemas.microsoft.com/office/drawing/2014/main" id="{B61A911F-558C-716A-7259-FD2FD4266AC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951357" y="5030047"/>
                <a:ext cx="673628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26" name="文字方塊 78">
                <a:extLst>
                  <a:ext uri="{FF2B5EF4-FFF2-40B4-BE49-F238E27FC236}">
                    <a16:creationId xmlns:a16="http://schemas.microsoft.com/office/drawing/2014/main" id="{609D9848-397A-6CF6-5047-38A9BC55B3AB}"/>
                  </a:ext>
                </a:extLst>
              </p:cNvPr>
              <p:cNvSpPr txBox="1"/>
              <p:nvPr/>
            </p:nvSpPr>
            <p:spPr>
              <a:xfrm>
                <a:off x="2960689" y="5046309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Lucida Handwriting" panose="03010101010101010101" pitchFamily="66" charset="0"/>
                  </a:rPr>
                  <a:t>81</a:t>
                </a:r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accent4">
                      <a:lumMod val="40000"/>
                      <a:lumOff val="6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grpSp>
        <p:nvGrpSpPr>
          <p:cNvPr id="527" name="群組 74">
            <a:extLst>
              <a:ext uri="{FF2B5EF4-FFF2-40B4-BE49-F238E27FC236}">
                <a16:creationId xmlns:a16="http://schemas.microsoft.com/office/drawing/2014/main" id="{B0B3DC4A-6DF8-73B9-2E64-0459C25A7E8F}"/>
              </a:ext>
            </a:extLst>
          </p:cNvPr>
          <p:cNvGrpSpPr/>
          <p:nvPr/>
        </p:nvGrpSpPr>
        <p:grpSpPr>
          <a:xfrm>
            <a:off x="3835283" y="6161719"/>
            <a:ext cx="530915" cy="748058"/>
            <a:chOff x="2894033" y="4679928"/>
            <a:chExt cx="530915" cy="748058"/>
          </a:xfrm>
        </p:grpSpPr>
        <p:sp>
          <p:nvSpPr>
            <p:cNvPr id="528" name="文字方塊 75">
              <a:extLst>
                <a:ext uri="{FF2B5EF4-FFF2-40B4-BE49-F238E27FC236}">
                  <a16:creationId xmlns:a16="http://schemas.microsoft.com/office/drawing/2014/main" id="{FF82D366-B95D-FD85-63B7-049A366BF7EE}"/>
                </a:ext>
              </a:extLst>
            </p:cNvPr>
            <p:cNvSpPr txBox="1"/>
            <p:nvPr/>
          </p:nvSpPr>
          <p:spPr>
            <a:xfrm>
              <a:off x="2997579" y="467992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9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529" name="群組 76">
              <a:extLst>
                <a:ext uri="{FF2B5EF4-FFF2-40B4-BE49-F238E27FC236}">
                  <a16:creationId xmlns:a16="http://schemas.microsoft.com/office/drawing/2014/main" id="{20D9E535-81B5-8E9E-85D3-5AA8556D1E06}"/>
                </a:ext>
              </a:extLst>
            </p:cNvPr>
            <p:cNvGrpSpPr/>
            <p:nvPr/>
          </p:nvGrpSpPr>
          <p:grpSpPr>
            <a:xfrm>
              <a:off x="2894033" y="5027876"/>
              <a:ext cx="530915" cy="400110"/>
              <a:chOff x="2894033" y="5027876"/>
              <a:chExt cx="530915" cy="400110"/>
            </a:xfrm>
          </p:grpSpPr>
          <p:cxnSp>
            <p:nvCxnSpPr>
              <p:cNvPr id="530" name="直線接點 77">
                <a:extLst>
                  <a:ext uri="{FF2B5EF4-FFF2-40B4-BE49-F238E27FC236}">
                    <a16:creationId xmlns:a16="http://schemas.microsoft.com/office/drawing/2014/main" id="{7BF3F579-ED87-9F81-4251-0776CB5E3AC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951357" y="5029862"/>
                <a:ext cx="473591" cy="185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31" name="文字方塊 78">
                <a:extLst>
                  <a:ext uri="{FF2B5EF4-FFF2-40B4-BE49-F238E27FC236}">
                    <a16:creationId xmlns:a16="http://schemas.microsoft.com/office/drawing/2014/main" id="{EB914D82-D1A6-2E61-FEF3-484EB9226EFE}"/>
                  </a:ext>
                </a:extLst>
              </p:cNvPr>
              <p:cNvSpPr txBox="1"/>
              <p:nvPr/>
            </p:nvSpPr>
            <p:spPr>
              <a:xfrm>
                <a:off x="2894033" y="5027876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16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32" name="文字方塊 27">
                <a:extLst>
                  <a:ext uri="{FF2B5EF4-FFF2-40B4-BE49-F238E27FC236}">
                    <a16:creationId xmlns:a16="http://schemas.microsoft.com/office/drawing/2014/main" id="{479475AA-4B23-B12D-A3A1-0F732A8B3A4B}"/>
                  </a:ext>
                </a:extLst>
              </p:cNvPr>
              <p:cNvSpPr txBox="1"/>
              <p:nvPr/>
            </p:nvSpPr>
            <p:spPr>
              <a:xfrm>
                <a:off x="4440228" y="63212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32" name="文字方塊 27">
                <a:extLst>
                  <a:ext uri="{FF2B5EF4-FFF2-40B4-BE49-F238E27FC236}">
                    <a16:creationId xmlns:a16="http://schemas.microsoft.com/office/drawing/2014/main" id="{479475AA-4B23-B12D-A3A1-0F732A8B3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0228" y="6321298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3" name="群組 74">
            <a:extLst>
              <a:ext uri="{FF2B5EF4-FFF2-40B4-BE49-F238E27FC236}">
                <a16:creationId xmlns:a16="http://schemas.microsoft.com/office/drawing/2014/main" id="{D216AF8D-6E74-CEF2-EC46-3EF734F648AF}"/>
              </a:ext>
            </a:extLst>
          </p:cNvPr>
          <p:cNvGrpSpPr/>
          <p:nvPr/>
        </p:nvGrpSpPr>
        <p:grpSpPr>
          <a:xfrm>
            <a:off x="4721620" y="6153781"/>
            <a:ext cx="704039" cy="763933"/>
            <a:chOff x="2868975" y="4682486"/>
            <a:chExt cx="704039" cy="763933"/>
          </a:xfrm>
        </p:grpSpPr>
        <p:sp>
          <p:nvSpPr>
            <p:cNvPr id="534" name="文字方塊 75">
              <a:extLst>
                <a:ext uri="{FF2B5EF4-FFF2-40B4-BE49-F238E27FC236}">
                  <a16:creationId xmlns:a16="http://schemas.microsoft.com/office/drawing/2014/main" id="{5FB73B23-1C00-F555-A286-201FBF27FB4E}"/>
                </a:ext>
              </a:extLst>
            </p:cNvPr>
            <p:cNvSpPr txBox="1"/>
            <p:nvPr/>
          </p:nvSpPr>
          <p:spPr>
            <a:xfrm>
              <a:off x="3063507" y="4682486"/>
              <a:ext cx="3674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x</a:t>
              </a:r>
              <a:endPara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535" name="群組 76">
              <a:extLst>
                <a:ext uri="{FF2B5EF4-FFF2-40B4-BE49-F238E27FC236}">
                  <a16:creationId xmlns:a16="http://schemas.microsoft.com/office/drawing/2014/main" id="{1A1D2DC6-581E-FB97-1104-3A477810A406}"/>
                </a:ext>
              </a:extLst>
            </p:cNvPr>
            <p:cNvGrpSpPr/>
            <p:nvPr/>
          </p:nvGrpSpPr>
          <p:grpSpPr>
            <a:xfrm>
              <a:off x="2868975" y="5030047"/>
              <a:ext cx="704039" cy="416372"/>
              <a:chOff x="2868975" y="5030047"/>
              <a:chExt cx="704039" cy="416372"/>
            </a:xfrm>
          </p:grpSpPr>
          <p:cxnSp>
            <p:nvCxnSpPr>
              <p:cNvPr id="536" name="直線接點 77">
                <a:extLst>
                  <a:ext uri="{FF2B5EF4-FFF2-40B4-BE49-F238E27FC236}">
                    <a16:creationId xmlns:a16="http://schemas.microsoft.com/office/drawing/2014/main" id="{F3D34D6E-FD5D-439B-9813-E8DB2547A7A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951357" y="5030047"/>
                <a:ext cx="621657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37" name="文字方塊 78">
                <a:extLst>
                  <a:ext uri="{FF2B5EF4-FFF2-40B4-BE49-F238E27FC236}">
                    <a16:creationId xmlns:a16="http://schemas.microsoft.com/office/drawing/2014/main" id="{C94EB854-0955-0BBE-987C-27C84AD13727}"/>
                  </a:ext>
                </a:extLst>
              </p:cNvPr>
              <p:cNvSpPr txBox="1"/>
              <p:nvPr/>
            </p:nvSpPr>
            <p:spPr>
              <a:xfrm>
                <a:off x="2868975" y="5046309"/>
                <a:ext cx="7040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144</a:t>
                </a:r>
                <a:endParaRPr lang="en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538" name="文字方塊 106">
            <a:extLst>
              <a:ext uri="{FF2B5EF4-FFF2-40B4-BE49-F238E27FC236}">
                <a16:creationId xmlns:a16="http://schemas.microsoft.com/office/drawing/2014/main" id="{4E4697F4-5ADD-D461-9BF9-EAC35770F188}"/>
              </a:ext>
            </a:extLst>
          </p:cNvPr>
          <p:cNvSpPr txBox="1"/>
          <p:nvPr/>
        </p:nvSpPr>
        <p:spPr>
          <a:xfrm>
            <a:off x="5124469" y="6106371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9" name="文字方塊 17">
                <a:extLst>
                  <a:ext uri="{FF2B5EF4-FFF2-40B4-BE49-F238E27FC236}">
                    <a16:creationId xmlns:a16="http://schemas.microsoft.com/office/drawing/2014/main" id="{6FC3FC4A-9847-7CF9-77C9-2DF693759341}"/>
                  </a:ext>
                </a:extLst>
              </p:cNvPr>
              <p:cNvSpPr txBox="1"/>
              <p:nvPr/>
            </p:nvSpPr>
            <p:spPr>
              <a:xfrm>
                <a:off x="5461287" y="63212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39" name="文字方塊 17">
                <a:extLst>
                  <a:ext uri="{FF2B5EF4-FFF2-40B4-BE49-F238E27FC236}">
                    <a16:creationId xmlns:a16="http://schemas.microsoft.com/office/drawing/2014/main" id="{6FC3FC4A-9847-7CF9-77C9-2DF693759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287" y="6321298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0" name="文字方塊 78">
            <a:extLst>
              <a:ext uri="{FF2B5EF4-FFF2-40B4-BE49-F238E27FC236}">
                <a16:creationId xmlns:a16="http://schemas.microsoft.com/office/drawing/2014/main" id="{25781BA9-B5A8-DCFD-472A-42442989AB34}"/>
              </a:ext>
            </a:extLst>
          </p:cNvPr>
          <p:cNvSpPr txBox="1"/>
          <p:nvPr/>
        </p:nvSpPr>
        <p:spPr>
          <a:xfrm>
            <a:off x="5738210" y="6319640"/>
            <a:ext cx="357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541" name="文字方塊 75">
            <a:extLst>
              <a:ext uri="{FF2B5EF4-FFF2-40B4-BE49-F238E27FC236}">
                <a16:creationId xmlns:a16="http://schemas.microsoft.com/office/drawing/2014/main" id="{8C69B26B-39AF-7046-7EE8-3D26182A764B}"/>
              </a:ext>
            </a:extLst>
          </p:cNvPr>
          <p:cNvSpPr txBox="1"/>
          <p:nvPr/>
        </p:nvSpPr>
        <p:spPr>
          <a:xfrm>
            <a:off x="6482244" y="4840207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x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542" name="文字方塊 106">
            <a:extLst>
              <a:ext uri="{FF2B5EF4-FFF2-40B4-BE49-F238E27FC236}">
                <a16:creationId xmlns:a16="http://schemas.microsoft.com/office/drawing/2014/main" id="{B3842A45-E365-6964-9130-F2C21D86BD59}"/>
              </a:ext>
            </a:extLst>
          </p:cNvPr>
          <p:cNvSpPr txBox="1"/>
          <p:nvPr/>
        </p:nvSpPr>
        <p:spPr>
          <a:xfrm>
            <a:off x="6705183" y="4813620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3" name="文字方塊 27">
                <a:extLst>
                  <a:ext uri="{FF2B5EF4-FFF2-40B4-BE49-F238E27FC236}">
                    <a16:creationId xmlns:a16="http://schemas.microsoft.com/office/drawing/2014/main" id="{D25D551F-41FC-06F0-AF84-76AA5B05394C}"/>
                  </a:ext>
                </a:extLst>
              </p:cNvPr>
              <p:cNvSpPr txBox="1"/>
              <p:nvPr/>
            </p:nvSpPr>
            <p:spPr>
              <a:xfrm>
                <a:off x="6901138" y="48479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43" name="文字方塊 27">
                <a:extLst>
                  <a:ext uri="{FF2B5EF4-FFF2-40B4-BE49-F238E27FC236}">
                    <a16:creationId xmlns:a16="http://schemas.microsoft.com/office/drawing/2014/main" id="{D25D551F-41FC-06F0-AF84-76AA5B053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1138" y="4847900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4" name="文字方塊 78">
            <a:extLst>
              <a:ext uri="{FF2B5EF4-FFF2-40B4-BE49-F238E27FC236}">
                <a16:creationId xmlns:a16="http://schemas.microsoft.com/office/drawing/2014/main" id="{5FC2205B-46D4-4A16-473B-8A058F9F01F1}"/>
              </a:ext>
            </a:extLst>
          </p:cNvPr>
          <p:cNvSpPr txBox="1"/>
          <p:nvPr/>
        </p:nvSpPr>
        <p:spPr>
          <a:xfrm>
            <a:off x="7196826" y="4831138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225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545" name="文字方塊 75">
            <a:extLst>
              <a:ext uri="{FF2B5EF4-FFF2-40B4-BE49-F238E27FC236}">
                <a16:creationId xmlns:a16="http://schemas.microsoft.com/office/drawing/2014/main" id="{1ACA42AD-FB38-31CC-23AB-069DB0CD95E3}"/>
              </a:ext>
            </a:extLst>
          </p:cNvPr>
          <p:cNvSpPr txBox="1"/>
          <p:nvPr/>
        </p:nvSpPr>
        <p:spPr>
          <a:xfrm>
            <a:off x="6520650" y="5213730"/>
            <a:ext cx="3674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x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6" name="文字方塊 27">
                <a:extLst>
                  <a:ext uri="{FF2B5EF4-FFF2-40B4-BE49-F238E27FC236}">
                    <a16:creationId xmlns:a16="http://schemas.microsoft.com/office/drawing/2014/main" id="{DB876063-F6BD-AE9F-DF69-DBC8E4B43940}"/>
                  </a:ext>
                </a:extLst>
              </p:cNvPr>
              <p:cNvSpPr txBox="1"/>
              <p:nvPr/>
            </p:nvSpPr>
            <p:spPr>
              <a:xfrm>
                <a:off x="6901137" y="522313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46" name="文字方塊 27">
                <a:extLst>
                  <a:ext uri="{FF2B5EF4-FFF2-40B4-BE49-F238E27FC236}">
                    <a16:creationId xmlns:a16="http://schemas.microsoft.com/office/drawing/2014/main" id="{DB876063-F6BD-AE9F-DF69-DBC8E4B43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1137" y="5223131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7" name="文字方塊 78">
            <a:extLst>
              <a:ext uri="{FF2B5EF4-FFF2-40B4-BE49-F238E27FC236}">
                <a16:creationId xmlns:a16="http://schemas.microsoft.com/office/drawing/2014/main" id="{FA84FAFA-7118-DE7E-A596-75F87FFD0111}"/>
              </a:ext>
            </a:extLst>
          </p:cNvPr>
          <p:cNvSpPr txBox="1"/>
          <p:nvPr/>
        </p:nvSpPr>
        <p:spPr>
          <a:xfrm>
            <a:off x="7203768" y="5222427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15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8" name="文字方塊 260">
                <a:extLst>
                  <a:ext uri="{FF2B5EF4-FFF2-40B4-BE49-F238E27FC236}">
                    <a16:creationId xmlns:a16="http://schemas.microsoft.com/office/drawing/2014/main" id="{41CF8246-E107-2172-9733-C602A238F6D0}"/>
                  </a:ext>
                </a:extLst>
              </p:cNvPr>
              <p:cNvSpPr txBox="1"/>
              <p:nvPr/>
            </p:nvSpPr>
            <p:spPr>
              <a:xfrm>
                <a:off x="6456652" y="5754085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548" name="文字方塊 260">
                <a:extLst>
                  <a:ext uri="{FF2B5EF4-FFF2-40B4-BE49-F238E27FC236}">
                    <a16:creationId xmlns:a16="http://schemas.microsoft.com/office/drawing/2014/main" id="{41CF8246-E107-2172-9733-C602A238F6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6652" y="5754085"/>
                <a:ext cx="238419" cy="461665"/>
              </a:xfrm>
              <a:prstGeom prst="rect">
                <a:avLst/>
              </a:prstGeom>
              <a:blipFill>
                <a:blip r:embed="rId26"/>
                <a:stretch>
                  <a:fillRect r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9" name="TextBox 15">
            <a:extLst>
              <a:ext uri="{FF2B5EF4-FFF2-40B4-BE49-F238E27FC236}">
                <a16:creationId xmlns:a16="http://schemas.microsoft.com/office/drawing/2014/main" id="{7AE583F8-0FAB-429B-FB3A-C447DEA53B3F}"/>
              </a:ext>
            </a:extLst>
          </p:cNvPr>
          <p:cNvSpPr txBox="1"/>
          <p:nvPr/>
        </p:nvSpPr>
        <p:spPr>
          <a:xfrm>
            <a:off x="6723947" y="5813354"/>
            <a:ext cx="376008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The circumference of the water surface is 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15</a:t>
            </a:r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zh-TW" altLang="en-US" sz="2000" b="1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550" name="筆跡 7">
                <a:extLst>
                  <a:ext uri="{FF2B5EF4-FFF2-40B4-BE49-F238E27FC236}">
                    <a16:creationId xmlns:a16="http://schemas.microsoft.com/office/drawing/2014/main" id="{96F56C6D-1F3D-7A8C-D216-EC7B08BE1F02}"/>
                  </a:ext>
                </a:extLst>
              </p14:cNvPr>
              <p14:cNvContentPartPr/>
              <p14:nvPr/>
            </p14:nvContentPartPr>
            <p14:xfrm>
              <a:off x="1420463" y="1062533"/>
              <a:ext cx="466336" cy="45719"/>
            </p14:xfrm>
          </p:contentPart>
        </mc:Choice>
        <mc:Fallback>
          <p:pic>
            <p:nvPicPr>
              <p:cNvPr id="550" name="筆跡 7">
                <a:extLst>
                  <a:ext uri="{FF2B5EF4-FFF2-40B4-BE49-F238E27FC236}">
                    <a16:creationId xmlns:a16="http://schemas.microsoft.com/office/drawing/2014/main" id="{96F56C6D-1F3D-7A8C-D216-EC7B08BE1F0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366489" y="-12653167"/>
                <a:ext cx="57392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551" name="筆跡 7">
                <a:extLst>
                  <a:ext uri="{FF2B5EF4-FFF2-40B4-BE49-F238E27FC236}">
                    <a16:creationId xmlns:a16="http://schemas.microsoft.com/office/drawing/2014/main" id="{63227FA1-8FCD-F0A6-1D14-13CB99C24E69}"/>
                  </a:ext>
                </a:extLst>
              </p14:cNvPr>
              <p14:cNvContentPartPr/>
              <p14:nvPr/>
            </p14:nvContentPartPr>
            <p14:xfrm>
              <a:off x="2457517" y="1056350"/>
              <a:ext cx="466336" cy="45719"/>
            </p14:xfrm>
          </p:contentPart>
        </mc:Choice>
        <mc:Fallback>
          <p:pic>
            <p:nvPicPr>
              <p:cNvPr id="551" name="筆跡 7">
                <a:extLst>
                  <a:ext uri="{FF2B5EF4-FFF2-40B4-BE49-F238E27FC236}">
                    <a16:creationId xmlns:a16="http://schemas.microsoft.com/office/drawing/2014/main" id="{63227FA1-8FCD-F0A6-1D14-13CB99C24E6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403543" y="-12659350"/>
                <a:ext cx="57392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552" name="筆跡 7">
                <a:extLst>
                  <a:ext uri="{FF2B5EF4-FFF2-40B4-BE49-F238E27FC236}">
                    <a16:creationId xmlns:a16="http://schemas.microsoft.com/office/drawing/2014/main" id="{5D630C7D-1550-94D6-8C67-D4AA1DDC0C8D}"/>
                  </a:ext>
                </a:extLst>
              </p14:cNvPr>
              <p14:cNvContentPartPr/>
              <p14:nvPr/>
            </p14:nvContentPartPr>
            <p14:xfrm>
              <a:off x="1974874" y="1760151"/>
              <a:ext cx="1253523" cy="45719"/>
            </p14:xfrm>
          </p:contentPart>
        </mc:Choice>
        <mc:Fallback>
          <p:pic>
            <p:nvPicPr>
              <p:cNvPr id="552" name="筆跡 7">
                <a:extLst>
                  <a:ext uri="{FF2B5EF4-FFF2-40B4-BE49-F238E27FC236}">
                    <a16:creationId xmlns:a16="http://schemas.microsoft.com/office/drawing/2014/main" id="{5D630C7D-1550-94D6-8C67-D4AA1DDC0C8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920858" y="-11955549"/>
                <a:ext cx="1361194" cy="2743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575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5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5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0"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3"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8" dur="5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9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4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5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8"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9" dur="5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2" dur="5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5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5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0" fill="hold">
                      <p:stCondLst>
                        <p:cond delay="indefinite"/>
                      </p:stCondLst>
                      <p:childTnLst>
                        <p:par>
                          <p:cTn id="311" fill="hold">
                            <p:stCondLst>
                              <p:cond delay="0"/>
                            </p:stCondLst>
                            <p:childTnLst>
                              <p:par>
                                <p:cTn id="3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2"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7"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0"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5" dur="5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8"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1" dur="50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6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9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4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9"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2" dur="5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7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0"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3"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4" fill="hold">
                      <p:stCondLst>
                        <p:cond delay="indefinite"/>
                      </p:stCondLst>
                      <p:childTnLst>
                        <p:par>
                          <p:cTn id="375" fill="hold">
                            <p:stCondLst>
                              <p:cond delay="0"/>
                            </p:stCondLst>
                            <p:childTnLst>
                              <p:par>
                                <p:cTn id="3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8" dur="5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3" dur="5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6"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9"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0" fill="hold">
                      <p:stCondLst>
                        <p:cond delay="indefinite"/>
                      </p:stCondLst>
                      <p:childTnLst>
                        <p:par>
                          <p:cTn id="391" fill="hold">
                            <p:stCondLst>
                              <p:cond delay="0"/>
                            </p:stCondLst>
                            <p:childTnLst>
                              <p:par>
                                <p:cTn id="3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4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5" fill="hold">
                      <p:stCondLst>
                        <p:cond delay="indefinite"/>
                      </p:stCondLst>
                      <p:childTnLst>
                        <p:par>
                          <p:cTn id="396" fill="hold">
                            <p:stCondLst>
                              <p:cond delay="0"/>
                            </p:stCondLst>
                            <p:childTnLst>
                              <p:par>
                                <p:cTn id="3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9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2"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7"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2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5"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6" grpId="0" animBg="1"/>
      <p:bldP spid="47" grpId="0" animBg="1"/>
      <p:bldP spid="57" grpId="0" animBg="1"/>
      <p:bldP spid="458" grpId="0"/>
      <p:bldP spid="459" grpId="0"/>
      <p:bldP spid="460" grpId="0"/>
      <p:bldP spid="461" grpId="0"/>
      <p:bldP spid="462" grpId="0"/>
      <p:bldP spid="469" grpId="0"/>
      <p:bldP spid="470" grpId="0"/>
      <p:bldP spid="472" grpId="0"/>
      <p:bldP spid="473" grpId="0" animBg="1"/>
      <p:bldP spid="474" grpId="0" animBg="1"/>
      <p:bldP spid="475" grpId="0"/>
      <p:bldP spid="476" grpId="0"/>
      <p:bldP spid="482" grpId="0"/>
      <p:bldP spid="489" grpId="0"/>
      <p:bldP spid="491" grpId="0"/>
      <p:bldP spid="493" grpId="0"/>
      <p:bldP spid="494" grpId="0" animBg="1"/>
      <p:bldP spid="495" grpId="0" animBg="1"/>
      <p:bldP spid="496" grpId="0"/>
      <p:bldP spid="497" grpId="0"/>
      <p:bldP spid="507" grpId="0"/>
      <p:bldP spid="508" grpId="0"/>
      <p:bldP spid="511" grpId="0"/>
      <p:bldP spid="512" grpId="0"/>
      <p:bldP spid="15" grpId="0"/>
      <p:bldP spid="45" grpId="0"/>
      <p:bldP spid="54" grpId="0"/>
      <p:bldP spid="453" grpId="0"/>
      <p:bldP spid="454" grpId="0"/>
      <p:bldP spid="518" grpId="0"/>
      <p:bldP spid="519" grpId="0"/>
      <p:bldP spid="520" grpId="0"/>
      <p:bldP spid="521" grpId="0"/>
      <p:bldP spid="532" grpId="0"/>
      <p:bldP spid="538" grpId="0"/>
      <p:bldP spid="539" grpId="0"/>
      <p:bldP spid="540" grpId="0"/>
      <p:bldP spid="541" grpId="0"/>
      <p:bldP spid="542" grpId="0"/>
      <p:bldP spid="543" grpId="0"/>
      <p:bldP spid="544" grpId="0"/>
      <p:bldP spid="545" grpId="0"/>
      <p:bldP spid="546" grpId="0"/>
      <p:bldP spid="547" grpId="0"/>
      <p:bldP spid="548" grpId="0"/>
      <p:bldP spid="54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E1F02-13D3-D312-923C-81FBAA148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Picture 489">
            <a:extLst>
              <a:ext uri="{FF2B5EF4-FFF2-40B4-BE49-F238E27FC236}">
                <a16:creationId xmlns:a16="http://schemas.microsoft.com/office/drawing/2014/main" id="{1EE3B0A4-36FE-6709-55FB-A27C60F9F2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3575"/>
          <a:stretch>
            <a:fillRect/>
          </a:stretch>
        </p:blipFill>
        <p:spPr>
          <a:xfrm>
            <a:off x="138458" y="130628"/>
            <a:ext cx="10013248" cy="1744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863D5E-5276-34F7-E53A-84F3F5472E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213" t="56067" b="2055"/>
          <a:stretch>
            <a:fillRect/>
          </a:stretch>
        </p:blipFill>
        <p:spPr>
          <a:xfrm>
            <a:off x="9530846" y="2564592"/>
            <a:ext cx="2481943" cy="200608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D8006E-94B4-A61A-5D41-1A3F5DCE19E8}"/>
              </a:ext>
            </a:extLst>
          </p:cNvPr>
          <p:cNvCxnSpPr>
            <a:cxnSpLocks/>
          </p:cNvCxnSpPr>
          <p:nvPr/>
        </p:nvCxnSpPr>
        <p:spPr>
          <a:xfrm>
            <a:off x="10129760" y="4320248"/>
            <a:ext cx="642056" cy="200463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18FB525-1570-7F23-A1DF-6FFCDD1B66F5}"/>
              </a:ext>
            </a:extLst>
          </p:cNvPr>
          <p:cNvCxnSpPr>
            <a:cxnSpLocks/>
          </p:cNvCxnSpPr>
          <p:nvPr/>
        </p:nvCxnSpPr>
        <p:spPr>
          <a:xfrm flipH="1">
            <a:off x="10771816" y="3003131"/>
            <a:ext cx="1" cy="3321749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4E8298-F030-DF81-9A27-521C791ABFB5}"/>
              </a:ext>
            </a:extLst>
          </p:cNvPr>
          <p:cNvCxnSpPr>
            <a:cxnSpLocks/>
          </p:cNvCxnSpPr>
          <p:nvPr/>
        </p:nvCxnSpPr>
        <p:spPr>
          <a:xfrm flipH="1">
            <a:off x="10771817" y="4320248"/>
            <a:ext cx="642058" cy="2004632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770A6AF-4217-A795-C1D8-6D6AE7256C88}"/>
              </a:ext>
            </a:extLst>
          </p:cNvPr>
          <p:cNvCxnSpPr>
            <a:cxnSpLocks/>
          </p:cNvCxnSpPr>
          <p:nvPr/>
        </p:nvCxnSpPr>
        <p:spPr>
          <a:xfrm flipV="1">
            <a:off x="9695477" y="2993221"/>
            <a:ext cx="2168589" cy="991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28320D3-7320-0B0E-275D-C5DABE627B4E}"/>
              </a:ext>
            </a:extLst>
          </p:cNvPr>
          <p:cNvCxnSpPr>
            <a:cxnSpLocks/>
          </p:cNvCxnSpPr>
          <p:nvPr/>
        </p:nvCxnSpPr>
        <p:spPr>
          <a:xfrm>
            <a:off x="9940866" y="3790961"/>
            <a:ext cx="1660903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226E97A-4727-F7BE-8400-FF387073BEF5}"/>
              </a:ext>
            </a:extLst>
          </p:cNvPr>
          <p:cNvCxnSpPr>
            <a:cxnSpLocks/>
          </p:cNvCxnSpPr>
          <p:nvPr/>
        </p:nvCxnSpPr>
        <p:spPr>
          <a:xfrm>
            <a:off x="10129760" y="4310337"/>
            <a:ext cx="128411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CFD613F-2D9E-E16D-6669-45F1C0A584AA}"/>
              </a:ext>
            </a:extLst>
          </p:cNvPr>
          <p:cNvSpPr/>
          <p:nvPr/>
        </p:nvSpPr>
        <p:spPr>
          <a:xfrm>
            <a:off x="10771317" y="2993221"/>
            <a:ext cx="118872" cy="118872"/>
          </a:xfrm>
          <a:custGeom>
            <a:avLst/>
            <a:gdLst>
              <a:gd name="connsiteX0" fmla="*/ 134032 w 134032"/>
              <a:gd name="connsiteY0" fmla="*/ 0 h 134033"/>
              <a:gd name="connsiteX1" fmla="*/ 134032 w 134032"/>
              <a:gd name="connsiteY1" fmla="*/ 134033 h 134033"/>
              <a:gd name="connsiteX2" fmla="*/ 0 w 134032"/>
              <a:gd name="connsiteY2" fmla="*/ 131054 h 134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032" h="134033">
                <a:moveTo>
                  <a:pt x="134032" y="0"/>
                </a:moveTo>
                <a:lnTo>
                  <a:pt x="134032" y="134033"/>
                </a:lnTo>
                <a:lnTo>
                  <a:pt x="0" y="131054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0A166E-1CC7-4F55-F6B4-7FF28887AB80}"/>
              </a:ext>
            </a:extLst>
          </p:cNvPr>
          <p:cNvSpPr/>
          <p:nvPr/>
        </p:nvSpPr>
        <p:spPr>
          <a:xfrm>
            <a:off x="10771317" y="3794531"/>
            <a:ext cx="118872" cy="118872"/>
          </a:xfrm>
          <a:custGeom>
            <a:avLst/>
            <a:gdLst>
              <a:gd name="connsiteX0" fmla="*/ 134032 w 134032"/>
              <a:gd name="connsiteY0" fmla="*/ 0 h 134033"/>
              <a:gd name="connsiteX1" fmla="*/ 134032 w 134032"/>
              <a:gd name="connsiteY1" fmla="*/ 134033 h 134033"/>
              <a:gd name="connsiteX2" fmla="*/ 0 w 134032"/>
              <a:gd name="connsiteY2" fmla="*/ 131054 h 134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032" h="134033">
                <a:moveTo>
                  <a:pt x="134032" y="0"/>
                </a:moveTo>
                <a:lnTo>
                  <a:pt x="134032" y="134033"/>
                </a:lnTo>
                <a:lnTo>
                  <a:pt x="0" y="131054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610C646-F57C-03FD-BC07-666FA019D185}"/>
              </a:ext>
            </a:extLst>
          </p:cNvPr>
          <p:cNvSpPr/>
          <p:nvPr/>
        </p:nvSpPr>
        <p:spPr>
          <a:xfrm>
            <a:off x="10771317" y="4300427"/>
            <a:ext cx="118872" cy="118872"/>
          </a:xfrm>
          <a:custGeom>
            <a:avLst/>
            <a:gdLst>
              <a:gd name="connsiteX0" fmla="*/ 134032 w 134032"/>
              <a:gd name="connsiteY0" fmla="*/ 0 h 134033"/>
              <a:gd name="connsiteX1" fmla="*/ 134032 w 134032"/>
              <a:gd name="connsiteY1" fmla="*/ 134033 h 134033"/>
              <a:gd name="connsiteX2" fmla="*/ 0 w 134032"/>
              <a:gd name="connsiteY2" fmla="*/ 131054 h 134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032" h="134033">
                <a:moveTo>
                  <a:pt x="134032" y="0"/>
                </a:moveTo>
                <a:lnTo>
                  <a:pt x="134032" y="134033"/>
                </a:lnTo>
                <a:lnTo>
                  <a:pt x="0" y="131054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C1D16C-0EAF-E8BE-07E1-6B4CC8F5755A}"/>
              </a:ext>
            </a:extLst>
          </p:cNvPr>
          <p:cNvSpPr txBox="1"/>
          <p:nvPr/>
        </p:nvSpPr>
        <p:spPr>
          <a:xfrm>
            <a:off x="9309705" y="2856826"/>
            <a:ext cx="358427" cy="292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</a:t>
            </a:r>
            <a:endParaRPr lang="en-US" sz="16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CB1A368-E46D-2182-69F5-2340B50113CC}"/>
              </a:ext>
            </a:extLst>
          </p:cNvPr>
          <p:cNvSpPr txBox="1"/>
          <p:nvPr/>
        </p:nvSpPr>
        <p:spPr>
          <a:xfrm>
            <a:off x="11833573" y="2826558"/>
            <a:ext cx="3584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B</a:t>
            </a:r>
            <a:endParaRPr lang="en-US" sz="16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9452D3-09E8-6F6B-BEDE-31D143AB2BB0}"/>
              </a:ext>
            </a:extLst>
          </p:cNvPr>
          <p:cNvSpPr txBox="1"/>
          <p:nvPr/>
        </p:nvSpPr>
        <p:spPr>
          <a:xfrm>
            <a:off x="10616177" y="2679950"/>
            <a:ext cx="3584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P</a:t>
            </a:r>
            <a:endParaRPr lang="en-US" sz="16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4D0744-0A4F-5A42-72DF-89845A00C039}"/>
              </a:ext>
            </a:extLst>
          </p:cNvPr>
          <p:cNvSpPr txBox="1"/>
          <p:nvPr/>
        </p:nvSpPr>
        <p:spPr>
          <a:xfrm>
            <a:off x="9613192" y="3658650"/>
            <a:ext cx="3584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</a:t>
            </a:r>
            <a:endParaRPr lang="en-US" sz="16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F40CEDE-28A6-FBFB-BE14-FB14B3982FF5}"/>
              </a:ext>
            </a:extLst>
          </p:cNvPr>
          <p:cNvSpPr txBox="1"/>
          <p:nvPr/>
        </p:nvSpPr>
        <p:spPr>
          <a:xfrm>
            <a:off x="10710975" y="3498023"/>
            <a:ext cx="3584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Q</a:t>
            </a:r>
            <a:endParaRPr lang="en-US" sz="1600">
              <a:latin typeface="Lucida Handwriting" panose="03010101010101010101" pitchFamily="66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9762DBE-D5E5-EBBD-E7D7-D01F93BA7981}"/>
              </a:ext>
            </a:extLst>
          </p:cNvPr>
          <p:cNvSpPr txBox="1"/>
          <p:nvPr/>
        </p:nvSpPr>
        <p:spPr>
          <a:xfrm>
            <a:off x="11561970" y="3600661"/>
            <a:ext cx="3584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D</a:t>
            </a:r>
            <a:endParaRPr lang="en-US" sz="1600">
              <a:latin typeface="Lucida Calligraphy" panose="03010101010101010101" pitchFamily="66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7AD69C-405C-FF4D-78FB-202995CE41B1}"/>
              </a:ext>
            </a:extLst>
          </p:cNvPr>
          <p:cNvSpPr txBox="1"/>
          <p:nvPr/>
        </p:nvSpPr>
        <p:spPr>
          <a:xfrm>
            <a:off x="9739623" y="4160234"/>
            <a:ext cx="3584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E</a:t>
            </a:r>
            <a:endParaRPr lang="en-US" sz="16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CEB53A-633D-A5DC-A4F7-D4579345B61C}"/>
              </a:ext>
            </a:extLst>
          </p:cNvPr>
          <p:cNvSpPr txBox="1"/>
          <p:nvPr/>
        </p:nvSpPr>
        <p:spPr>
          <a:xfrm>
            <a:off x="10696964" y="4053230"/>
            <a:ext cx="3584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R</a:t>
            </a:r>
            <a:endParaRPr lang="en-US" sz="16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92D906-7816-73AB-E747-139FF2C87724}"/>
              </a:ext>
            </a:extLst>
          </p:cNvPr>
          <p:cNvSpPr txBox="1"/>
          <p:nvPr/>
        </p:nvSpPr>
        <p:spPr>
          <a:xfrm>
            <a:off x="11352532" y="4190586"/>
            <a:ext cx="3584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F</a:t>
            </a:r>
            <a:endParaRPr lang="en-US" sz="16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9B21AB-68C3-CE2F-3D22-67CC4718B41F}"/>
              </a:ext>
            </a:extLst>
          </p:cNvPr>
          <p:cNvSpPr txBox="1"/>
          <p:nvPr/>
        </p:nvSpPr>
        <p:spPr>
          <a:xfrm>
            <a:off x="10568365" y="6388818"/>
            <a:ext cx="3584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6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V</a:t>
            </a:r>
            <a:endParaRPr lang="en-US" sz="1600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B86EA7AA-7BAA-1AB2-AF13-ABBC83B0EE5C}"/>
              </a:ext>
            </a:extLst>
          </p:cNvPr>
          <p:cNvSpPr/>
          <p:nvPr/>
        </p:nvSpPr>
        <p:spPr>
          <a:xfrm>
            <a:off x="10091901" y="4087168"/>
            <a:ext cx="1328530" cy="2207171"/>
          </a:xfrm>
          <a:custGeom>
            <a:avLst/>
            <a:gdLst>
              <a:gd name="connsiteX0" fmla="*/ 0 w 1311691"/>
              <a:gd name="connsiteY0" fmla="*/ 204952 h 2207172"/>
              <a:gd name="connsiteX1" fmla="*/ 34684 w 1311691"/>
              <a:gd name="connsiteY1" fmla="*/ 132430 h 2207172"/>
              <a:gd name="connsiteX2" fmla="*/ 59909 w 1311691"/>
              <a:gd name="connsiteY2" fmla="*/ 107205 h 2207172"/>
              <a:gd name="connsiteX3" fmla="*/ 97746 w 1311691"/>
              <a:gd name="connsiteY3" fmla="*/ 91440 h 2207172"/>
              <a:gd name="connsiteX4" fmla="*/ 138737 w 1311691"/>
              <a:gd name="connsiteY4" fmla="*/ 69368 h 2207172"/>
              <a:gd name="connsiteX5" fmla="*/ 195492 w 1311691"/>
              <a:gd name="connsiteY5" fmla="*/ 53603 h 2207172"/>
              <a:gd name="connsiteX6" fmla="*/ 252248 w 1311691"/>
              <a:gd name="connsiteY6" fmla="*/ 34684 h 2207172"/>
              <a:gd name="connsiteX7" fmla="*/ 327923 w 1311691"/>
              <a:gd name="connsiteY7" fmla="*/ 31531 h 2207172"/>
              <a:gd name="connsiteX8" fmla="*/ 397291 w 1311691"/>
              <a:gd name="connsiteY8" fmla="*/ 15765 h 2207172"/>
              <a:gd name="connsiteX9" fmla="*/ 472966 w 1311691"/>
              <a:gd name="connsiteY9" fmla="*/ 9459 h 2207172"/>
              <a:gd name="connsiteX10" fmla="*/ 554946 w 1311691"/>
              <a:gd name="connsiteY10" fmla="*/ 3153 h 2207172"/>
              <a:gd name="connsiteX11" fmla="*/ 611702 w 1311691"/>
              <a:gd name="connsiteY11" fmla="*/ 3153 h 2207172"/>
              <a:gd name="connsiteX12" fmla="*/ 681070 w 1311691"/>
              <a:gd name="connsiteY12" fmla="*/ 0 h 2207172"/>
              <a:gd name="connsiteX13" fmla="*/ 750439 w 1311691"/>
              <a:gd name="connsiteY13" fmla="*/ 3153 h 2207172"/>
              <a:gd name="connsiteX14" fmla="*/ 851338 w 1311691"/>
              <a:gd name="connsiteY14" fmla="*/ 12612 h 2207172"/>
              <a:gd name="connsiteX15" fmla="*/ 942778 w 1311691"/>
              <a:gd name="connsiteY15" fmla="*/ 22072 h 2207172"/>
              <a:gd name="connsiteX16" fmla="*/ 1015299 w 1311691"/>
              <a:gd name="connsiteY16" fmla="*/ 34684 h 2207172"/>
              <a:gd name="connsiteX17" fmla="*/ 1103586 w 1311691"/>
              <a:gd name="connsiteY17" fmla="*/ 53603 h 2207172"/>
              <a:gd name="connsiteX18" fmla="*/ 1154036 w 1311691"/>
              <a:gd name="connsiteY18" fmla="*/ 69368 h 2207172"/>
              <a:gd name="connsiteX19" fmla="*/ 1210792 w 1311691"/>
              <a:gd name="connsiteY19" fmla="*/ 94593 h 2207172"/>
              <a:gd name="connsiteX20" fmla="*/ 1248629 w 1311691"/>
              <a:gd name="connsiteY20" fmla="*/ 116665 h 2207172"/>
              <a:gd name="connsiteX21" fmla="*/ 1273854 w 1311691"/>
              <a:gd name="connsiteY21" fmla="*/ 138736 h 2207172"/>
              <a:gd name="connsiteX22" fmla="*/ 1308538 w 1311691"/>
              <a:gd name="connsiteY22" fmla="*/ 182880 h 2207172"/>
              <a:gd name="connsiteX23" fmla="*/ 1311691 w 1311691"/>
              <a:gd name="connsiteY23" fmla="*/ 208105 h 2207172"/>
              <a:gd name="connsiteX24" fmla="*/ 1204486 w 1311691"/>
              <a:gd name="connsiteY24" fmla="*/ 510803 h 2207172"/>
              <a:gd name="connsiteX25" fmla="*/ 1097280 w 1311691"/>
              <a:gd name="connsiteY25" fmla="*/ 841878 h 2207172"/>
              <a:gd name="connsiteX26" fmla="*/ 892328 w 1311691"/>
              <a:gd name="connsiteY26" fmla="*/ 1472499 h 2207172"/>
              <a:gd name="connsiteX27" fmla="*/ 655846 w 1311691"/>
              <a:gd name="connsiteY27" fmla="*/ 2207172 h 2207172"/>
              <a:gd name="connsiteX28" fmla="*/ 0 w 1311691"/>
              <a:gd name="connsiteY28" fmla="*/ 204952 h 220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311691" h="2207172">
                <a:moveTo>
                  <a:pt x="0" y="204952"/>
                </a:moveTo>
                <a:lnTo>
                  <a:pt x="34684" y="132430"/>
                </a:lnTo>
                <a:lnTo>
                  <a:pt x="59909" y="107205"/>
                </a:lnTo>
                <a:lnTo>
                  <a:pt x="97746" y="91440"/>
                </a:lnTo>
                <a:lnTo>
                  <a:pt x="138737" y="69368"/>
                </a:lnTo>
                <a:lnTo>
                  <a:pt x="195492" y="53603"/>
                </a:lnTo>
                <a:lnTo>
                  <a:pt x="252248" y="34684"/>
                </a:lnTo>
                <a:lnTo>
                  <a:pt x="327923" y="31531"/>
                </a:lnTo>
                <a:lnTo>
                  <a:pt x="397291" y="15765"/>
                </a:lnTo>
                <a:lnTo>
                  <a:pt x="472966" y="9459"/>
                </a:lnTo>
                <a:lnTo>
                  <a:pt x="554946" y="3153"/>
                </a:lnTo>
                <a:lnTo>
                  <a:pt x="611702" y="3153"/>
                </a:lnTo>
                <a:lnTo>
                  <a:pt x="681070" y="0"/>
                </a:lnTo>
                <a:lnTo>
                  <a:pt x="750439" y="3153"/>
                </a:lnTo>
                <a:lnTo>
                  <a:pt x="851338" y="12612"/>
                </a:lnTo>
                <a:lnTo>
                  <a:pt x="942778" y="22072"/>
                </a:lnTo>
                <a:lnTo>
                  <a:pt x="1015299" y="34684"/>
                </a:lnTo>
                <a:lnTo>
                  <a:pt x="1103586" y="53603"/>
                </a:lnTo>
                <a:lnTo>
                  <a:pt x="1154036" y="69368"/>
                </a:lnTo>
                <a:lnTo>
                  <a:pt x="1210792" y="94593"/>
                </a:lnTo>
                <a:lnTo>
                  <a:pt x="1248629" y="116665"/>
                </a:lnTo>
                <a:lnTo>
                  <a:pt x="1273854" y="138736"/>
                </a:lnTo>
                <a:lnTo>
                  <a:pt x="1308538" y="182880"/>
                </a:lnTo>
                <a:lnTo>
                  <a:pt x="1311691" y="208105"/>
                </a:lnTo>
                <a:lnTo>
                  <a:pt x="1204486" y="510803"/>
                </a:lnTo>
                <a:lnTo>
                  <a:pt x="1097280" y="841878"/>
                </a:lnTo>
                <a:lnTo>
                  <a:pt x="892328" y="1472499"/>
                </a:lnTo>
                <a:lnTo>
                  <a:pt x="655846" y="2207172"/>
                </a:lnTo>
                <a:lnTo>
                  <a:pt x="0" y="204952"/>
                </a:lnTo>
                <a:close/>
              </a:path>
            </a:pathLst>
          </a:cu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F6EE3C9-6283-00AB-6253-24F73232DB5B}"/>
              </a:ext>
            </a:extLst>
          </p:cNvPr>
          <p:cNvSpPr/>
          <p:nvPr/>
        </p:nvSpPr>
        <p:spPr>
          <a:xfrm>
            <a:off x="9971619" y="3553038"/>
            <a:ext cx="1630149" cy="49914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1E3D007-88F3-1A3B-749B-D003BD049F3C}"/>
              </a:ext>
            </a:extLst>
          </p:cNvPr>
          <p:cNvCxnSpPr>
            <a:cxnSpLocks/>
          </p:cNvCxnSpPr>
          <p:nvPr/>
        </p:nvCxnSpPr>
        <p:spPr>
          <a:xfrm>
            <a:off x="9993292" y="3819727"/>
            <a:ext cx="794361" cy="247296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3DEEDA2-376E-A28A-A021-B0056975F205}"/>
              </a:ext>
            </a:extLst>
          </p:cNvPr>
          <p:cNvCxnSpPr>
            <a:cxnSpLocks/>
          </p:cNvCxnSpPr>
          <p:nvPr/>
        </p:nvCxnSpPr>
        <p:spPr>
          <a:xfrm flipV="1">
            <a:off x="10778373" y="3825945"/>
            <a:ext cx="765765" cy="243091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F185573C-92E1-0002-25E5-8AB503843AA8}"/>
              </a:ext>
            </a:extLst>
          </p:cNvPr>
          <p:cNvSpPr/>
          <p:nvPr/>
        </p:nvSpPr>
        <p:spPr>
          <a:xfrm>
            <a:off x="9692328" y="2661459"/>
            <a:ext cx="2168590" cy="657673"/>
          </a:xfrm>
          <a:prstGeom prst="ellipse">
            <a:avLst/>
          </a:prstGeom>
          <a:noFill/>
          <a:ln w="28575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2E118D1-62EC-79E6-4E3A-4A0752EBB445}"/>
              </a:ext>
            </a:extLst>
          </p:cNvPr>
          <p:cNvCxnSpPr>
            <a:cxnSpLocks/>
            <a:endCxn id="46" idx="27"/>
          </p:cNvCxnSpPr>
          <p:nvPr/>
        </p:nvCxnSpPr>
        <p:spPr>
          <a:xfrm>
            <a:off x="9711442" y="3018504"/>
            <a:ext cx="1044725" cy="3275835"/>
          </a:xfrm>
          <a:prstGeom prst="line">
            <a:avLst/>
          </a:prstGeom>
          <a:ln w="28575">
            <a:solidFill>
              <a:srgbClr val="0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Connector 447">
            <a:extLst>
              <a:ext uri="{FF2B5EF4-FFF2-40B4-BE49-F238E27FC236}">
                <a16:creationId xmlns:a16="http://schemas.microsoft.com/office/drawing/2014/main" id="{549818A7-0647-FD94-9D3C-CD0809582EC3}"/>
              </a:ext>
            </a:extLst>
          </p:cNvPr>
          <p:cNvCxnSpPr>
            <a:cxnSpLocks/>
          </p:cNvCxnSpPr>
          <p:nvPr/>
        </p:nvCxnSpPr>
        <p:spPr>
          <a:xfrm flipH="1">
            <a:off x="10806136" y="3081418"/>
            <a:ext cx="1016924" cy="3175445"/>
          </a:xfrm>
          <a:prstGeom prst="line">
            <a:avLst/>
          </a:prstGeom>
          <a:ln w="28575">
            <a:solidFill>
              <a:srgbClr val="00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筆跡 7">
                <a:extLst>
                  <a:ext uri="{FF2B5EF4-FFF2-40B4-BE49-F238E27FC236}">
                    <a16:creationId xmlns:a16="http://schemas.microsoft.com/office/drawing/2014/main" id="{F19C9F80-AC82-1325-3C88-33080AE27C5B}"/>
                  </a:ext>
                </a:extLst>
              </p14:cNvPr>
              <p14:cNvContentPartPr/>
              <p14:nvPr/>
            </p14:nvContentPartPr>
            <p14:xfrm>
              <a:off x="1904532" y="1367554"/>
              <a:ext cx="271129" cy="45719"/>
            </p14:xfrm>
          </p:contentPart>
        </mc:Choice>
        <mc:Fallback>
          <p:pic>
            <p:nvPicPr>
              <p:cNvPr id="2" name="筆跡 7">
                <a:extLst>
                  <a:ext uri="{FF2B5EF4-FFF2-40B4-BE49-F238E27FC236}">
                    <a16:creationId xmlns:a16="http://schemas.microsoft.com/office/drawing/2014/main" id="{F19C9F80-AC82-1325-3C88-33080AE27C5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50594" y="-12348146"/>
                <a:ext cx="37864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筆跡 7">
                <a:extLst>
                  <a:ext uri="{FF2B5EF4-FFF2-40B4-BE49-F238E27FC236}">
                    <a16:creationId xmlns:a16="http://schemas.microsoft.com/office/drawing/2014/main" id="{C5E49B4F-828B-DAAC-5506-D3B466A8AE86}"/>
                  </a:ext>
                </a:extLst>
              </p14:cNvPr>
              <p14:cNvContentPartPr/>
              <p14:nvPr/>
            </p14:nvContentPartPr>
            <p14:xfrm>
              <a:off x="2457517" y="1378734"/>
              <a:ext cx="142863" cy="45719"/>
            </p14:xfrm>
          </p:contentPart>
        </mc:Choice>
        <mc:Fallback>
          <p:pic>
            <p:nvPicPr>
              <p:cNvPr id="3" name="筆跡 7">
                <a:extLst>
                  <a:ext uri="{FF2B5EF4-FFF2-40B4-BE49-F238E27FC236}">
                    <a16:creationId xmlns:a16="http://schemas.microsoft.com/office/drawing/2014/main" id="{C5E49B4F-828B-DAAC-5506-D3B466A8AE8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03674" y="-12336966"/>
                <a:ext cx="25019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50" name="筆跡 7">
                <a:extLst>
                  <a:ext uri="{FF2B5EF4-FFF2-40B4-BE49-F238E27FC236}">
                    <a16:creationId xmlns:a16="http://schemas.microsoft.com/office/drawing/2014/main" id="{6DCCFBA4-3C27-4180-29F8-48495DB8D21B}"/>
                  </a:ext>
                </a:extLst>
              </p14:cNvPr>
              <p14:cNvContentPartPr/>
              <p14:nvPr/>
            </p14:nvContentPartPr>
            <p14:xfrm>
              <a:off x="1420463" y="1062533"/>
              <a:ext cx="466336" cy="45719"/>
            </p14:xfrm>
          </p:contentPart>
        </mc:Choice>
        <mc:Fallback>
          <p:pic>
            <p:nvPicPr>
              <p:cNvPr id="550" name="筆跡 7">
                <a:extLst>
                  <a:ext uri="{FF2B5EF4-FFF2-40B4-BE49-F238E27FC236}">
                    <a16:creationId xmlns:a16="http://schemas.microsoft.com/office/drawing/2014/main" id="{6DCCFBA4-3C27-4180-29F8-48495DB8D21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66489" y="-12653167"/>
                <a:ext cx="57392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51" name="筆跡 7">
                <a:extLst>
                  <a:ext uri="{FF2B5EF4-FFF2-40B4-BE49-F238E27FC236}">
                    <a16:creationId xmlns:a16="http://schemas.microsoft.com/office/drawing/2014/main" id="{778D543A-086B-5E63-0474-E061F5595E04}"/>
                  </a:ext>
                </a:extLst>
              </p14:cNvPr>
              <p14:cNvContentPartPr/>
              <p14:nvPr/>
            </p14:nvContentPartPr>
            <p14:xfrm>
              <a:off x="2457517" y="1056350"/>
              <a:ext cx="466336" cy="45719"/>
            </p14:xfrm>
          </p:contentPart>
        </mc:Choice>
        <mc:Fallback>
          <p:pic>
            <p:nvPicPr>
              <p:cNvPr id="551" name="筆跡 7">
                <a:extLst>
                  <a:ext uri="{FF2B5EF4-FFF2-40B4-BE49-F238E27FC236}">
                    <a16:creationId xmlns:a16="http://schemas.microsoft.com/office/drawing/2014/main" id="{778D543A-086B-5E63-0474-E061F5595E0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403543" y="-12659350"/>
                <a:ext cx="57392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52" name="筆跡 7">
                <a:extLst>
                  <a:ext uri="{FF2B5EF4-FFF2-40B4-BE49-F238E27FC236}">
                    <a16:creationId xmlns:a16="http://schemas.microsoft.com/office/drawing/2014/main" id="{DB6BBCEF-202E-EDA8-87CF-593BD6DA2B40}"/>
                  </a:ext>
                </a:extLst>
              </p14:cNvPr>
              <p14:cNvContentPartPr/>
              <p14:nvPr/>
            </p14:nvContentPartPr>
            <p14:xfrm>
              <a:off x="1974874" y="1760151"/>
              <a:ext cx="1253523" cy="45719"/>
            </p14:xfrm>
          </p:contentPart>
        </mc:Choice>
        <mc:Fallback>
          <p:pic>
            <p:nvPicPr>
              <p:cNvPr id="552" name="筆跡 7">
                <a:extLst>
                  <a:ext uri="{FF2B5EF4-FFF2-40B4-BE49-F238E27FC236}">
                    <a16:creationId xmlns:a16="http://schemas.microsoft.com/office/drawing/2014/main" id="{DB6BBCEF-202E-EDA8-87CF-593BD6DA2B4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20858" y="-11955549"/>
                <a:ext cx="1361194" cy="274314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1E407E6-686F-076E-8EC0-4DFD6747DA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065" b="50198"/>
          <a:stretch>
            <a:fillRect/>
          </a:stretch>
        </p:blipFill>
        <p:spPr>
          <a:xfrm>
            <a:off x="138458" y="1924453"/>
            <a:ext cx="10013248" cy="51430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56" name="文字方塊 27">
                <a:extLst>
                  <a:ext uri="{FF2B5EF4-FFF2-40B4-BE49-F238E27FC236}">
                    <a16:creationId xmlns:a16="http://schemas.microsoft.com/office/drawing/2014/main" id="{9065F1D5-4214-3DC8-73C0-3115190D8EAB}"/>
                  </a:ext>
                </a:extLst>
              </p:cNvPr>
              <p:cNvSpPr txBox="1"/>
              <p:nvPr/>
            </p:nvSpPr>
            <p:spPr>
              <a:xfrm>
                <a:off x="5366977" y="149175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456" name="文字方塊 27">
                <a:extLst>
                  <a:ext uri="{FF2B5EF4-FFF2-40B4-BE49-F238E27FC236}">
                    <a16:creationId xmlns:a16="http://schemas.microsoft.com/office/drawing/2014/main" id="{9065F1D5-4214-3DC8-73C0-3115190D8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977" y="1491757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7" name="文字方塊 78">
            <a:extLst>
              <a:ext uri="{FF2B5EF4-FFF2-40B4-BE49-F238E27FC236}">
                <a16:creationId xmlns:a16="http://schemas.microsoft.com/office/drawing/2014/main" id="{32D8D28E-A352-08F6-F72D-F6E49EF9390C}"/>
              </a:ext>
            </a:extLst>
          </p:cNvPr>
          <p:cNvSpPr txBox="1"/>
          <p:nvPr/>
        </p:nvSpPr>
        <p:spPr>
          <a:xfrm>
            <a:off x="5669608" y="1491053"/>
            <a:ext cx="5309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15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42D114D2-EA2B-7D98-51F0-39F0F7E4ABB5}"/>
              </a:ext>
            </a:extLst>
          </p:cNvPr>
          <p:cNvSpPr txBox="1"/>
          <p:nvPr/>
        </p:nvSpPr>
        <p:spPr>
          <a:xfrm>
            <a:off x="6096000" y="1483198"/>
            <a:ext cx="721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20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53" name="筆跡 7">
                <a:extLst>
                  <a:ext uri="{FF2B5EF4-FFF2-40B4-BE49-F238E27FC236}">
                    <a16:creationId xmlns:a16="http://schemas.microsoft.com/office/drawing/2014/main" id="{F65727F7-0480-7ECA-5F9E-862014A0308D}"/>
                  </a:ext>
                </a:extLst>
              </p14:cNvPr>
              <p14:cNvContentPartPr/>
              <p14:nvPr/>
            </p14:nvContentPartPr>
            <p14:xfrm>
              <a:off x="8756509" y="2217778"/>
              <a:ext cx="365760" cy="45719"/>
            </p14:xfrm>
          </p:contentPart>
        </mc:Choice>
        <mc:Fallback>
          <p:pic>
            <p:nvPicPr>
              <p:cNvPr id="553" name="筆跡 7">
                <a:extLst>
                  <a:ext uri="{FF2B5EF4-FFF2-40B4-BE49-F238E27FC236}">
                    <a16:creationId xmlns:a16="http://schemas.microsoft.com/office/drawing/2014/main" id="{F65727F7-0480-7ECA-5F9E-862014A0308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58229" y="-22790515"/>
                <a:ext cx="562320" cy="50016586"/>
              </a:xfrm>
              <a:prstGeom prst="rect">
                <a:avLst/>
              </a:prstGeom>
            </p:spPr>
          </p:pic>
        </mc:Fallback>
      </mc:AlternateContent>
      <p:sp>
        <p:nvSpPr>
          <p:cNvPr id="554" name="TextBox 553">
            <a:extLst>
              <a:ext uri="{FF2B5EF4-FFF2-40B4-BE49-F238E27FC236}">
                <a16:creationId xmlns:a16="http://schemas.microsoft.com/office/drawing/2014/main" id="{0940550B-372C-E394-DD62-A4F3A3823DCD}"/>
              </a:ext>
            </a:extLst>
          </p:cNvPr>
          <p:cNvSpPr txBox="1"/>
          <p:nvPr/>
        </p:nvSpPr>
        <p:spPr>
          <a:xfrm>
            <a:off x="9904" y="2884408"/>
            <a:ext cx="5780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(b) </a:t>
            </a:r>
            <a:endParaRPr lang="en-US" sz="2000"/>
          </a:p>
        </p:txBody>
      </p:sp>
      <p:sp>
        <p:nvSpPr>
          <p:cNvPr id="555" name="TextBox 15">
            <a:extLst>
              <a:ext uri="{FF2B5EF4-FFF2-40B4-BE49-F238E27FC236}">
                <a16:creationId xmlns:a16="http://schemas.microsoft.com/office/drawing/2014/main" id="{7124C2C1-AB2B-AF4C-CDBD-4B3070A35B64}"/>
              </a:ext>
            </a:extLst>
          </p:cNvPr>
          <p:cNvSpPr txBox="1"/>
          <p:nvPr/>
        </p:nvSpPr>
        <p:spPr>
          <a:xfrm>
            <a:off x="587973" y="2884408"/>
            <a:ext cx="523503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V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 be the volume of cone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VEF</a:t>
            </a:r>
            <a:endParaRPr lang="zh-TW" altLang="en-US" sz="2000" b="1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556" name="文字方塊 106">
            <a:extLst>
              <a:ext uri="{FF2B5EF4-FFF2-40B4-BE49-F238E27FC236}">
                <a16:creationId xmlns:a16="http://schemas.microsoft.com/office/drawing/2014/main" id="{6756CB15-D78A-E9AB-C482-C0AF2BA3D8F0}"/>
              </a:ext>
            </a:extLst>
          </p:cNvPr>
          <p:cNvSpPr txBox="1"/>
          <p:nvPr/>
        </p:nvSpPr>
        <p:spPr>
          <a:xfrm>
            <a:off x="1848702" y="2812280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565F1FBC-1E83-EEC5-0728-51F0FB8669BC}"/>
              </a:ext>
            </a:extLst>
          </p:cNvPr>
          <p:cNvSpPr txBox="1"/>
          <p:nvPr/>
        </p:nvSpPr>
        <p:spPr>
          <a:xfrm>
            <a:off x="487675" y="3472907"/>
            <a:ext cx="2759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Volume of cone VAB</a:t>
            </a:r>
            <a:endParaRPr lang="en-US">
              <a:solidFill>
                <a:srgbClr val="00FF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9" name="文字方塊 27">
                <a:extLst>
                  <a:ext uri="{FF2B5EF4-FFF2-40B4-BE49-F238E27FC236}">
                    <a16:creationId xmlns:a16="http://schemas.microsoft.com/office/drawing/2014/main" id="{517368E3-2A17-2170-E553-B8CB5FFD8BE7}"/>
                  </a:ext>
                </a:extLst>
              </p:cNvPr>
              <p:cNvSpPr txBox="1"/>
              <p:nvPr/>
            </p:nvSpPr>
            <p:spPr>
              <a:xfrm>
                <a:off x="3123418" y="343539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59" name="文字方塊 27">
                <a:extLst>
                  <a:ext uri="{FF2B5EF4-FFF2-40B4-BE49-F238E27FC236}">
                    <a16:creationId xmlns:a16="http://schemas.microsoft.com/office/drawing/2014/main" id="{517368E3-2A17-2170-E553-B8CB5FFD8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418" y="3435393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0" name="文字方塊 255">
            <a:extLst>
              <a:ext uri="{FF2B5EF4-FFF2-40B4-BE49-F238E27FC236}">
                <a16:creationId xmlns:a16="http://schemas.microsoft.com/office/drawing/2014/main" id="{927A957C-5DDD-1C73-6C5F-43F0D2EEAF7D}"/>
              </a:ext>
            </a:extLst>
          </p:cNvPr>
          <p:cNvSpPr txBox="1"/>
          <p:nvPr/>
        </p:nvSpPr>
        <p:spPr>
          <a:xfrm>
            <a:off x="3593920" y="3282200"/>
            <a:ext cx="6443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20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561" name="直線接點 256">
            <a:extLst>
              <a:ext uri="{FF2B5EF4-FFF2-40B4-BE49-F238E27FC236}">
                <a16:creationId xmlns:a16="http://schemas.microsoft.com/office/drawing/2014/main" id="{A8AD8CF4-7CD0-924A-3544-D24A498B68E7}"/>
              </a:ext>
            </a:extLst>
          </p:cNvPr>
          <p:cNvCxnSpPr>
            <a:cxnSpLocks/>
          </p:cNvCxnSpPr>
          <p:nvPr/>
        </p:nvCxnSpPr>
        <p:spPr bwMode="auto">
          <a:xfrm>
            <a:off x="3591960" y="3653186"/>
            <a:ext cx="501577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62" name="文字方塊 257">
            <a:extLst>
              <a:ext uri="{FF2B5EF4-FFF2-40B4-BE49-F238E27FC236}">
                <a16:creationId xmlns:a16="http://schemas.microsoft.com/office/drawing/2014/main" id="{DE139F5A-6610-3C1C-E17D-12577644B10B}"/>
              </a:ext>
            </a:extLst>
          </p:cNvPr>
          <p:cNvSpPr txBox="1"/>
          <p:nvPr/>
        </p:nvSpPr>
        <p:spPr>
          <a:xfrm>
            <a:off x="3608943" y="3657936"/>
            <a:ext cx="54312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12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563" name="弧形 258">
            <a:extLst>
              <a:ext uri="{FF2B5EF4-FFF2-40B4-BE49-F238E27FC236}">
                <a16:creationId xmlns:a16="http://schemas.microsoft.com/office/drawing/2014/main" id="{AE77EEC3-D960-6A76-DF2B-3DE4B76C962D}"/>
              </a:ext>
            </a:extLst>
          </p:cNvPr>
          <p:cNvSpPr/>
          <p:nvPr/>
        </p:nvSpPr>
        <p:spPr>
          <a:xfrm rot="10957079">
            <a:off x="3527570" y="3343359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564" name="弧形 259">
            <a:extLst>
              <a:ext uri="{FF2B5EF4-FFF2-40B4-BE49-F238E27FC236}">
                <a16:creationId xmlns:a16="http://schemas.microsoft.com/office/drawing/2014/main" id="{1208A372-3EFA-B426-AB60-E9BB236D6E98}"/>
              </a:ext>
            </a:extLst>
          </p:cNvPr>
          <p:cNvSpPr/>
          <p:nvPr/>
        </p:nvSpPr>
        <p:spPr>
          <a:xfrm rot="235127">
            <a:off x="3916460" y="3332406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565" name="文字方塊 106">
            <a:extLst>
              <a:ext uri="{FF2B5EF4-FFF2-40B4-BE49-F238E27FC236}">
                <a16:creationId xmlns:a16="http://schemas.microsoft.com/office/drawing/2014/main" id="{EC8365F2-A763-182D-0E78-2BA4D982F86F}"/>
              </a:ext>
            </a:extLst>
          </p:cNvPr>
          <p:cNvSpPr txBox="1"/>
          <p:nvPr/>
        </p:nvSpPr>
        <p:spPr>
          <a:xfrm>
            <a:off x="4151376" y="3230223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7" name="文字方塊 44">
                <a:extLst>
                  <a:ext uri="{FF2B5EF4-FFF2-40B4-BE49-F238E27FC236}">
                    <a16:creationId xmlns:a16="http://schemas.microsoft.com/office/drawing/2014/main" id="{6F7EBAC6-DDEA-E842-BD15-A4B6033F46DE}"/>
                  </a:ext>
                </a:extLst>
              </p:cNvPr>
              <p:cNvSpPr txBox="1"/>
              <p:nvPr/>
            </p:nvSpPr>
            <p:spPr>
              <a:xfrm>
                <a:off x="4330707" y="34302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67" name="文字方塊 44">
                <a:extLst>
                  <a:ext uri="{FF2B5EF4-FFF2-40B4-BE49-F238E27FC236}">
                    <a16:creationId xmlns:a16="http://schemas.microsoft.com/office/drawing/2014/main" id="{6F7EBAC6-DDEA-E842-BD15-A4B6033F46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707" y="3430278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9" name="TextBox 568">
            <a:extLst>
              <a:ext uri="{FF2B5EF4-FFF2-40B4-BE49-F238E27FC236}">
                <a16:creationId xmlns:a16="http://schemas.microsoft.com/office/drawing/2014/main" id="{F4296584-60AE-CBD4-18A6-46A1A89A962C}"/>
              </a:ext>
            </a:extLst>
          </p:cNvPr>
          <p:cNvSpPr txBox="1"/>
          <p:nvPr/>
        </p:nvSpPr>
        <p:spPr>
          <a:xfrm>
            <a:off x="4612184" y="3442129"/>
            <a:ext cx="9033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V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2000"/>
          </a:p>
        </p:txBody>
      </p:sp>
      <p:sp>
        <p:nvSpPr>
          <p:cNvPr id="570" name="文字方塊 106">
            <a:extLst>
              <a:ext uri="{FF2B5EF4-FFF2-40B4-BE49-F238E27FC236}">
                <a16:creationId xmlns:a16="http://schemas.microsoft.com/office/drawing/2014/main" id="{B4151E65-6205-0EDE-571A-1F1483AD5D5B}"/>
              </a:ext>
            </a:extLst>
          </p:cNvPr>
          <p:cNvSpPr txBox="1"/>
          <p:nvPr/>
        </p:nvSpPr>
        <p:spPr>
          <a:xfrm>
            <a:off x="5302657" y="3334407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1" name="文字方塊 27">
                <a:extLst>
                  <a:ext uri="{FF2B5EF4-FFF2-40B4-BE49-F238E27FC236}">
                    <a16:creationId xmlns:a16="http://schemas.microsoft.com/office/drawing/2014/main" id="{B88343C0-8286-3AA8-1947-B510386DD1B4}"/>
                  </a:ext>
                </a:extLst>
              </p:cNvPr>
              <p:cNvSpPr txBox="1"/>
              <p:nvPr/>
            </p:nvSpPr>
            <p:spPr>
              <a:xfrm>
                <a:off x="5474428" y="341297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71" name="文字方塊 27">
                <a:extLst>
                  <a:ext uri="{FF2B5EF4-FFF2-40B4-BE49-F238E27FC236}">
                    <a16:creationId xmlns:a16="http://schemas.microsoft.com/office/drawing/2014/main" id="{B88343C0-8286-3AA8-1947-B510386DD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4428" y="3412971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2" name="文字方塊 255">
            <a:extLst>
              <a:ext uri="{FF2B5EF4-FFF2-40B4-BE49-F238E27FC236}">
                <a16:creationId xmlns:a16="http://schemas.microsoft.com/office/drawing/2014/main" id="{7F7953F6-B08A-C119-FADB-4CA9CB119D5B}"/>
              </a:ext>
            </a:extLst>
          </p:cNvPr>
          <p:cNvSpPr txBox="1"/>
          <p:nvPr/>
        </p:nvSpPr>
        <p:spPr>
          <a:xfrm>
            <a:off x="5780337" y="3302158"/>
            <a:ext cx="1317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8000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V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574" name="Straight Connector 573">
            <a:extLst>
              <a:ext uri="{FF2B5EF4-FFF2-40B4-BE49-F238E27FC236}">
                <a16:creationId xmlns:a16="http://schemas.microsoft.com/office/drawing/2014/main" id="{F00FB51B-B676-DD62-F2B1-E693C6B8BA5E}"/>
              </a:ext>
            </a:extLst>
          </p:cNvPr>
          <p:cNvCxnSpPr/>
          <p:nvPr/>
        </p:nvCxnSpPr>
        <p:spPr>
          <a:xfrm>
            <a:off x="5838305" y="3620040"/>
            <a:ext cx="100856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5" name="文字方塊 255">
            <a:extLst>
              <a:ext uri="{FF2B5EF4-FFF2-40B4-BE49-F238E27FC236}">
                <a16:creationId xmlns:a16="http://schemas.microsoft.com/office/drawing/2014/main" id="{D785DC23-827B-DBC8-CC62-56A9A76BD091}"/>
              </a:ext>
            </a:extLst>
          </p:cNvPr>
          <p:cNvSpPr txBox="1"/>
          <p:nvPr/>
        </p:nvSpPr>
        <p:spPr>
          <a:xfrm>
            <a:off x="5909136" y="3642184"/>
            <a:ext cx="937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1728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576" name="群組 245">
            <a:extLst>
              <a:ext uri="{FF2B5EF4-FFF2-40B4-BE49-F238E27FC236}">
                <a16:creationId xmlns:a16="http://schemas.microsoft.com/office/drawing/2014/main" id="{36827778-2FAD-1F06-B478-CABCA081FDBA}"/>
              </a:ext>
            </a:extLst>
          </p:cNvPr>
          <p:cNvGrpSpPr/>
          <p:nvPr/>
        </p:nvGrpSpPr>
        <p:grpSpPr>
          <a:xfrm>
            <a:off x="6879841" y="3346981"/>
            <a:ext cx="745071" cy="480946"/>
            <a:chOff x="2447155" y="4510444"/>
            <a:chExt cx="745071" cy="480946"/>
          </a:xfrm>
        </p:grpSpPr>
        <p:sp>
          <p:nvSpPr>
            <p:cNvPr id="577" name="文字方塊 249">
              <a:extLst>
                <a:ext uri="{FF2B5EF4-FFF2-40B4-BE49-F238E27FC236}">
                  <a16:creationId xmlns:a16="http://schemas.microsoft.com/office/drawing/2014/main" id="{E198FA11-E1F2-F604-8A36-A6C3958405EA}"/>
                </a:ext>
              </a:extLst>
            </p:cNvPr>
            <p:cNvSpPr txBox="1"/>
            <p:nvPr/>
          </p:nvSpPr>
          <p:spPr>
            <a:xfrm>
              <a:off x="2447155" y="4591280"/>
              <a:ext cx="637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578" name="文字方塊 247">
              <a:extLst>
                <a:ext uri="{FF2B5EF4-FFF2-40B4-BE49-F238E27FC236}">
                  <a16:creationId xmlns:a16="http://schemas.microsoft.com/office/drawing/2014/main" id="{16C9FF1D-A8FB-1BE1-EB4A-7EACA05F7096}"/>
                </a:ext>
              </a:extLst>
            </p:cNvPr>
            <p:cNvSpPr txBox="1"/>
            <p:nvPr/>
          </p:nvSpPr>
          <p:spPr>
            <a:xfrm>
              <a:off x="2903364" y="4510444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579" name="TextBox 578">
            <a:extLst>
              <a:ext uri="{FF2B5EF4-FFF2-40B4-BE49-F238E27FC236}">
                <a16:creationId xmlns:a16="http://schemas.microsoft.com/office/drawing/2014/main" id="{48A28D84-55D2-EBE2-7B1E-664BB1D055EF}"/>
              </a:ext>
            </a:extLst>
          </p:cNvPr>
          <p:cNvSpPr txBox="1"/>
          <p:nvPr/>
        </p:nvSpPr>
        <p:spPr>
          <a:xfrm>
            <a:off x="496488" y="4170296"/>
            <a:ext cx="27593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Volume of cone VCD</a:t>
            </a:r>
            <a:endParaRPr lang="en-US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0" name="文字方塊 27">
                <a:extLst>
                  <a:ext uri="{FF2B5EF4-FFF2-40B4-BE49-F238E27FC236}">
                    <a16:creationId xmlns:a16="http://schemas.microsoft.com/office/drawing/2014/main" id="{1C600ED5-92FD-9BEA-0F22-3F19F97CF391}"/>
                  </a:ext>
                </a:extLst>
              </p:cNvPr>
              <p:cNvSpPr txBox="1"/>
              <p:nvPr/>
            </p:nvSpPr>
            <p:spPr>
              <a:xfrm>
                <a:off x="3132231" y="413278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80" name="文字方塊 27">
                <a:extLst>
                  <a:ext uri="{FF2B5EF4-FFF2-40B4-BE49-F238E27FC236}">
                    <a16:creationId xmlns:a16="http://schemas.microsoft.com/office/drawing/2014/main" id="{1C600ED5-92FD-9BEA-0F22-3F19F97CF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231" y="4132782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1" name="文字方塊 255">
            <a:extLst>
              <a:ext uri="{FF2B5EF4-FFF2-40B4-BE49-F238E27FC236}">
                <a16:creationId xmlns:a16="http://schemas.microsoft.com/office/drawing/2014/main" id="{F2D5C3B3-5FE3-3332-B670-F3081156C5AB}"/>
              </a:ext>
            </a:extLst>
          </p:cNvPr>
          <p:cNvSpPr txBox="1"/>
          <p:nvPr/>
        </p:nvSpPr>
        <p:spPr>
          <a:xfrm>
            <a:off x="3602733" y="3979589"/>
            <a:ext cx="6443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15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582" name="直線接點 256">
            <a:extLst>
              <a:ext uri="{FF2B5EF4-FFF2-40B4-BE49-F238E27FC236}">
                <a16:creationId xmlns:a16="http://schemas.microsoft.com/office/drawing/2014/main" id="{88563B0C-FB75-CBFC-3EDA-FE934225B8C6}"/>
              </a:ext>
            </a:extLst>
          </p:cNvPr>
          <p:cNvCxnSpPr>
            <a:cxnSpLocks/>
          </p:cNvCxnSpPr>
          <p:nvPr/>
        </p:nvCxnSpPr>
        <p:spPr bwMode="auto">
          <a:xfrm>
            <a:off x="3600773" y="4350575"/>
            <a:ext cx="501577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83" name="文字方塊 257">
            <a:extLst>
              <a:ext uri="{FF2B5EF4-FFF2-40B4-BE49-F238E27FC236}">
                <a16:creationId xmlns:a16="http://schemas.microsoft.com/office/drawing/2014/main" id="{5D67A8FD-8FC1-F436-CBE0-244AB9237B2B}"/>
              </a:ext>
            </a:extLst>
          </p:cNvPr>
          <p:cNvSpPr txBox="1"/>
          <p:nvPr/>
        </p:nvSpPr>
        <p:spPr>
          <a:xfrm>
            <a:off x="3617756" y="4355325"/>
            <a:ext cx="54312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12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584" name="弧形 258">
            <a:extLst>
              <a:ext uri="{FF2B5EF4-FFF2-40B4-BE49-F238E27FC236}">
                <a16:creationId xmlns:a16="http://schemas.microsoft.com/office/drawing/2014/main" id="{321785C2-643F-4801-0F42-78CA4E411BB1}"/>
              </a:ext>
            </a:extLst>
          </p:cNvPr>
          <p:cNvSpPr/>
          <p:nvPr/>
        </p:nvSpPr>
        <p:spPr>
          <a:xfrm rot="10957079">
            <a:off x="3536383" y="4040748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585" name="弧形 259">
            <a:extLst>
              <a:ext uri="{FF2B5EF4-FFF2-40B4-BE49-F238E27FC236}">
                <a16:creationId xmlns:a16="http://schemas.microsoft.com/office/drawing/2014/main" id="{63D3222B-65AF-2BF9-CF5F-DF51A3B4D885}"/>
              </a:ext>
            </a:extLst>
          </p:cNvPr>
          <p:cNvSpPr/>
          <p:nvPr/>
        </p:nvSpPr>
        <p:spPr>
          <a:xfrm rot="235127">
            <a:off x="3925273" y="4029795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586" name="文字方塊 106">
            <a:extLst>
              <a:ext uri="{FF2B5EF4-FFF2-40B4-BE49-F238E27FC236}">
                <a16:creationId xmlns:a16="http://schemas.microsoft.com/office/drawing/2014/main" id="{F4B9E2D2-72BE-A96A-3FDF-45850F8B1A71}"/>
              </a:ext>
            </a:extLst>
          </p:cNvPr>
          <p:cNvSpPr txBox="1"/>
          <p:nvPr/>
        </p:nvSpPr>
        <p:spPr>
          <a:xfrm>
            <a:off x="4160189" y="3927612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7" name="文字方塊 44">
                <a:extLst>
                  <a:ext uri="{FF2B5EF4-FFF2-40B4-BE49-F238E27FC236}">
                    <a16:creationId xmlns:a16="http://schemas.microsoft.com/office/drawing/2014/main" id="{0E02B95E-7BC5-2E87-4F0F-63A2DE5FE0E8}"/>
                  </a:ext>
                </a:extLst>
              </p:cNvPr>
              <p:cNvSpPr txBox="1"/>
              <p:nvPr/>
            </p:nvSpPr>
            <p:spPr>
              <a:xfrm>
                <a:off x="4339520" y="41276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87" name="文字方塊 44">
                <a:extLst>
                  <a:ext uri="{FF2B5EF4-FFF2-40B4-BE49-F238E27FC236}">
                    <a16:creationId xmlns:a16="http://schemas.microsoft.com/office/drawing/2014/main" id="{0E02B95E-7BC5-2E87-4F0F-63A2DE5FE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520" y="4127667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8" name="TextBox 587">
            <a:extLst>
              <a:ext uri="{FF2B5EF4-FFF2-40B4-BE49-F238E27FC236}">
                <a16:creationId xmlns:a16="http://schemas.microsoft.com/office/drawing/2014/main" id="{6EA5BFB3-84F6-718F-AB66-07342C1851D3}"/>
              </a:ext>
            </a:extLst>
          </p:cNvPr>
          <p:cNvSpPr txBox="1"/>
          <p:nvPr/>
        </p:nvSpPr>
        <p:spPr>
          <a:xfrm>
            <a:off x="4620997" y="4139518"/>
            <a:ext cx="9033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V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chemeClr val="accent5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</a:t>
            </a:r>
            <a:endParaRPr lang="en-US" sz="2000"/>
          </a:p>
        </p:txBody>
      </p:sp>
      <p:sp>
        <p:nvSpPr>
          <p:cNvPr id="589" name="文字方塊 106">
            <a:extLst>
              <a:ext uri="{FF2B5EF4-FFF2-40B4-BE49-F238E27FC236}">
                <a16:creationId xmlns:a16="http://schemas.microsoft.com/office/drawing/2014/main" id="{F808BDB3-3E92-291E-29AF-1864F363DBA5}"/>
              </a:ext>
            </a:extLst>
          </p:cNvPr>
          <p:cNvSpPr txBox="1"/>
          <p:nvPr/>
        </p:nvSpPr>
        <p:spPr>
          <a:xfrm>
            <a:off x="5311470" y="4031796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90" name="文字方塊 27">
                <a:extLst>
                  <a:ext uri="{FF2B5EF4-FFF2-40B4-BE49-F238E27FC236}">
                    <a16:creationId xmlns:a16="http://schemas.microsoft.com/office/drawing/2014/main" id="{EA25DAF5-D6E7-AD43-05B0-C241D069F7C3}"/>
                  </a:ext>
                </a:extLst>
              </p:cNvPr>
              <p:cNvSpPr txBox="1"/>
              <p:nvPr/>
            </p:nvSpPr>
            <p:spPr>
              <a:xfrm>
                <a:off x="5483241" y="411036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590" name="文字方塊 27">
                <a:extLst>
                  <a:ext uri="{FF2B5EF4-FFF2-40B4-BE49-F238E27FC236}">
                    <a16:creationId xmlns:a16="http://schemas.microsoft.com/office/drawing/2014/main" id="{EA25DAF5-D6E7-AD43-05B0-C241D069F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3241" y="4110360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1" name="文字方塊 255">
            <a:extLst>
              <a:ext uri="{FF2B5EF4-FFF2-40B4-BE49-F238E27FC236}">
                <a16:creationId xmlns:a16="http://schemas.microsoft.com/office/drawing/2014/main" id="{A8D7E0FA-5DFA-B36B-FEA9-834182B11FDC}"/>
              </a:ext>
            </a:extLst>
          </p:cNvPr>
          <p:cNvSpPr txBox="1"/>
          <p:nvPr/>
        </p:nvSpPr>
        <p:spPr>
          <a:xfrm>
            <a:off x="5789150" y="3999547"/>
            <a:ext cx="1119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3375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V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592" name="Straight Connector 591">
            <a:extLst>
              <a:ext uri="{FF2B5EF4-FFF2-40B4-BE49-F238E27FC236}">
                <a16:creationId xmlns:a16="http://schemas.microsoft.com/office/drawing/2014/main" id="{32796BDF-ED68-F866-551F-32511CC96209}"/>
              </a:ext>
            </a:extLst>
          </p:cNvPr>
          <p:cNvCxnSpPr/>
          <p:nvPr/>
        </p:nvCxnSpPr>
        <p:spPr>
          <a:xfrm>
            <a:off x="5847118" y="4317429"/>
            <a:ext cx="100856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3" name="文字方塊 255">
            <a:extLst>
              <a:ext uri="{FF2B5EF4-FFF2-40B4-BE49-F238E27FC236}">
                <a16:creationId xmlns:a16="http://schemas.microsoft.com/office/drawing/2014/main" id="{298BA144-BD77-9926-28FF-95F740AE87B4}"/>
              </a:ext>
            </a:extLst>
          </p:cNvPr>
          <p:cNvSpPr txBox="1"/>
          <p:nvPr/>
        </p:nvSpPr>
        <p:spPr>
          <a:xfrm>
            <a:off x="5917949" y="4339573"/>
            <a:ext cx="937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1728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594" name="群組 245">
            <a:extLst>
              <a:ext uri="{FF2B5EF4-FFF2-40B4-BE49-F238E27FC236}">
                <a16:creationId xmlns:a16="http://schemas.microsoft.com/office/drawing/2014/main" id="{80ABEA41-2AA6-5932-2D6D-12F9FCE1CF9A}"/>
              </a:ext>
            </a:extLst>
          </p:cNvPr>
          <p:cNvGrpSpPr/>
          <p:nvPr/>
        </p:nvGrpSpPr>
        <p:grpSpPr>
          <a:xfrm>
            <a:off x="6888654" y="4044370"/>
            <a:ext cx="745071" cy="480946"/>
            <a:chOff x="2447155" y="4510444"/>
            <a:chExt cx="745071" cy="480946"/>
          </a:xfrm>
        </p:grpSpPr>
        <p:sp>
          <p:nvSpPr>
            <p:cNvPr id="595" name="文字方塊 249">
              <a:extLst>
                <a:ext uri="{FF2B5EF4-FFF2-40B4-BE49-F238E27FC236}">
                  <a16:creationId xmlns:a16="http://schemas.microsoft.com/office/drawing/2014/main" id="{F0915887-AFA5-4732-E3AA-F9D394D5A39A}"/>
                </a:ext>
              </a:extLst>
            </p:cNvPr>
            <p:cNvSpPr txBox="1"/>
            <p:nvPr/>
          </p:nvSpPr>
          <p:spPr>
            <a:xfrm>
              <a:off x="2447155" y="4591280"/>
              <a:ext cx="637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596" name="文字方塊 247">
              <a:extLst>
                <a:ext uri="{FF2B5EF4-FFF2-40B4-BE49-F238E27FC236}">
                  <a16:creationId xmlns:a16="http://schemas.microsoft.com/office/drawing/2014/main" id="{920FE71A-7BDE-F8EF-B0BE-79596F9B4D03}"/>
                </a:ext>
              </a:extLst>
            </p:cNvPr>
            <p:cNvSpPr txBox="1"/>
            <p:nvPr/>
          </p:nvSpPr>
          <p:spPr>
            <a:xfrm>
              <a:off x="2903364" y="4510444"/>
              <a:ext cx="28886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endParaRPr lang="en-HK" sz="12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97" name="文字方塊 260">
                <a:extLst>
                  <a:ext uri="{FF2B5EF4-FFF2-40B4-BE49-F238E27FC236}">
                    <a16:creationId xmlns:a16="http://schemas.microsoft.com/office/drawing/2014/main" id="{63F545F4-BE97-2C43-3442-9C3A9960A999}"/>
                  </a:ext>
                </a:extLst>
              </p:cNvPr>
              <p:cNvSpPr txBox="1"/>
              <p:nvPr/>
            </p:nvSpPr>
            <p:spPr>
              <a:xfrm>
                <a:off x="213891" y="4666825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597" name="文字方塊 260">
                <a:extLst>
                  <a:ext uri="{FF2B5EF4-FFF2-40B4-BE49-F238E27FC236}">
                    <a16:creationId xmlns:a16="http://schemas.microsoft.com/office/drawing/2014/main" id="{63F545F4-BE97-2C43-3442-9C3A9960A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891" y="4666825"/>
                <a:ext cx="238419" cy="461665"/>
              </a:xfrm>
              <a:prstGeom prst="rect">
                <a:avLst/>
              </a:prstGeom>
              <a:blipFill>
                <a:blip r:embed="rId22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8" name="TextBox 597">
            <a:extLst>
              <a:ext uri="{FF2B5EF4-FFF2-40B4-BE49-F238E27FC236}">
                <a16:creationId xmlns:a16="http://schemas.microsoft.com/office/drawing/2014/main" id="{6C9DCBA0-0A14-EE84-4186-3158C4CE8A31}"/>
              </a:ext>
            </a:extLst>
          </p:cNvPr>
          <p:cNvSpPr txBox="1"/>
          <p:nvPr/>
        </p:nvSpPr>
        <p:spPr>
          <a:xfrm>
            <a:off x="501615" y="4539628"/>
            <a:ext cx="264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b="1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Lucida Calligraphy" panose="03010101010101010101" pitchFamily="66" charset="0"/>
              </a:rPr>
              <a:t>Capacity of the cup</a:t>
            </a:r>
            <a:endParaRPr lang="en-US">
              <a:solidFill>
                <a:srgbClr val="FFC000"/>
              </a:solidFill>
            </a:endParaRPr>
          </a:p>
        </p:txBody>
      </p:sp>
      <p:cxnSp>
        <p:nvCxnSpPr>
          <p:cNvPr id="600" name="Straight Connector 599">
            <a:extLst>
              <a:ext uri="{FF2B5EF4-FFF2-40B4-BE49-F238E27FC236}">
                <a16:creationId xmlns:a16="http://schemas.microsoft.com/office/drawing/2014/main" id="{1016781E-9AEB-0699-2253-A091699DECA3}"/>
              </a:ext>
            </a:extLst>
          </p:cNvPr>
          <p:cNvCxnSpPr/>
          <p:nvPr/>
        </p:nvCxnSpPr>
        <p:spPr>
          <a:xfrm>
            <a:off x="631966" y="4908960"/>
            <a:ext cx="242727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1" name="TextBox 600">
            <a:extLst>
              <a:ext uri="{FF2B5EF4-FFF2-40B4-BE49-F238E27FC236}">
                <a16:creationId xmlns:a16="http://schemas.microsoft.com/office/drawing/2014/main" id="{B99B9060-A197-9F4F-F3A5-2879FE593804}"/>
              </a:ext>
            </a:extLst>
          </p:cNvPr>
          <p:cNvSpPr txBox="1"/>
          <p:nvPr/>
        </p:nvSpPr>
        <p:spPr>
          <a:xfrm>
            <a:off x="674575" y="4955726"/>
            <a:ext cx="23420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1800" b="1">
                <a:ln>
                  <a:solidFill>
                    <a:schemeClr val="tx1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latin typeface="Lucida Calligraphy" panose="03010101010101010101" pitchFamily="66" charset="0"/>
              </a:rPr>
              <a:t>Volume of water</a:t>
            </a:r>
            <a:endParaRPr lang="en-US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2" name="文字方塊 27">
                <a:extLst>
                  <a:ext uri="{FF2B5EF4-FFF2-40B4-BE49-F238E27FC236}">
                    <a16:creationId xmlns:a16="http://schemas.microsoft.com/office/drawing/2014/main" id="{464E92C6-4537-6DFF-BC47-892910C89849}"/>
                  </a:ext>
                </a:extLst>
              </p:cNvPr>
              <p:cNvSpPr txBox="1"/>
              <p:nvPr/>
            </p:nvSpPr>
            <p:spPr>
              <a:xfrm>
                <a:off x="213773" y="585675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02" name="文字方塊 27">
                <a:extLst>
                  <a:ext uri="{FF2B5EF4-FFF2-40B4-BE49-F238E27FC236}">
                    <a16:creationId xmlns:a16="http://schemas.microsoft.com/office/drawing/2014/main" id="{464E92C6-4537-6DFF-BC47-892910C89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73" y="5856753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3" name="文字方塊 255">
            <a:extLst>
              <a:ext uri="{FF2B5EF4-FFF2-40B4-BE49-F238E27FC236}">
                <a16:creationId xmlns:a16="http://schemas.microsoft.com/office/drawing/2014/main" id="{3B651EAA-A24D-72DB-B9B4-822357E6C1D6}"/>
              </a:ext>
            </a:extLst>
          </p:cNvPr>
          <p:cNvSpPr txBox="1"/>
          <p:nvPr/>
        </p:nvSpPr>
        <p:spPr>
          <a:xfrm>
            <a:off x="640932" y="5371823"/>
            <a:ext cx="12077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8000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V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604" name="Straight Connector 603">
            <a:extLst>
              <a:ext uri="{FF2B5EF4-FFF2-40B4-BE49-F238E27FC236}">
                <a16:creationId xmlns:a16="http://schemas.microsoft.com/office/drawing/2014/main" id="{FA9112AF-9969-A9EF-F216-DBE9F223CF60}"/>
              </a:ext>
            </a:extLst>
          </p:cNvPr>
          <p:cNvCxnSpPr/>
          <p:nvPr/>
        </p:nvCxnSpPr>
        <p:spPr>
          <a:xfrm>
            <a:off x="698900" y="5689705"/>
            <a:ext cx="100856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文字方塊 255">
            <a:extLst>
              <a:ext uri="{FF2B5EF4-FFF2-40B4-BE49-F238E27FC236}">
                <a16:creationId xmlns:a16="http://schemas.microsoft.com/office/drawing/2014/main" id="{5D4162B6-CEFE-19DF-670D-AD8498EEF5D6}"/>
              </a:ext>
            </a:extLst>
          </p:cNvPr>
          <p:cNvSpPr txBox="1"/>
          <p:nvPr/>
        </p:nvSpPr>
        <p:spPr>
          <a:xfrm>
            <a:off x="769731" y="5711849"/>
            <a:ext cx="937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1728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6" name="文字方塊 17">
                <a:extLst>
                  <a:ext uri="{FF2B5EF4-FFF2-40B4-BE49-F238E27FC236}">
                    <a16:creationId xmlns:a16="http://schemas.microsoft.com/office/drawing/2014/main" id="{468917F6-468D-CEE0-E073-13B09A231BA2}"/>
                  </a:ext>
                </a:extLst>
              </p:cNvPr>
              <p:cNvSpPr txBox="1"/>
              <p:nvPr/>
            </p:nvSpPr>
            <p:spPr>
              <a:xfrm>
                <a:off x="1781378" y="55093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06" name="文字方塊 17">
                <a:extLst>
                  <a:ext uri="{FF2B5EF4-FFF2-40B4-BE49-F238E27FC236}">
                    <a16:creationId xmlns:a16="http://schemas.microsoft.com/office/drawing/2014/main" id="{468917F6-468D-CEE0-E073-13B09A231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378" y="5509300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7" name="TextBox 606">
            <a:extLst>
              <a:ext uri="{FF2B5EF4-FFF2-40B4-BE49-F238E27FC236}">
                <a16:creationId xmlns:a16="http://schemas.microsoft.com/office/drawing/2014/main" id="{49394F5F-1D73-5BE3-1344-C89AC71799E8}"/>
              </a:ext>
            </a:extLst>
          </p:cNvPr>
          <p:cNvSpPr txBox="1"/>
          <p:nvPr/>
        </p:nvSpPr>
        <p:spPr>
          <a:xfrm>
            <a:off x="2119783" y="5552979"/>
            <a:ext cx="5123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V</a:t>
            </a:r>
            <a:endParaRPr lang="en-US" sz="2000"/>
          </a:p>
        </p:txBody>
      </p:sp>
      <p:cxnSp>
        <p:nvCxnSpPr>
          <p:cNvPr id="608" name="Straight Connector 607">
            <a:extLst>
              <a:ext uri="{FF2B5EF4-FFF2-40B4-BE49-F238E27FC236}">
                <a16:creationId xmlns:a16="http://schemas.microsoft.com/office/drawing/2014/main" id="{FC4EC792-0481-B1D0-BBCF-5F82912F884B}"/>
              </a:ext>
            </a:extLst>
          </p:cNvPr>
          <p:cNvCxnSpPr>
            <a:cxnSpLocks/>
          </p:cNvCxnSpPr>
          <p:nvPr/>
        </p:nvCxnSpPr>
        <p:spPr>
          <a:xfrm>
            <a:off x="700557" y="6080449"/>
            <a:ext cx="18556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0" name="文字方塊 255">
            <a:extLst>
              <a:ext uri="{FF2B5EF4-FFF2-40B4-BE49-F238E27FC236}">
                <a16:creationId xmlns:a16="http://schemas.microsoft.com/office/drawing/2014/main" id="{DA6357DD-BED3-8CF7-0233-95E301700E86}"/>
              </a:ext>
            </a:extLst>
          </p:cNvPr>
          <p:cNvSpPr txBox="1"/>
          <p:nvPr/>
        </p:nvSpPr>
        <p:spPr>
          <a:xfrm>
            <a:off x="649235" y="6171590"/>
            <a:ext cx="1119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3375</a:t>
            </a:r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Calligraphy" panose="03010101010101010101" pitchFamily="66" charset="0"/>
              </a:rPr>
              <a:t>V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D9B41000-D77E-8D01-300C-1D2F99BC3EB3}"/>
              </a:ext>
            </a:extLst>
          </p:cNvPr>
          <p:cNvCxnSpPr/>
          <p:nvPr/>
        </p:nvCxnSpPr>
        <p:spPr>
          <a:xfrm>
            <a:off x="707203" y="6489472"/>
            <a:ext cx="100856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2" name="文字方塊 255">
            <a:extLst>
              <a:ext uri="{FF2B5EF4-FFF2-40B4-BE49-F238E27FC236}">
                <a16:creationId xmlns:a16="http://schemas.microsoft.com/office/drawing/2014/main" id="{10E040B4-D9C0-9A6B-914B-8D526AD622AA}"/>
              </a:ext>
            </a:extLst>
          </p:cNvPr>
          <p:cNvSpPr txBox="1"/>
          <p:nvPr/>
        </p:nvSpPr>
        <p:spPr>
          <a:xfrm>
            <a:off x="778034" y="6511616"/>
            <a:ext cx="937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Lucida Handwriting" panose="03010101010101010101" pitchFamily="66" charset="0"/>
              </a:rPr>
              <a:t>1728</a:t>
            </a:r>
            <a:endParaRPr lang="en-HK" sz="2000" b="1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3" name="文字方塊 17">
                <a:extLst>
                  <a:ext uri="{FF2B5EF4-FFF2-40B4-BE49-F238E27FC236}">
                    <a16:creationId xmlns:a16="http://schemas.microsoft.com/office/drawing/2014/main" id="{84679885-F4BD-3DAE-5F12-1C556DA3FFFB}"/>
                  </a:ext>
                </a:extLst>
              </p:cNvPr>
              <p:cNvSpPr txBox="1"/>
              <p:nvPr/>
            </p:nvSpPr>
            <p:spPr>
              <a:xfrm>
                <a:off x="1781378" y="631156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13" name="文字方塊 17">
                <a:extLst>
                  <a:ext uri="{FF2B5EF4-FFF2-40B4-BE49-F238E27FC236}">
                    <a16:creationId xmlns:a16="http://schemas.microsoft.com/office/drawing/2014/main" id="{84679885-F4BD-3DAE-5F12-1C556DA3FF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378" y="6311561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4" name="TextBox 613">
            <a:extLst>
              <a:ext uri="{FF2B5EF4-FFF2-40B4-BE49-F238E27FC236}">
                <a16:creationId xmlns:a16="http://schemas.microsoft.com/office/drawing/2014/main" id="{2E64819B-4B93-720C-9D59-CF3A70C2284E}"/>
              </a:ext>
            </a:extLst>
          </p:cNvPr>
          <p:cNvSpPr txBox="1"/>
          <p:nvPr/>
        </p:nvSpPr>
        <p:spPr>
          <a:xfrm>
            <a:off x="2119783" y="6355240"/>
            <a:ext cx="5123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HK" sz="2000" b="1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V</a:t>
            </a:r>
            <a:endParaRPr lang="en-US" sz="20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8" name="文字方塊 27">
                <a:extLst>
                  <a:ext uri="{FF2B5EF4-FFF2-40B4-BE49-F238E27FC236}">
                    <a16:creationId xmlns:a16="http://schemas.microsoft.com/office/drawing/2014/main" id="{1B7A270D-4F62-0E76-CCDB-1C4F2C2945A4}"/>
                  </a:ext>
                </a:extLst>
              </p:cNvPr>
              <p:cNvSpPr txBox="1"/>
              <p:nvPr/>
            </p:nvSpPr>
            <p:spPr>
              <a:xfrm>
                <a:off x="2631136" y="589258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28" name="文字方塊 27">
                <a:extLst>
                  <a:ext uri="{FF2B5EF4-FFF2-40B4-BE49-F238E27FC236}">
                    <a16:creationId xmlns:a16="http://schemas.microsoft.com/office/drawing/2014/main" id="{1B7A270D-4F62-0E76-CCDB-1C4F2C294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1136" y="5892581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9" name="文字方塊 78">
            <a:extLst>
              <a:ext uri="{FF2B5EF4-FFF2-40B4-BE49-F238E27FC236}">
                <a16:creationId xmlns:a16="http://schemas.microsoft.com/office/drawing/2014/main" id="{10F24977-57CC-5E94-2480-E5DCFE1E62FD}"/>
              </a:ext>
            </a:extLst>
          </p:cNvPr>
          <p:cNvSpPr txBox="1"/>
          <p:nvPr/>
        </p:nvSpPr>
        <p:spPr>
          <a:xfrm>
            <a:off x="2910425" y="5912486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3.81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630" name="文字方塊 46">
            <a:extLst>
              <a:ext uri="{FF2B5EF4-FFF2-40B4-BE49-F238E27FC236}">
                <a16:creationId xmlns:a16="http://schemas.microsoft.com/office/drawing/2014/main" id="{8BD03A08-4CD5-F0F1-6355-C52674A99568}"/>
              </a:ext>
            </a:extLst>
          </p:cNvPr>
          <p:cNvSpPr txBox="1"/>
          <p:nvPr/>
        </p:nvSpPr>
        <p:spPr>
          <a:xfrm>
            <a:off x="2992940" y="6256863"/>
            <a:ext cx="25800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(cor. to 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sig. fig.)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4C09BD-0757-DB36-DC8A-5FD0405C2C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367" b="42322"/>
          <a:stretch>
            <a:fillRect/>
          </a:stretch>
        </p:blipFill>
        <p:spPr>
          <a:xfrm>
            <a:off x="179211" y="2424964"/>
            <a:ext cx="9923647" cy="25218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31" name="文字方塊 54">
                <a:extLst>
                  <a:ext uri="{FF2B5EF4-FFF2-40B4-BE49-F238E27FC236}">
                    <a16:creationId xmlns:a16="http://schemas.microsoft.com/office/drawing/2014/main" id="{EF681094-94B0-2983-C941-8FF0C513DE52}"/>
                  </a:ext>
                </a:extLst>
              </p:cNvPr>
              <p:cNvSpPr txBox="1"/>
              <p:nvPr/>
            </p:nvSpPr>
            <p:spPr>
              <a:xfrm>
                <a:off x="6156793" y="5587217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∵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31" name="文字方塊 54">
                <a:extLst>
                  <a:ext uri="{FF2B5EF4-FFF2-40B4-BE49-F238E27FC236}">
                    <a16:creationId xmlns:a16="http://schemas.microsoft.com/office/drawing/2014/main" id="{EF681094-94B0-2983-C941-8FF0C513D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793" y="5587217"/>
                <a:ext cx="295688" cy="461665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2" name="文字方塊 255">
            <a:extLst>
              <a:ext uri="{FF2B5EF4-FFF2-40B4-BE49-F238E27FC236}">
                <a16:creationId xmlns:a16="http://schemas.microsoft.com/office/drawing/2014/main" id="{24D7F83B-CBC4-91C0-CC4B-46AC9A79CCEE}"/>
              </a:ext>
            </a:extLst>
          </p:cNvPr>
          <p:cNvSpPr txBox="1"/>
          <p:nvPr/>
        </p:nvSpPr>
        <p:spPr>
          <a:xfrm>
            <a:off x="6616087" y="5519222"/>
            <a:ext cx="6443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16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2">
                  <a:lumMod val="40000"/>
                  <a:lumOff val="60000"/>
                </a:schemeClr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633" name="直線接點 256">
            <a:extLst>
              <a:ext uri="{FF2B5EF4-FFF2-40B4-BE49-F238E27FC236}">
                <a16:creationId xmlns:a16="http://schemas.microsoft.com/office/drawing/2014/main" id="{A3745262-0200-E08F-0229-CD81F67171E1}"/>
              </a:ext>
            </a:extLst>
          </p:cNvPr>
          <p:cNvCxnSpPr>
            <a:cxnSpLocks/>
          </p:cNvCxnSpPr>
          <p:nvPr/>
        </p:nvCxnSpPr>
        <p:spPr bwMode="auto">
          <a:xfrm>
            <a:off x="6614127" y="5890208"/>
            <a:ext cx="501577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34" name="文字方塊 257">
            <a:extLst>
              <a:ext uri="{FF2B5EF4-FFF2-40B4-BE49-F238E27FC236}">
                <a16:creationId xmlns:a16="http://schemas.microsoft.com/office/drawing/2014/main" id="{9703FCA7-D76D-FAF8-ABDE-A2E1328B916A}"/>
              </a:ext>
            </a:extLst>
          </p:cNvPr>
          <p:cNvSpPr txBox="1"/>
          <p:nvPr/>
        </p:nvSpPr>
        <p:spPr>
          <a:xfrm>
            <a:off x="6690453" y="5879592"/>
            <a:ext cx="390368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9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2">
                  <a:lumMod val="40000"/>
                  <a:lumOff val="6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35" name="弧形 258">
            <a:extLst>
              <a:ext uri="{FF2B5EF4-FFF2-40B4-BE49-F238E27FC236}">
                <a16:creationId xmlns:a16="http://schemas.microsoft.com/office/drawing/2014/main" id="{717A6482-7468-07F0-2D37-29F4697764A2}"/>
              </a:ext>
            </a:extLst>
          </p:cNvPr>
          <p:cNvSpPr/>
          <p:nvPr/>
        </p:nvSpPr>
        <p:spPr>
          <a:xfrm rot="10957079">
            <a:off x="6549737" y="5580381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636" name="弧形 259">
            <a:extLst>
              <a:ext uri="{FF2B5EF4-FFF2-40B4-BE49-F238E27FC236}">
                <a16:creationId xmlns:a16="http://schemas.microsoft.com/office/drawing/2014/main" id="{B3713219-06F5-574B-8F22-0970C1F7AD87}"/>
              </a:ext>
            </a:extLst>
          </p:cNvPr>
          <p:cNvSpPr/>
          <p:nvPr/>
        </p:nvSpPr>
        <p:spPr>
          <a:xfrm rot="235127">
            <a:off x="6938627" y="5569428"/>
            <a:ext cx="336144" cy="641558"/>
          </a:xfrm>
          <a:prstGeom prst="arc">
            <a:avLst>
              <a:gd name="adj1" fmla="val 16200000"/>
              <a:gd name="adj2" fmla="val 5238380"/>
            </a:avLst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637" name="文字方塊 106">
            <a:extLst>
              <a:ext uri="{FF2B5EF4-FFF2-40B4-BE49-F238E27FC236}">
                <a16:creationId xmlns:a16="http://schemas.microsoft.com/office/drawing/2014/main" id="{A52C1ED2-1D93-5EA0-45B5-3B87B6E24A22}"/>
              </a:ext>
            </a:extLst>
          </p:cNvPr>
          <p:cNvSpPr txBox="1"/>
          <p:nvPr/>
        </p:nvSpPr>
        <p:spPr>
          <a:xfrm>
            <a:off x="7173543" y="5467245"/>
            <a:ext cx="2888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12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endParaRPr lang="en-HK" sz="12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8" name="文字方塊 27">
                <a:extLst>
                  <a:ext uri="{FF2B5EF4-FFF2-40B4-BE49-F238E27FC236}">
                    <a16:creationId xmlns:a16="http://schemas.microsoft.com/office/drawing/2014/main" id="{C50E02A9-11EF-1DB2-F8C8-7489E4468C0A}"/>
                  </a:ext>
                </a:extLst>
              </p:cNvPr>
              <p:cNvSpPr txBox="1"/>
              <p:nvPr/>
            </p:nvSpPr>
            <p:spPr>
              <a:xfrm>
                <a:off x="7311488" y="56795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38" name="文字方塊 27">
                <a:extLst>
                  <a:ext uri="{FF2B5EF4-FFF2-40B4-BE49-F238E27FC236}">
                    <a16:creationId xmlns:a16="http://schemas.microsoft.com/office/drawing/2014/main" id="{C50E02A9-11EF-1DB2-F8C8-7489E4468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1488" y="5679537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9" name="文字方塊 78">
            <a:extLst>
              <a:ext uri="{FF2B5EF4-FFF2-40B4-BE49-F238E27FC236}">
                <a16:creationId xmlns:a16="http://schemas.microsoft.com/office/drawing/2014/main" id="{0827AEC7-F89A-4F5B-2F52-C3F93BBB5F76}"/>
              </a:ext>
            </a:extLst>
          </p:cNvPr>
          <p:cNvSpPr txBox="1"/>
          <p:nvPr/>
        </p:nvSpPr>
        <p:spPr>
          <a:xfrm>
            <a:off x="7621972" y="5679537"/>
            <a:ext cx="13035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Lucida Handwriting" panose="03010101010101010101" pitchFamily="66" charset="0"/>
              </a:rPr>
              <a:t>5.618 …</a:t>
            </a:r>
            <a:endParaRPr lang="en-HK" sz="2000" b="1">
              <a:ln>
                <a:solidFill>
                  <a:schemeClr val="tx1"/>
                </a:solidFill>
              </a:ln>
              <a:solidFill>
                <a:schemeClr val="accent2">
                  <a:lumMod val="40000"/>
                  <a:lumOff val="6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0" name="文字方塊 101">
                <a:extLst>
                  <a:ext uri="{FF2B5EF4-FFF2-40B4-BE49-F238E27FC236}">
                    <a16:creationId xmlns:a16="http://schemas.microsoft.com/office/drawing/2014/main" id="{A3965272-2F52-CFEA-6DA3-EAD97EF17261}"/>
                  </a:ext>
                </a:extLst>
              </p:cNvPr>
              <p:cNvSpPr txBox="1"/>
              <p:nvPr/>
            </p:nvSpPr>
            <p:spPr>
              <a:xfrm>
                <a:off x="8913479" y="566473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</m:oMath>
                  </m:oMathPara>
                </a14:m>
                <a:endParaRPr lang="en-HK" sz="2000" b="1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>
          <p:sp>
            <p:nvSpPr>
              <p:cNvPr id="640" name="文字方塊 101">
                <a:extLst>
                  <a:ext uri="{FF2B5EF4-FFF2-40B4-BE49-F238E27FC236}">
                    <a16:creationId xmlns:a16="http://schemas.microsoft.com/office/drawing/2014/main" id="{A3965272-2F52-CFEA-6DA3-EAD97EF17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479" y="5664732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1" name="文字方塊 78">
            <a:extLst>
              <a:ext uri="{FF2B5EF4-FFF2-40B4-BE49-F238E27FC236}">
                <a16:creationId xmlns:a16="http://schemas.microsoft.com/office/drawing/2014/main" id="{51BF18B2-4256-C4FA-327B-2E1555357F01}"/>
              </a:ext>
            </a:extLst>
          </p:cNvPr>
          <p:cNvSpPr txBox="1"/>
          <p:nvPr/>
        </p:nvSpPr>
        <p:spPr>
          <a:xfrm>
            <a:off x="9298242" y="5679537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3.81</a:t>
            </a:r>
            <a:endParaRPr lang="en-HK" sz="2000" b="1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2" name="文字方塊 260">
                <a:extLst>
                  <a:ext uri="{FF2B5EF4-FFF2-40B4-BE49-F238E27FC236}">
                    <a16:creationId xmlns:a16="http://schemas.microsoft.com/office/drawing/2014/main" id="{30915B92-7D4A-532B-300C-E56BBC400616}"/>
                  </a:ext>
                </a:extLst>
              </p:cNvPr>
              <p:cNvSpPr txBox="1"/>
              <p:nvPr/>
            </p:nvSpPr>
            <p:spPr>
              <a:xfrm>
                <a:off x="6167118" y="6333385"/>
                <a:ext cx="2384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HK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>
          <p:sp>
            <p:nvSpPr>
              <p:cNvPr id="642" name="文字方塊 260">
                <a:extLst>
                  <a:ext uri="{FF2B5EF4-FFF2-40B4-BE49-F238E27FC236}">
                    <a16:creationId xmlns:a16="http://schemas.microsoft.com/office/drawing/2014/main" id="{30915B92-7D4A-532B-300C-E56BBC400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118" y="6333385"/>
                <a:ext cx="238419" cy="461665"/>
              </a:xfrm>
              <a:prstGeom prst="rect">
                <a:avLst/>
              </a:prstGeom>
              <a:blipFill>
                <a:blip r:embed="rId30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3" name="文字方塊 46">
            <a:extLst>
              <a:ext uri="{FF2B5EF4-FFF2-40B4-BE49-F238E27FC236}">
                <a16:creationId xmlns:a16="http://schemas.microsoft.com/office/drawing/2014/main" id="{58DA2B5F-2564-CA91-94A9-C80D0F0889DF}"/>
              </a:ext>
            </a:extLst>
          </p:cNvPr>
          <p:cNvSpPr txBox="1"/>
          <p:nvPr/>
        </p:nvSpPr>
        <p:spPr>
          <a:xfrm>
            <a:off x="6378960" y="6365757"/>
            <a:ext cx="32216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2000" b="1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The claim is disagreed</a:t>
            </a:r>
          </a:p>
        </p:txBody>
      </p:sp>
    </p:spTree>
    <p:extLst>
      <p:ext uri="{BB962C8B-B14F-4D97-AF65-F5344CB8AC3E}">
        <p14:creationId xmlns:p14="http://schemas.microsoft.com/office/powerpoint/2010/main" val="17548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0"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1" dur="5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4"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0" dur="5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4"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9" dur="5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4"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7"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5" grpId="0"/>
      <p:bldP spid="556" grpId="0"/>
      <p:bldP spid="558" grpId="0"/>
      <p:bldP spid="559" grpId="0"/>
      <p:bldP spid="560" grpId="0"/>
      <p:bldP spid="562" grpId="0"/>
      <p:bldP spid="563" grpId="0" animBg="1"/>
      <p:bldP spid="564" grpId="0" animBg="1"/>
      <p:bldP spid="565" grpId="0"/>
      <p:bldP spid="567" grpId="0"/>
      <p:bldP spid="569" grpId="0"/>
      <p:bldP spid="570" grpId="0"/>
      <p:bldP spid="571" grpId="0"/>
      <p:bldP spid="572" grpId="0"/>
      <p:bldP spid="575" grpId="0"/>
      <p:bldP spid="579" grpId="0"/>
      <p:bldP spid="580" grpId="0"/>
      <p:bldP spid="581" grpId="0"/>
      <p:bldP spid="583" grpId="0"/>
      <p:bldP spid="584" grpId="0" animBg="1"/>
      <p:bldP spid="585" grpId="0" animBg="1"/>
      <p:bldP spid="586" grpId="0"/>
      <p:bldP spid="587" grpId="0"/>
      <p:bldP spid="588" grpId="0"/>
      <p:bldP spid="589" grpId="0"/>
      <p:bldP spid="590" grpId="0"/>
      <p:bldP spid="591" grpId="0"/>
      <p:bldP spid="593" grpId="0"/>
      <p:bldP spid="597" grpId="0"/>
      <p:bldP spid="598" grpId="0"/>
      <p:bldP spid="601" grpId="0"/>
      <p:bldP spid="602" grpId="0"/>
      <p:bldP spid="603" grpId="0"/>
      <p:bldP spid="605" grpId="0"/>
      <p:bldP spid="606" grpId="0"/>
      <p:bldP spid="607" grpId="0"/>
      <p:bldP spid="610" grpId="0"/>
      <p:bldP spid="612" grpId="0"/>
      <p:bldP spid="613" grpId="0"/>
      <p:bldP spid="614" grpId="0"/>
      <p:bldP spid="628" grpId="0"/>
      <p:bldP spid="629" grpId="0"/>
      <p:bldP spid="630" grpId="0"/>
      <p:bldP spid="631" grpId="0"/>
      <p:bldP spid="632" grpId="0"/>
      <p:bldP spid="634" grpId="0"/>
      <p:bldP spid="635" grpId="0" animBg="1"/>
      <p:bldP spid="636" grpId="0" animBg="1"/>
      <p:bldP spid="637" grpId="0"/>
      <p:bldP spid="638" grpId="0"/>
      <p:bldP spid="639" grpId="0"/>
      <p:bldP spid="640" grpId="0"/>
      <p:bldP spid="641" grpId="0"/>
      <p:bldP spid="642" grpId="0"/>
      <p:bldP spid="64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F39B4195558549BAA2D9ED0F600B76" ma:contentTypeVersion="18" ma:contentTypeDescription="Create a new document." ma:contentTypeScope="" ma:versionID="ec6c30f03388732c909f8cb84600a8b2">
  <xsd:schema xmlns:xsd="http://www.w3.org/2001/XMLSchema" xmlns:xs="http://www.w3.org/2001/XMLSchema" xmlns:p="http://schemas.microsoft.com/office/2006/metadata/properties" xmlns:ns2="1d17fa38-d5b6-4a8b-82e7-5ce3b2398ac5" xmlns:ns3="53703969-f457-4a88-8c40-86a712be61e1" targetNamespace="http://schemas.microsoft.com/office/2006/metadata/properties" ma:root="true" ma:fieldsID="2fdee7867666b091263649bbf66f5c57" ns2:_="" ns3:_="">
    <xsd:import namespace="1d17fa38-d5b6-4a8b-82e7-5ce3b2398ac5"/>
    <xsd:import namespace="53703969-f457-4a88-8c40-86a712be6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17fa38-d5b6-4a8b-82e7-5ce3b2398a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75a5334-e04d-42b4-bc80-e2853803ec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03969-f457-4a88-8c40-86a712be61e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fe542f8-823f-433b-b226-4f6bee85bbe1}" ma:internalName="TaxCatchAll" ma:showField="CatchAllData" ma:web="53703969-f457-4a88-8c40-86a712be61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703969-f457-4a88-8c40-86a712be61e1" xsi:nil="true"/>
    <lcf76f155ced4ddcb4097134ff3c332f xmlns="1d17fa38-d5b6-4a8b-82e7-5ce3b2398ac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C492539-64C5-4A0A-A290-BCDD4FBD129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D34AD0-3171-4295-B494-0678204D239B}"/>
</file>

<file path=customXml/itemProps3.xml><?xml version="1.0" encoding="utf-8"?>
<ds:datastoreItem xmlns:ds="http://schemas.openxmlformats.org/officeDocument/2006/customXml" ds:itemID="{75458C77-55DD-4ABC-8FCD-ED0E1BE0CA25}">
  <ds:schemaRefs>
    <ds:schemaRef ds:uri="1d17fa38-d5b6-4a8b-82e7-5ce3b2398ac5"/>
    <ds:schemaRef ds:uri="53703969-f457-4a88-8c40-86a712be61e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CSPT02</dc:creator>
  <cp:revision>1</cp:revision>
  <dcterms:created xsi:type="dcterms:W3CDTF">2025-07-11T06:13:13Z</dcterms:created>
  <dcterms:modified xsi:type="dcterms:W3CDTF">2025-08-20T09:26:50Z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0x010100C1F39B4195558549BAA2D9ED0F600B76</vt:lpwstr>
  </property>
  <property fmtid="{D5CDD505-2E9C-101B-9397-08002B2CF9AE}" pid="3" name="MediaServiceImageTags">
    <vt:lpwstr/>
  </property>
</Properties>
</file>