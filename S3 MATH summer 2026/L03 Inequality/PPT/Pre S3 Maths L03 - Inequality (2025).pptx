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2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6" r:id="rId5"/>
    <p:sldId id="274" r:id="rId6"/>
    <p:sldId id="276" r:id="rId7"/>
    <p:sldId id="280" r:id="rId8"/>
    <p:sldId id="281" r:id="rId9"/>
    <p:sldId id="282" r:id="rId10"/>
    <p:sldId id="262" r:id="rId11"/>
    <p:sldId id="263" r:id="rId12"/>
    <p:sldId id="289" r:id="rId13"/>
    <p:sldId id="277" r:id="rId14"/>
    <p:sldId id="283" r:id="rId15"/>
    <p:sldId id="278" r:id="rId16"/>
    <p:sldId id="285" r:id="rId17"/>
    <p:sldId id="286" r:id="rId18"/>
    <p:sldId id="287" r:id="rId19"/>
    <p:sldId id="284" r:id="rId20"/>
    <p:sldId id="279" r:id="rId21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 S3 L03" id="{962A72C2-8F96-41F4-BFA9-B1B6F691F870}">
          <p14:sldIdLst>
            <p14:sldId id="256"/>
            <p14:sldId id="274"/>
            <p14:sldId id="276"/>
            <p14:sldId id="280"/>
            <p14:sldId id="281"/>
            <p14:sldId id="282"/>
            <p14:sldId id="262"/>
            <p14:sldId id="263"/>
            <p14:sldId id="289"/>
            <p14:sldId id="277"/>
            <p14:sldId id="283"/>
            <p14:sldId id="278"/>
          </p14:sldIdLst>
        </p14:section>
        <p14:section name="Final boss" id="{71AD110A-0C10-4CFC-8F05-8CEC9970AFFA}">
          <p14:sldIdLst>
            <p14:sldId id="285"/>
            <p14:sldId id="286"/>
            <p14:sldId id="287"/>
            <p14:sldId id="284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i Sura" userId="51f810a5dc7c05aa" providerId="LiveId" clId="{43658A68-44D1-4596-8C7B-F7DB0C9A87D1}"/>
    <pc:docChg chg="custSel addSld delSld modSld addSection modSection">
      <pc:chgData name="Tai Sura" userId="51f810a5dc7c05aa" providerId="LiveId" clId="{43658A68-44D1-4596-8C7B-F7DB0C9A87D1}" dt="2022-07-30T03:50:10.957" v="12" actId="478"/>
      <pc:docMkLst>
        <pc:docMk/>
      </pc:docMkLst>
      <pc:sldChg chg="add">
        <pc:chgData name="Tai Sura" userId="51f810a5dc7c05aa" providerId="LiveId" clId="{43658A68-44D1-4596-8C7B-F7DB0C9A87D1}" dt="2022-07-30T03:49:38.761" v="5"/>
        <pc:sldMkLst>
          <pc:docMk/>
          <pc:sldMk cId="89158702" sldId="259"/>
        </pc:sldMkLst>
      </pc:sldChg>
      <pc:sldChg chg="delSp add mod">
        <pc:chgData name="Tai Sura" userId="51f810a5dc7c05aa" providerId="LiveId" clId="{43658A68-44D1-4596-8C7B-F7DB0C9A87D1}" dt="2022-07-30T03:49:55.635" v="7" actId="478"/>
        <pc:sldMkLst>
          <pc:docMk/>
          <pc:sldMk cId="3419679498" sldId="261"/>
        </pc:sldMkLst>
      </pc:sldChg>
      <pc:sldChg chg="delSp add mod">
        <pc:chgData name="Tai Sura" userId="51f810a5dc7c05aa" providerId="LiveId" clId="{43658A68-44D1-4596-8C7B-F7DB0C9A87D1}" dt="2022-07-30T03:50:04.672" v="10" actId="478"/>
        <pc:sldMkLst>
          <pc:docMk/>
          <pc:sldMk cId="514094472" sldId="264"/>
        </pc:sldMkLst>
      </pc:sldChg>
      <pc:sldChg chg="delSp add mod">
        <pc:chgData name="Tai Sura" userId="51f810a5dc7c05aa" providerId="LiveId" clId="{43658A68-44D1-4596-8C7B-F7DB0C9A87D1}" dt="2022-07-30T03:50:08.225" v="11" actId="478"/>
        <pc:sldMkLst>
          <pc:docMk/>
          <pc:sldMk cId="2419655881" sldId="265"/>
        </pc:sldMkLst>
      </pc:sldChg>
      <pc:sldChg chg="add">
        <pc:chgData name="Tai Sura" userId="51f810a5dc7c05aa" providerId="LiveId" clId="{43658A68-44D1-4596-8C7B-F7DB0C9A87D1}" dt="2022-07-30T03:49:38.761" v="5"/>
        <pc:sldMkLst>
          <pc:docMk/>
          <pc:sldMk cId="4076923869" sldId="268"/>
        </pc:sldMkLst>
      </pc:sldChg>
      <pc:sldChg chg="delSp add mod">
        <pc:chgData name="Tai Sura" userId="51f810a5dc7c05aa" providerId="LiveId" clId="{43658A68-44D1-4596-8C7B-F7DB0C9A87D1}" dt="2022-07-30T03:49:58.019" v="8" actId="478"/>
        <pc:sldMkLst>
          <pc:docMk/>
          <pc:sldMk cId="1688030957" sldId="270"/>
        </pc:sldMkLst>
      </pc:sldChg>
      <pc:sldChg chg="delSp add mod">
        <pc:chgData name="Tai Sura" userId="51f810a5dc7c05aa" providerId="LiveId" clId="{43658A68-44D1-4596-8C7B-F7DB0C9A87D1}" dt="2022-07-30T03:50:00.911" v="9" actId="478"/>
        <pc:sldMkLst>
          <pc:docMk/>
          <pc:sldMk cId="682194600" sldId="271"/>
        </pc:sldMkLst>
      </pc:sldChg>
      <pc:sldChg chg="delSp add mod">
        <pc:chgData name="Tai Sura" userId="51f810a5dc7c05aa" providerId="LiveId" clId="{43658A68-44D1-4596-8C7B-F7DB0C9A87D1}" dt="2022-07-30T03:50:10.957" v="12" actId="478"/>
        <pc:sldMkLst>
          <pc:docMk/>
          <pc:sldMk cId="1390996231" sldId="272"/>
        </pc:sldMkLst>
      </pc:sldChg>
      <pc:sldChg chg="add">
        <pc:chgData name="Tai Sura" userId="51f810a5dc7c05aa" providerId="LiveId" clId="{43658A68-44D1-4596-8C7B-F7DB0C9A87D1}" dt="2022-07-30T03:49:38.761" v="5"/>
        <pc:sldMkLst>
          <pc:docMk/>
          <pc:sldMk cId="3693085094" sldId="274"/>
        </pc:sldMkLst>
      </pc:sldChg>
      <pc:sldChg chg="add">
        <pc:chgData name="Tai Sura" userId="51f810a5dc7c05aa" providerId="LiveId" clId="{43658A68-44D1-4596-8C7B-F7DB0C9A87D1}" dt="2022-07-30T03:49:38.761" v="5"/>
        <pc:sldMkLst>
          <pc:docMk/>
          <pc:sldMk cId="874170983" sldId="275"/>
        </pc:sldMkLst>
      </pc:sldChg>
      <pc:sldChg chg="delSp new del mod">
        <pc:chgData name="Tai Sura" userId="51f810a5dc7c05aa" providerId="LiveId" clId="{43658A68-44D1-4596-8C7B-F7DB0C9A87D1}" dt="2022-07-30T03:49:41.715" v="6" actId="47"/>
        <pc:sldMkLst>
          <pc:docMk/>
          <pc:sldMk cId="2155286538" sldId="408"/>
        </pc:sldMkLst>
      </pc:sldChg>
    </pc:docChg>
  </pc:docChgLst>
  <pc:docChgLst>
    <pc:chgData name="Tai Sura" userId="51f810a5dc7c05aa" providerId="LiveId" clId="{118ABC16-D749-42B2-82A8-2878D098F169}"/>
    <pc:docChg chg="custSel addSld delSld modSld addSection modSection">
      <pc:chgData name="Tai Sura" userId="51f810a5dc7c05aa" providerId="LiveId" clId="{118ABC16-D749-42B2-82A8-2878D098F169}" dt="2022-07-30T03:35:29.059" v="74"/>
      <pc:docMkLst>
        <pc:docMk/>
      </pc:docMkLst>
      <pc:sldChg chg="delSp new del mod">
        <pc:chgData name="Tai Sura" userId="51f810a5dc7c05aa" providerId="LiveId" clId="{118ABC16-D749-42B2-82A8-2878D098F169}" dt="2022-07-30T03:35:10.302" v="72" actId="47"/>
        <pc:sldMkLst>
          <pc:docMk/>
          <pc:sldMk cId="2346840186" sldId="256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754178837" sldId="378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883093029" sldId="379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852689055" sldId="381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340111880" sldId="383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769089539" sldId="384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020092285" sldId="385"/>
        </pc:sldMkLst>
      </pc:sldChg>
      <pc:sldChg chg="modSp add mod">
        <pc:chgData name="Tai Sura" userId="51f810a5dc7c05aa" providerId="LiveId" clId="{118ABC16-D749-42B2-82A8-2878D098F169}" dt="2022-07-28T06:12:05.221" v="37" actId="20577"/>
        <pc:sldMkLst>
          <pc:docMk/>
          <pc:sldMk cId="3027699691" sldId="386"/>
        </pc:sldMkLst>
      </pc:sldChg>
      <pc:sldChg chg="modSp add">
        <pc:chgData name="Tai Sura" userId="51f810a5dc7c05aa" providerId="LiveId" clId="{118ABC16-D749-42B2-82A8-2878D098F169}" dt="2022-07-28T06:12:42.798" v="65" actId="20577"/>
        <pc:sldMkLst>
          <pc:docMk/>
          <pc:sldMk cId="1624585304" sldId="387"/>
        </pc:sldMkLst>
      </pc:sldChg>
      <pc:sldChg chg="add modAnim">
        <pc:chgData name="Tai Sura" userId="51f810a5dc7c05aa" providerId="LiveId" clId="{118ABC16-D749-42B2-82A8-2878D098F169}" dt="2022-07-30T03:35:29.059" v="74"/>
        <pc:sldMkLst>
          <pc:docMk/>
          <pc:sldMk cId="3839971599" sldId="399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717041588" sldId="400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1065936135" sldId="401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118039536" sldId="402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84186784" sldId="403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733791810" sldId="404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969039947" sldId="405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356548245" sldId="406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92368153" sldId="407"/>
        </pc:sldMkLst>
      </pc:sldChg>
      <pc:sldChg chg="delSp new del mod">
        <pc:chgData name="Tai Sura" userId="51f810a5dc7c05aa" providerId="LiveId" clId="{118ABC16-D749-42B2-82A8-2878D098F169}" dt="2022-07-30T03:35:14.200" v="73" actId="47"/>
        <pc:sldMkLst>
          <pc:docMk/>
          <pc:sldMk cId="467897697" sldId="408"/>
        </pc:sldMkLst>
      </pc:sldChg>
    </pc:docChg>
  </pc:docChgLst>
  <pc:docChgLst>
    <pc:chgData name="Sura Tai" userId="ef8856a5-b61e-4383-8249-3050fef28744" providerId="ADAL" clId="{378E1A26-3CCA-41A1-9F02-414EB7997A86}"/>
    <pc:docChg chg="modSld sldOrd">
      <pc:chgData name="Sura Tai" userId="ef8856a5-b61e-4383-8249-3050fef28744" providerId="ADAL" clId="{378E1A26-3CCA-41A1-9F02-414EB7997A86}" dt="2025-08-02T06:35:28.530" v="5"/>
      <pc:docMkLst>
        <pc:docMk/>
      </pc:docMkLst>
      <pc:sldChg chg="ord">
        <pc:chgData name="Sura Tai" userId="ef8856a5-b61e-4383-8249-3050fef28744" providerId="ADAL" clId="{378E1A26-3CCA-41A1-9F02-414EB7997A86}" dt="2025-08-02T06:35:28.530" v="5"/>
        <pc:sldMkLst>
          <pc:docMk/>
          <pc:sldMk cId="3014500529" sldId="277"/>
        </pc:sldMkLst>
      </pc:sldChg>
      <pc:sldChg chg="ord">
        <pc:chgData name="Sura Tai" userId="ef8856a5-b61e-4383-8249-3050fef28744" providerId="ADAL" clId="{378E1A26-3CCA-41A1-9F02-414EB7997A86}" dt="2025-08-02T06:35:25.456" v="3"/>
        <pc:sldMkLst>
          <pc:docMk/>
          <pc:sldMk cId="3788519297" sldId="279"/>
        </pc:sldMkLst>
      </pc:sldChg>
      <pc:sldChg chg="ord">
        <pc:chgData name="Sura Tai" userId="ef8856a5-b61e-4383-8249-3050fef28744" providerId="ADAL" clId="{378E1A26-3CCA-41A1-9F02-414EB7997A86}" dt="2025-08-02T06:35:22.071" v="1"/>
        <pc:sldMkLst>
          <pc:docMk/>
          <pc:sldMk cId="1100379196" sldId="284"/>
        </pc:sldMkLst>
      </pc:sldChg>
    </pc:docChg>
  </pc:docChgLst>
  <pc:docChgLst>
    <pc:chgData name="Alan" userId="b08fe71a-2823-4f18-94c7-56c11e51531c" providerId="ADAL" clId="{E6D5F42E-129A-4758-BAC5-024556EC5264}"/>
    <pc:docChg chg="undo redo custSel addSld delSld modSld sldOrd delSection modSection">
      <pc:chgData name="Alan" userId="b08fe71a-2823-4f18-94c7-56c11e51531c" providerId="ADAL" clId="{E6D5F42E-129A-4758-BAC5-024556EC5264}" dt="2023-07-12T11:05:03.830" v="416" actId="1076"/>
      <pc:docMkLst>
        <pc:docMk/>
      </pc:docMkLst>
      <pc:sldChg chg="mod modShow">
        <pc:chgData name="Alan" userId="b08fe71a-2823-4f18-94c7-56c11e51531c" providerId="ADAL" clId="{E6D5F42E-129A-4758-BAC5-024556EC5264}" dt="2023-07-12T10:46:48.082" v="6" actId="729"/>
        <pc:sldMkLst>
          <pc:docMk/>
          <pc:sldMk cId="89158702" sldId="259"/>
        </pc:sldMkLst>
      </pc:sldChg>
      <pc:sldChg chg="mod modShow">
        <pc:chgData name="Alan" userId="b08fe71a-2823-4f18-94c7-56c11e51531c" providerId="ADAL" clId="{E6D5F42E-129A-4758-BAC5-024556EC5264}" dt="2023-07-12T10:46:48.082" v="6" actId="729"/>
        <pc:sldMkLst>
          <pc:docMk/>
          <pc:sldMk cId="3419679498" sldId="261"/>
        </pc:sldMkLst>
      </pc:sldChg>
      <pc:sldChg chg="mod modShow">
        <pc:chgData name="Alan" userId="b08fe71a-2823-4f18-94c7-56c11e51531c" providerId="ADAL" clId="{E6D5F42E-129A-4758-BAC5-024556EC5264}" dt="2023-07-12T10:46:48.082" v="6" actId="729"/>
        <pc:sldMkLst>
          <pc:docMk/>
          <pc:sldMk cId="514094472" sldId="264"/>
        </pc:sldMkLst>
      </pc:sldChg>
      <pc:sldChg chg="mod modShow">
        <pc:chgData name="Alan" userId="b08fe71a-2823-4f18-94c7-56c11e51531c" providerId="ADAL" clId="{E6D5F42E-129A-4758-BAC5-024556EC5264}" dt="2023-07-12T10:46:48.082" v="6" actId="729"/>
        <pc:sldMkLst>
          <pc:docMk/>
          <pc:sldMk cId="2419655881" sldId="265"/>
        </pc:sldMkLst>
      </pc:sldChg>
      <pc:sldChg chg="mod modShow">
        <pc:chgData name="Alan" userId="b08fe71a-2823-4f18-94c7-56c11e51531c" providerId="ADAL" clId="{E6D5F42E-129A-4758-BAC5-024556EC5264}" dt="2023-07-12T10:46:48.082" v="6" actId="729"/>
        <pc:sldMkLst>
          <pc:docMk/>
          <pc:sldMk cId="4076923869" sldId="268"/>
        </pc:sldMkLst>
      </pc:sldChg>
      <pc:sldChg chg="mod modShow">
        <pc:chgData name="Alan" userId="b08fe71a-2823-4f18-94c7-56c11e51531c" providerId="ADAL" clId="{E6D5F42E-129A-4758-BAC5-024556EC5264}" dt="2023-07-12T10:46:48.082" v="6" actId="729"/>
        <pc:sldMkLst>
          <pc:docMk/>
          <pc:sldMk cId="1688030957" sldId="270"/>
        </pc:sldMkLst>
      </pc:sldChg>
      <pc:sldChg chg="mod modShow">
        <pc:chgData name="Alan" userId="b08fe71a-2823-4f18-94c7-56c11e51531c" providerId="ADAL" clId="{E6D5F42E-129A-4758-BAC5-024556EC5264}" dt="2023-07-12T10:46:48.082" v="6" actId="729"/>
        <pc:sldMkLst>
          <pc:docMk/>
          <pc:sldMk cId="682194600" sldId="271"/>
        </pc:sldMkLst>
      </pc:sldChg>
      <pc:sldChg chg="mod ord modShow">
        <pc:chgData name="Alan" userId="b08fe71a-2823-4f18-94c7-56c11e51531c" providerId="ADAL" clId="{E6D5F42E-129A-4758-BAC5-024556EC5264}" dt="2023-07-12T10:46:48.082" v="6" actId="729"/>
        <pc:sldMkLst>
          <pc:docMk/>
          <pc:sldMk cId="1390996231" sldId="272"/>
        </pc:sldMkLst>
      </pc:sldChg>
      <pc:sldChg chg="mod modShow">
        <pc:chgData name="Alan" userId="b08fe71a-2823-4f18-94c7-56c11e51531c" providerId="ADAL" clId="{E6D5F42E-129A-4758-BAC5-024556EC5264}" dt="2023-07-12T10:46:48.082" v="6" actId="729"/>
        <pc:sldMkLst>
          <pc:docMk/>
          <pc:sldMk cId="3693085094" sldId="274"/>
        </pc:sldMkLst>
      </pc:sldChg>
      <pc:sldChg chg="addSp delSp modSp mod addAnim delAnim modAnim modShow">
        <pc:chgData name="Alan" userId="b08fe71a-2823-4f18-94c7-56c11e51531c" providerId="ADAL" clId="{E6D5F42E-129A-4758-BAC5-024556EC5264}" dt="2023-07-12T10:50:52.984" v="102" actId="1076"/>
        <pc:sldMkLst>
          <pc:docMk/>
          <pc:sldMk cId="874170983" sldId="275"/>
        </pc:sldMkLst>
      </pc:sldChg>
      <pc:sldChg chg="add del">
        <pc:chgData name="Alan" userId="b08fe71a-2823-4f18-94c7-56c11e51531c" providerId="ADAL" clId="{E6D5F42E-129A-4758-BAC5-024556EC5264}" dt="2023-07-12T10:47:05.016" v="8" actId="2696"/>
        <pc:sldMkLst>
          <pc:docMk/>
          <pc:sldMk cId="1083423521" sldId="276"/>
        </pc:sldMkLst>
      </pc:sldChg>
      <pc:sldChg chg="add">
        <pc:chgData name="Alan" userId="b08fe71a-2823-4f18-94c7-56c11e51531c" providerId="ADAL" clId="{E6D5F42E-129A-4758-BAC5-024556EC5264}" dt="2023-07-12T10:47:07.940" v="9"/>
        <pc:sldMkLst>
          <pc:docMk/>
          <pc:sldMk cId="4186974772" sldId="276"/>
        </pc:sldMkLst>
      </pc:sldChg>
      <pc:sldChg chg="addSp delSp modSp add mod delAnim modAnim">
        <pc:chgData name="Alan" userId="b08fe71a-2823-4f18-94c7-56c11e51531c" providerId="ADAL" clId="{E6D5F42E-129A-4758-BAC5-024556EC5264}" dt="2023-07-12T10:53:24.128" v="159"/>
        <pc:sldMkLst>
          <pc:docMk/>
          <pc:sldMk cId="3014500529" sldId="277"/>
        </pc:sldMkLst>
      </pc:sldChg>
      <pc:sldChg chg="addSp delSp modSp add mod delAnim modAnim">
        <pc:chgData name="Alan" userId="b08fe71a-2823-4f18-94c7-56c11e51531c" providerId="ADAL" clId="{E6D5F42E-129A-4758-BAC5-024556EC5264}" dt="2023-07-12T10:54:45.699" v="196" actId="1076"/>
        <pc:sldMkLst>
          <pc:docMk/>
          <pc:sldMk cId="4016721899" sldId="278"/>
        </pc:sldMkLst>
      </pc:sldChg>
      <pc:sldChg chg="addSp delSp modSp add mod addAnim delAnim modAnim">
        <pc:chgData name="Alan" userId="b08fe71a-2823-4f18-94c7-56c11e51531c" providerId="ADAL" clId="{E6D5F42E-129A-4758-BAC5-024556EC5264}" dt="2023-07-12T11:05:03.830" v="416" actId="1076"/>
        <pc:sldMkLst>
          <pc:docMk/>
          <pc:sldMk cId="3788519297" sldId="279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1754178837" sldId="378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2883093029" sldId="379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1852689055" sldId="381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2340111880" sldId="383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1769089539" sldId="384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2020092285" sldId="385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3027699691" sldId="386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1624585304" sldId="387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3839971599" sldId="399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2717041588" sldId="400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1065936135" sldId="401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118039536" sldId="402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284186784" sldId="403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2733791810" sldId="404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1969039947" sldId="405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1356548245" sldId="406"/>
        </pc:sldMkLst>
      </pc:sldChg>
      <pc:sldChg chg="del">
        <pc:chgData name="Alan" userId="b08fe71a-2823-4f18-94c7-56c11e51531c" providerId="ADAL" clId="{E6D5F42E-129A-4758-BAC5-024556EC5264}" dt="2023-07-12T10:30:21.396" v="0" actId="2696"/>
        <pc:sldMkLst>
          <pc:docMk/>
          <pc:sldMk cId="292368153" sldId="407"/>
        </pc:sldMkLst>
      </pc:sldChg>
    </pc:docChg>
  </pc:docChgLst>
  <pc:docChgLst>
    <pc:chgData name="CSPT02" userId="21f640c2-b5d5-40ed-b03e-b88c15baf445" providerId="ADAL" clId="{123FDAD7-74D0-4436-B669-037B7AF78EFA}"/>
    <pc:docChg chg="undo custSel addSld delSld modSld sldOrd addSection modSection">
      <pc:chgData name="CSPT02" userId="21f640c2-b5d5-40ed-b03e-b88c15baf445" providerId="ADAL" clId="{123FDAD7-74D0-4436-B669-037B7AF78EFA}" dt="2025-08-08T06:19:13.234" v="944" actId="1076"/>
      <pc:docMkLst>
        <pc:docMk/>
      </pc:docMkLst>
      <pc:sldChg chg="addSp delSp modSp mod delAnim modAnim">
        <pc:chgData name="CSPT02" userId="21f640c2-b5d5-40ed-b03e-b88c15baf445" providerId="ADAL" clId="{123FDAD7-74D0-4436-B669-037B7AF78EFA}" dt="2025-08-08T05:49:38.756" v="757" actId="478"/>
        <pc:sldMkLst>
          <pc:docMk/>
          <pc:sldMk cId="874170983" sldId="275"/>
        </pc:sldMkLst>
      </pc:sldChg>
      <pc:sldChg chg="addSp delSp modSp mod delAnim modAnim">
        <pc:chgData name="CSPT02" userId="21f640c2-b5d5-40ed-b03e-b88c15baf445" providerId="ADAL" clId="{123FDAD7-74D0-4436-B669-037B7AF78EFA}" dt="2025-08-08T06:17:35.602" v="930" actId="1076"/>
        <pc:sldMkLst>
          <pc:docMk/>
          <pc:sldMk cId="3014500529" sldId="277"/>
        </pc:sldMkLst>
        <pc:spChg chg="add mod">
          <ac:chgData name="CSPT02" userId="21f640c2-b5d5-40ed-b03e-b88c15baf445" providerId="ADAL" clId="{123FDAD7-74D0-4436-B669-037B7AF78EFA}" dt="2025-08-08T06:17:35.602" v="930" actId="1076"/>
          <ac:spMkLst>
            <pc:docMk/>
            <pc:sldMk cId="3014500529" sldId="277"/>
            <ac:spMk id="26" creationId="{B52A902F-691E-21BD-7172-F1C377C8C744}"/>
          </ac:spMkLst>
        </pc:spChg>
        <pc:spChg chg="add mod">
          <ac:chgData name="CSPT02" userId="21f640c2-b5d5-40ed-b03e-b88c15baf445" providerId="ADAL" clId="{123FDAD7-74D0-4436-B669-037B7AF78EFA}" dt="2025-08-08T06:17:35.602" v="930" actId="1076"/>
          <ac:spMkLst>
            <pc:docMk/>
            <pc:sldMk cId="3014500529" sldId="277"/>
            <ac:spMk id="28" creationId="{27A4970B-E412-9C55-D3AB-C32B9E71FA71}"/>
          </ac:spMkLst>
        </pc:spChg>
        <pc:spChg chg="add mod">
          <ac:chgData name="CSPT02" userId="21f640c2-b5d5-40ed-b03e-b88c15baf445" providerId="ADAL" clId="{123FDAD7-74D0-4436-B669-037B7AF78EFA}" dt="2025-08-08T06:17:35.602" v="930" actId="1076"/>
          <ac:spMkLst>
            <pc:docMk/>
            <pc:sldMk cId="3014500529" sldId="277"/>
            <ac:spMk id="29" creationId="{0B46F1AB-1E19-A3BF-56FF-4505A42E5D79}"/>
          </ac:spMkLst>
        </pc:spChg>
        <pc:spChg chg="add mod">
          <ac:chgData name="CSPT02" userId="21f640c2-b5d5-40ed-b03e-b88c15baf445" providerId="ADAL" clId="{123FDAD7-74D0-4436-B669-037B7AF78EFA}" dt="2025-08-08T06:17:35.602" v="930" actId="1076"/>
          <ac:spMkLst>
            <pc:docMk/>
            <pc:sldMk cId="3014500529" sldId="277"/>
            <ac:spMk id="30" creationId="{75D76391-B8B6-F19A-B89A-D7A332DDFE7A}"/>
          </ac:spMkLst>
        </pc:spChg>
        <pc:cxnChg chg="add mod">
          <ac:chgData name="CSPT02" userId="21f640c2-b5d5-40ed-b03e-b88c15baf445" providerId="ADAL" clId="{123FDAD7-74D0-4436-B669-037B7AF78EFA}" dt="2025-08-08T06:17:35.602" v="930" actId="1076"/>
          <ac:cxnSpMkLst>
            <pc:docMk/>
            <pc:sldMk cId="3014500529" sldId="277"/>
            <ac:cxnSpMk id="19" creationId="{7D6DAB90-23E2-4CC0-B3C0-D7AA63183E34}"/>
          </ac:cxnSpMkLst>
        </pc:cxnChg>
        <pc:cxnChg chg="add mod">
          <ac:chgData name="CSPT02" userId="21f640c2-b5d5-40ed-b03e-b88c15baf445" providerId="ADAL" clId="{123FDAD7-74D0-4436-B669-037B7AF78EFA}" dt="2025-08-08T06:17:35.602" v="930" actId="1076"/>
          <ac:cxnSpMkLst>
            <pc:docMk/>
            <pc:sldMk cId="3014500529" sldId="277"/>
            <ac:cxnSpMk id="25" creationId="{AF859B6F-211A-C2B5-5841-5983B35181D2}"/>
          </ac:cxnSpMkLst>
        </pc:cxnChg>
        <pc:cxnChg chg="add mod">
          <ac:chgData name="CSPT02" userId="21f640c2-b5d5-40ed-b03e-b88c15baf445" providerId="ADAL" clId="{123FDAD7-74D0-4436-B669-037B7AF78EFA}" dt="2025-08-08T06:17:35.602" v="930" actId="1076"/>
          <ac:cxnSpMkLst>
            <pc:docMk/>
            <pc:sldMk cId="3014500529" sldId="277"/>
            <ac:cxnSpMk id="27" creationId="{F65E01F9-A785-2D32-51B6-51EB338377CA}"/>
          </ac:cxnSpMkLst>
        </pc:cxnChg>
        <pc:cxnChg chg="add mod">
          <ac:chgData name="CSPT02" userId="21f640c2-b5d5-40ed-b03e-b88c15baf445" providerId="ADAL" clId="{123FDAD7-74D0-4436-B669-037B7AF78EFA}" dt="2025-08-08T06:17:35.602" v="930" actId="1076"/>
          <ac:cxnSpMkLst>
            <pc:docMk/>
            <pc:sldMk cId="3014500529" sldId="277"/>
            <ac:cxnSpMk id="31" creationId="{2672CF33-A927-3C28-B967-82D2E8473FA7}"/>
          </ac:cxnSpMkLst>
        </pc:cxnChg>
        <pc:cxnChg chg="add mod">
          <ac:chgData name="CSPT02" userId="21f640c2-b5d5-40ed-b03e-b88c15baf445" providerId="ADAL" clId="{123FDAD7-74D0-4436-B669-037B7AF78EFA}" dt="2025-08-08T06:17:35.602" v="930" actId="1076"/>
          <ac:cxnSpMkLst>
            <pc:docMk/>
            <pc:sldMk cId="3014500529" sldId="277"/>
            <ac:cxnSpMk id="32" creationId="{3BE86B0F-FE66-4BB3-0E36-9B623423DC80}"/>
          </ac:cxnSpMkLst>
        </pc:cxnChg>
      </pc:sldChg>
      <pc:sldChg chg="addSp delSp modSp mod ord delAnim modAnim">
        <pc:chgData name="CSPT02" userId="21f640c2-b5d5-40ed-b03e-b88c15baf445" providerId="ADAL" clId="{123FDAD7-74D0-4436-B669-037B7AF78EFA}" dt="2025-08-08T06:19:13.234" v="944" actId="1076"/>
        <pc:sldMkLst>
          <pc:docMk/>
          <pc:sldMk cId="4016721899" sldId="278"/>
        </pc:sldMkLst>
        <pc:spChg chg="add mod">
          <ac:chgData name="CSPT02" userId="21f640c2-b5d5-40ed-b03e-b88c15baf445" providerId="ADAL" clId="{123FDAD7-74D0-4436-B669-037B7AF78EFA}" dt="2025-08-08T06:19:13.234" v="944" actId="1076"/>
          <ac:spMkLst>
            <pc:docMk/>
            <pc:sldMk cId="4016721899" sldId="278"/>
            <ac:spMk id="17" creationId="{06B7097C-24A9-5EB6-FBCD-82B89C816D28}"/>
          </ac:spMkLst>
        </pc:spChg>
        <pc:spChg chg="add mod">
          <ac:chgData name="CSPT02" userId="21f640c2-b5d5-40ed-b03e-b88c15baf445" providerId="ADAL" clId="{123FDAD7-74D0-4436-B669-037B7AF78EFA}" dt="2025-08-08T06:19:13.234" v="944" actId="1076"/>
          <ac:spMkLst>
            <pc:docMk/>
            <pc:sldMk cId="4016721899" sldId="278"/>
            <ac:spMk id="19" creationId="{AB28CFE0-4A05-CA9A-4A1E-6B7DACF3FCF4}"/>
          </ac:spMkLst>
        </pc:spChg>
        <pc:spChg chg="add mod">
          <ac:chgData name="CSPT02" userId="21f640c2-b5d5-40ed-b03e-b88c15baf445" providerId="ADAL" clId="{123FDAD7-74D0-4436-B669-037B7AF78EFA}" dt="2025-08-08T06:19:13.234" v="944" actId="1076"/>
          <ac:spMkLst>
            <pc:docMk/>
            <pc:sldMk cId="4016721899" sldId="278"/>
            <ac:spMk id="20" creationId="{FD7C6F9A-0BFA-E94A-5D7D-A2E10686FDC2}"/>
          </ac:spMkLst>
        </pc:spChg>
        <pc:spChg chg="add mod">
          <ac:chgData name="CSPT02" userId="21f640c2-b5d5-40ed-b03e-b88c15baf445" providerId="ADAL" clId="{123FDAD7-74D0-4436-B669-037B7AF78EFA}" dt="2025-08-08T06:19:13.234" v="944" actId="1076"/>
          <ac:spMkLst>
            <pc:docMk/>
            <pc:sldMk cId="4016721899" sldId="278"/>
            <ac:spMk id="21" creationId="{732504E6-E893-5A68-CF13-6D285298DF10}"/>
          </ac:spMkLst>
        </pc:spChg>
        <pc:cxnChg chg="add mod">
          <ac:chgData name="CSPT02" userId="21f640c2-b5d5-40ed-b03e-b88c15baf445" providerId="ADAL" clId="{123FDAD7-74D0-4436-B669-037B7AF78EFA}" dt="2025-08-08T06:19:13.234" v="944" actId="1076"/>
          <ac:cxnSpMkLst>
            <pc:docMk/>
            <pc:sldMk cId="4016721899" sldId="278"/>
            <ac:cxnSpMk id="15" creationId="{6310595F-C7B7-3CB0-49AF-18B4BBE17DDB}"/>
          </ac:cxnSpMkLst>
        </pc:cxnChg>
        <pc:cxnChg chg="add mod">
          <ac:chgData name="CSPT02" userId="21f640c2-b5d5-40ed-b03e-b88c15baf445" providerId="ADAL" clId="{123FDAD7-74D0-4436-B669-037B7AF78EFA}" dt="2025-08-08T06:19:13.234" v="944" actId="1076"/>
          <ac:cxnSpMkLst>
            <pc:docMk/>
            <pc:sldMk cId="4016721899" sldId="278"/>
            <ac:cxnSpMk id="16" creationId="{5B9390A9-616B-98A0-C13E-27CCE1B406BA}"/>
          </ac:cxnSpMkLst>
        </pc:cxnChg>
        <pc:cxnChg chg="add mod">
          <ac:chgData name="CSPT02" userId="21f640c2-b5d5-40ed-b03e-b88c15baf445" providerId="ADAL" clId="{123FDAD7-74D0-4436-B669-037B7AF78EFA}" dt="2025-08-08T06:19:13.234" v="944" actId="1076"/>
          <ac:cxnSpMkLst>
            <pc:docMk/>
            <pc:sldMk cId="4016721899" sldId="278"/>
            <ac:cxnSpMk id="18" creationId="{3F9F9542-244B-B4EF-067A-545C0B42B927}"/>
          </ac:cxnSpMkLst>
        </pc:cxnChg>
        <pc:cxnChg chg="add mod">
          <ac:chgData name="CSPT02" userId="21f640c2-b5d5-40ed-b03e-b88c15baf445" providerId="ADAL" clId="{123FDAD7-74D0-4436-B669-037B7AF78EFA}" dt="2025-08-08T06:19:13.234" v="944" actId="1076"/>
          <ac:cxnSpMkLst>
            <pc:docMk/>
            <pc:sldMk cId="4016721899" sldId="278"/>
            <ac:cxnSpMk id="22" creationId="{5F028282-C031-E5EB-C47F-30204C2EFB5D}"/>
          </ac:cxnSpMkLst>
        </pc:cxnChg>
        <pc:cxnChg chg="add mod">
          <ac:chgData name="CSPT02" userId="21f640c2-b5d5-40ed-b03e-b88c15baf445" providerId="ADAL" clId="{123FDAD7-74D0-4436-B669-037B7AF78EFA}" dt="2025-08-08T06:19:13.234" v="944" actId="1076"/>
          <ac:cxnSpMkLst>
            <pc:docMk/>
            <pc:sldMk cId="4016721899" sldId="278"/>
            <ac:cxnSpMk id="23" creationId="{778371AD-071F-0362-F680-BB8222ABA337}"/>
          </ac:cxnSpMkLst>
        </pc:cxnChg>
      </pc:sldChg>
      <pc:sldChg chg="ord">
        <pc:chgData name="CSPT02" userId="21f640c2-b5d5-40ed-b03e-b88c15baf445" providerId="ADAL" clId="{123FDAD7-74D0-4436-B669-037B7AF78EFA}" dt="2025-08-07T09:26:57.130" v="1"/>
        <pc:sldMkLst>
          <pc:docMk/>
          <pc:sldMk cId="3788519297" sldId="279"/>
        </pc:sldMkLst>
      </pc:sldChg>
      <pc:sldChg chg="addSp delSp modSp mod delAnim modAnim">
        <pc:chgData name="CSPT02" userId="21f640c2-b5d5-40ed-b03e-b88c15baf445" providerId="ADAL" clId="{123FDAD7-74D0-4436-B669-037B7AF78EFA}" dt="2025-08-08T06:18:45.836" v="939" actId="1076"/>
        <pc:sldMkLst>
          <pc:docMk/>
          <pc:sldMk cId="3019246832" sldId="283"/>
        </pc:sldMkLst>
        <pc:spChg chg="add mod">
          <ac:chgData name="CSPT02" userId="21f640c2-b5d5-40ed-b03e-b88c15baf445" providerId="ADAL" clId="{123FDAD7-74D0-4436-B669-037B7AF78EFA}" dt="2025-08-08T06:18:45.836" v="939" actId="1076"/>
          <ac:spMkLst>
            <pc:docMk/>
            <pc:sldMk cId="3019246832" sldId="283"/>
            <ac:spMk id="25" creationId="{A7F203D6-E8D5-3725-B17B-89E3BF6A528E}"/>
          </ac:spMkLst>
        </pc:spChg>
        <pc:spChg chg="add mod">
          <ac:chgData name="CSPT02" userId="21f640c2-b5d5-40ed-b03e-b88c15baf445" providerId="ADAL" clId="{123FDAD7-74D0-4436-B669-037B7AF78EFA}" dt="2025-08-08T06:18:45.836" v="939" actId="1076"/>
          <ac:spMkLst>
            <pc:docMk/>
            <pc:sldMk cId="3019246832" sldId="283"/>
            <ac:spMk id="28" creationId="{59974F9E-C280-A7D8-FD1F-8F2F210B4228}"/>
          </ac:spMkLst>
        </pc:spChg>
        <pc:spChg chg="add mod">
          <ac:chgData name="CSPT02" userId="21f640c2-b5d5-40ed-b03e-b88c15baf445" providerId="ADAL" clId="{123FDAD7-74D0-4436-B669-037B7AF78EFA}" dt="2025-08-08T06:18:45.836" v="939" actId="1076"/>
          <ac:spMkLst>
            <pc:docMk/>
            <pc:sldMk cId="3019246832" sldId="283"/>
            <ac:spMk id="30" creationId="{6CA0B212-532B-58AE-E010-5E8A09024DE0}"/>
          </ac:spMkLst>
        </pc:spChg>
        <pc:spChg chg="add mod">
          <ac:chgData name="CSPT02" userId="21f640c2-b5d5-40ed-b03e-b88c15baf445" providerId="ADAL" clId="{123FDAD7-74D0-4436-B669-037B7AF78EFA}" dt="2025-08-08T06:18:45.836" v="939" actId="1076"/>
          <ac:spMkLst>
            <pc:docMk/>
            <pc:sldMk cId="3019246832" sldId="283"/>
            <ac:spMk id="37" creationId="{B604B0BF-7A14-CD52-0168-E74CC5E6AB08}"/>
          </ac:spMkLst>
        </pc:spChg>
        <pc:spChg chg="add mod">
          <ac:chgData name="CSPT02" userId="21f640c2-b5d5-40ed-b03e-b88c15baf445" providerId="ADAL" clId="{123FDAD7-74D0-4436-B669-037B7AF78EFA}" dt="2025-08-08T06:18:45.836" v="939" actId="1076"/>
          <ac:spMkLst>
            <pc:docMk/>
            <pc:sldMk cId="3019246832" sldId="283"/>
            <ac:spMk id="39" creationId="{88FD2915-2201-499E-4C64-C61BBB874103}"/>
          </ac:spMkLst>
        </pc:spChg>
        <pc:cxnChg chg="add mod">
          <ac:chgData name="CSPT02" userId="21f640c2-b5d5-40ed-b03e-b88c15baf445" providerId="ADAL" clId="{123FDAD7-74D0-4436-B669-037B7AF78EFA}" dt="2025-08-08T06:18:45.836" v="939" actId="1076"/>
          <ac:cxnSpMkLst>
            <pc:docMk/>
            <pc:sldMk cId="3019246832" sldId="283"/>
            <ac:cxnSpMk id="19" creationId="{9CF6A2B8-88D0-C97F-6EBF-6FAE0C52A2AD}"/>
          </ac:cxnSpMkLst>
        </pc:cxnChg>
        <pc:cxnChg chg="add mod">
          <ac:chgData name="CSPT02" userId="21f640c2-b5d5-40ed-b03e-b88c15baf445" providerId="ADAL" clId="{123FDAD7-74D0-4436-B669-037B7AF78EFA}" dt="2025-08-08T06:18:45.836" v="939" actId="1076"/>
          <ac:cxnSpMkLst>
            <pc:docMk/>
            <pc:sldMk cId="3019246832" sldId="283"/>
            <ac:cxnSpMk id="24" creationId="{A9F32A52-D460-73DF-A401-6C7243BEAD3A}"/>
          </ac:cxnSpMkLst>
        </pc:cxnChg>
        <pc:cxnChg chg="add mod">
          <ac:chgData name="CSPT02" userId="21f640c2-b5d5-40ed-b03e-b88c15baf445" providerId="ADAL" clId="{123FDAD7-74D0-4436-B669-037B7AF78EFA}" dt="2025-08-08T06:17:47.455" v="932" actId="1076"/>
          <ac:cxnSpMkLst>
            <pc:docMk/>
            <pc:sldMk cId="3019246832" sldId="283"/>
            <ac:cxnSpMk id="26" creationId="{52432553-223F-93CF-BAD3-CE99733A72C1}"/>
          </ac:cxnSpMkLst>
        </pc:cxnChg>
        <pc:cxnChg chg="add mod">
          <ac:chgData name="CSPT02" userId="21f640c2-b5d5-40ed-b03e-b88c15baf445" providerId="ADAL" clId="{123FDAD7-74D0-4436-B669-037B7AF78EFA}" dt="2025-08-08T06:18:45.836" v="939" actId="1076"/>
          <ac:cxnSpMkLst>
            <pc:docMk/>
            <pc:sldMk cId="3019246832" sldId="283"/>
            <ac:cxnSpMk id="35" creationId="{738A102D-A664-1D42-EAC2-B3768BC2228D}"/>
          </ac:cxnSpMkLst>
        </pc:cxnChg>
        <pc:cxnChg chg="add mod">
          <ac:chgData name="CSPT02" userId="21f640c2-b5d5-40ed-b03e-b88c15baf445" providerId="ADAL" clId="{123FDAD7-74D0-4436-B669-037B7AF78EFA}" dt="2025-08-08T06:18:45.836" v="939" actId="1076"/>
          <ac:cxnSpMkLst>
            <pc:docMk/>
            <pc:sldMk cId="3019246832" sldId="283"/>
            <ac:cxnSpMk id="36" creationId="{CB231C61-B439-C441-F504-B6752EF59CE5}"/>
          </ac:cxnSpMkLst>
        </pc:cxnChg>
        <pc:cxnChg chg="add mod">
          <ac:chgData name="CSPT02" userId="21f640c2-b5d5-40ed-b03e-b88c15baf445" providerId="ADAL" clId="{123FDAD7-74D0-4436-B669-037B7AF78EFA}" dt="2025-08-08T06:18:45.836" v="939" actId="1076"/>
          <ac:cxnSpMkLst>
            <pc:docMk/>
            <pc:sldMk cId="3019246832" sldId="283"/>
            <ac:cxnSpMk id="38" creationId="{0E5BA66E-3286-E08C-A55C-76020DA16DBB}"/>
          </ac:cxnSpMkLst>
        </pc:cxnChg>
      </pc:sldChg>
      <pc:sldChg chg="modSp mod ord">
        <pc:chgData name="CSPT02" userId="21f640c2-b5d5-40ed-b03e-b88c15baf445" providerId="ADAL" clId="{123FDAD7-74D0-4436-B669-037B7AF78EFA}" dt="2025-08-07T09:52:27.201" v="207" actId="1076"/>
        <pc:sldMkLst>
          <pc:docMk/>
          <pc:sldMk cId="1100379196" sldId="284"/>
        </pc:sldMkLst>
        <pc:spChg chg="mod">
          <ac:chgData name="CSPT02" userId="21f640c2-b5d5-40ed-b03e-b88c15baf445" providerId="ADAL" clId="{123FDAD7-74D0-4436-B669-037B7AF78EFA}" dt="2025-08-07T09:52:27.201" v="207" actId="1076"/>
          <ac:spMkLst>
            <pc:docMk/>
            <pc:sldMk cId="1100379196" sldId="284"/>
            <ac:spMk id="4" creationId="{27553147-1806-2F08-0684-108DCEE952C6}"/>
          </ac:spMkLst>
        </pc:spChg>
      </pc:sldChg>
      <pc:sldChg chg="addSp delSp modSp new mod ord modClrScheme delAnim modAnim chgLayout">
        <pc:chgData name="CSPT02" userId="21f640c2-b5d5-40ed-b03e-b88c15baf445" providerId="ADAL" clId="{123FDAD7-74D0-4436-B669-037B7AF78EFA}" dt="2025-08-07T10:12:41.914" v="424" actId="478"/>
        <pc:sldMkLst>
          <pc:docMk/>
          <pc:sldMk cId="3337687993" sldId="285"/>
        </pc:sldMkLst>
        <pc:spChg chg="add mod">
          <ac:chgData name="CSPT02" userId="21f640c2-b5d5-40ed-b03e-b88c15baf445" providerId="ADAL" clId="{123FDAD7-74D0-4436-B669-037B7AF78EFA}" dt="2025-08-07T09:52:38.674" v="209" actId="20577"/>
          <ac:spMkLst>
            <pc:docMk/>
            <pc:sldMk cId="3337687993" sldId="285"/>
            <ac:spMk id="6" creationId="{5B5D202F-00A3-633C-B5CF-103AC3B0ABEF}"/>
          </ac:spMkLst>
        </pc:spChg>
        <pc:spChg chg="add mod">
          <ac:chgData name="CSPT02" userId="21f640c2-b5d5-40ed-b03e-b88c15baf445" providerId="ADAL" clId="{123FDAD7-74D0-4436-B669-037B7AF78EFA}" dt="2025-08-07T09:53:41.941" v="224" actId="20577"/>
          <ac:spMkLst>
            <pc:docMk/>
            <pc:sldMk cId="3337687993" sldId="285"/>
            <ac:spMk id="7" creationId="{0D00F1CD-033F-1D27-C417-544A18B98858}"/>
          </ac:spMkLst>
        </pc:spChg>
        <pc:spChg chg="add mod">
          <ac:chgData name="CSPT02" userId="21f640c2-b5d5-40ed-b03e-b88c15baf445" providerId="ADAL" clId="{123FDAD7-74D0-4436-B669-037B7AF78EFA}" dt="2025-08-07T09:56:51.018" v="247" actId="207"/>
          <ac:spMkLst>
            <pc:docMk/>
            <pc:sldMk cId="3337687993" sldId="285"/>
            <ac:spMk id="12" creationId="{01B247BE-949E-1E59-8D92-BC5C3323E404}"/>
          </ac:spMkLst>
        </pc:spChg>
        <pc:spChg chg="add mod">
          <ac:chgData name="CSPT02" userId="21f640c2-b5d5-40ed-b03e-b88c15baf445" providerId="ADAL" clId="{123FDAD7-74D0-4436-B669-037B7AF78EFA}" dt="2025-08-07T09:56:51.018" v="247" actId="207"/>
          <ac:spMkLst>
            <pc:docMk/>
            <pc:sldMk cId="3337687993" sldId="285"/>
            <ac:spMk id="13" creationId="{7401386E-1D8E-9581-C0F9-5212697EB087}"/>
          </ac:spMkLst>
        </pc:spChg>
        <pc:spChg chg="add mod">
          <ac:chgData name="CSPT02" userId="21f640c2-b5d5-40ed-b03e-b88c15baf445" providerId="ADAL" clId="{123FDAD7-74D0-4436-B669-037B7AF78EFA}" dt="2025-08-07T09:56:51.018" v="247" actId="207"/>
          <ac:spMkLst>
            <pc:docMk/>
            <pc:sldMk cId="3337687993" sldId="285"/>
            <ac:spMk id="14" creationId="{DE85C263-B0F1-415B-EB43-579A7ED1D6B7}"/>
          </ac:spMkLst>
        </pc:spChg>
        <pc:spChg chg="add mod">
          <ac:chgData name="CSPT02" userId="21f640c2-b5d5-40ed-b03e-b88c15baf445" providerId="ADAL" clId="{123FDAD7-74D0-4436-B669-037B7AF78EFA}" dt="2025-08-07T09:57:35.534" v="257" actId="1076"/>
          <ac:spMkLst>
            <pc:docMk/>
            <pc:sldMk cId="3337687993" sldId="285"/>
            <ac:spMk id="17" creationId="{BDF59372-9030-39ED-EBC6-6A26001BEA3E}"/>
          </ac:spMkLst>
        </pc:spChg>
        <pc:spChg chg="mod">
          <ac:chgData name="CSPT02" userId="21f640c2-b5d5-40ed-b03e-b88c15baf445" providerId="ADAL" clId="{123FDAD7-74D0-4436-B669-037B7AF78EFA}" dt="2025-08-07T09:58:47.634" v="276" actId="14100"/>
          <ac:spMkLst>
            <pc:docMk/>
            <pc:sldMk cId="3337687993" sldId="285"/>
            <ac:spMk id="19" creationId="{0CF36813-CBF1-00CD-B500-3C5512927668}"/>
          </ac:spMkLst>
        </pc:spChg>
        <pc:spChg chg="mod">
          <ac:chgData name="CSPT02" userId="21f640c2-b5d5-40ed-b03e-b88c15baf445" providerId="ADAL" clId="{123FDAD7-74D0-4436-B669-037B7AF78EFA}" dt="2025-08-07T09:58:55.775" v="279" actId="1076"/>
          <ac:spMkLst>
            <pc:docMk/>
            <pc:sldMk cId="3337687993" sldId="285"/>
            <ac:spMk id="22" creationId="{D9AE0319-C50B-AB67-3761-50728FD04652}"/>
          </ac:spMkLst>
        </pc:spChg>
        <pc:spChg chg="add mod">
          <ac:chgData name="CSPT02" userId="21f640c2-b5d5-40ed-b03e-b88c15baf445" providerId="ADAL" clId="{123FDAD7-74D0-4436-B669-037B7AF78EFA}" dt="2025-08-07T09:58:50.166" v="277" actId="1076"/>
          <ac:spMkLst>
            <pc:docMk/>
            <pc:sldMk cId="3337687993" sldId="285"/>
            <ac:spMk id="23" creationId="{7C08F9AE-909E-171C-7832-F11B755A826C}"/>
          </ac:spMkLst>
        </pc:spChg>
        <pc:spChg chg="add mod">
          <ac:chgData name="CSPT02" userId="21f640c2-b5d5-40ed-b03e-b88c15baf445" providerId="ADAL" clId="{123FDAD7-74D0-4436-B669-037B7AF78EFA}" dt="2025-08-07T09:59:46.117" v="285" actId="20577"/>
          <ac:spMkLst>
            <pc:docMk/>
            <pc:sldMk cId="3337687993" sldId="285"/>
            <ac:spMk id="25" creationId="{99A3E44F-A0A2-2596-3AAF-9B5E2732A146}"/>
          </ac:spMkLst>
        </pc:spChg>
        <pc:spChg chg="add mod">
          <ac:chgData name="CSPT02" userId="21f640c2-b5d5-40ed-b03e-b88c15baf445" providerId="ADAL" clId="{123FDAD7-74D0-4436-B669-037B7AF78EFA}" dt="2025-08-07T10:00:22.054" v="291" actId="1076"/>
          <ac:spMkLst>
            <pc:docMk/>
            <pc:sldMk cId="3337687993" sldId="285"/>
            <ac:spMk id="30" creationId="{54916B21-E9D4-7AD0-54A8-98ED766C5DC5}"/>
          </ac:spMkLst>
        </pc:spChg>
        <pc:spChg chg="add mod">
          <ac:chgData name="CSPT02" userId="21f640c2-b5d5-40ed-b03e-b88c15baf445" providerId="ADAL" clId="{123FDAD7-74D0-4436-B669-037B7AF78EFA}" dt="2025-08-07T10:00:22.054" v="291" actId="1076"/>
          <ac:spMkLst>
            <pc:docMk/>
            <pc:sldMk cId="3337687993" sldId="285"/>
            <ac:spMk id="31" creationId="{4D594C57-6F20-1FA5-CDE1-F6CF5E6F95F3}"/>
          </ac:spMkLst>
        </pc:spChg>
        <pc:spChg chg="add mod">
          <ac:chgData name="CSPT02" userId="21f640c2-b5d5-40ed-b03e-b88c15baf445" providerId="ADAL" clId="{123FDAD7-74D0-4436-B669-037B7AF78EFA}" dt="2025-08-07T10:00:22.054" v="291" actId="1076"/>
          <ac:spMkLst>
            <pc:docMk/>
            <pc:sldMk cId="3337687993" sldId="285"/>
            <ac:spMk id="32" creationId="{862E6406-ADE2-D235-B877-F2FFABEC7E12}"/>
          </ac:spMkLst>
        </pc:spChg>
        <pc:spChg chg="add mod">
          <ac:chgData name="CSPT02" userId="21f640c2-b5d5-40ed-b03e-b88c15baf445" providerId="ADAL" clId="{123FDAD7-74D0-4436-B669-037B7AF78EFA}" dt="2025-08-07T10:00:33.586" v="293" actId="1076"/>
          <ac:spMkLst>
            <pc:docMk/>
            <pc:sldMk cId="3337687993" sldId="285"/>
            <ac:spMk id="35" creationId="{2AD80824-BD87-9F8C-00B5-E8A2ACF1DD99}"/>
          </ac:spMkLst>
        </pc:spChg>
        <pc:spChg chg="mod">
          <ac:chgData name="CSPT02" userId="21f640c2-b5d5-40ed-b03e-b88c15baf445" providerId="ADAL" clId="{123FDAD7-74D0-4436-B669-037B7AF78EFA}" dt="2025-08-07T10:01:12.819" v="303" actId="1076"/>
          <ac:spMkLst>
            <pc:docMk/>
            <pc:sldMk cId="3337687993" sldId="285"/>
            <ac:spMk id="37" creationId="{F2961C49-A034-B665-FFDC-DF99D81BECE6}"/>
          </ac:spMkLst>
        </pc:spChg>
        <pc:spChg chg="mod">
          <ac:chgData name="CSPT02" userId="21f640c2-b5d5-40ed-b03e-b88c15baf445" providerId="ADAL" clId="{123FDAD7-74D0-4436-B669-037B7AF78EFA}" dt="2025-08-07T10:00:54.797" v="299" actId="20577"/>
          <ac:spMkLst>
            <pc:docMk/>
            <pc:sldMk cId="3337687993" sldId="285"/>
            <ac:spMk id="40" creationId="{049AEB2F-8FFC-3D2B-9F21-8B5D69D8CF08}"/>
          </ac:spMkLst>
        </pc:spChg>
        <pc:spChg chg="add mod">
          <ac:chgData name="CSPT02" userId="21f640c2-b5d5-40ed-b03e-b88c15baf445" providerId="ADAL" clId="{123FDAD7-74D0-4436-B669-037B7AF78EFA}" dt="2025-08-07T10:01:16.681" v="304" actId="1076"/>
          <ac:spMkLst>
            <pc:docMk/>
            <pc:sldMk cId="3337687993" sldId="285"/>
            <ac:spMk id="41" creationId="{A6A14010-F970-3FE9-A527-1FA182B42AE7}"/>
          </ac:spMkLst>
        </pc:spChg>
        <pc:spChg chg="add mod">
          <ac:chgData name="CSPT02" userId="21f640c2-b5d5-40ed-b03e-b88c15baf445" providerId="ADAL" clId="{123FDAD7-74D0-4436-B669-037B7AF78EFA}" dt="2025-08-07T10:08:17.860" v="380" actId="1076"/>
          <ac:spMkLst>
            <pc:docMk/>
            <pc:sldMk cId="3337687993" sldId="285"/>
            <ac:spMk id="56" creationId="{F3ADA0C4-CBF8-5769-BF16-F131638CB1A7}"/>
          </ac:spMkLst>
        </pc:spChg>
        <pc:spChg chg="add mod">
          <ac:chgData name="CSPT02" userId="21f640c2-b5d5-40ed-b03e-b88c15baf445" providerId="ADAL" clId="{123FDAD7-74D0-4436-B669-037B7AF78EFA}" dt="2025-08-07T10:08:17.860" v="380" actId="1076"/>
          <ac:spMkLst>
            <pc:docMk/>
            <pc:sldMk cId="3337687993" sldId="285"/>
            <ac:spMk id="58" creationId="{8A1A9BCC-2601-DA3D-BF59-50ECAC16C84C}"/>
          </ac:spMkLst>
        </pc:spChg>
        <pc:spChg chg="add mod">
          <ac:chgData name="CSPT02" userId="21f640c2-b5d5-40ed-b03e-b88c15baf445" providerId="ADAL" clId="{123FDAD7-74D0-4436-B669-037B7AF78EFA}" dt="2025-08-07T10:08:17.860" v="380" actId="1076"/>
          <ac:spMkLst>
            <pc:docMk/>
            <pc:sldMk cId="3337687993" sldId="285"/>
            <ac:spMk id="59" creationId="{79B706CC-A740-25AE-7BB0-DC51D55ABA85}"/>
          </ac:spMkLst>
        </pc:spChg>
        <pc:spChg chg="add mod">
          <ac:chgData name="CSPT02" userId="21f640c2-b5d5-40ed-b03e-b88c15baf445" providerId="ADAL" clId="{123FDAD7-74D0-4436-B669-037B7AF78EFA}" dt="2025-08-07T10:08:17.860" v="380" actId="1076"/>
          <ac:spMkLst>
            <pc:docMk/>
            <pc:sldMk cId="3337687993" sldId="285"/>
            <ac:spMk id="60" creationId="{F502B5C7-2683-F9B1-D02E-ED07983EECFB}"/>
          </ac:spMkLst>
        </pc:spChg>
        <pc:spChg chg="add mod">
          <ac:chgData name="CSPT02" userId="21f640c2-b5d5-40ed-b03e-b88c15baf445" providerId="ADAL" clId="{123FDAD7-74D0-4436-B669-037B7AF78EFA}" dt="2025-08-07T10:08:17.860" v="380" actId="1076"/>
          <ac:spMkLst>
            <pc:docMk/>
            <pc:sldMk cId="3337687993" sldId="285"/>
            <ac:spMk id="61" creationId="{95B9CCD9-1E49-34DA-5D89-3453454AD16A}"/>
          </ac:spMkLst>
        </pc:spChg>
        <pc:spChg chg="add mod">
          <ac:chgData name="CSPT02" userId="21f640c2-b5d5-40ed-b03e-b88c15baf445" providerId="ADAL" clId="{123FDAD7-74D0-4436-B669-037B7AF78EFA}" dt="2025-08-07T10:08:17.860" v="380" actId="1076"/>
          <ac:spMkLst>
            <pc:docMk/>
            <pc:sldMk cId="3337687993" sldId="285"/>
            <ac:spMk id="62" creationId="{2F1612A1-9F69-6CE7-4ACF-7EC66EEC2040}"/>
          </ac:spMkLst>
        </pc:spChg>
        <pc:spChg chg="add mod">
          <ac:chgData name="CSPT02" userId="21f640c2-b5d5-40ed-b03e-b88c15baf445" providerId="ADAL" clId="{123FDAD7-74D0-4436-B669-037B7AF78EFA}" dt="2025-08-07T10:08:17.860" v="380" actId="1076"/>
          <ac:spMkLst>
            <pc:docMk/>
            <pc:sldMk cId="3337687993" sldId="285"/>
            <ac:spMk id="65" creationId="{2BA4132B-62D0-E1A7-4A3E-03926E0595CC}"/>
          </ac:spMkLst>
        </pc:spChg>
        <pc:spChg chg="add mod">
          <ac:chgData name="CSPT02" userId="21f640c2-b5d5-40ed-b03e-b88c15baf445" providerId="ADAL" clId="{123FDAD7-74D0-4436-B669-037B7AF78EFA}" dt="2025-08-07T10:08:17.860" v="380" actId="1076"/>
          <ac:spMkLst>
            <pc:docMk/>
            <pc:sldMk cId="3337687993" sldId="285"/>
            <ac:spMk id="66" creationId="{AABB926C-266D-E585-6BB9-C15B57EC4BC2}"/>
          </ac:spMkLst>
        </pc:spChg>
        <pc:spChg chg="add mod">
          <ac:chgData name="CSPT02" userId="21f640c2-b5d5-40ed-b03e-b88c15baf445" providerId="ADAL" clId="{123FDAD7-74D0-4436-B669-037B7AF78EFA}" dt="2025-08-07T10:08:17.860" v="380" actId="1076"/>
          <ac:spMkLst>
            <pc:docMk/>
            <pc:sldMk cId="3337687993" sldId="285"/>
            <ac:spMk id="67" creationId="{92ADE8E7-0761-E417-10AE-407A764A23A3}"/>
          </ac:spMkLst>
        </pc:spChg>
        <pc:spChg chg="add mod">
          <ac:chgData name="CSPT02" userId="21f640c2-b5d5-40ed-b03e-b88c15baf445" providerId="ADAL" clId="{123FDAD7-74D0-4436-B669-037B7AF78EFA}" dt="2025-08-07T10:09:30.223" v="393" actId="1076"/>
          <ac:spMkLst>
            <pc:docMk/>
            <pc:sldMk cId="3337687993" sldId="285"/>
            <ac:spMk id="69" creationId="{CD373FA1-7DFD-26D7-A4CE-CFA81B7281A9}"/>
          </ac:spMkLst>
        </pc:spChg>
        <pc:spChg chg="add mod">
          <ac:chgData name="CSPT02" userId="21f640c2-b5d5-40ed-b03e-b88c15baf445" providerId="ADAL" clId="{123FDAD7-74D0-4436-B669-037B7AF78EFA}" dt="2025-08-07T10:09:30.223" v="393" actId="1076"/>
          <ac:spMkLst>
            <pc:docMk/>
            <pc:sldMk cId="3337687993" sldId="285"/>
            <ac:spMk id="70" creationId="{A6B0C044-5B45-D6F1-E70F-D73E2EC91966}"/>
          </ac:spMkLst>
        </pc:spChg>
        <pc:spChg chg="add mod">
          <ac:chgData name="CSPT02" userId="21f640c2-b5d5-40ed-b03e-b88c15baf445" providerId="ADAL" clId="{123FDAD7-74D0-4436-B669-037B7AF78EFA}" dt="2025-08-07T10:09:30.223" v="393" actId="1076"/>
          <ac:spMkLst>
            <pc:docMk/>
            <pc:sldMk cId="3337687993" sldId="285"/>
            <ac:spMk id="71" creationId="{87A98910-F483-5E98-44C4-4C2498EB5830}"/>
          </ac:spMkLst>
        </pc:spChg>
        <pc:spChg chg="add mod">
          <ac:chgData name="CSPT02" userId="21f640c2-b5d5-40ed-b03e-b88c15baf445" providerId="ADAL" clId="{123FDAD7-74D0-4436-B669-037B7AF78EFA}" dt="2025-08-07T10:09:20.146" v="392" actId="1076"/>
          <ac:spMkLst>
            <pc:docMk/>
            <pc:sldMk cId="3337687993" sldId="285"/>
            <ac:spMk id="72" creationId="{7F49F494-BF1B-9702-EC0E-C40FDC8070E4}"/>
          </ac:spMkLst>
        </pc:spChg>
        <pc:spChg chg="add mod">
          <ac:chgData name="CSPT02" userId="21f640c2-b5d5-40ed-b03e-b88c15baf445" providerId="ADAL" clId="{123FDAD7-74D0-4436-B669-037B7AF78EFA}" dt="2025-08-07T10:09:41.634" v="396" actId="20577"/>
          <ac:spMkLst>
            <pc:docMk/>
            <pc:sldMk cId="3337687993" sldId="285"/>
            <ac:spMk id="73" creationId="{5BF489DB-C60D-F275-FFE7-6F00210F526F}"/>
          </ac:spMkLst>
        </pc:spChg>
        <pc:spChg chg="add mod">
          <ac:chgData name="CSPT02" userId="21f640c2-b5d5-40ed-b03e-b88c15baf445" providerId="ADAL" clId="{123FDAD7-74D0-4436-B669-037B7AF78EFA}" dt="2025-08-07T10:09:38.373" v="395" actId="1076"/>
          <ac:spMkLst>
            <pc:docMk/>
            <pc:sldMk cId="3337687993" sldId="285"/>
            <ac:spMk id="74" creationId="{397B8E2B-8E23-33AD-3A11-92A0FF067951}"/>
          </ac:spMkLst>
        </pc:spChg>
        <pc:spChg chg="add mod">
          <ac:chgData name="CSPT02" userId="21f640c2-b5d5-40ed-b03e-b88c15baf445" providerId="ADAL" clId="{123FDAD7-74D0-4436-B669-037B7AF78EFA}" dt="2025-08-07T10:09:44.206" v="397" actId="20577"/>
          <ac:spMkLst>
            <pc:docMk/>
            <pc:sldMk cId="3337687993" sldId="285"/>
            <ac:spMk id="75" creationId="{691D8E03-DBD4-984D-73DE-5F5303950A3C}"/>
          </ac:spMkLst>
        </pc:spChg>
        <pc:spChg chg="add mod">
          <ac:chgData name="CSPT02" userId="21f640c2-b5d5-40ed-b03e-b88c15baf445" providerId="ADAL" clId="{123FDAD7-74D0-4436-B669-037B7AF78EFA}" dt="2025-08-07T10:11:12.710" v="406" actId="1076"/>
          <ac:spMkLst>
            <pc:docMk/>
            <pc:sldMk cId="3337687993" sldId="285"/>
            <ac:spMk id="77" creationId="{02ABF73E-6432-AB95-F8FF-E856C9642CC1}"/>
          </ac:spMkLst>
        </pc:spChg>
        <pc:spChg chg="add mod">
          <ac:chgData name="CSPT02" userId="21f640c2-b5d5-40ed-b03e-b88c15baf445" providerId="ADAL" clId="{123FDAD7-74D0-4436-B669-037B7AF78EFA}" dt="2025-08-07T10:11:12.710" v="406" actId="1076"/>
          <ac:spMkLst>
            <pc:docMk/>
            <pc:sldMk cId="3337687993" sldId="285"/>
            <ac:spMk id="78" creationId="{CB89ED48-299F-D84D-4248-4EC1B3F83606}"/>
          </ac:spMkLst>
        </pc:spChg>
        <pc:spChg chg="add mod">
          <ac:chgData name="CSPT02" userId="21f640c2-b5d5-40ed-b03e-b88c15baf445" providerId="ADAL" clId="{123FDAD7-74D0-4436-B669-037B7AF78EFA}" dt="2025-08-07T10:11:12.710" v="406" actId="1076"/>
          <ac:spMkLst>
            <pc:docMk/>
            <pc:sldMk cId="3337687993" sldId="285"/>
            <ac:spMk id="79" creationId="{6DDBFBAF-87D1-6D5A-3ECE-D51FE486DAD2}"/>
          </ac:spMkLst>
        </pc:spChg>
        <pc:spChg chg="add mod">
          <ac:chgData name="CSPT02" userId="21f640c2-b5d5-40ed-b03e-b88c15baf445" providerId="ADAL" clId="{123FDAD7-74D0-4436-B669-037B7AF78EFA}" dt="2025-08-07T10:10:46.633" v="403" actId="1076"/>
          <ac:spMkLst>
            <pc:docMk/>
            <pc:sldMk cId="3337687993" sldId="285"/>
            <ac:spMk id="80" creationId="{ED9C2741-9C8E-3F1B-8857-F079964309A6}"/>
          </ac:spMkLst>
        </pc:spChg>
        <pc:spChg chg="add mod">
          <ac:chgData name="CSPT02" userId="21f640c2-b5d5-40ed-b03e-b88c15baf445" providerId="ADAL" clId="{123FDAD7-74D0-4436-B669-037B7AF78EFA}" dt="2025-08-07T10:11:18.814" v="407"/>
          <ac:spMkLst>
            <pc:docMk/>
            <pc:sldMk cId="3337687993" sldId="285"/>
            <ac:spMk id="81" creationId="{5A9DC0B8-5026-9D78-7A22-3FCEE872F024}"/>
          </ac:spMkLst>
        </pc:spChg>
        <pc:spChg chg="add mod">
          <ac:chgData name="CSPT02" userId="21f640c2-b5d5-40ed-b03e-b88c15baf445" providerId="ADAL" clId="{123FDAD7-74D0-4436-B669-037B7AF78EFA}" dt="2025-08-07T10:11:28" v="409" actId="1076"/>
          <ac:spMkLst>
            <pc:docMk/>
            <pc:sldMk cId="3337687993" sldId="285"/>
            <ac:spMk id="82" creationId="{99F92C48-5509-53B0-121D-65C0E2DE3339}"/>
          </ac:spMkLst>
        </pc:spChg>
        <pc:spChg chg="add mod">
          <ac:chgData name="CSPT02" userId="21f640c2-b5d5-40ed-b03e-b88c15baf445" providerId="ADAL" clId="{123FDAD7-74D0-4436-B669-037B7AF78EFA}" dt="2025-08-07T10:11:34.469" v="411" actId="1076"/>
          <ac:spMkLst>
            <pc:docMk/>
            <pc:sldMk cId="3337687993" sldId="285"/>
            <ac:spMk id="83" creationId="{C3389063-2773-D02C-CAEF-E0C21295BB6A}"/>
          </ac:spMkLst>
        </pc:spChg>
        <pc:spChg chg="add mod">
          <ac:chgData name="CSPT02" userId="21f640c2-b5d5-40ed-b03e-b88c15baf445" providerId="ADAL" clId="{123FDAD7-74D0-4436-B669-037B7AF78EFA}" dt="2025-08-07T10:12:10.971" v="422" actId="14100"/>
          <ac:spMkLst>
            <pc:docMk/>
            <pc:sldMk cId="3337687993" sldId="285"/>
            <ac:spMk id="84" creationId="{30225A85-95EB-5FBF-3BEA-E185C6C618BF}"/>
          </ac:spMkLst>
        </pc:spChg>
        <pc:spChg chg="add mod">
          <ac:chgData name="CSPT02" userId="21f640c2-b5d5-40ed-b03e-b88c15baf445" providerId="ADAL" clId="{123FDAD7-74D0-4436-B669-037B7AF78EFA}" dt="2025-08-07T10:11:46.655" v="413" actId="1076"/>
          <ac:spMkLst>
            <pc:docMk/>
            <pc:sldMk cId="3337687993" sldId="285"/>
            <ac:spMk id="85" creationId="{2D5300B6-ADE2-F97B-D707-FAF8AA6F4501}"/>
          </ac:spMkLst>
        </pc:spChg>
        <pc:spChg chg="add mod">
          <ac:chgData name="CSPT02" userId="21f640c2-b5d5-40ed-b03e-b88c15baf445" providerId="ADAL" clId="{123FDAD7-74D0-4436-B669-037B7AF78EFA}" dt="2025-08-07T10:12:16.720" v="423" actId="1076"/>
          <ac:spMkLst>
            <pc:docMk/>
            <pc:sldMk cId="3337687993" sldId="285"/>
            <ac:spMk id="86" creationId="{B896A433-7A42-7FFC-A8AD-C4A7F4F48E56}"/>
          </ac:spMkLst>
        </pc:spChg>
        <pc:grpChg chg="add mod">
          <ac:chgData name="CSPT02" userId="21f640c2-b5d5-40ed-b03e-b88c15baf445" providerId="ADAL" clId="{123FDAD7-74D0-4436-B669-037B7AF78EFA}" dt="2025-08-07T09:58:44.609" v="275" actId="20577"/>
          <ac:grpSpMkLst>
            <pc:docMk/>
            <pc:sldMk cId="3337687993" sldId="285"/>
            <ac:grpSpMk id="18" creationId="{20A8E7E1-0317-B0D9-779C-2E7D5DF39C69}"/>
          </ac:grpSpMkLst>
        </pc:grpChg>
        <pc:grpChg chg="mod">
          <ac:chgData name="CSPT02" userId="21f640c2-b5d5-40ed-b03e-b88c15baf445" providerId="ADAL" clId="{123FDAD7-74D0-4436-B669-037B7AF78EFA}" dt="2025-08-07T09:58:44.609" v="275" actId="20577"/>
          <ac:grpSpMkLst>
            <pc:docMk/>
            <pc:sldMk cId="3337687993" sldId="285"/>
            <ac:grpSpMk id="20" creationId="{3B8EA58E-F1E0-7E07-5FEF-34FC0D13EF16}"/>
          </ac:grpSpMkLst>
        </pc:grpChg>
        <pc:grpChg chg="add mod">
          <ac:chgData name="CSPT02" userId="21f640c2-b5d5-40ed-b03e-b88c15baf445" providerId="ADAL" clId="{123FDAD7-74D0-4436-B669-037B7AF78EFA}" dt="2025-08-07T10:00:54.797" v="299" actId="20577"/>
          <ac:grpSpMkLst>
            <pc:docMk/>
            <pc:sldMk cId="3337687993" sldId="285"/>
            <ac:grpSpMk id="36" creationId="{88D17E7E-B302-F254-4645-E0E6E88F00A6}"/>
          </ac:grpSpMkLst>
        </pc:grpChg>
        <pc:grpChg chg="mod">
          <ac:chgData name="CSPT02" userId="21f640c2-b5d5-40ed-b03e-b88c15baf445" providerId="ADAL" clId="{123FDAD7-74D0-4436-B669-037B7AF78EFA}" dt="2025-08-07T10:00:54.797" v="299" actId="20577"/>
          <ac:grpSpMkLst>
            <pc:docMk/>
            <pc:sldMk cId="3337687993" sldId="285"/>
            <ac:grpSpMk id="38" creationId="{68CEDC69-792B-A69E-D86C-CABF702ED15F}"/>
          </ac:grpSpMkLst>
        </pc:grpChg>
        <pc:inkChg chg="add mod">
          <ac:chgData name="CSPT02" userId="21f640c2-b5d5-40ed-b03e-b88c15baf445" providerId="ADAL" clId="{123FDAD7-74D0-4436-B669-037B7AF78EFA}" dt="2025-08-07T09:54:18.919" v="231" actId="1076"/>
          <ac:inkMkLst>
            <pc:docMk/>
            <pc:sldMk cId="3337687993" sldId="285"/>
            <ac:inkMk id="10" creationId="{BB9FDF93-B45E-C2FF-B4D6-900B6F8DB341}"/>
          </ac:inkMkLst>
        </pc:inkChg>
        <pc:inkChg chg="add mod">
          <ac:chgData name="CSPT02" userId="21f640c2-b5d5-40ed-b03e-b88c15baf445" providerId="ADAL" clId="{123FDAD7-74D0-4436-B669-037B7AF78EFA}" dt="2025-08-07T09:54:32.105" v="237" actId="1076"/>
          <ac:inkMkLst>
            <pc:docMk/>
            <pc:sldMk cId="3337687993" sldId="285"/>
            <ac:inkMk id="11" creationId="{7BF0D1F9-37D1-857F-45C5-920869E6B2CD}"/>
          </ac:inkMkLst>
        </pc:inkChg>
        <pc:inkChg chg="add mod">
          <ac:chgData name="CSPT02" userId="21f640c2-b5d5-40ed-b03e-b88c15baf445" providerId="ADAL" clId="{123FDAD7-74D0-4436-B669-037B7AF78EFA}" dt="2025-08-07T09:58:23.983" v="268" actId="1076"/>
          <ac:inkMkLst>
            <pc:docMk/>
            <pc:sldMk cId="3337687993" sldId="285"/>
            <ac:inkMk id="15" creationId="{31933A91-B458-2ECC-E35A-DE7CFF18DE31}"/>
          </ac:inkMkLst>
        </pc:inkChg>
        <pc:inkChg chg="add mod">
          <ac:chgData name="CSPT02" userId="21f640c2-b5d5-40ed-b03e-b88c15baf445" providerId="ADAL" clId="{123FDAD7-74D0-4436-B669-037B7AF78EFA}" dt="2025-08-07T09:57:04.473" v="252" actId="14100"/>
          <ac:inkMkLst>
            <pc:docMk/>
            <pc:sldMk cId="3337687993" sldId="285"/>
            <ac:inkMk id="16" creationId="{F9817261-3CEB-9A70-EE6B-0D02A77F029A}"/>
          </ac:inkMkLst>
        </pc:inkChg>
        <pc:inkChg chg="add mod">
          <ac:chgData name="CSPT02" userId="21f640c2-b5d5-40ed-b03e-b88c15baf445" providerId="ADAL" clId="{123FDAD7-74D0-4436-B669-037B7AF78EFA}" dt="2025-08-07T10:00:22.054" v="291" actId="1076"/>
          <ac:inkMkLst>
            <pc:docMk/>
            <pc:sldMk cId="3337687993" sldId="285"/>
            <ac:inkMk id="33" creationId="{BCC14095-CAC5-5A9E-1060-C1C8DBF19BBD}"/>
          </ac:inkMkLst>
        </pc:inkChg>
        <pc:inkChg chg="add mod">
          <ac:chgData name="CSPT02" userId="21f640c2-b5d5-40ed-b03e-b88c15baf445" providerId="ADAL" clId="{123FDAD7-74D0-4436-B669-037B7AF78EFA}" dt="2025-08-07T10:00:22.054" v="291" actId="1076"/>
          <ac:inkMkLst>
            <pc:docMk/>
            <pc:sldMk cId="3337687993" sldId="285"/>
            <ac:inkMk id="34" creationId="{87620354-1CA1-AC41-34EE-161CC978137E}"/>
          </ac:inkMkLst>
        </pc:inkChg>
        <pc:inkChg chg="add mod">
          <ac:chgData name="CSPT02" userId="21f640c2-b5d5-40ed-b03e-b88c15baf445" providerId="ADAL" clId="{123FDAD7-74D0-4436-B669-037B7AF78EFA}" dt="2025-08-07T10:01:41.194" v="306" actId="1076"/>
          <ac:inkMkLst>
            <pc:docMk/>
            <pc:sldMk cId="3337687993" sldId="285"/>
            <ac:inkMk id="43" creationId="{E8208A02-D9D9-7CEC-DC4E-886D12223F56}"/>
          </ac:inkMkLst>
        </pc:inkChg>
        <pc:inkChg chg="add mod">
          <ac:chgData name="CSPT02" userId="21f640c2-b5d5-40ed-b03e-b88c15baf445" providerId="ADAL" clId="{123FDAD7-74D0-4436-B669-037B7AF78EFA}" dt="2025-08-07T10:02:36.635" v="322" actId="1076"/>
          <ac:inkMkLst>
            <pc:docMk/>
            <pc:sldMk cId="3337687993" sldId="285"/>
            <ac:inkMk id="50" creationId="{7ED9762E-B002-59A1-DC9A-DD43E3240338}"/>
          </ac:inkMkLst>
        </pc:inkChg>
        <pc:inkChg chg="add mod">
          <ac:chgData name="CSPT02" userId="21f640c2-b5d5-40ed-b03e-b88c15baf445" providerId="ADAL" clId="{123FDAD7-74D0-4436-B669-037B7AF78EFA}" dt="2025-08-07T10:08:17.860" v="380" actId="1076"/>
          <ac:inkMkLst>
            <pc:docMk/>
            <pc:sldMk cId="3337687993" sldId="285"/>
            <ac:inkMk id="57" creationId="{AC6DF674-364A-CCE7-0E27-7E41A571A035}"/>
          </ac:inkMkLst>
        </pc:inkChg>
        <pc:inkChg chg="add mod">
          <ac:chgData name="CSPT02" userId="21f640c2-b5d5-40ed-b03e-b88c15baf445" providerId="ADAL" clId="{123FDAD7-74D0-4436-B669-037B7AF78EFA}" dt="2025-08-07T10:07:19.386" v="364" actId="1076"/>
          <ac:inkMkLst>
            <pc:docMk/>
            <pc:sldMk cId="3337687993" sldId="285"/>
            <ac:inkMk id="64" creationId="{D3C61E2F-C07E-C0A5-1D11-474E59A4AD4D}"/>
          </ac:inkMkLst>
        </pc:inkChg>
        <pc:cxnChg chg="mod">
          <ac:chgData name="CSPT02" userId="21f640c2-b5d5-40ed-b03e-b88c15baf445" providerId="ADAL" clId="{123FDAD7-74D0-4436-B669-037B7AF78EFA}" dt="2025-08-07T09:58:53.068" v="278" actId="14100"/>
          <ac:cxnSpMkLst>
            <pc:docMk/>
            <pc:sldMk cId="3337687993" sldId="285"/>
            <ac:cxnSpMk id="21" creationId="{BD2A4FB7-B20B-FC70-35FE-D6E74DA59E6E}"/>
          </ac:cxnSpMkLst>
        </pc:cxnChg>
        <pc:cxnChg chg="mod">
          <ac:chgData name="CSPT02" userId="21f640c2-b5d5-40ed-b03e-b88c15baf445" providerId="ADAL" clId="{123FDAD7-74D0-4436-B669-037B7AF78EFA}" dt="2025-08-07T10:00:54.797" v="299" actId="20577"/>
          <ac:cxnSpMkLst>
            <pc:docMk/>
            <pc:sldMk cId="3337687993" sldId="285"/>
            <ac:cxnSpMk id="39" creationId="{B6F2AB51-8A88-EA29-9CFE-C9833F0AA0D1}"/>
          </ac:cxnSpMkLst>
        </pc:cxnChg>
        <pc:cxnChg chg="add mod">
          <ac:chgData name="CSPT02" userId="21f640c2-b5d5-40ed-b03e-b88c15baf445" providerId="ADAL" clId="{123FDAD7-74D0-4436-B669-037B7AF78EFA}" dt="2025-08-07T10:02:15.893" v="313" actId="1582"/>
          <ac:cxnSpMkLst>
            <pc:docMk/>
            <pc:sldMk cId="3337687993" sldId="285"/>
            <ac:cxnSpMk id="45" creationId="{8F9E5227-0CF7-C47B-AB3C-09B422067292}"/>
          </ac:cxnSpMkLst>
        </pc:cxnChg>
        <pc:cxnChg chg="add mod">
          <ac:chgData name="CSPT02" userId="21f640c2-b5d5-40ed-b03e-b88c15baf445" providerId="ADAL" clId="{123FDAD7-74D0-4436-B669-037B7AF78EFA}" dt="2025-08-07T10:02:32.717" v="320" actId="1076"/>
          <ac:cxnSpMkLst>
            <pc:docMk/>
            <pc:sldMk cId="3337687993" sldId="285"/>
            <ac:cxnSpMk id="47" creationId="{79AA56C4-3516-D8BD-CBBF-A9A680E3FC99}"/>
          </ac:cxnSpMkLst>
        </pc:cxnChg>
        <pc:cxnChg chg="add mod">
          <ac:chgData name="CSPT02" userId="21f640c2-b5d5-40ed-b03e-b88c15baf445" providerId="ADAL" clId="{123FDAD7-74D0-4436-B669-037B7AF78EFA}" dt="2025-08-07T10:03:00.279" v="331" actId="14100"/>
          <ac:cxnSpMkLst>
            <pc:docMk/>
            <pc:sldMk cId="3337687993" sldId="285"/>
            <ac:cxnSpMk id="51" creationId="{638DE97A-E769-58CB-7B3B-485597080399}"/>
          </ac:cxnSpMkLst>
        </pc:cxnChg>
        <pc:cxnChg chg="add mod">
          <ac:chgData name="CSPT02" userId="21f640c2-b5d5-40ed-b03e-b88c15baf445" providerId="ADAL" clId="{123FDAD7-74D0-4436-B669-037B7AF78EFA}" dt="2025-08-07T10:02:55.780" v="329" actId="14100"/>
          <ac:cxnSpMkLst>
            <pc:docMk/>
            <pc:sldMk cId="3337687993" sldId="285"/>
            <ac:cxnSpMk id="52" creationId="{408EFE63-5224-6B43-109C-D5EFDF045350}"/>
          </ac:cxnSpMkLst>
        </pc:cxnChg>
      </pc:sldChg>
      <pc:sldChg chg="addSp delSp modSp new mod delAnim modAnim">
        <pc:chgData name="CSPT02" userId="21f640c2-b5d5-40ed-b03e-b88c15baf445" providerId="ADAL" clId="{123FDAD7-74D0-4436-B669-037B7AF78EFA}" dt="2025-08-07T10:40:11.381" v="613"/>
        <pc:sldMkLst>
          <pc:docMk/>
          <pc:sldMk cId="1916990648" sldId="286"/>
        </pc:sldMkLst>
        <pc:spChg chg="add mod">
          <ac:chgData name="CSPT02" userId="21f640c2-b5d5-40ed-b03e-b88c15baf445" providerId="ADAL" clId="{123FDAD7-74D0-4436-B669-037B7AF78EFA}" dt="2025-08-07T10:14:45.218" v="430" actId="20577"/>
          <ac:spMkLst>
            <pc:docMk/>
            <pc:sldMk cId="1916990648" sldId="286"/>
            <ac:spMk id="4" creationId="{EA0A9D8E-9443-3BA3-8359-7F00FB021DFE}"/>
          </ac:spMkLst>
        </pc:spChg>
        <pc:spChg chg="add mod">
          <ac:chgData name="CSPT02" userId="21f640c2-b5d5-40ed-b03e-b88c15baf445" providerId="ADAL" clId="{123FDAD7-74D0-4436-B669-037B7AF78EFA}" dt="2025-08-07T10:15:50.108" v="451" actId="20577"/>
          <ac:spMkLst>
            <pc:docMk/>
            <pc:sldMk cId="1916990648" sldId="286"/>
            <ac:spMk id="5" creationId="{039399A2-7F8C-6BF1-879D-26B012840785}"/>
          </ac:spMkLst>
        </pc:spChg>
        <pc:spChg chg="add mod">
          <ac:chgData name="CSPT02" userId="21f640c2-b5d5-40ed-b03e-b88c15baf445" providerId="ADAL" clId="{123FDAD7-74D0-4436-B669-037B7AF78EFA}" dt="2025-08-07T10:18:07.026" v="474" actId="1076"/>
          <ac:spMkLst>
            <pc:docMk/>
            <pc:sldMk cId="1916990648" sldId="286"/>
            <ac:spMk id="8" creationId="{165C5CE5-F89D-2399-54D0-C1614E09DEEA}"/>
          </ac:spMkLst>
        </pc:spChg>
        <pc:spChg chg="add mod">
          <ac:chgData name="CSPT02" userId="21f640c2-b5d5-40ed-b03e-b88c15baf445" providerId="ADAL" clId="{123FDAD7-74D0-4436-B669-037B7AF78EFA}" dt="2025-08-07T10:18:07.026" v="474" actId="1076"/>
          <ac:spMkLst>
            <pc:docMk/>
            <pc:sldMk cId="1916990648" sldId="286"/>
            <ac:spMk id="9" creationId="{CBC93A07-39D1-E084-5E63-599B6257114A}"/>
          </ac:spMkLst>
        </pc:spChg>
        <pc:spChg chg="mod">
          <ac:chgData name="CSPT02" userId="21f640c2-b5d5-40ed-b03e-b88c15baf445" providerId="ADAL" clId="{123FDAD7-74D0-4436-B669-037B7AF78EFA}" dt="2025-08-07T10:19:17.424" v="487" actId="14100"/>
          <ac:spMkLst>
            <pc:docMk/>
            <pc:sldMk cId="1916990648" sldId="286"/>
            <ac:spMk id="11" creationId="{342FE758-84DE-B87B-7B13-79061ED0192A}"/>
          </ac:spMkLst>
        </pc:spChg>
        <pc:spChg chg="mod">
          <ac:chgData name="CSPT02" userId="21f640c2-b5d5-40ed-b03e-b88c15baf445" providerId="ADAL" clId="{123FDAD7-74D0-4436-B669-037B7AF78EFA}" dt="2025-08-07T10:17:51.883" v="471" actId="1076"/>
          <ac:spMkLst>
            <pc:docMk/>
            <pc:sldMk cId="1916990648" sldId="286"/>
            <ac:spMk id="14" creationId="{874EBA7A-6952-2A82-0877-B4AC96B83710}"/>
          </ac:spMkLst>
        </pc:spChg>
        <pc:spChg chg="add mod">
          <ac:chgData name="CSPT02" userId="21f640c2-b5d5-40ed-b03e-b88c15baf445" providerId="ADAL" clId="{123FDAD7-74D0-4436-B669-037B7AF78EFA}" dt="2025-08-07T10:18:29.465" v="477" actId="1076"/>
          <ac:spMkLst>
            <pc:docMk/>
            <pc:sldMk cId="1916990648" sldId="286"/>
            <ac:spMk id="16" creationId="{A815CC8C-0565-43D6-EDDB-FAB8E7B08767}"/>
          </ac:spMkLst>
        </pc:spChg>
        <pc:spChg chg="add mod">
          <ac:chgData name="CSPT02" userId="21f640c2-b5d5-40ed-b03e-b88c15baf445" providerId="ADAL" clId="{123FDAD7-74D0-4436-B669-037B7AF78EFA}" dt="2025-08-07T10:20:17.805" v="504" actId="1076"/>
          <ac:spMkLst>
            <pc:docMk/>
            <pc:sldMk cId="1916990648" sldId="286"/>
            <ac:spMk id="17" creationId="{467A2372-4B44-F966-B5BB-ADA9B827BFF9}"/>
          </ac:spMkLst>
        </pc:spChg>
        <pc:spChg chg="add mod">
          <ac:chgData name="CSPT02" userId="21f640c2-b5d5-40ed-b03e-b88c15baf445" providerId="ADAL" clId="{123FDAD7-74D0-4436-B669-037B7AF78EFA}" dt="2025-08-07T10:20:17.805" v="504" actId="1076"/>
          <ac:spMkLst>
            <pc:docMk/>
            <pc:sldMk cId="1916990648" sldId="286"/>
            <ac:spMk id="18" creationId="{DDF15BCC-A601-58BF-4097-550A87161A8A}"/>
          </ac:spMkLst>
        </pc:spChg>
        <pc:spChg chg="add mod">
          <ac:chgData name="CSPT02" userId="21f640c2-b5d5-40ed-b03e-b88c15baf445" providerId="ADAL" clId="{123FDAD7-74D0-4436-B669-037B7AF78EFA}" dt="2025-08-07T10:20:17.805" v="504" actId="1076"/>
          <ac:spMkLst>
            <pc:docMk/>
            <pc:sldMk cId="1916990648" sldId="286"/>
            <ac:spMk id="19" creationId="{40970682-F31E-943E-B6CD-61FF848E9B44}"/>
          </ac:spMkLst>
        </pc:spChg>
        <pc:spChg chg="mod">
          <ac:chgData name="CSPT02" userId="21f640c2-b5d5-40ed-b03e-b88c15baf445" providerId="ADAL" clId="{123FDAD7-74D0-4436-B669-037B7AF78EFA}" dt="2025-08-07T10:20:06.503" v="502" actId="14100"/>
          <ac:spMkLst>
            <pc:docMk/>
            <pc:sldMk cId="1916990648" sldId="286"/>
            <ac:spMk id="21" creationId="{44A0439E-D9E3-5050-632A-78A8407CD43D}"/>
          </ac:spMkLst>
        </pc:spChg>
        <pc:spChg chg="mod">
          <ac:chgData name="CSPT02" userId="21f640c2-b5d5-40ed-b03e-b88c15baf445" providerId="ADAL" clId="{123FDAD7-74D0-4436-B669-037B7AF78EFA}" dt="2025-08-07T10:20:00.530" v="500" actId="1076"/>
          <ac:spMkLst>
            <pc:docMk/>
            <pc:sldMk cId="1916990648" sldId="286"/>
            <ac:spMk id="24" creationId="{9A4953DC-13C8-2885-FD7C-703CEA7AF983}"/>
          </ac:spMkLst>
        </pc:spChg>
        <pc:spChg chg="add mod">
          <ac:chgData name="CSPT02" userId="21f640c2-b5d5-40ed-b03e-b88c15baf445" providerId="ADAL" clId="{123FDAD7-74D0-4436-B669-037B7AF78EFA}" dt="2025-08-07T10:39:10.798" v="609" actId="1076"/>
          <ac:spMkLst>
            <pc:docMk/>
            <pc:sldMk cId="1916990648" sldId="286"/>
            <ac:spMk id="25" creationId="{3D350D80-B69E-698B-B50F-342096FC8430}"/>
          </ac:spMkLst>
        </pc:spChg>
        <pc:spChg chg="add mod">
          <ac:chgData name="CSPT02" userId="21f640c2-b5d5-40ed-b03e-b88c15baf445" providerId="ADAL" clId="{123FDAD7-74D0-4436-B669-037B7AF78EFA}" dt="2025-08-07T10:39:10.798" v="609" actId="1076"/>
          <ac:spMkLst>
            <pc:docMk/>
            <pc:sldMk cId="1916990648" sldId="286"/>
            <ac:spMk id="26" creationId="{72193F14-3321-21BD-2A81-FAC969334565}"/>
          </ac:spMkLst>
        </pc:spChg>
        <pc:spChg chg="add mod">
          <ac:chgData name="CSPT02" userId="21f640c2-b5d5-40ed-b03e-b88c15baf445" providerId="ADAL" clId="{123FDAD7-74D0-4436-B669-037B7AF78EFA}" dt="2025-08-07T10:39:10.798" v="609" actId="1076"/>
          <ac:spMkLst>
            <pc:docMk/>
            <pc:sldMk cId="1916990648" sldId="286"/>
            <ac:spMk id="29" creationId="{281B3543-AA93-1D5C-87EE-622F66E9237C}"/>
          </ac:spMkLst>
        </pc:spChg>
        <pc:spChg chg="add mod">
          <ac:chgData name="CSPT02" userId="21f640c2-b5d5-40ed-b03e-b88c15baf445" providerId="ADAL" clId="{123FDAD7-74D0-4436-B669-037B7AF78EFA}" dt="2025-08-07T10:39:10.798" v="609" actId="1076"/>
          <ac:spMkLst>
            <pc:docMk/>
            <pc:sldMk cId="1916990648" sldId="286"/>
            <ac:spMk id="30" creationId="{3C48756D-9668-538D-DD09-313AA9D11A4D}"/>
          </ac:spMkLst>
        </pc:spChg>
        <pc:spChg chg="add mod">
          <ac:chgData name="CSPT02" userId="21f640c2-b5d5-40ed-b03e-b88c15baf445" providerId="ADAL" clId="{123FDAD7-74D0-4436-B669-037B7AF78EFA}" dt="2025-08-07T10:39:10.798" v="609" actId="1076"/>
          <ac:spMkLst>
            <pc:docMk/>
            <pc:sldMk cId="1916990648" sldId="286"/>
            <ac:spMk id="31" creationId="{CC22526C-C64D-AD10-9D41-4344F8ECA9DF}"/>
          </ac:spMkLst>
        </pc:spChg>
        <pc:spChg chg="add mod">
          <ac:chgData name="CSPT02" userId="21f640c2-b5d5-40ed-b03e-b88c15baf445" providerId="ADAL" clId="{123FDAD7-74D0-4436-B669-037B7AF78EFA}" dt="2025-08-07T10:39:10.798" v="609" actId="1076"/>
          <ac:spMkLst>
            <pc:docMk/>
            <pc:sldMk cId="1916990648" sldId="286"/>
            <ac:spMk id="32" creationId="{8C928689-7892-5D89-716F-906F66A1898A}"/>
          </ac:spMkLst>
        </pc:spChg>
        <pc:spChg chg="mod">
          <ac:chgData name="CSPT02" userId="21f640c2-b5d5-40ed-b03e-b88c15baf445" providerId="ADAL" clId="{123FDAD7-74D0-4436-B669-037B7AF78EFA}" dt="2025-08-07T10:21:28.716" v="523" actId="1076"/>
          <ac:spMkLst>
            <pc:docMk/>
            <pc:sldMk cId="1916990648" sldId="286"/>
            <ac:spMk id="34" creationId="{075E3395-3EB1-D2A8-59AA-7DF424E015B7}"/>
          </ac:spMkLst>
        </pc:spChg>
        <pc:spChg chg="mod">
          <ac:chgData name="CSPT02" userId="21f640c2-b5d5-40ed-b03e-b88c15baf445" providerId="ADAL" clId="{123FDAD7-74D0-4436-B669-037B7AF78EFA}" dt="2025-08-07T10:21:01.016" v="517" actId="20577"/>
          <ac:spMkLst>
            <pc:docMk/>
            <pc:sldMk cId="1916990648" sldId="286"/>
            <ac:spMk id="37" creationId="{6F9DDEC7-1378-17BD-58C1-8F8DFC3E7B89}"/>
          </ac:spMkLst>
        </pc:spChg>
        <pc:spChg chg="add mod">
          <ac:chgData name="CSPT02" userId="21f640c2-b5d5-40ed-b03e-b88c15baf445" providerId="ADAL" clId="{123FDAD7-74D0-4436-B669-037B7AF78EFA}" dt="2025-08-07T10:39:10.798" v="609" actId="1076"/>
          <ac:spMkLst>
            <pc:docMk/>
            <pc:sldMk cId="1916990648" sldId="286"/>
            <ac:spMk id="38" creationId="{4953BE2A-85D7-03AD-D637-4E723DE9DE9F}"/>
          </ac:spMkLst>
        </pc:spChg>
        <pc:spChg chg="add mod">
          <ac:chgData name="CSPT02" userId="21f640c2-b5d5-40ed-b03e-b88c15baf445" providerId="ADAL" clId="{123FDAD7-74D0-4436-B669-037B7AF78EFA}" dt="2025-08-07T10:39:10.798" v="609" actId="1076"/>
          <ac:spMkLst>
            <pc:docMk/>
            <pc:sldMk cId="1916990648" sldId="286"/>
            <ac:spMk id="39" creationId="{41687169-1926-38A6-D84D-808AADBE984B}"/>
          </ac:spMkLst>
        </pc:spChg>
        <pc:spChg chg="add mod">
          <ac:chgData name="CSPT02" userId="21f640c2-b5d5-40ed-b03e-b88c15baf445" providerId="ADAL" clId="{123FDAD7-74D0-4436-B669-037B7AF78EFA}" dt="2025-08-07T10:39:10.798" v="609" actId="1076"/>
          <ac:spMkLst>
            <pc:docMk/>
            <pc:sldMk cId="1916990648" sldId="286"/>
            <ac:spMk id="40" creationId="{83EDBD58-5BD6-3DFA-1EA0-94406104D235}"/>
          </ac:spMkLst>
        </pc:spChg>
        <pc:spChg chg="mod">
          <ac:chgData name="CSPT02" userId="21f640c2-b5d5-40ed-b03e-b88c15baf445" providerId="ADAL" clId="{123FDAD7-74D0-4436-B669-037B7AF78EFA}" dt="2025-08-07T10:38:21.506" v="600" actId="20577"/>
          <ac:spMkLst>
            <pc:docMk/>
            <pc:sldMk cId="1916990648" sldId="286"/>
            <ac:spMk id="43" creationId="{E6B5C02B-C04A-A4D1-E2A5-6A22CAA6103E}"/>
          </ac:spMkLst>
        </pc:spChg>
        <pc:spChg chg="mod">
          <ac:chgData name="CSPT02" userId="21f640c2-b5d5-40ed-b03e-b88c15baf445" providerId="ADAL" clId="{123FDAD7-74D0-4436-B669-037B7AF78EFA}" dt="2025-08-07T10:38:17.873" v="598"/>
          <ac:spMkLst>
            <pc:docMk/>
            <pc:sldMk cId="1916990648" sldId="286"/>
            <ac:spMk id="46" creationId="{78AC6CAD-5EC0-7682-3116-DD3E9AD8FFB8}"/>
          </ac:spMkLst>
        </pc:spChg>
        <pc:spChg chg="add mod">
          <ac:chgData name="CSPT02" userId="21f640c2-b5d5-40ed-b03e-b88c15baf445" providerId="ADAL" clId="{123FDAD7-74D0-4436-B669-037B7AF78EFA}" dt="2025-08-07T10:38:50.564" v="607" actId="1076"/>
          <ac:spMkLst>
            <pc:docMk/>
            <pc:sldMk cId="1916990648" sldId="286"/>
            <ac:spMk id="49" creationId="{985072B4-DFB0-096B-9921-13F3BE83C453}"/>
          </ac:spMkLst>
        </pc:spChg>
        <pc:spChg chg="mod">
          <ac:chgData name="CSPT02" userId="21f640c2-b5d5-40ed-b03e-b88c15baf445" providerId="ADAL" clId="{123FDAD7-74D0-4436-B669-037B7AF78EFA}" dt="2025-08-07T10:38:47.393" v="606"/>
          <ac:spMkLst>
            <pc:docMk/>
            <pc:sldMk cId="1916990648" sldId="286"/>
            <ac:spMk id="51" creationId="{84DD3083-F6B7-2A9D-E7A7-84C90E114753}"/>
          </ac:spMkLst>
        </pc:spChg>
        <pc:spChg chg="mod">
          <ac:chgData name="CSPT02" userId="21f640c2-b5d5-40ed-b03e-b88c15baf445" providerId="ADAL" clId="{123FDAD7-74D0-4436-B669-037B7AF78EFA}" dt="2025-08-07T10:38:47.393" v="606"/>
          <ac:spMkLst>
            <pc:docMk/>
            <pc:sldMk cId="1916990648" sldId="286"/>
            <ac:spMk id="54" creationId="{D2CC231A-CCED-9B77-7B68-93C503D36716}"/>
          </ac:spMkLst>
        </pc:spChg>
        <pc:spChg chg="add mod">
          <ac:chgData name="CSPT02" userId="21f640c2-b5d5-40ed-b03e-b88c15baf445" providerId="ADAL" clId="{123FDAD7-74D0-4436-B669-037B7AF78EFA}" dt="2025-08-07T10:38:50.564" v="607" actId="1076"/>
          <ac:spMkLst>
            <pc:docMk/>
            <pc:sldMk cId="1916990648" sldId="286"/>
            <ac:spMk id="55" creationId="{1D1B9E5E-B7A5-9F7A-730F-A1D9AE72477F}"/>
          </ac:spMkLst>
        </pc:spChg>
        <pc:spChg chg="add mod">
          <ac:chgData name="CSPT02" userId="21f640c2-b5d5-40ed-b03e-b88c15baf445" providerId="ADAL" clId="{123FDAD7-74D0-4436-B669-037B7AF78EFA}" dt="2025-08-07T10:38:50.564" v="607" actId="1076"/>
          <ac:spMkLst>
            <pc:docMk/>
            <pc:sldMk cId="1916990648" sldId="286"/>
            <ac:spMk id="56" creationId="{63EF8209-7618-34E0-70DF-D05BADABA8F6}"/>
          </ac:spMkLst>
        </pc:spChg>
        <pc:spChg chg="add mod">
          <ac:chgData name="CSPT02" userId="21f640c2-b5d5-40ed-b03e-b88c15baf445" providerId="ADAL" clId="{123FDAD7-74D0-4436-B669-037B7AF78EFA}" dt="2025-08-07T10:38:50.564" v="607" actId="1076"/>
          <ac:spMkLst>
            <pc:docMk/>
            <pc:sldMk cId="1916990648" sldId="286"/>
            <ac:spMk id="57" creationId="{30FB0908-0CEC-8CD2-7617-58C8E6DBFF33}"/>
          </ac:spMkLst>
        </pc:spChg>
        <pc:spChg chg="add mod">
          <ac:chgData name="CSPT02" userId="21f640c2-b5d5-40ed-b03e-b88c15baf445" providerId="ADAL" clId="{123FDAD7-74D0-4436-B669-037B7AF78EFA}" dt="2025-08-07T10:38:50.564" v="607" actId="1076"/>
          <ac:spMkLst>
            <pc:docMk/>
            <pc:sldMk cId="1916990648" sldId="286"/>
            <ac:spMk id="58" creationId="{3EE461F7-BF1B-1B9F-DE29-9ABA531DF83C}"/>
          </ac:spMkLst>
        </pc:spChg>
        <pc:grpChg chg="add mod">
          <ac:chgData name="CSPT02" userId="21f640c2-b5d5-40ed-b03e-b88c15baf445" providerId="ADAL" clId="{123FDAD7-74D0-4436-B669-037B7AF78EFA}" dt="2025-08-07T10:18:03.360" v="473" actId="1076"/>
          <ac:grpSpMkLst>
            <pc:docMk/>
            <pc:sldMk cId="1916990648" sldId="286"/>
            <ac:grpSpMk id="10" creationId="{E1C36C07-96E3-A66D-5AD1-115C92BB4DCE}"/>
          </ac:grpSpMkLst>
        </pc:grpChg>
        <pc:grpChg chg="mod">
          <ac:chgData name="CSPT02" userId="21f640c2-b5d5-40ed-b03e-b88c15baf445" providerId="ADAL" clId="{123FDAD7-74D0-4436-B669-037B7AF78EFA}" dt="2025-08-07T10:17:35.895" v="466"/>
          <ac:grpSpMkLst>
            <pc:docMk/>
            <pc:sldMk cId="1916990648" sldId="286"/>
            <ac:grpSpMk id="12" creationId="{45535D19-8CDA-30D4-9D5E-7ADA40AF88C2}"/>
          </ac:grpSpMkLst>
        </pc:grpChg>
        <pc:grpChg chg="add mod">
          <ac:chgData name="CSPT02" userId="21f640c2-b5d5-40ed-b03e-b88c15baf445" providerId="ADAL" clId="{123FDAD7-74D0-4436-B669-037B7AF78EFA}" dt="2025-08-07T10:20:09.359" v="503" actId="1076"/>
          <ac:grpSpMkLst>
            <pc:docMk/>
            <pc:sldMk cId="1916990648" sldId="286"/>
            <ac:grpSpMk id="20" creationId="{4CA18A6D-C479-0F5D-305C-06A44B04139E}"/>
          </ac:grpSpMkLst>
        </pc:grpChg>
        <pc:grpChg chg="mod">
          <ac:chgData name="CSPT02" userId="21f640c2-b5d5-40ed-b03e-b88c15baf445" providerId="ADAL" clId="{123FDAD7-74D0-4436-B669-037B7AF78EFA}" dt="2025-08-07T10:19:01.716" v="484"/>
          <ac:grpSpMkLst>
            <pc:docMk/>
            <pc:sldMk cId="1916990648" sldId="286"/>
            <ac:grpSpMk id="22" creationId="{2B21948B-8BC1-E301-9F8C-2848852A0F25}"/>
          </ac:grpSpMkLst>
        </pc:grpChg>
        <pc:grpChg chg="add mod">
          <ac:chgData name="CSPT02" userId="21f640c2-b5d5-40ed-b03e-b88c15baf445" providerId="ADAL" clId="{123FDAD7-74D0-4436-B669-037B7AF78EFA}" dt="2025-08-07T10:39:10.798" v="609" actId="1076"/>
          <ac:grpSpMkLst>
            <pc:docMk/>
            <pc:sldMk cId="1916990648" sldId="286"/>
            <ac:grpSpMk id="33" creationId="{E5CE90C3-BBC4-CFD4-7B59-79776F38CA36}"/>
          </ac:grpSpMkLst>
        </pc:grpChg>
        <pc:grpChg chg="mod">
          <ac:chgData name="CSPT02" userId="21f640c2-b5d5-40ed-b03e-b88c15baf445" providerId="ADAL" clId="{123FDAD7-74D0-4436-B669-037B7AF78EFA}" dt="2025-08-07T10:20:53.093" v="514"/>
          <ac:grpSpMkLst>
            <pc:docMk/>
            <pc:sldMk cId="1916990648" sldId="286"/>
            <ac:grpSpMk id="35" creationId="{9152FEDB-5B03-D5E0-CA45-23A4D7EFBD8C}"/>
          </ac:grpSpMkLst>
        </pc:grpChg>
        <pc:grpChg chg="add mod">
          <ac:chgData name="CSPT02" userId="21f640c2-b5d5-40ed-b03e-b88c15baf445" providerId="ADAL" clId="{123FDAD7-74D0-4436-B669-037B7AF78EFA}" dt="2025-08-07T10:38:57.650" v="608" actId="1076"/>
          <ac:grpSpMkLst>
            <pc:docMk/>
            <pc:sldMk cId="1916990648" sldId="286"/>
            <ac:grpSpMk id="42" creationId="{7A77AA88-D221-1CD9-F067-88A17394475E}"/>
          </ac:grpSpMkLst>
        </pc:grpChg>
        <pc:grpChg chg="mod">
          <ac:chgData name="CSPT02" userId="21f640c2-b5d5-40ed-b03e-b88c15baf445" providerId="ADAL" clId="{123FDAD7-74D0-4436-B669-037B7AF78EFA}" dt="2025-08-07T10:38:17.873" v="598"/>
          <ac:grpSpMkLst>
            <pc:docMk/>
            <pc:sldMk cId="1916990648" sldId="286"/>
            <ac:grpSpMk id="44" creationId="{835AD795-D18B-A800-F755-389446855BBB}"/>
          </ac:grpSpMkLst>
        </pc:grpChg>
        <pc:grpChg chg="add mod">
          <ac:chgData name="CSPT02" userId="21f640c2-b5d5-40ed-b03e-b88c15baf445" providerId="ADAL" clId="{123FDAD7-74D0-4436-B669-037B7AF78EFA}" dt="2025-08-07T10:38:50.564" v="607" actId="1076"/>
          <ac:grpSpMkLst>
            <pc:docMk/>
            <pc:sldMk cId="1916990648" sldId="286"/>
            <ac:grpSpMk id="50" creationId="{0175D75D-F7E4-5C3A-F214-774A4164C42D}"/>
          </ac:grpSpMkLst>
        </pc:grpChg>
        <pc:grpChg chg="mod">
          <ac:chgData name="CSPT02" userId="21f640c2-b5d5-40ed-b03e-b88c15baf445" providerId="ADAL" clId="{123FDAD7-74D0-4436-B669-037B7AF78EFA}" dt="2025-08-07T10:38:47.393" v="606"/>
          <ac:grpSpMkLst>
            <pc:docMk/>
            <pc:sldMk cId="1916990648" sldId="286"/>
            <ac:grpSpMk id="52" creationId="{50D4BA5B-D986-A208-4EED-1146BA6492E5}"/>
          </ac:grpSpMkLst>
        </pc:grpChg>
        <pc:inkChg chg="add mod">
          <ac:chgData name="CSPT02" userId="21f640c2-b5d5-40ed-b03e-b88c15baf445" providerId="ADAL" clId="{123FDAD7-74D0-4436-B669-037B7AF78EFA}" dt="2025-08-07T10:34:42.848" v="597" actId="1076"/>
          <ac:inkMkLst>
            <pc:docMk/>
            <pc:sldMk cId="1916990648" sldId="286"/>
            <ac:inkMk id="41" creationId="{9765112B-D000-D617-00CD-ABDD707641EB}"/>
          </ac:inkMkLst>
        </pc:inkChg>
        <pc:inkChg chg="add mod">
          <ac:chgData name="CSPT02" userId="21f640c2-b5d5-40ed-b03e-b88c15baf445" providerId="ADAL" clId="{123FDAD7-74D0-4436-B669-037B7AF78EFA}" dt="2025-08-07T10:38:57.650" v="608" actId="1076"/>
          <ac:inkMkLst>
            <pc:docMk/>
            <pc:sldMk cId="1916990648" sldId="286"/>
            <ac:inkMk id="47" creationId="{022FE940-0B94-8C20-328A-AFC9062C7D38}"/>
          </ac:inkMkLst>
        </pc:inkChg>
        <pc:inkChg chg="add mod">
          <ac:chgData name="CSPT02" userId="21f640c2-b5d5-40ed-b03e-b88c15baf445" providerId="ADAL" clId="{123FDAD7-74D0-4436-B669-037B7AF78EFA}" dt="2025-08-07T10:38:57.650" v="608" actId="1076"/>
          <ac:inkMkLst>
            <pc:docMk/>
            <pc:sldMk cId="1916990648" sldId="286"/>
            <ac:inkMk id="48" creationId="{B9583889-3987-3D6A-C6B1-45C66E7B17F8}"/>
          </ac:inkMkLst>
        </pc:inkChg>
        <pc:inkChg chg="add mod">
          <ac:chgData name="CSPT02" userId="21f640c2-b5d5-40ed-b03e-b88c15baf445" providerId="ADAL" clId="{123FDAD7-74D0-4436-B669-037B7AF78EFA}" dt="2025-08-07T10:38:50.564" v="607" actId="1076"/>
          <ac:inkMkLst>
            <pc:docMk/>
            <pc:sldMk cId="1916990648" sldId="286"/>
            <ac:inkMk id="59" creationId="{66532C1D-D973-8D64-7F58-011E39D5CF13}"/>
          </ac:inkMkLst>
        </pc:inkChg>
        <pc:cxnChg chg="mod">
          <ac:chgData name="CSPT02" userId="21f640c2-b5d5-40ed-b03e-b88c15baf445" providerId="ADAL" clId="{123FDAD7-74D0-4436-B669-037B7AF78EFA}" dt="2025-08-07T10:18:00.010" v="472" actId="14100"/>
          <ac:cxnSpMkLst>
            <pc:docMk/>
            <pc:sldMk cId="1916990648" sldId="286"/>
            <ac:cxnSpMk id="13" creationId="{4AF4B998-6A44-9468-6E01-B92E1AACED10}"/>
          </ac:cxnSpMkLst>
        </pc:cxnChg>
        <pc:cxnChg chg="mod">
          <ac:chgData name="CSPT02" userId="21f640c2-b5d5-40ed-b03e-b88c15baf445" providerId="ADAL" clId="{123FDAD7-74D0-4436-B669-037B7AF78EFA}" dt="2025-08-07T10:19:51.996" v="499" actId="14100"/>
          <ac:cxnSpMkLst>
            <pc:docMk/>
            <pc:sldMk cId="1916990648" sldId="286"/>
            <ac:cxnSpMk id="23" creationId="{542A5A8C-E0A6-5C90-0965-17C97BE553D9}"/>
          </ac:cxnSpMkLst>
        </pc:cxnChg>
        <pc:cxnChg chg="mod">
          <ac:chgData name="CSPT02" userId="21f640c2-b5d5-40ed-b03e-b88c15baf445" providerId="ADAL" clId="{123FDAD7-74D0-4436-B669-037B7AF78EFA}" dt="2025-08-07T10:20:53.093" v="514"/>
          <ac:cxnSpMkLst>
            <pc:docMk/>
            <pc:sldMk cId="1916990648" sldId="286"/>
            <ac:cxnSpMk id="36" creationId="{635B22DE-7A96-4063-46BD-16FF6F708B6B}"/>
          </ac:cxnSpMkLst>
        </pc:cxnChg>
        <pc:cxnChg chg="mod">
          <ac:chgData name="CSPT02" userId="21f640c2-b5d5-40ed-b03e-b88c15baf445" providerId="ADAL" clId="{123FDAD7-74D0-4436-B669-037B7AF78EFA}" dt="2025-08-07T10:38:17.873" v="598"/>
          <ac:cxnSpMkLst>
            <pc:docMk/>
            <pc:sldMk cId="1916990648" sldId="286"/>
            <ac:cxnSpMk id="45" creationId="{19A925A9-38B1-01F1-F94A-F7677F247475}"/>
          </ac:cxnSpMkLst>
        </pc:cxnChg>
      </pc:sldChg>
      <pc:sldChg chg="addSp delSp modSp new mod delAnim modAnim">
        <pc:chgData name="CSPT02" userId="21f640c2-b5d5-40ed-b03e-b88c15baf445" providerId="ADAL" clId="{123FDAD7-74D0-4436-B669-037B7AF78EFA}" dt="2025-08-07T10:49:07.938" v="691"/>
        <pc:sldMkLst>
          <pc:docMk/>
          <pc:sldMk cId="1595309792" sldId="287"/>
        </pc:sldMkLst>
        <pc:spChg chg="add mod">
          <ac:chgData name="CSPT02" userId="21f640c2-b5d5-40ed-b03e-b88c15baf445" providerId="ADAL" clId="{123FDAD7-74D0-4436-B669-037B7AF78EFA}" dt="2025-08-07T10:24:54.293" v="540" actId="20577"/>
          <ac:spMkLst>
            <pc:docMk/>
            <pc:sldMk cId="1595309792" sldId="287"/>
            <ac:spMk id="4" creationId="{A41AD6C5-5213-02CA-F51A-2BA3FA3AB236}"/>
          </ac:spMkLst>
        </pc:spChg>
        <pc:spChg chg="add mod">
          <ac:chgData name="CSPT02" userId="21f640c2-b5d5-40ed-b03e-b88c15baf445" providerId="ADAL" clId="{123FDAD7-74D0-4436-B669-037B7AF78EFA}" dt="2025-08-07T10:25:39.318" v="552" actId="20577"/>
          <ac:spMkLst>
            <pc:docMk/>
            <pc:sldMk cId="1595309792" sldId="287"/>
            <ac:spMk id="5" creationId="{B87A2C8E-4CB8-FDC1-3731-1AA46CFD3BF9}"/>
          </ac:spMkLst>
        </pc:spChg>
        <pc:spChg chg="mod">
          <ac:chgData name="CSPT02" userId="21f640c2-b5d5-40ed-b03e-b88c15baf445" providerId="ADAL" clId="{123FDAD7-74D0-4436-B669-037B7AF78EFA}" dt="2025-08-07T10:26:13.290" v="560" actId="20577"/>
          <ac:spMkLst>
            <pc:docMk/>
            <pc:sldMk cId="1595309792" sldId="287"/>
            <ac:spMk id="7" creationId="{76946326-F4B6-A22D-5766-7FA047980B50}"/>
          </ac:spMkLst>
        </pc:spChg>
        <pc:spChg chg="mod">
          <ac:chgData name="CSPT02" userId="21f640c2-b5d5-40ed-b03e-b88c15baf445" providerId="ADAL" clId="{123FDAD7-74D0-4436-B669-037B7AF78EFA}" dt="2025-08-07T10:26:18.896" v="562" actId="1076"/>
          <ac:spMkLst>
            <pc:docMk/>
            <pc:sldMk cId="1595309792" sldId="287"/>
            <ac:spMk id="10" creationId="{43471850-A4B6-CF0D-00BF-60C4C100B286}"/>
          </ac:spMkLst>
        </pc:spChg>
        <pc:spChg chg="add mod">
          <ac:chgData name="CSPT02" userId="21f640c2-b5d5-40ed-b03e-b88c15baf445" providerId="ADAL" clId="{123FDAD7-74D0-4436-B669-037B7AF78EFA}" dt="2025-08-07T10:45:21.685" v="660" actId="1076"/>
          <ac:spMkLst>
            <pc:docMk/>
            <pc:sldMk cId="1595309792" sldId="287"/>
            <ac:spMk id="11" creationId="{8E1F0B67-23F2-C80D-B003-5F2DFC971C76}"/>
          </ac:spMkLst>
        </pc:spChg>
        <pc:spChg chg="add mod">
          <ac:chgData name="CSPT02" userId="21f640c2-b5d5-40ed-b03e-b88c15baf445" providerId="ADAL" clId="{123FDAD7-74D0-4436-B669-037B7AF78EFA}" dt="2025-08-07T10:41:46.664" v="621" actId="1076"/>
          <ac:spMkLst>
            <pc:docMk/>
            <pc:sldMk cId="1595309792" sldId="287"/>
            <ac:spMk id="12" creationId="{BA26FD49-6FD3-0B35-21D2-B263D7EF9114}"/>
          </ac:spMkLst>
        </pc:spChg>
        <pc:spChg chg="add mod">
          <ac:chgData name="CSPT02" userId="21f640c2-b5d5-40ed-b03e-b88c15baf445" providerId="ADAL" clId="{123FDAD7-74D0-4436-B669-037B7AF78EFA}" dt="2025-08-07T10:41:46.664" v="621" actId="1076"/>
          <ac:spMkLst>
            <pc:docMk/>
            <pc:sldMk cId="1595309792" sldId="287"/>
            <ac:spMk id="13" creationId="{2DD3A3C5-C97C-B9C8-0195-155608CC4700}"/>
          </ac:spMkLst>
        </pc:spChg>
        <pc:spChg chg="mod">
          <ac:chgData name="CSPT02" userId="21f640c2-b5d5-40ed-b03e-b88c15baf445" providerId="ADAL" clId="{123FDAD7-74D0-4436-B669-037B7AF78EFA}" dt="2025-08-07T10:27:09.195" v="579" actId="14100"/>
          <ac:spMkLst>
            <pc:docMk/>
            <pc:sldMk cId="1595309792" sldId="287"/>
            <ac:spMk id="15" creationId="{FFBABC08-F4D3-9301-2F81-90A6641AFAA3}"/>
          </ac:spMkLst>
        </pc:spChg>
        <pc:spChg chg="mod">
          <ac:chgData name="CSPT02" userId="21f640c2-b5d5-40ed-b03e-b88c15baf445" providerId="ADAL" clId="{123FDAD7-74D0-4436-B669-037B7AF78EFA}" dt="2025-08-07T10:48:07.942" v="688" actId="20577"/>
          <ac:spMkLst>
            <pc:docMk/>
            <pc:sldMk cId="1595309792" sldId="287"/>
            <ac:spMk id="18" creationId="{F68B4EF4-4575-988E-A4DE-004149DFEC1E}"/>
          </ac:spMkLst>
        </pc:spChg>
        <pc:spChg chg="add mod">
          <ac:chgData name="CSPT02" userId="21f640c2-b5d5-40ed-b03e-b88c15baf445" providerId="ADAL" clId="{123FDAD7-74D0-4436-B669-037B7AF78EFA}" dt="2025-08-07T10:45:21.685" v="660" actId="1076"/>
          <ac:spMkLst>
            <pc:docMk/>
            <pc:sldMk cId="1595309792" sldId="287"/>
            <ac:spMk id="19" creationId="{1F7A5D9A-4855-F251-F9E9-BE70B69C6585}"/>
          </ac:spMkLst>
        </pc:spChg>
        <pc:spChg chg="add mod">
          <ac:chgData name="CSPT02" userId="21f640c2-b5d5-40ed-b03e-b88c15baf445" providerId="ADAL" clId="{123FDAD7-74D0-4436-B669-037B7AF78EFA}" dt="2025-08-07T10:41:46.664" v="621" actId="1076"/>
          <ac:spMkLst>
            <pc:docMk/>
            <pc:sldMk cId="1595309792" sldId="287"/>
            <ac:spMk id="20" creationId="{367A2EFF-D091-B5BA-6D4B-8FCB3CD6FC13}"/>
          </ac:spMkLst>
        </pc:spChg>
        <pc:spChg chg="mod">
          <ac:chgData name="CSPT02" userId="21f640c2-b5d5-40ed-b03e-b88c15baf445" providerId="ADAL" clId="{123FDAD7-74D0-4436-B669-037B7AF78EFA}" dt="2025-08-07T10:27:36.480" v="582"/>
          <ac:spMkLst>
            <pc:docMk/>
            <pc:sldMk cId="1595309792" sldId="287"/>
            <ac:spMk id="23" creationId="{D2DBF668-2D14-378C-E0EE-E6247268E29C}"/>
          </ac:spMkLst>
        </pc:spChg>
        <pc:spChg chg="mod">
          <ac:chgData name="CSPT02" userId="21f640c2-b5d5-40ed-b03e-b88c15baf445" providerId="ADAL" clId="{123FDAD7-74D0-4436-B669-037B7AF78EFA}" dt="2025-08-07T10:27:36.480" v="582"/>
          <ac:spMkLst>
            <pc:docMk/>
            <pc:sldMk cId="1595309792" sldId="287"/>
            <ac:spMk id="26" creationId="{A1A9F758-0268-6382-6EF8-8A4EE4E6308E}"/>
          </ac:spMkLst>
        </pc:spChg>
        <pc:spChg chg="add mod">
          <ac:chgData name="CSPT02" userId="21f640c2-b5d5-40ed-b03e-b88c15baf445" providerId="ADAL" clId="{123FDAD7-74D0-4436-B669-037B7AF78EFA}" dt="2025-08-07T10:42:01.771" v="623" actId="1076"/>
          <ac:spMkLst>
            <pc:docMk/>
            <pc:sldMk cId="1595309792" sldId="287"/>
            <ac:spMk id="27" creationId="{23517704-90F4-77A1-DF11-C38A9A9771A9}"/>
          </ac:spMkLst>
        </pc:spChg>
        <pc:spChg chg="mod">
          <ac:chgData name="CSPT02" userId="21f640c2-b5d5-40ed-b03e-b88c15baf445" providerId="ADAL" clId="{123FDAD7-74D0-4436-B669-037B7AF78EFA}" dt="2025-08-07T10:27:38.927" v="584"/>
          <ac:spMkLst>
            <pc:docMk/>
            <pc:sldMk cId="1595309792" sldId="287"/>
            <ac:spMk id="29" creationId="{29346F88-DA78-C44B-CFD6-5A78BCA94BF1}"/>
          </ac:spMkLst>
        </pc:spChg>
        <pc:spChg chg="mod">
          <ac:chgData name="CSPT02" userId="21f640c2-b5d5-40ed-b03e-b88c15baf445" providerId="ADAL" clId="{123FDAD7-74D0-4436-B669-037B7AF78EFA}" dt="2025-08-07T10:28:08.729" v="586" actId="20577"/>
          <ac:spMkLst>
            <pc:docMk/>
            <pc:sldMk cId="1595309792" sldId="287"/>
            <ac:spMk id="32" creationId="{7BAF522B-1DAB-CC3A-FD2B-27841BE3EC54}"/>
          </ac:spMkLst>
        </pc:spChg>
        <pc:spChg chg="add mod">
          <ac:chgData name="CSPT02" userId="21f640c2-b5d5-40ed-b03e-b88c15baf445" providerId="ADAL" clId="{123FDAD7-74D0-4436-B669-037B7AF78EFA}" dt="2025-08-07T10:42:01.771" v="623" actId="1076"/>
          <ac:spMkLst>
            <pc:docMk/>
            <pc:sldMk cId="1595309792" sldId="287"/>
            <ac:spMk id="33" creationId="{2A278C2E-6D81-0EE5-EFBB-F8BB8732FC76}"/>
          </ac:spMkLst>
        </pc:spChg>
        <pc:spChg chg="add mod">
          <ac:chgData name="CSPT02" userId="21f640c2-b5d5-40ed-b03e-b88c15baf445" providerId="ADAL" clId="{123FDAD7-74D0-4436-B669-037B7AF78EFA}" dt="2025-08-07T10:47:12.036" v="687" actId="1076"/>
          <ac:spMkLst>
            <pc:docMk/>
            <pc:sldMk cId="1595309792" sldId="287"/>
            <ac:spMk id="34" creationId="{3A81B593-4B2C-B3AB-5DB6-D4EDBC1BE755}"/>
          </ac:spMkLst>
        </pc:spChg>
        <pc:spChg chg="add mod">
          <ac:chgData name="CSPT02" userId="21f640c2-b5d5-40ed-b03e-b88c15baf445" providerId="ADAL" clId="{123FDAD7-74D0-4436-B669-037B7AF78EFA}" dt="2025-08-07T10:47:12.036" v="687" actId="1076"/>
          <ac:spMkLst>
            <pc:docMk/>
            <pc:sldMk cId="1595309792" sldId="287"/>
            <ac:spMk id="35" creationId="{9C48D2B1-9F73-50F8-925B-719098008CC8}"/>
          </ac:spMkLst>
        </pc:spChg>
        <pc:spChg chg="add mod">
          <ac:chgData name="CSPT02" userId="21f640c2-b5d5-40ed-b03e-b88c15baf445" providerId="ADAL" clId="{123FDAD7-74D0-4436-B669-037B7AF78EFA}" dt="2025-08-07T10:47:12.036" v="687" actId="1076"/>
          <ac:spMkLst>
            <pc:docMk/>
            <pc:sldMk cId="1595309792" sldId="287"/>
            <ac:spMk id="36" creationId="{B164E7A4-C597-CBA3-D985-998328FE6288}"/>
          </ac:spMkLst>
        </pc:spChg>
        <pc:spChg chg="mod">
          <ac:chgData name="CSPT02" userId="21f640c2-b5d5-40ed-b03e-b88c15baf445" providerId="ADAL" clId="{123FDAD7-74D0-4436-B669-037B7AF78EFA}" dt="2025-08-07T10:43:18.672" v="631" actId="20577"/>
          <ac:spMkLst>
            <pc:docMk/>
            <pc:sldMk cId="1595309792" sldId="287"/>
            <ac:spMk id="44" creationId="{710D02B9-4EE9-CB90-EB29-5B9DA3CB3C3E}"/>
          </ac:spMkLst>
        </pc:spChg>
        <pc:spChg chg="mod">
          <ac:chgData name="CSPT02" userId="21f640c2-b5d5-40ed-b03e-b88c15baf445" providerId="ADAL" clId="{123FDAD7-74D0-4436-B669-037B7AF78EFA}" dt="2025-08-07T10:43:19.431" v="632" actId="20577"/>
          <ac:spMkLst>
            <pc:docMk/>
            <pc:sldMk cId="1595309792" sldId="287"/>
            <ac:spMk id="47" creationId="{8171FCC9-399D-C9EB-B23F-0CFB633F9F2A}"/>
          </ac:spMkLst>
        </pc:spChg>
        <pc:spChg chg="add mod">
          <ac:chgData name="CSPT02" userId="21f640c2-b5d5-40ed-b03e-b88c15baf445" providerId="ADAL" clId="{123FDAD7-74D0-4436-B669-037B7AF78EFA}" dt="2025-08-07T10:44:25.183" v="647" actId="1076"/>
          <ac:spMkLst>
            <pc:docMk/>
            <pc:sldMk cId="1595309792" sldId="287"/>
            <ac:spMk id="50" creationId="{75F74816-E56D-0CB8-D08A-5E3AA45D13F2}"/>
          </ac:spMkLst>
        </pc:spChg>
        <pc:spChg chg="mod">
          <ac:chgData name="CSPT02" userId="21f640c2-b5d5-40ed-b03e-b88c15baf445" providerId="ADAL" clId="{123FDAD7-74D0-4436-B669-037B7AF78EFA}" dt="2025-08-07T10:44:15.817" v="645"/>
          <ac:spMkLst>
            <pc:docMk/>
            <pc:sldMk cId="1595309792" sldId="287"/>
            <ac:spMk id="52" creationId="{8BB37C59-ED3C-0EA6-AC11-D0A6A6C22C9D}"/>
          </ac:spMkLst>
        </pc:spChg>
        <pc:spChg chg="mod">
          <ac:chgData name="CSPT02" userId="21f640c2-b5d5-40ed-b03e-b88c15baf445" providerId="ADAL" clId="{123FDAD7-74D0-4436-B669-037B7AF78EFA}" dt="2025-08-07T10:44:15.817" v="645"/>
          <ac:spMkLst>
            <pc:docMk/>
            <pc:sldMk cId="1595309792" sldId="287"/>
            <ac:spMk id="55" creationId="{4B486A25-5A7C-E39F-398D-71B3492AE212}"/>
          </ac:spMkLst>
        </pc:spChg>
        <pc:spChg chg="add mod">
          <ac:chgData name="CSPT02" userId="21f640c2-b5d5-40ed-b03e-b88c15baf445" providerId="ADAL" clId="{123FDAD7-74D0-4436-B669-037B7AF78EFA}" dt="2025-08-07T10:44:25.183" v="647" actId="1076"/>
          <ac:spMkLst>
            <pc:docMk/>
            <pc:sldMk cId="1595309792" sldId="287"/>
            <ac:spMk id="56" creationId="{A541A2F4-7998-9931-9CC4-2676688C6722}"/>
          </ac:spMkLst>
        </pc:spChg>
        <pc:spChg chg="mod">
          <ac:chgData name="CSPT02" userId="21f640c2-b5d5-40ed-b03e-b88c15baf445" providerId="ADAL" clId="{123FDAD7-74D0-4436-B669-037B7AF78EFA}" dt="2025-08-07T10:44:15.817" v="645"/>
          <ac:spMkLst>
            <pc:docMk/>
            <pc:sldMk cId="1595309792" sldId="287"/>
            <ac:spMk id="58" creationId="{25355A18-92F2-07BA-21D3-B789F2CBF29B}"/>
          </ac:spMkLst>
        </pc:spChg>
        <pc:spChg chg="mod">
          <ac:chgData name="CSPT02" userId="21f640c2-b5d5-40ed-b03e-b88c15baf445" providerId="ADAL" clId="{123FDAD7-74D0-4436-B669-037B7AF78EFA}" dt="2025-08-07T10:44:15.817" v="645"/>
          <ac:spMkLst>
            <pc:docMk/>
            <pc:sldMk cId="1595309792" sldId="287"/>
            <ac:spMk id="61" creationId="{B2750F44-23AD-8031-01F1-5702892D2817}"/>
          </ac:spMkLst>
        </pc:spChg>
        <pc:spChg chg="add mod">
          <ac:chgData name="CSPT02" userId="21f640c2-b5d5-40ed-b03e-b88c15baf445" providerId="ADAL" clId="{123FDAD7-74D0-4436-B669-037B7AF78EFA}" dt="2025-08-07T10:47:12.036" v="687" actId="1076"/>
          <ac:spMkLst>
            <pc:docMk/>
            <pc:sldMk cId="1595309792" sldId="287"/>
            <ac:spMk id="62" creationId="{C123EA88-E93E-B2D8-42F0-554BEF7660D3}"/>
          </ac:spMkLst>
        </pc:spChg>
        <pc:spChg chg="add mod">
          <ac:chgData name="CSPT02" userId="21f640c2-b5d5-40ed-b03e-b88c15baf445" providerId="ADAL" clId="{123FDAD7-74D0-4436-B669-037B7AF78EFA}" dt="2025-08-07T10:44:25.183" v="647" actId="1076"/>
          <ac:spMkLst>
            <pc:docMk/>
            <pc:sldMk cId="1595309792" sldId="287"/>
            <ac:spMk id="63" creationId="{D555575D-44FB-FF8F-DC71-19FF9E860897}"/>
          </ac:spMkLst>
        </pc:spChg>
        <pc:spChg chg="add mod">
          <ac:chgData name="CSPT02" userId="21f640c2-b5d5-40ed-b03e-b88c15baf445" providerId="ADAL" clId="{123FDAD7-74D0-4436-B669-037B7AF78EFA}" dt="2025-08-07T10:44:25.183" v="647" actId="1076"/>
          <ac:spMkLst>
            <pc:docMk/>
            <pc:sldMk cId="1595309792" sldId="287"/>
            <ac:spMk id="64" creationId="{8E42955E-D498-06D6-FCE3-A28B089E63A6}"/>
          </ac:spMkLst>
        </pc:spChg>
        <pc:spChg chg="add mod">
          <ac:chgData name="CSPT02" userId="21f640c2-b5d5-40ed-b03e-b88c15baf445" providerId="ADAL" clId="{123FDAD7-74D0-4436-B669-037B7AF78EFA}" dt="2025-08-07T10:47:12.036" v="687" actId="1076"/>
          <ac:spMkLst>
            <pc:docMk/>
            <pc:sldMk cId="1595309792" sldId="287"/>
            <ac:spMk id="65" creationId="{883E063C-7AD9-5363-8AB6-EE15E3D1F7F0}"/>
          </ac:spMkLst>
        </pc:spChg>
        <pc:spChg chg="mod">
          <ac:chgData name="CSPT02" userId="21f640c2-b5d5-40ed-b03e-b88c15baf445" providerId="ADAL" clId="{123FDAD7-74D0-4436-B669-037B7AF78EFA}" dt="2025-08-07T10:45:06.542" v="658" actId="1076"/>
          <ac:spMkLst>
            <pc:docMk/>
            <pc:sldMk cId="1595309792" sldId="287"/>
            <ac:spMk id="84" creationId="{E35E96A8-56ED-3227-AE11-75749F7C7004}"/>
          </ac:spMkLst>
        </pc:spChg>
        <pc:spChg chg="mod">
          <ac:chgData name="CSPT02" userId="21f640c2-b5d5-40ed-b03e-b88c15baf445" providerId="ADAL" clId="{123FDAD7-74D0-4436-B669-037B7AF78EFA}" dt="2025-08-07T10:45:10.633" v="659" actId="1076"/>
          <ac:spMkLst>
            <pc:docMk/>
            <pc:sldMk cId="1595309792" sldId="287"/>
            <ac:spMk id="87" creationId="{AC6B3D6D-8F6C-66BF-EE98-7D15DA03D8BD}"/>
          </ac:spMkLst>
        </pc:spChg>
        <pc:spChg chg="add mod">
          <ac:chgData name="CSPT02" userId="21f640c2-b5d5-40ed-b03e-b88c15baf445" providerId="ADAL" clId="{123FDAD7-74D0-4436-B669-037B7AF78EFA}" dt="2025-08-07T10:47:12.036" v="687" actId="1076"/>
          <ac:spMkLst>
            <pc:docMk/>
            <pc:sldMk cId="1595309792" sldId="287"/>
            <ac:spMk id="88" creationId="{43125621-FDA7-0BE6-503E-84921B63F71A}"/>
          </ac:spMkLst>
        </pc:spChg>
        <pc:spChg chg="mod">
          <ac:chgData name="CSPT02" userId="21f640c2-b5d5-40ed-b03e-b88c15baf445" providerId="ADAL" clId="{123FDAD7-74D0-4436-B669-037B7AF78EFA}" dt="2025-08-07T10:44:40.227" v="650"/>
          <ac:spMkLst>
            <pc:docMk/>
            <pc:sldMk cId="1595309792" sldId="287"/>
            <ac:spMk id="90" creationId="{634D4284-E64C-743E-1692-B2849BD83D86}"/>
          </ac:spMkLst>
        </pc:spChg>
        <pc:spChg chg="mod">
          <ac:chgData name="CSPT02" userId="21f640c2-b5d5-40ed-b03e-b88c15baf445" providerId="ADAL" clId="{123FDAD7-74D0-4436-B669-037B7AF78EFA}" dt="2025-08-07T10:44:40.227" v="650"/>
          <ac:spMkLst>
            <pc:docMk/>
            <pc:sldMk cId="1595309792" sldId="287"/>
            <ac:spMk id="93" creationId="{F8F5F917-CEBE-F367-C308-D883F84D57FA}"/>
          </ac:spMkLst>
        </pc:spChg>
        <pc:spChg chg="add mod">
          <ac:chgData name="CSPT02" userId="21f640c2-b5d5-40ed-b03e-b88c15baf445" providerId="ADAL" clId="{123FDAD7-74D0-4436-B669-037B7AF78EFA}" dt="2025-08-07T10:47:12.036" v="687" actId="1076"/>
          <ac:spMkLst>
            <pc:docMk/>
            <pc:sldMk cId="1595309792" sldId="287"/>
            <ac:spMk id="94" creationId="{984F77C0-2165-436A-0209-07E150231B16}"/>
          </ac:spMkLst>
        </pc:spChg>
        <pc:spChg chg="add mod">
          <ac:chgData name="CSPT02" userId="21f640c2-b5d5-40ed-b03e-b88c15baf445" providerId="ADAL" clId="{123FDAD7-74D0-4436-B669-037B7AF78EFA}" dt="2025-08-07T10:44:44.134" v="651" actId="1076"/>
          <ac:spMkLst>
            <pc:docMk/>
            <pc:sldMk cId="1595309792" sldId="287"/>
            <ac:spMk id="95" creationId="{C0E99E50-5E7D-276A-7A89-55A5C2756209}"/>
          </ac:spMkLst>
        </pc:spChg>
        <pc:spChg chg="add mod">
          <ac:chgData name="CSPT02" userId="21f640c2-b5d5-40ed-b03e-b88c15baf445" providerId="ADAL" clId="{123FDAD7-74D0-4436-B669-037B7AF78EFA}" dt="2025-08-07T10:44:44.134" v="651" actId="1076"/>
          <ac:spMkLst>
            <pc:docMk/>
            <pc:sldMk cId="1595309792" sldId="287"/>
            <ac:spMk id="96" creationId="{64E7E33A-1071-F8ED-8E51-2EACD51EC6E1}"/>
          </ac:spMkLst>
        </pc:spChg>
        <pc:spChg chg="add mod">
          <ac:chgData name="CSPT02" userId="21f640c2-b5d5-40ed-b03e-b88c15baf445" providerId="ADAL" clId="{123FDAD7-74D0-4436-B669-037B7AF78EFA}" dt="2025-08-07T10:47:12.036" v="687" actId="1076"/>
          <ac:spMkLst>
            <pc:docMk/>
            <pc:sldMk cId="1595309792" sldId="287"/>
            <ac:spMk id="97" creationId="{00E83BEE-E0A3-DA6E-5B84-58B6994E4FF3}"/>
          </ac:spMkLst>
        </pc:spChg>
        <pc:spChg chg="mod">
          <ac:chgData name="CSPT02" userId="21f640c2-b5d5-40ed-b03e-b88c15baf445" providerId="ADAL" clId="{123FDAD7-74D0-4436-B669-037B7AF78EFA}" dt="2025-08-07T10:45:44.704" v="666" actId="1076"/>
          <ac:spMkLst>
            <pc:docMk/>
            <pc:sldMk cId="1595309792" sldId="287"/>
            <ac:spMk id="101" creationId="{FCBA82CD-45D6-FA45-775F-B9ED8A774618}"/>
          </ac:spMkLst>
        </pc:spChg>
        <pc:spChg chg="mod">
          <ac:chgData name="CSPT02" userId="21f640c2-b5d5-40ed-b03e-b88c15baf445" providerId="ADAL" clId="{123FDAD7-74D0-4436-B669-037B7AF78EFA}" dt="2025-08-07T10:45:28.785" v="661"/>
          <ac:spMkLst>
            <pc:docMk/>
            <pc:sldMk cId="1595309792" sldId="287"/>
            <ac:spMk id="104" creationId="{F3D1BF90-8799-00F5-79EF-88FAC98507A2}"/>
          </ac:spMkLst>
        </pc:spChg>
        <pc:spChg chg="add mod">
          <ac:chgData name="CSPT02" userId="21f640c2-b5d5-40ed-b03e-b88c15baf445" providerId="ADAL" clId="{123FDAD7-74D0-4436-B669-037B7AF78EFA}" dt="2025-08-07T10:47:12.036" v="687" actId="1076"/>
          <ac:spMkLst>
            <pc:docMk/>
            <pc:sldMk cId="1595309792" sldId="287"/>
            <ac:spMk id="105" creationId="{D40B7C41-D26E-2A36-C8DE-DC9A57197BD7}"/>
          </ac:spMkLst>
        </pc:spChg>
        <pc:spChg chg="add mod">
          <ac:chgData name="CSPT02" userId="21f640c2-b5d5-40ed-b03e-b88c15baf445" providerId="ADAL" clId="{123FDAD7-74D0-4436-B669-037B7AF78EFA}" dt="2025-08-07T10:45:46.637" v="667" actId="20577"/>
          <ac:spMkLst>
            <pc:docMk/>
            <pc:sldMk cId="1595309792" sldId="287"/>
            <ac:spMk id="106" creationId="{60F519D3-D1DA-6B43-CE14-81BBAC6FF365}"/>
          </ac:spMkLst>
        </pc:spChg>
        <pc:spChg chg="add mod">
          <ac:chgData name="CSPT02" userId="21f640c2-b5d5-40ed-b03e-b88c15baf445" providerId="ADAL" clId="{123FDAD7-74D0-4436-B669-037B7AF78EFA}" dt="2025-08-07T10:46:17.190" v="675" actId="1076"/>
          <ac:spMkLst>
            <pc:docMk/>
            <pc:sldMk cId="1595309792" sldId="287"/>
            <ac:spMk id="108" creationId="{7AC6331F-97A2-3086-B8BD-13D898A90A0F}"/>
          </ac:spMkLst>
        </pc:spChg>
        <pc:spChg chg="add mod">
          <ac:chgData name="CSPT02" userId="21f640c2-b5d5-40ed-b03e-b88c15baf445" providerId="ADAL" clId="{123FDAD7-74D0-4436-B669-037B7AF78EFA}" dt="2025-08-07T10:47:12.036" v="687" actId="1076"/>
          <ac:spMkLst>
            <pc:docMk/>
            <pc:sldMk cId="1595309792" sldId="287"/>
            <ac:spMk id="109" creationId="{4F0BDF8E-488A-5AB8-899E-1FC332385F73}"/>
          </ac:spMkLst>
        </pc:spChg>
        <pc:spChg chg="add mod">
          <ac:chgData name="CSPT02" userId="21f640c2-b5d5-40ed-b03e-b88c15baf445" providerId="ADAL" clId="{123FDAD7-74D0-4436-B669-037B7AF78EFA}" dt="2025-08-07T10:46:12.355" v="674" actId="1076"/>
          <ac:spMkLst>
            <pc:docMk/>
            <pc:sldMk cId="1595309792" sldId="287"/>
            <ac:spMk id="110" creationId="{EEB658DF-D083-9BED-31D8-527EF4E41105}"/>
          </ac:spMkLst>
        </pc:spChg>
        <pc:spChg chg="add mod">
          <ac:chgData name="CSPT02" userId="21f640c2-b5d5-40ed-b03e-b88c15baf445" providerId="ADAL" clId="{123FDAD7-74D0-4436-B669-037B7AF78EFA}" dt="2025-08-07T10:46:31.784" v="678" actId="1076"/>
          <ac:spMkLst>
            <pc:docMk/>
            <pc:sldMk cId="1595309792" sldId="287"/>
            <ac:spMk id="111" creationId="{CEC2E8B4-07CF-9B92-622F-82E9004A95DE}"/>
          </ac:spMkLst>
        </pc:spChg>
        <pc:spChg chg="mod">
          <ac:chgData name="CSPT02" userId="21f640c2-b5d5-40ed-b03e-b88c15baf445" providerId="ADAL" clId="{123FDAD7-74D0-4436-B669-037B7AF78EFA}" dt="2025-08-07T10:46:46.158" v="681" actId="20577"/>
          <ac:spMkLst>
            <pc:docMk/>
            <pc:sldMk cId="1595309792" sldId="287"/>
            <ac:spMk id="113" creationId="{E044F0C4-25C8-A746-D851-5040B7FB95F0}"/>
          </ac:spMkLst>
        </pc:spChg>
        <pc:spChg chg="mod">
          <ac:chgData name="CSPT02" userId="21f640c2-b5d5-40ed-b03e-b88c15baf445" providerId="ADAL" clId="{123FDAD7-74D0-4436-B669-037B7AF78EFA}" dt="2025-08-07T10:46:47.643" v="682" actId="20577"/>
          <ac:spMkLst>
            <pc:docMk/>
            <pc:sldMk cId="1595309792" sldId="287"/>
            <ac:spMk id="116" creationId="{209C08CD-74D3-58E2-09DA-5D3D9CCA1185}"/>
          </ac:spMkLst>
        </pc:spChg>
        <pc:spChg chg="add mod">
          <ac:chgData name="CSPT02" userId="21f640c2-b5d5-40ed-b03e-b88c15baf445" providerId="ADAL" clId="{123FDAD7-74D0-4436-B669-037B7AF78EFA}" dt="2025-08-07T10:46:56.933" v="685" actId="1076"/>
          <ac:spMkLst>
            <pc:docMk/>
            <pc:sldMk cId="1595309792" sldId="287"/>
            <ac:spMk id="117" creationId="{92A5950A-E739-CEAD-C92E-B20048E38457}"/>
          </ac:spMkLst>
        </pc:spChg>
        <pc:spChg chg="add mod">
          <ac:chgData name="CSPT02" userId="21f640c2-b5d5-40ed-b03e-b88c15baf445" providerId="ADAL" clId="{123FDAD7-74D0-4436-B669-037B7AF78EFA}" dt="2025-08-07T10:46:56.933" v="685" actId="1076"/>
          <ac:spMkLst>
            <pc:docMk/>
            <pc:sldMk cId="1595309792" sldId="287"/>
            <ac:spMk id="118" creationId="{46B92D5D-9932-3263-7861-21C9D4642EB5}"/>
          </ac:spMkLst>
        </pc:spChg>
        <pc:spChg chg="add mod">
          <ac:chgData name="CSPT02" userId="21f640c2-b5d5-40ed-b03e-b88c15baf445" providerId="ADAL" clId="{123FDAD7-74D0-4436-B669-037B7AF78EFA}" dt="2025-08-07T10:46:59.561" v="686" actId="20577"/>
          <ac:spMkLst>
            <pc:docMk/>
            <pc:sldMk cId="1595309792" sldId="287"/>
            <ac:spMk id="119" creationId="{A376CD37-2F73-EC7C-3ABA-C2EB80087FCA}"/>
          </ac:spMkLst>
        </pc:spChg>
        <pc:grpChg chg="add mod">
          <ac:chgData name="CSPT02" userId="21f640c2-b5d5-40ed-b03e-b88c15baf445" providerId="ADAL" clId="{123FDAD7-74D0-4436-B669-037B7AF78EFA}" dt="2025-08-07T10:41:46.664" v="621" actId="1076"/>
          <ac:grpSpMkLst>
            <pc:docMk/>
            <pc:sldMk cId="1595309792" sldId="287"/>
            <ac:grpSpMk id="6" creationId="{0691A204-B97F-601F-53AD-0A9F28DC915E}"/>
          </ac:grpSpMkLst>
        </pc:grpChg>
        <pc:grpChg chg="mod">
          <ac:chgData name="CSPT02" userId="21f640c2-b5d5-40ed-b03e-b88c15baf445" providerId="ADAL" clId="{123FDAD7-74D0-4436-B669-037B7AF78EFA}" dt="2025-08-07T10:26:08.823" v="558"/>
          <ac:grpSpMkLst>
            <pc:docMk/>
            <pc:sldMk cId="1595309792" sldId="287"/>
            <ac:grpSpMk id="8" creationId="{C7C53B61-EC50-CF3C-CB88-16F6611B5F9B}"/>
          </ac:grpSpMkLst>
        </pc:grpChg>
        <pc:grpChg chg="add mod">
          <ac:chgData name="CSPT02" userId="21f640c2-b5d5-40ed-b03e-b88c15baf445" providerId="ADAL" clId="{123FDAD7-74D0-4436-B669-037B7AF78EFA}" dt="2025-08-07T10:41:46.664" v="621" actId="1076"/>
          <ac:grpSpMkLst>
            <pc:docMk/>
            <pc:sldMk cId="1595309792" sldId="287"/>
            <ac:grpSpMk id="14" creationId="{5300984C-AC0E-8632-D5FC-B0AEACD0ABB1}"/>
          </ac:grpSpMkLst>
        </pc:grpChg>
        <pc:grpChg chg="mod">
          <ac:chgData name="CSPT02" userId="21f640c2-b5d5-40ed-b03e-b88c15baf445" providerId="ADAL" clId="{123FDAD7-74D0-4436-B669-037B7AF78EFA}" dt="2025-08-07T10:26:53.184" v="572"/>
          <ac:grpSpMkLst>
            <pc:docMk/>
            <pc:sldMk cId="1595309792" sldId="287"/>
            <ac:grpSpMk id="16" creationId="{8DE459C8-4BA2-CDDF-F388-07C11684BF80}"/>
          </ac:grpSpMkLst>
        </pc:grpChg>
        <pc:grpChg chg="add mod">
          <ac:chgData name="CSPT02" userId="21f640c2-b5d5-40ed-b03e-b88c15baf445" providerId="ADAL" clId="{123FDAD7-74D0-4436-B669-037B7AF78EFA}" dt="2025-08-07T10:42:01.771" v="623" actId="1076"/>
          <ac:grpSpMkLst>
            <pc:docMk/>
            <pc:sldMk cId="1595309792" sldId="287"/>
            <ac:grpSpMk id="22" creationId="{ECFDAE91-4114-7FDE-6FEE-1548D6B3A135}"/>
          </ac:grpSpMkLst>
        </pc:grpChg>
        <pc:grpChg chg="mod">
          <ac:chgData name="CSPT02" userId="21f640c2-b5d5-40ed-b03e-b88c15baf445" providerId="ADAL" clId="{123FDAD7-74D0-4436-B669-037B7AF78EFA}" dt="2025-08-07T10:27:36.480" v="582"/>
          <ac:grpSpMkLst>
            <pc:docMk/>
            <pc:sldMk cId="1595309792" sldId="287"/>
            <ac:grpSpMk id="24" creationId="{A31B5A61-4EBF-D904-DEEF-3A0C9D7BFBC8}"/>
          </ac:grpSpMkLst>
        </pc:grpChg>
        <pc:grpChg chg="add mod">
          <ac:chgData name="CSPT02" userId="21f640c2-b5d5-40ed-b03e-b88c15baf445" providerId="ADAL" clId="{123FDAD7-74D0-4436-B669-037B7AF78EFA}" dt="2025-08-07T10:42:01.771" v="623" actId="1076"/>
          <ac:grpSpMkLst>
            <pc:docMk/>
            <pc:sldMk cId="1595309792" sldId="287"/>
            <ac:grpSpMk id="28" creationId="{EBA27273-5765-C91A-09B2-9166CE10C72C}"/>
          </ac:grpSpMkLst>
        </pc:grpChg>
        <pc:grpChg chg="mod">
          <ac:chgData name="CSPT02" userId="21f640c2-b5d5-40ed-b03e-b88c15baf445" providerId="ADAL" clId="{123FDAD7-74D0-4436-B669-037B7AF78EFA}" dt="2025-08-07T10:27:38.927" v="584"/>
          <ac:grpSpMkLst>
            <pc:docMk/>
            <pc:sldMk cId="1595309792" sldId="287"/>
            <ac:grpSpMk id="30" creationId="{72247188-8449-8223-8CD2-ACAC4BF59B90}"/>
          </ac:grpSpMkLst>
        </pc:grpChg>
        <pc:grpChg chg="add mod">
          <ac:chgData name="CSPT02" userId="21f640c2-b5d5-40ed-b03e-b88c15baf445" providerId="ADAL" clId="{123FDAD7-74D0-4436-B669-037B7AF78EFA}" dt="2025-08-07T10:44:25.183" v="647" actId="1076"/>
          <ac:grpSpMkLst>
            <pc:docMk/>
            <pc:sldMk cId="1595309792" sldId="287"/>
            <ac:grpSpMk id="43" creationId="{2388A399-BE90-4B11-27B5-B36FCF677712}"/>
          </ac:grpSpMkLst>
        </pc:grpChg>
        <pc:grpChg chg="mod">
          <ac:chgData name="CSPT02" userId="21f640c2-b5d5-40ed-b03e-b88c15baf445" providerId="ADAL" clId="{123FDAD7-74D0-4436-B669-037B7AF78EFA}" dt="2025-08-07T10:43:15.718" v="629"/>
          <ac:grpSpMkLst>
            <pc:docMk/>
            <pc:sldMk cId="1595309792" sldId="287"/>
            <ac:grpSpMk id="45" creationId="{62DDCFB9-1CCD-1C6F-384C-3FF2B5A7FA4B}"/>
          </ac:grpSpMkLst>
        </pc:grpChg>
        <pc:grpChg chg="add mod">
          <ac:chgData name="CSPT02" userId="21f640c2-b5d5-40ed-b03e-b88c15baf445" providerId="ADAL" clId="{123FDAD7-74D0-4436-B669-037B7AF78EFA}" dt="2025-08-07T10:44:25.183" v="647" actId="1076"/>
          <ac:grpSpMkLst>
            <pc:docMk/>
            <pc:sldMk cId="1595309792" sldId="287"/>
            <ac:grpSpMk id="51" creationId="{C92B179E-F3A0-FE38-098A-FC896F696C78}"/>
          </ac:grpSpMkLst>
        </pc:grpChg>
        <pc:grpChg chg="mod">
          <ac:chgData name="CSPT02" userId="21f640c2-b5d5-40ed-b03e-b88c15baf445" providerId="ADAL" clId="{123FDAD7-74D0-4436-B669-037B7AF78EFA}" dt="2025-08-07T10:44:25.183" v="647" actId="1076"/>
          <ac:grpSpMkLst>
            <pc:docMk/>
            <pc:sldMk cId="1595309792" sldId="287"/>
            <ac:grpSpMk id="57" creationId="{40808017-2A9D-79E9-5452-118BBC1A37D4}"/>
          </ac:grpSpMkLst>
        </pc:grpChg>
        <pc:grpChg chg="mod">
          <ac:chgData name="CSPT02" userId="21f640c2-b5d5-40ed-b03e-b88c15baf445" providerId="ADAL" clId="{123FDAD7-74D0-4436-B669-037B7AF78EFA}" dt="2025-08-07T10:44:44.134" v="651" actId="1076"/>
          <ac:grpSpMkLst>
            <pc:docMk/>
            <pc:sldMk cId="1595309792" sldId="287"/>
            <ac:grpSpMk id="83" creationId="{C70CB6F9-8A52-E4D7-2F76-12A7440C4FD3}"/>
          </ac:grpSpMkLst>
        </pc:grpChg>
        <pc:grpChg chg="mod">
          <ac:chgData name="CSPT02" userId="21f640c2-b5d5-40ed-b03e-b88c15baf445" providerId="ADAL" clId="{123FDAD7-74D0-4436-B669-037B7AF78EFA}" dt="2025-08-07T10:44:40.227" v="650"/>
          <ac:grpSpMkLst>
            <pc:docMk/>
            <pc:sldMk cId="1595309792" sldId="287"/>
            <ac:grpSpMk id="85" creationId="{7090B481-FEEC-AA13-C98D-E556F9EE4F3F}"/>
          </ac:grpSpMkLst>
        </pc:grpChg>
        <pc:grpChg chg="mod">
          <ac:chgData name="CSPT02" userId="21f640c2-b5d5-40ed-b03e-b88c15baf445" providerId="ADAL" clId="{123FDAD7-74D0-4436-B669-037B7AF78EFA}" dt="2025-08-07T10:44:44.134" v="651" actId="1076"/>
          <ac:grpSpMkLst>
            <pc:docMk/>
            <pc:sldMk cId="1595309792" sldId="287"/>
            <ac:grpSpMk id="89" creationId="{8F089B18-39F9-1B7B-016B-957720E1806A}"/>
          </ac:grpSpMkLst>
        </pc:grpChg>
        <pc:grpChg chg="add mod">
          <ac:chgData name="CSPT02" userId="21f640c2-b5d5-40ed-b03e-b88c15baf445" providerId="ADAL" clId="{123FDAD7-74D0-4436-B669-037B7AF78EFA}" dt="2025-08-07T10:45:33.943" v="662" actId="1076"/>
          <ac:grpSpMkLst>
            <pc:docMk/>
            <pc:sldMk cId="1595309792" sldId="287"/>
            <ac:grpSpMk id="100" creationId="{4F6F67CA-1B38-3497-134A-1F12C1061078}"/>
          </ac:grpSpMkLst>
        </pc:grpChg>
        <pc:grpChg chg="mod">
          <ac:chgData name="CSPT02" userId="21f640c2-b5d5-40ed-b03e-b88c15baf445" providerId="ADAL" clId="{123FDAD7-74D0-4436-B669-037B7AF78EFA}" dt="2025-08-07T10:45:28.785" v="661"/>
          <ac:grpSpMkLst>
            <pc:docMk/>
            <pc:sldMk cId="1595309792" sldId="287"/>
            <ac:grpSpMk id="102" creationId="{390F14B1-BBB2-FD14-5F85-18818941826D}"/>
          </ac:grpSpMkLst>
        </pc:grpChg>
        <pc:grpChg chg="add mod">
          <ac:chgData name="CSPT02" userId="21f640c2-b5d5-40ed-b03e-b88c15baf445" providerId="ADAL" clId="{123FDAD7-74D0-4436-B669-037B7AF78EFA}" dt="2025-08-07T10:46:44.108" v="680" actId="1076"/>
          <ac:grpSpMkLst>
            <pc:docMk/>
            <pc:sldMk cId="1595309792" sldId="287"/>
            <ac:grpSpMk id="112" creationId="{A7B8C18F-0C95-FBF0-7B46-D27413C8DDB5}"/>
          </ac:grpSpMkLst>
        </pc:grpChg>
        <pc:grpChg chg="mod">
          <ac:chgData name="CSPT02" userId="21f640c2-b5d5-40ed-b03e-b88c15baf445" providerId="ADAL" clId="{123FDAD7-74D0-4436-B669-037B7AF78EFA}" dt="2025-08-07T10:46:38.585" v="679"/>
          <ac:grpSpMkLst>
            <pc:docMk/>
            <pc:sldMk cId="1595309792" sldId="287"/>
            <ac:grpSpMk id="114" creationId="{DF9283AB-6945-B6C0-AD51-CAE6FBB52527}"/>
          </ac:grpSpMkLst>
        </pc:grpChg>
        <pc:inkChg chg="add mod">
          <ac:chgData name="CSPT02" userId="21f640c2-b5d5-40ed-b03e-b88c15baf445" providerId="ADAL" clId="{123FDAD7-74D0-4436-B669-037B7AF78EFA}" dt="2025-08-07T10:42:25.086" v="625" actId="1076"/>
          <ac:inkMkLst>
            <pc:docMk/>
            <pc:sldMk cId="1595309792" sldId="287"/>
            <ac:inkMk id="37" creationId="{572E57B0-CFB6-83C7-7657-7702EBF2A8A3}"/>
          </ac:inkMkLst>
        </pc:inkChg>
        <pc:inkChg chg="add mod">
          <ac:chgData name="CSPT02" userId="21f640c2-b5d5-40ed-b03e-b88c15baf445" providerId="ADAL" clId="{123FDAD7-74D0-4436-B669-037B7AF78EFA}" dt="2025-08-07T10:43:43.418" v="640" actId="1076"/>
          <ac:inkMkLst>
            <pc:docMk/>
            <pc:sldMk cId="1595309792" sldId="287"/>
            <ac:inkMk id="48" creationId="{99B58456-7A0D-6259-0901-5BB67FC16177}"/>
          </ac:inkMkLst>
        </pc:inkChg>
        <pc:inkChg chg="add mod">
          <ac:chgData name="CSPT02" userId="21f640c2-b5d5-40ed-b03e-b88c15baf445" providerId="ADAL" clId="{123FDAD7-74D0-4436-B669-037B7AF78EFA}" dt="2025-08-07T10:44:25.183" v="647" actId="1076"/>
          <ac:inkMkLst>
            <pc:docMk/>
            <pc:sldMk cId="1595309792" sldId="287"/>
            <ac:inkMk id="49" creationId="{EB8344D6-0440-6821-9E15-A4C88BA39E01}"/>
          </ac:inkMkLst>
        </pc:inkChg>
        <pc:inkChg chg="mod">
          <ac:chgData name="CSPT02" userId="21f640c2-b5d5-40ed-b03e-b88c15baf445" providerId="ADAL" clId="{123FDAD7-74D0-4436-B669-037B7AF78EFA}" dt="2025-08-07T10:44:19.062" v="646" actId="1076"/>
          <ac:inkMkLst>
            <pc:docMk/>
            <pc:sldMk cId="1595309792" sldId="287"/>
            <ac:inkMk id="66" creationId="{B3557B2E-602E-A2F4-E906-AB6AB606DA2D}"/>
          </ac:inkMkLst>
        </pc:inkChg>
        <pc:cxnChg chg="mod">
          <ac:chgData name="CSPT02" userId="21f640c2-b5d5-40ed-b03e-b88c15baf445" providerId="ADAL" clId="{123FDAD7-74D0-4436-B669-037B7AF78EFA}" dt="2025-08-07T10:26:08.823" v="558"/>
          <ac:cxnSpMkLst>
            <pc:docMk/>
            <pc:sldMk cId="1595309792" sldId="287"/>
            <ac:cxnSpMk id="9" creationId="{0B04C5AF-DB17-F228-BBF3-475B13B8AE70}"/>
          </ac:cxnSpMkLst>
        </pc:cxnChg>
        <pc:cxnChg chg="mod">
          <ac:chgData name="CSPT02" userId="21f640c2-b5d5-40ed-b03e-b88c15baf445" providerId="ADAL" clId="{123FDAD7-74D0-4436-B669-037B7AF78EFA}" dt="2025-08-07T10:41:52.783" v="622" actId="1076"/>
          <ac:cxnSpMkLst>
            <pc:docMk/>
            <pc:sldMk cId="1595309792" sldId="287"/>
            <ac:cxnSpMk id="17" creationId="{D084FF41-5B61-62DE-FF9E-7CAE3B078C4C}"/>
          </ac:cxnSpMkLst>
        </pc:cxnChg>
        <pc:cxnChg chg="mod">
          <ac:chgData name="CSPT02" userId="21f640c2-b5d5-40ed-b03e-b88c15baf445" providerId="ADAL" clId="{123FDAD7-74D0-4436-B669-037B7AF78EFA}" dt="2025-08-07T10:27:36.480" v="582"/>
          <ac:cxnSpMkLst>
            <pc:docMk/>
            <pc:sldMk cId="1595309792" sldId="287"/>
            <ac:cxnSpMk id="25" creationId="{DF1F2972-D1F9-A80A-6001-9E1E76576166}"/>
          </ac:cxnSpMkLst>
        </pc:cxnChg>
        <pc:cxnChg chg="mod">
          <ac:chgData name="CSPT02" userId="21f640c2-b5d5-40ed-b03e-b88c15baf445" providerId="ADAL" clId="{123FDAD7-74D0-4436-B669-037B7AF78EFA}" dt="2025-08-07T10:27:38.927" v="584"/>
          <ac:cxnSpMkLst>
            <pc:docMk/>
            <pc:sldMk cId="1595309792" sldId="287"/>
            <ac:cxnSpMk id="31" creationId="{432CB195-0051-D908-886E-6FD606AE18E5}"/>
          </ac:cxnSpMkLst>
        </pc:cxnChg>
        <pc:cxnChg chg="mod">
          <ac:chgData name="CSPT02" userId="21f640c2-b5d5-40ed-b03e-b88c15baf445" providerId="ADAL" clId="{123FDAD7-74D0-4436-B669-037B7AF78EFA}" dt="2025-08-07T10:43:15.718" v="629"/>
          <ac:cxnSpMkLst>
            <pc:docMk/>
            <pc:sldMk cId="1595309792" sldId="287"/>
            <ac:cxnSpMk id="46" creationId="{0E90D10E-43EF-EB0B-013F-6B06434A7518}"/>
          </ac:cxnSpMkLst>
        </pc:cxnChg>
        <pc:cxnChg chg="mod">
          <ac:chgData name="CSPT02" userId="21f640c2-b5d5-40ed-b03e-b88c15baf445" providerId="ADAL" clId="{123FDAD7-74D0-4436-B669-037B7AF78EFA}" dt="2025-08-07T10:45:02.916" v="657" actId="14100"/>
          <ac:cxnSpMkLst>
            <pc:docMk/>
            <pc:sldMk cId="1595309792" sldId="287"/>
            <ac:cxnSpMk id="86" creationId="{20FF1C1F-E314-AE47-BFDF-082307E12160}"/>
          </ac:cxnSpMkLst>
        </pc:cxnChg>
        <pc:cxnChg chg="mod">
          <ac:chgData name="CSPT02" userId="21f640c2-b5d5-40ed-b03e-b88c15baf445" providerId="ADAL" clId="{123FDAD7-74D0-4436-B669-037B7AF78EFA}" dt="2025-08-07T10:45:28.785" v="661"/>
          <ac:cxnSpMkLst>
            <pc:docMk/>
            <pc:sldMk cId="1595309792" sldId="287"/>
            <ac:cxnSpMk id="103" creationId="{43B52633-85B8-FB4E-C3B9-FE0B316D05F1}"/>
          </ac:cxnSpMkLst>
        </pc:cxnChg>
        <pc:cxnChg chg="mod">
          <ac:chgData name="CSPT02" userId="21f640c2-b5d5-40ed-b03e-b88c15baf445" providerId="ADAL" clId="{123FDAD7-74D0-4436-B669-037B7AF78EFA}" dt="2025-08-07T10:46:38.585" v="679"/>
          <ac:cxnSpMkLst>
            <pc:docMk/>
            <pc:sldMk cId="1595309792" sldId="287"/>
            <ac:cxnSpMk id="115" creationId="{EE155646-5E9F-CE83-BF61-DFFFC73E5EA8}"/>
          </ac:cxnSpMkLst>
        </pc:cxnChg>
      </pc:sldChg>
      <pc:sldChg chg="new del">
        <pc:chgData name="CSPT02" userId="21f640c2-b5d5-40ed-b03e-b88c15baf445" providerId="ADAL" clId="{123FDAD7-74D0-4436-B669-037B7AF78EFA}" dt="2025-08-08T05:45:50.182" v="714" actId="2696"/>
        <pc:sldMkLst>
          <pc:docMk/>
          <pc:sldMk cId="3296219426" sldId="288"/>
        </pc:sldMkLst>
      </pc:sldChg>
      <pc:sldChg chg="addSp delSp modSp new mod delAnim modAnim">
        <pc:chgData name="CSPT02" userId="21f640c2-b5d5-40ed-b03e-b88c15baf445" providerId="ADAL" clId="{123FDAD7-74D0-4436-B669-037B7AF78EFA}" dt="2025-08-08T06:15:23.702" v="923" actId="14100"/>
        <pc:sldMkLst>
          <pc:docMk/>
          <pc:sldMk cId="758699190" sldId="289"/>
        </pc:sldMkLst>
        <pc:spChg chg="add mod">
          <ac:chgData name="CSPT02" userId="21f640c2-b5d5-40ed-b03e-b88c15baf445" providerId="ADAL" clId="{123FDAD7-74D0-4436-B669-037B7AF78EFA}" dt="2025-08-08T06:00:38.887" v="828" actId="1076"/>
          <ac:spMkLst>
            <pc:docMk/>
            <pc:sldMk cId="758699190" sldId="289"/>
            <ac:spMk id="25" creationId="{119ADA83-8D78-6BA9-48A3-F5B2EE15F9D5}"/>
          </ac:spMkLst>
        </pc:spChg>
        <pc:spChg chg="add mod">
          <ac:chgData name="CSPT02" userId="21f640c2-b5d5-40ed-b03e-b88c15baf445" providerId="ADAL" clId="{123FDAD7-74D0-4436-B669-037B7AF78EFA}" dt="2025-08-08T05:49:33.693" v="756" actId="1076"/>
          <ac:spMkLst>
            <pc:docMk/>
            <pc:sldMk cId="758699190" sldId="289"/>
            <ac:spMk id="26" creationId="{9FE32376-E6E1-32A6-B9C6-96B1CC91E0DF}"/>
          </ac:spMkLst>
        </pc:spChg>
        <pc:spChg chg="add mod">
          <ac:chgData name="CSPT02" userId="21f640c2-b5d5-40ed-b03e-b88c15baf445" providerId="ADAL" clId="{123FDAD7-74D0-4436-B669-037B7AF78EFA}" dt="2025-08-08T05:49:33.693" v="756" actId="1076"/>
          <ac:spMkLst>
            <pc:docMk/>
            <pc:sldMk cId="758699190" sldId="289"/>
            <ac:spMk id="27" creationId="{41816364-083B-0782-22FB-E844364966F5}"/>
          </ac:spMkLst>
        </pc:spChg>
        <pc:spChg chg="add mod">
          <ac:chgData name="CSPT02" userId="21f640c2-b5d5-40ed-b03e-b88c15baf445" providerId="ADAL" clId="{123FDAD7-74D0-4436-B669-037B7AF78EFA}" dt="2025-08-08T05:49:33.693" v="756" actId="1076"/>
          <ac:spMkLst>
            <pc:docMk/>
            <pc:sldMk cId="758699190" sldId="289"/>
            <ac:spMk id="29" creationId="{07417E1C-09CF-1BE2-AB5F-3105A54388A4}"/>
          </ac:spMkLst>
        </pc:spChg>
        <pc:spChg chg="mod">
          <ac:chgData name="CSPT02" userId="21f640c2-b5d5-40ed-b03e-b88c15baf445" providerId="ADAL" clId="{123FDAD7-74D0-4436-B669-037B7AF78EFA}" dt="2025-08-08T06:00:38.887" v="828" actId="1076"/>
          <ac:spMkLst>
            <pc:docMk/>
            <pc:sldMk cId="758699190" sldId="289"/>
            <ac:spMk id="30" creationId="{A7114BE2-5070-F809-6B66-D90C2464C0D3}"/>
          </ac:spMkLst>
        </pc:spChg>
        <pc:spChg chg="add mod">
          <ac:chgData name="CSPT02" userId="21f640c2-b5d5-40ed-b03e-b88c15baf445" providerId="ADAL" clId="{123FDAD7-74D0-4436-B669-037B7AF78EFA}" dt="2025-08-08T05:49:33.693" v="756" actId="1076"/>
          <ac:spMkLst>
            <pc:docMk/>
            <pc:sldMk cId="758699190" sldId="289"/>
            <ac:spMk id="31" creationId="{A1CA0A44-F253-FF18-F2F2-501A4E303E7B}"/>
          </ac:spMkLst>
        </pc:spChg>
        <pc:spChg chg="add mod">
          <ac:chgData name="CSPT02" userId="21f640c2-b5d5-40ed-b03e-b88c15baf445" providerId="ADAL" clId="{123FDAD7-74D0-4436-B669-037B7AF78EFA}" dt="2025-08-08T05:49:33.693" v="756" actId="1076"/>
          <ac:spMkLst>
            <pc:docMk/>
            <pc:sldMk cId="758699190" sldId="289"/>
            <ac:spMk id="33" creationId="{C4AA1C95-EFF4-EC37-31B4-84A0B538FF94}"/>
          </ac:spMkLst>
        </pc:spChg>
        <pc:spChg chg="add mod">
          <ac:chgData name="CSPT02" userId="21f640c2-b5d5-40ed-b03e-b88c15baf445" providerId="ADAL" clId="{123FDAD7-74D0-4436-B669-037B7AF78EFA}" dt="2025-08-08T05:49:33.693" v="756" actId="1076"/>
          <ac:spMkLst>
            <pc:docMk/>
            <pc:sldMk cId="758699190" sldId="289"/>
            <ac:spMk id="36" creationId="{EC6A9172-09A2-5306-A89D-EEC35C881538}"/>
          </ac:spMkLst>
        </pc:spChg>
        <pc:spChg chg="mod">
          <ac:chgData name="CSPT02" userId="21f640c2-b5d5-40ed-b03e-b88c15baf445" providerId="ADAL" clId="{123FDAD7-74D0-4436-B669-037B7AF78EFA}" dt="2025-08-08T06:00:38.887" v="828" actId="1076"/>
          <ac:spMkLst>
            <pc:docMk/>
            <pc:sldMk cId="758699190" sldId="289"/>
            <ac:spMk id="37" creationId="{B8A5D444-B839-F14E-37B1-5DA6E73710A4}"/>
          </ac:spMkLst>
        </pc:spChg>
        <pc:spChg chg="add mod">
          <ac:chgData name="CSPT02" userId="21f640c2-b5d5-40ed-b03e-b88c15baf445" providerId="ADAL" clId="{123FDAD7-74D0-4436-B669-037B7AF78EFA}" dt="2025-08-08T05:49:33.693" v="756" actId="1076"/>
          <ac:spMkLst>
            <pc:docMk/>
            <pc:sldMk cId="758699190" sldId="289"/>
            <ac:spMk id="38" creationId="{B6CB97A0-7D50-DCB2-1A81-564EA2F21FA3}"/>
          </ac:spMkLst>
        </pc:spChg>
        <pc:spChg chg="add mod">
          <ac:chgData name="CSPT02" userId="21f640c2-b5d5-40ed-b03e-b88c15baf445" providerId="ADAL" clId="{123FDAD7-74D0-4436-B669-037B7AF78EFA}" dt="2025-08-08T06:00:38.887" v="828" actId="1076"/>
          <ac:spMkLst>
            <pc:docMk/>
            <pc:sldMk cId="758699190" sldId="289"/>
            <ac:spMk id="39" creationId="{9C239993-C30E-44D0-CB76-149B85508606}"/>
          </ac:spMkLst>
        </pc:spChg>
        <pc:spChg chg="add mod">
          <ac:chgData name="CSPT02" userId="21f640c2-b5d5-40ed-b03e-b88c15baf445" providerId="ADAL" clId="{123FDAD7-74D0-4436-B669-037B7AF78EFA}" dt="2025-08-08T05:49:33.693" v="756" actId="1076"/>
          <ac:spMkLst>
            <pc:docMk/>
            <pc:sldMk cId="758699190" sldId="289"/>
            <ac:spMk id="40" creationId="{70BAE832-C42A-C5DA-E639-CA4E12309717}"/>
          </ac:spMkLst>
        </pc:spChg>
        <pc:spChg chg="add mod">
          <ac:chgData name="CSPT02" userId="21f640c2-b5d5-40ed-b03e-b88c15baf445" providerId="ADAL" clId="{123FDAD7-74D0-4436-B669-037B7AF78EFA}" dt="2025-08-08T05:53:58.129" v="800" actId="1076"/>
          <ac:spMkLst>
            <pc:docMk/>
            <pc:sldMk cId="758699190" sldId="289"/>
            <ac:spMk id="44" creationId="{75BC2589-0AC2-1F29-BDBE-E03CF3F7D483}"/>
          </ac:spMkLst>
        </pc:spChg>
        <pc:spChg chg="add mod">
          <ac:chgData name="CSPT02" userId="21f640c2-b5d5-40ed-b03e-b88c15baf445" providerId="ADAL" clId="{123FDAD7-74D0-4436-B669-037B7AF78EFA}" dt="2025-08-08T05:50:46.308" v="772" actId="1076"/>
          <ac:spMkLst>
            <pc:docMk/>
            <pc:sldMk cId="758699190" sldId="289"/>
            <ac:spMk id="47" creationId="{043927FD-C7D5-84A8-3E92-52F6B35AB52A}"/>
          </ac:spMkLst>
        </pc:spChg>
        <pc:spChg chg="add mod">
          <ac:chgData name="CSPT02" userId="21f640c2-b5d5-40ed-b03e-b88c15baf445" providerId="ADAL" clId="{123FDAD7-74D0-4436-B669-037B7AF78EFA}" dt="2025-08-08T06:00:38.887" v="828" actId="1076"/>
          <ac:spMkLst>
            <pc:docMk/>
            <pc:sldMk cId="758699190" sldId="289"/>
            <ac:spMk id="48" creationId="{A92B5E4F-4C68-6771-075D-F27E244A3697}"/>
          </ac:spMkLst>
        </pc:spChg>
        <pc:spChg chg="add mod">
          <ac:chgData name="CSPT02" userId="21f640c2-b5d5-40ed-b03e-b88c15baf445" providerId="ADAL" clId="{123FDAD7-74D0-4436-B669-037B7AF78EFA}" dt="2025-08-08T05:54:42.419" v="803" actId="1076"/>
          <ac:spMkLst>
            <pc:docMk/>
            <pc:sldMk cId="758699190" sldId="289"/>
            <ac:spMk id="49" creationId="{0ABFD354-0D15-8FE8-1893-51EE6988D67E}"/>
          </ac:spMkLst>
        </pc:spChg>
        <pc:spChg chg="add mod">
          <ac:chgData name="CSPT02" userId="21f640c2-b5d5-40ed-b03e-b88c15baf445" providerId="ADAL" clId="{123FDAD7-74D0-4436-B669-037B7AF78EFA}" dt="2025-08-08T06:05:57.937" v="859" actId="1076"/>
          <ac:spMkLst>
            <pc:docMk/>
            <pc:sldMk cId="758699190" sldId="289"/>
            <ac:spMk id="57" creationId="{18DC17F1-86CB-11C6-A50D-DAB50F091DC1}"/>
          </ac:spMkLst>
        </pc:spChg>
        <pc:spChg chg="mod">
          <ac:chgData name="CSPT02" userId="21f640c2-b5d5-40ed-b03e-b88c15baf445" providerId="ADAL" clId="{123FDAD7-74D0-4436-B669-037B7AF78EFA}" dt="2025-08-08T05:59:10.776" v="813" actId="20577"/>
          <ac:spMkLst>
            <pc:docMk/>
            <pc:sldMk cId="758699190" sldId="289"/>
            <ac:spMk id="58" creationId="{093B9641-C490-4365-7981-CFAB13EFD0F4}"/>
          </ac:spMkLst>
        </pc:spChg>
        <pc:spChg chg="add mod">
          <ac:chgData name="CSPT02" userId="21f640c2-b5d5-40ed-b03e-b88c15baf445" providerId="ADAL" clId="{123FDAD7-74D0-4436-B669-037B7AF78EFA}" dt="2025-08-08T06:05:57.937" v="859" actId="1076"/>
          <ac:spMkLst>
            <pc:docMk/>
            <pc:sldMk cId="758699190" sldId="289"/>
            <ac:spMk id="60" creationId="{760A8CEA-6275-7943-4260-01CF30B06D0E}"/>
          </ac:spMkLst>
        </pc:spChg>
        <pc:spChg chg="add mod">
          <ac:chgData name="CSPT02" userId="21f640c2-b5d5-40ed-b03e-b88c15baf445" providerId="ADAL" clId="{123FDAD7-74D0-4436-B669-037B7AF78EFA}" dt="2025-08-08T06:05:57.937" v="859" actId="1076"/>
          <ac:spMkLst>
            <pc:docMk/>
            <pc:sldMk cId="758699190" sldId="289"/>
            <ac:spMk id="62" creationId="{BB78C210-2874-C7AB-0374-123CB95F0E99}"/>
          </ac:spMkLst>
        </pc:spChg>
        <pc:spChg chg="add mod">
          <ac:chgData name="CSPT02" userId="21f640c2-b5d5-40ed-b03e-b88c15baf445" providerId="ADAL" clId="{123FDAD7-74D0-4436-B669-037B7AF78EFA}" dt="2025-08-08T06:05:57.937" v="859" actId="1076"/>
          <ac:spMkLst>
            <pc:docMk/>
            <pc:sldMk cId="758699190" sldId="289"/>
            <ac:spMk id="63" creationId="{E4867650-EEC6-ED80-6552-0940F99B2FE4}"/>
          </ac:spMkLst>
        </pc:spChg>
        <pc:spChg chg="add mod">
          <ac:chgData name="CSPT02" userId="21f640c2-b5d5-40ed-b03e-b88c15baf445" providerId="ADAL" clId="{123FDAD7-74D0-4436-B669-037B7AF78EFA}" dt="2025-08-08T06:05:57.937" v="859" actId="1076"/>
          <ac:spMkLst>
            <pc:docMk/>
            <pc:sldMk cId="758699190" sldId="289"/>
            <ac:spMk id="64" creationId="{0F4C6C37-0E0C-E9B4-05AD-7583DA950901}"/>
          </ac:spMkLst>
        </pc:spChg>
        <pc:spChg chg="mod">
          <ac:chgData name="CSPT02" userId="21f640c2-b5d5-40ed-b03e-b88c15baf445" providerId="ADAL" clId="{123FDAD7-74D0-4436-B669-037B7AF78EFA}" dt="2025-08-08T06:03:55.061" v="846" actId="1076"/>
          <ac:spMkLst>
            <pc:docMk/>
            <pc:sldMk cId="758699190" sldId="289"/>
            <ac:spMk id="65" creationId="{33684D7D-DCA9-923D-C829-58A064EA66EE}"/>
          </ac:spMkLst>
        </pc:spChg>
        <pc:spChg chg="add mod">
          <ac:chgData name="CSPT02" userId="21f640c2-b5d5-40ed-b03e-b88c15baf445" providerId="ADAL" clId="{123FDAD7-74D0-4436-B669-037B7AF78EFA}" dt="2025-08-08T06:05:57.937" v="859" actId="1076"/>
          <ac:spMkLst>
            <pc:docMk/>
            <pc:sldMk cId="758699190" sldId="289"/>
            <ac:spMk id="66" creationId="{65B37DFF-B065-F443-7F79-5C812492F997}"/>
          </ac:spMkLst>
        </pc:spChg>
        <pc:spChg chg="mod">
          <ac:chgData name="CSPT02" userId="21f640c2-b5d5-40ed-b03e-b88c15baf445" providerId="ADAL" clId="{123FDAD7-74D0-4436-B669-037B7AF78EFA}" dt="2025-08-08T05:59:37.231" v="817" actId="20577"/>
          <ac:spMkLst>
            <pc:docMk/>
            <pc:sldMk cId="758699190" sldId="289"/>
            <ac:spMk id="69" creationId="{2DEC8730-2F97-AACC-37CF-DBBA2C5304F0}"/>
          </ac:spMkLst>
        </pc:spChg>
        <pc:spChg chg="mod">
          <ac:chgData name="CSPT02" userId="21f640c2-b5d5-40ed-b03e-b88c15baf445" providerId="ADAL" clId="{123FDAD7-74D0-4436-B669-037B7AF78EFA}" dt="2025-08-08T05:59:42.126" v="820" actId="20577"/>
          <ac:spMkLst>
            <pc:docMk/>
            <pc:sldMk cId="758699190" sldId="289"/>
            <ac:spMk id="70" creationId="{60D831D7-2530-27A9-8D44-21FEE657887E}"/>
          </ac:spMkLst>
        </pc:spChg>
        <pc:spChg chg="add mod">
          <ac:chgData name="CSPT02" userId="21f640c2-b5d5-40ed-b03e-b88c15baf445" providerId="ADAL" clId="{123FDAD7-74D0-4436-B669-037B7AF78EFA}" dt="2025-08-08T06:05:57.937" v="859" actId="1076"/>
          <ac:spMkLst>
            <pc:docMk/>
            <pc:sldMk cId="758699190" sldId="289"/>
            <ac:spMk id="71" creationId="{CC3E231F-ACE3-81F6-FFBF-A5DBC538C01B}"/>
          </ac:spMkLst>
        </pc:spChg>
        <pc:spChg chg="mod">
          <ac:chgData name="CSPT02" userId="21f640c2-b5d5-40ed-b03e-b88c15baf445" providerId="ADAL" clId="{123FDAD7-74D0-4436-B669-037B7AF78EFA}" dt="2025-08-08T05:59:38.958" v="818" actId="20577"/>
          <ac:spMkLst>
            <pc:docMk/>
            <pc:sldMk cId="758699190" sldId="289"/>
            <ac:spMk id="72" creationId="{895F1CA2-D369-8FD4-602A-7799659A27BB}"/>
          </ac:spMkLst>
        </pc:spChg>
        <pc:spChg chg="add mod">
          <ac:chgData name="CSPT02" userId="21f640c2-b5d5-40ed-b03e-b88c15baf445" providerId="ADAL" clId="{123FDAD7-74D0-4436-B669-037B7AF78EFA}" dt="2025-08-08T06:05:57.937" v="859" actId="1076"/>
          <ac:spMkLst>
            <pc:docMk/>
            <pc:sldMk cId="758699190" sldId="289"/>
            <ac:spMk id="73" creationId="{395F17FD-B9C4-E8A2-EB7A-71EE12FF2E30}"/>
          </ac:spMkLst>
        </pc:spChg>
        <pc:spChg chg="mod">
          <ac:chgData name="CSPT02" userId="21f640c2-b5d5-40ed-b03e-b88c15baf445" providerId="ADAL" clId="{123FDAD7-74D0-4436-B669-037B7AF78EFA}" dt="2025-08-08T06:06:27.213" v="865" actId="1076"/>
          <ac:spMkLst>
            <pc:docMk/>
            <pc:sldMk cId="758699190" sldId="289"/>
            <ac:spMk id="76" creationId="{3F74E81A-12F0-6DDE-BAB1-326D12F0BAA7}"/>
          </ac:spMkLst>
        </pc:spChg>
        <pc:spChg chg="add mod">
          <ac:chgData name="CSPT02" userId="21f640c2-b5d5-40ed-b03e-b88c15baf445" providerId="ADAL" clId="{123FDAD7-74D0-4436-B669-037B7AF78EFA}" dt="2025-08-08T06:05:57.937" v="859" actId="1076"/>
          <ac:spMkLst>
            <pc:docMk/>
            <pc:sldMk cId="758699190" sldId="289"/>
            <ac:spMk id="78" creationId="{0D7752AE-2106-4951-0032-68C0515BA8C2}"/>
          </ac:spMkLst>
        </pc:spChg>
        <pc:spChg chg="add mod">
          <ac:chgData name="CSPT02" userId="21f640c2-b5d5-40ed-b03e-b88c15baf445" providerId="ADAL" clId="{123FDAD7-74D0-4436-B669-037B7AF78EFA}" dt="2025-08-08T06:06:11.139" v="862" actId="1076"/>
          <ac:spMkLst>
            <pc:docMk/>
            <pc:sldMk cId="758699190" sldId="289"/>
            <ac:spMk id="79" creationId="{49624A1D-C8CD-7779-E804-8E26E900C04E}"/>
          </ac:spMkLst>
        </pc:spChg>
        <pc:spChg chg="mod">
          <ac:chgData name="CSPT02" userId="21f640c2-b5d5-40ed-b03e-b88c15baf445" providerId="ADAL" clId="{123FDAD7-74D0-4436-B669-037B7AF78EFA}" dt="2025-08-08T06:06:35.205" v="867" actId="1076"/>
          <ac:spMkLst>
            <pc:docMk/>
            <pc:sldMk cId="758699190" sldId="289"/>
            <ac:spMk id="80" creationId="{F00D085F-B916-25A2-8C0D-C0BEB410B338}"/>
          </ac:spMkLst>
        </pc:spChg>
        <pc:spChg chg="add mod">
          <ac:chgData name="CSPT02" userId="21f640c2-b5d5-40ed-b03e-b88c15baf445" providerId="ADAL" clId="{123FDAD7-74D0-4436-B669-037B7AF78EFA}" dt="2025-08-08T06:07:18.576" v="869" actId="1076"/>
          <ac:spMkLst>
            <pc:docMk/>
            <pc:sldMk cId="758699190" sldId="289"/>
            <ac:spMk id="87" creationId="{DC1E5CB0-489B-9FA6-6163-06E8A58C94B6}"/>
          </ac:spMkLst>
        </pc:spChg>
        <pc:spChg chg="add mod">
          <ac:chgData name="CSPT02" userId="21f640c2-b5d5-40ed-b03e-b88c15baf445" providerId="ADAL" clId="{123FDAD7-74D0-4436-B669-037B7AF78EFA}" dt="2025-08-08T06:07:18.576" v="869" actId="1076"/>
          <ac:spMkLst>
            <pc:docMk/>
            <pc:sldMk cId="758699190" sldId="289"/>
            <ac:spMk id="89" creationId="{1DE10A6B-F404-34B3-753B-9E41D9026018}"/>
          </ac:spMkLst>
        </pc:spChg>
        <pc:spChg chg="add mod">
          <ac:chgData name="CSPT02" userId="21f640c2-b5d5-40ed-b03e-b88c15baf445" providerId="ADAL" clId="{123FDAD7-74D0-4436-B669-037B7AF78EFA}" dt="2025-08-08T06:07:18.576" v="869" actId="1076"/>
          <ac:spMkLst>
            <pc:docMk/>
            <pc:sldMk cId="758699190" sldId="289"/>
            <ac:spMk id="92" creationId="{F0EAECC1-6C60-3508-7BDE-CE97AAB8D55B}"/>
          </ac:spMkLst>
        </pc:spChg>
        <pc:spChg chg="add mod">
          <ac:chgData name="CSPT02" userId="21f640c2-b5d5-40ed-b03e-b88c15baf445" providerId="ADAL" clId="{123FDAD7-74D0-4436-B669-037B7AF78EFA}" dt="2025-08-08T06:07:18.576" v="869" actId="1076"/>
          <ac:spMkLst>
            <pc:docMk/>
            <pc:sldMk cId="758699190" sldId="289"/>
            <ac:spMk id="93" creationId="{303B78AE-273F-71CD-0804-3AF4932C3977}"/>
          </ac:spMkLst>
        </pc:spChg>
        <pc:spChg chg="add mod">
          <ac:chgData name="CSPT02" userId="21f640c2-b5d5-40ed-b03e-b88c15baf445" providerId="ADAL" clId="{123FDAD7-74D0-4436-B669-037B7AF78EFA}" dt="2025-08-08T06:07:18.576" v="869" actId="1076"/>
          <ac:spMkLst>
            <pc:docMk/>
            <pc:sldMk cId="758699190" sldId="289"/>
            <ac:spMk id="96" creationId="{C0A686FE-C761-C4A6-3A7A-B44328BA8283}"/>
          </ac:spMkLst>
        </pc:spChg>
        <pc:spChg chg="add mod">
          <ac:chgData name="CSPT02" userId="21f640c2-b5d5-40ed-b03e-b88c15baf445" providerId="ADAL" clId="{123FDAD7-74D0-4436-B669-037B7AF78EFA}" dt="2025-08-08T06:07:18.576" v="869" actId="1076"/>
          <ac:spMkLst>
            <pc:docMk/>
            <pc:sldMk cId="758699190" sldId="289"/>
            <ac:spMk id="97" creationId="{77056BEC-E909-5F8B-1FE3-E0C6A6CC3098}"/>
          </ac:spMkLst>
        </pc:spChg>
        <pc:spChg chg="add mod">
          <ac:chgData name="CSPT02" userId="21f640c2-b5d5-40ed-b03e-b88c15baf445" providerId="ADAL" clId="{123FDAD7-74D0-4436-B669-037B7AF78EFA}" dt="2025-08-08T06:07:18.576" v="869" actId="1076"/>
          <ac:spMkLst>
            <pc:docMk/>
            <pc:sldMk cId="758699190" sldId="289"/>
            <ac:spMk id="99" creationId="{0AD8D994-36F4-BDA2-2552-033FE58DCD1A}"/>
          </ac:spMkLst>
        </pc:spChg>
        <pc:spChg chg="add mod">
          <ac:chgData name="CSPT02" userId="21f640c2-b5d5-40ed-b03e-b88c15baf445" providerId="ADAL" clId="{123FDAD7-74D0-4436-B669-037B7AF78EFA}" dt="2025-08-08T06:07:18.576" v="869" actId="1076"/>
          <ac:spMkLst>
            <pc:docMk/>
            <pc:sldMk cId="758699190" sldId="289"/>
            <ac:spMk id="100" creationId="{308DA27D-0745-FFB9-B0CB-B02ADE5BB6E5}"/>
          </ac:spMkLst>
        </pc:spChg>
        <pc:spChg chg="add mod">
          <ac:chgData name="CSPT02" userId="21f640c2-b5d5-40ed-b03e-b88c15baf445" providerId="ADAL" clId="{123FDAD7-74D0-4436-B669-037B7AF78EFA}" dt="2025-08-08T06:07:18.576" v="869" actId="1076"/>
          <ac:spMkLst>
            <pc:docMk/>
            <pc:sldMk cId="758699190" sldId="289"/>
            <ac:spMk id="101" creationId="{1DA20F8B-CDEC-5EC2-1DA4-15653EFE3148}"/>
          </ac:spMkLst>
        </pc:spChg>
        <pc:spChg chg="add mod">
          <ac:chgData name="CSPT02" userId="21f640c2-b5d5-40ed-b03e-b88c15baf445" providerId="ADAL" clId="{123FDAD7-74D0-4436-B669-037B7AF78EFA}" dt="2025-08-08T06:07:18.576" v="869" actId="1076"/>
          <ac:spMkLst>
            <pc:docMk/>
            <pc:sldMk cId="758699190" sldId="289"/>
            <ac:spMk id="102" creationId="{414B2618-AC3B-FBCC-DEF4-92180D98A079}"/>
          </ac:spMkLst>
        </pc:spChg>
        <pc:spChg chg="add mod">
          <ac:chgData name="CSPT02" userId="21f640c2-b5d5-40ed-b03e-b88c15baf445" providerId="ADAL" clId="{123FDAD7-74D0-4436-B669-037B7AF78EFA}" dt="2025-08-08T06:07:45.322" v="873" actId="207"/>
          <ac:spMkLst>
            <pc:docMk/>
            <pc:sldMk cId="758699190" sldId="289"/>
            <ac:spMk id="105" creationId="{0A9C508E-FBFA-7745-0228-852E4370A07B}"/>
          </ac:spMkLst>
        </pc:spChg>
        <pc:spChg chg="add mod">
          <ac:chgData name="CSPT02" userId="21f640c2-b5d5-40ed-b03e-b88c15baf445" providerId="ADAL" clId="{123FDAD7-74D0-4436-B669-037B7AF78EFA}" dt="2025-08-08T06:07:34.650" v="872" actId="1076"/>
          <ac:spMkLst>
            <pc:docMk/>
            <pc:sldMk cId="758699190" sldId="289"/>
            <ac:spMk id="107" creationId="{AAD79B3E-C670-74D0-4B7E-4E412A904AE3}"/>
          </ac:spMkLst>
        </pc:spChg>
        <pc:spChg chg="add mod">
          <ac:chgData name="CSPT02" userId="21f640c2-b5d5-40ed-b03e-b88c15baf445" providerId="ADAL" clId="{123FDAD7-74D0-4436-B669-037B7AF78EFA}" dt="2025-08-08T06:07:34.650" v="872" actId="1076"/>
          <ac:spMkLst>
            <pc:docMk/>
            <pc:sldMk cId="758699190" sldId="289"/>
            <ac:spMk id="108" creationId="{AFE6553A-FE2B-6523-CB8D-E0A49EAC19D7}"/>
          </ac:spMkLst>
        </pc:spChg>
        <pc:spChg chg="add mod">
          <ac:chgData name="CSPT02" userId="21f640c2-b5d5-40ed-b03e-b88c15baf445" providerId="ADAL" clId="{123FDAD7-74D0-4436-B669-037B7AF78EFA}" dt="2025-08-08T06:07:34.650" v="872" actId="1076"/>
          <ac:spMkLst>
            <pc:docMk/>
            <pc:sldMk cId="758699190" sldId="289"/>
            <ac:spMk id="109" creationId="{7642A9F9-FE75-5DF0-9526-A11389D263E2}"/>
          </ac:spMkLst>
        </pc:spChg>
        <pc:spChg chg="add mod">
          <ac:chgData name="CSPT02" userId="21f640c2-b5d5-40ed-b03e-b88c15baf445" providerId="ADAL" clId="{123FDAD7-74D0-4436-B669-037B7AF78EFA}" dt="2025-08-08T06:09:01.831" v="884" actId="1076"/>
          <ac:spMkLst>
            <pc:docMk/>
            <pc:sldMk cId="758699190" sldId="289"/>
            <ac:spMk id="114" creationId="{751BA30A-D964-5467-D79F-DFF5EAD121D1}"/>
          </ac:spMkLst>
        </pc:spChg>
        <pc:spChg chg="add mod">
          <ac:chgData name="CSPT02" userId="21f640c2-b5d5-40ed-b03e-b88c15baf445" providerId="ADAL" clId="{123FDAD7-74D0-4436-B669-037B7AF78EFA}" dt="2025-08-08T06:09:01.831" v="884" actId="1076"/>
          <ac:spMkLst>
            <pc:docMk/>
            <pc:sldMk cId="758699190" sldId="289"/>
            <ac:spMk id="115" creationId="{F55D204F-BCB4-1C13-2671-3CB5A4D0F66C}"/>
          </ac:spMkLst>
        </pc:spChg>
        <pc:spChg chg="add mod">
          <ac:chgData name="CSPT02" userId="21f640c2-b5d5-40ed-b03e-b88c15baf445" providerId="ADAL" clId="{123FDAD7-74D0-4436-B669-037B7AF78EFA}" dt="2025-08-08T06:11:47.819" v="913" actId="1076"/>
          <ac:spMkLst>
            <pc:docMk/>
            <pc:sldMk cId="758699190" sldId="289"/>
            <ac:spMk id="116" creationId="{ED73B07C-8D1B-5FBC-A67C-0E22C92C0A46}"/>
          </ac:spMkLst>
        </pc:spChg>
        <pc:spChg chg="add mod">
          <ac:chgData name="CSPT02" userId="21f640c2-b5d5-40ed-b03e-b88c15baf445" providerId="ADAL" clId="{123FDAD7-74D0-4436-B669-037B7AF78EFA}" dt="2025-08-08T06:11:47.819" v="913" actId="1076"/>
          <ac:spMkLst>
            <pc:docMk/>
            <pc:sldMk cId="758699190" sldId="289"/>
            <ac:spMk id="117" creationId="{97753980-D1A4-8CD1-2785-DEBAA9B763AE}"/>
          </ac:spMkLst>
        </pc:spChg>
        <pc:spChg chg="mod">
          <ac:chgData name="CSPT02" userId="21f640c2-b5d5-40ed-b03e-b88c15baf445" providerId="ADAL" clId="{123FDAD7-74D0-4436-B669-037B7AF78EFA}" dt="2025-08-08T06:09:15.042" v="885"/>
          <ac:spMkLst>
            <pc:docMk/>
            <pc:sldMk cId="758699190" sldId="289"/>
            <ac:spMk id="118" creationId="{FFD0DE8E-BCAE-FCBE-E488-088E6515CC64}"/>
          </ac:spMkLst>
        </pc:spChg>
        <pc:spChg chg="add mod">
          <ac:chgData name="CSPT02" userId="21f640c2-b5d5-40ed-b03e-b88c15baf445" providerId="ADAL" clId="{123FDAD7-74D0-4436-B669-037B7AF78EFA}" dt="2025-08-08T06:11:47.819" v="913" actId="1076"/>
          <ac:spMkLst>
            <pc:docMk/>
            <pc:sldMk cId="758699190" sldId="289"/>
            <ac:spMk id="119" creationId="{C66346C8-0999-9047-87EA-E14772363D64}"/>
          </ac:spMkLst>
        </pc:spChg>
        <pc:spChg chg="add mod">
          <ac:chgData name="CSPT02" userId="21f640c2-b5d5-40ed-b03e-b88c15baf445" providerId="ADAL" clId="{123FDAD7-74D0-4436-B669-037B7AF78EFA}" dt="2025-08-08T06:11:47.819" v="913" actId="1076"/>
          <ac:spMkLst>
            <pc:docMk/>
            <pc:sldMk cId="758699190" sldId="289"/>
            <ac:spMk id="120" creationId="{F9095DE0-0DB9-83D5-BE91-7A89DC470399}"/>
          </ac:spMkLst>
        </pc:spChg>
        <pc:spChg chg="add mod">
          <ac:chgData name="CSPT02" userId="21f640c2-b5d5-40ed-b03e-b88c15baf445" providerId="ADAL" clId="{123FDAD7-74D0-4436-B669-037B7AF78EFA}" dt="2025-08-08T06:11:47.819" v="913" actId="1076"/>
          <ac:spMkLst>
            <pc:docMk/>
            <pc:sldMk cId="758699190" sldId="289"/>
            <ac:spMk id="123" creationId="{0602CE76-FD45-D597-08AF-E8C49A7882CF}"/>
          </ac:spMkLst>
        </pc:spChg>
        <pc:spChg chg="add mod">
          <ac:chgData name="CSPT02" userId="21f640c2-b5d5-40ed-b03e-b88c15baf445" providerId="ADAL" clId="{123FDAD7-74D0-4436-B669-037B7AF78EFA}" dt="2025-08-08T06:11:47.819" v="913" actId="1076"/>
          <ac:spMkLst>
            <pc:docMk/>
            <pc:sldMk cId="758699190" sldId="289"/>
            <ac:spMk id="125" creationId="{AC6C90F7-C756-72C6-5BB1-652BAA556302}"/>
          </ac:spMkLst>
        </pc:spChg>
        <pc:spChg chg="add mod">
          <ac:chgData name="CSPT02" userId="21f640c2-b5d5-40ed-b03e-b88c15baf445" providerId="ADAL" clId="{123FDAD7-74D0-4436-B669-037B7AF78EFA}" dt="2025-08-08T06:11:47.819" v="913" actId="1076"/>
          <ac:spMkLst>
            <pc:docMk/>
            <pc:sldMk cId="758699190" sldId="289"/>
            <ac:spMk id="128" creationId="{F0206548-D5DC-791E-7D3B-267A8DEB54DB}"/>
          </ac:spMkLst>
        </pc:spChg>
        <pc:spChg chg="add mod">
          <ac:chgData name="CSPT02" userId="21f640c2-b5d5-40ed-b03e-b88c15baf445" providerId="ADAL" clId="{123FDAD7-74D0-4436-B669-037B7AF78EFA}" dt="2025-08-08T06:11:47.819" v="913" actId="1076"/>
          <ac:spMkLst>
            <pc:docMk/>
            <pc:sldMk cId="758699190" sldId="289"/>
            <ac:spMk id="129" creationId="{6E260687-489C-61A7-E335-9B01D1B3EC5D}"/>
          </ac:spMkLst>
        </pc:spChg>
        <pc:spChg chg="add mod">
          <ac:chgData name="CSPT02" userId="21f640c2-b5d5-40ed-b03e-b88c15baf445" providerId="ADAL" clId="{123FDAD7-74D0-4436-B669-037B7AF78EFA}" dt="2025-08-08T06:10:53.935" v="907" actId="1076"/>
          <ac:spMkLst>
            <pc:docMk/>
            <pc:sldMk cId="758699190" sldId="289"/>
            <ac:spMk id="130" creationId="{A6E2D0C5-A0A6-2746-8F60-158809CA51F5}"/>
          </ac:spMkLst>
        </pc:spChg>
        <pc:spChg chg="add mod">
          <ac:chgData name="CSPT02" userId="21f640c2-b5d5-40ed-b03e-b88c15baf445" providerId="ADAL" clId="{123FDAD7-74D0-4436-B669-037B7AF78EFA}" dt="2025-08-08T06:11:47.819" v="913" actId="1076"/>
          <ac:spMkLst>
            <pc:docMk/>
            <pc:sldMk cId="758699190" sldId="289"/>
            <ac:spMk id="131" creationId="{53102B9F-0324-C90F-7CB8-A835AA18C11B}"/>
          </ac:spMkLst>
        </pc:spChg>
        <pc:spChg chg="add mod">
          <ac:chgData name="CSPT02" userId="21f640c2-b5d5-40ed-b03e-b88c15baf445" providerId="ADAL" clId="{123FDAD7-74D0-4436-B669-037B7AF78EFA}" dt="2025-08-08T06:11:47.819" v="913" actId="1076"/>
          <ac:spMkLst>
            <pc:docMk/>
            <pc:sldMk cId="758699190" sldId="289"/>
            <ac:spMk id="132" creationId="{F33F167D-0CB4-B0F0-2A57-13E2C0718793}"/>
          </ac:spMkLst>
        </pc:spChg>
        <pc:spChg chg="add mod">
          <ac:chgData name="CSPT02" userId="21f640c2-b5d5-40ed-b03e-b88c15baf445" providerId="ADAL" clId="{123FDAD7-74D0-4436-B669-037B7AF78EFA}" dt="2025-08-08T06:12:08.778" v="915" actId="1076"/>
          <ac:spMkLst>
            <pc:docMk/>
            <pc:sldMk cId="758699190" sldId="289"/>
            <ac:spMk id="135" creationId="{F4910ABC-CB8E-EA57-D80E-4FB9F773E7B7}"/>
          </ac:spMkLst>
        </pc:spChg>
        <pc:spChg chg="add mod">
          <ac:chgData name="CSPT02" userId="21f640c2-b5d5-40ed-b03e-b88c15baf445" providerId="ADAL" clId="{123FDAD7-74D0-4436-B669-037B7AF78EFA}" dt="2025-08-08T06:12:08.778" v="915" actId="1076"/>
          <ac:spMkLst>
            <pc:docMk/>
            <pc:sldMk cId="758699190" sldId="289"/>
            <ac:spMk id="137" creationId="{B6565AF3-B518-A10F-D3D5-4FE4326C537F}"/>
          </ac:spMkLst>
        </pc:spChg>
        <pc:spChg chg="add mod">
          <ac:chgData name="CSPT02" userId="21f640c2-b5d5-40ed-b03e-b88c15baf445" providerId="ADAL" clId="{123FDAD7-74D0-4436-B669-037B7AF78EFA}" dt="2025-08-08T06:12:10.949" v="917" actId="20577"/>
          <ac:spMkLst>
            <pc:docMk/>
            <pc:sldMk cId="758699190" sldId="289"/>
            <ac:spMk id="138" creationId="{18E90767-1C64-DF04-5C08-1D52344CBBDA}"/>
          </ac:spMkLst>
        </pc:spChg>
        <pc:spChg chg="add mod">
          <ac:chgData name="CSPT02" userId="21f640c2-b5d5-40ed-b03e-b88c15baf445" providerId="ADAL" clId="{123FDAD7-74D0-4436-B669-037B7AF78EFA}" dt="2025-08-08T06:12:08.778" v="915" actId="1076"/>
          <ac:spMkLst>
            <pc:docMk/>
            <pc:sldMk cId="758699190" sldId="289"/>
            <ac:spMk id="139" creationId="{AC2AFAF2-8406-9F06-568D-7B2DA2177904}"/>
          </ac:spMkLst>
        </pc:spChg>
        <pc:picChg chg="add mod modCrop">
          <ac:chgData name="CSPT02" userId="21f640c2-b5d5-40ed-b03e-b88c15baf445" providerId="ADAL" clId="{123FDAD7-74D0-4436-B669-037B7AF78EFA}" dt="2025-08-08T06:04:56.757" v="851" actId="732"/>
          <ac:picMkLst>
            <pc:docMk/>
            <pc:sldMk cId="758699190" sldId="289"/>
            <ac:picMk id="3" creationId="{7525BF90-9D5C-A92E-C5F6-3211EC97DB7C}"/>
          </ac:picMkLst>
        </pc:picChg>
        <pc:picChg chg="add mod modCrop">
          <ac:chgData name="CSPT02" userId="21f640c2-b5d5-40ed-b03e-b88c15baf445" providerId="ADAL" clId="{123FDAD7-74D0-4436-B669-037B7AF78EFA}" dt="2025-08-08T06:05:29.945" v="857" actId="1076"/>
          <ac:picMkLst>
            <pc:docMk/>
            <pc:sldMk cId="758699190" sldId="289"/>
            <ac:picMk id="22" creationId="{52CEA87F-EDFA-9625-3215-DF49A090E45C}"/>
          </ac:picMkLst>
        </pc:picChg>
        <pc:picChg chg="add mod modCrop">
          <ac:chgData name="CSPT02" userId="21f640c2-b5d5-40ed-b03e-b88c15baf445" providerId="ADAL" clId="{123FDAD7-74D0-4436-B669-037B7AF78EFA}" dt="2025-08-08T06:05:33.898" v="858" actId="1076"/>
          <ac:picMkLst>
            <pc:docMk/>
            <pc:sldMk cId="758699190" sldId="289"/>
            <ac:picMk id="23" creationId="{8C0384B2-5F09-0D6F-DA30-38F6C27D1149}"/>
          </ac:picMkLst>
        </pc:picChg>
        <pc:picChg chg="add mod modCrop">
          <ac:chgData name="CSPT02" userId="21f640c2-b5d5-40ed-b03e-b88c15baf445" providerId="ADAL" clId="{123FDAD7-74D0-4436-B669-037B7AF78EFA}" dt="2025-08-08T06:05:23.068" v="855" actId="1076"/>
          <ac:picMkLst>
            <pc:docMk/>
            <pc:sldMk cId="758699190" sldId="289"/>
            <ac:picMk id="84" creationId="{BA3FC42E-F093-B977-9054-B05ED9349A10}"/>
          </ac:picMkLst>
        </pc:picChg>
        <pc:inkChg chg="add mod">
          <ac:chgData name="CSPT02" userId="21f640c2-b5d5-40ed-b03e-b88c15baf445" providerId="ADAL" clId="{123FDAD7-74D0-4436-B669-037B7AF78EFA}" dt="2025-08-08T05:47:41.603" v="726" actId="14100"/>
          <ac:inkMkLst>
            <pc:docMk/>
            <pc:sldMk cId="758699190" sldId="289"/>
            <ac:inkMk id="4" creationId="{27D20879-63D6-7462-D255-86DF29BE0C48}"/>
          </ac:inkMkLst>
        </pc:inkChg>
        <pc:cxnChg chg="add mod">
          <ac:chgData name="CSPT02" userId="21f640c2-b5d5-40ed-b03e-b88c15baf445" providerId="ADAL" clId="{123FDAD7-74D0-4436-B669-037B7AF78EFA}" dt="2025-08-08T05:50:41.974" v="771" actId="1076"/>
          <ac:cxnSpMkLst>
            <pc:docMk/>
            <pc:sldMk cId="758699190" sldId="289"/>
            <ac:cxnSpMk id="42" creationId="{FC09CEBF-1DB4-61FC-58CD-8840C647CED6}"/>
          </ac:cxnSpMkLst>
        </pc:cxnChg>
        <pc:cxnChg chg="add mod">
          <ac:chgData name="CSPT02" userId="21f640c2-b5d5-40ed-b03e-b88c15baf445" providerId="ADAL" clId="{123FDAD7-74D0-4436-B669-037B7AF78EFA}" dt="2025-08-08T05:50:55.622" v="774" actId="1076"/>
          <ac:cxnSpMkLst>
            <pc:docMk/>
            <pc:sldMk cId="758699190" sldId="289"/>
            <ac:cxnSpMk id="43" creationId="{7E911088-6A5D-6D79-93DC-CC1E342BBA48}"/>
          </ac:cxnSpMkLst>
        </pc:cxnChg>
        <pc:cxnChg chg="add mod">
          <ac:chgData name="CSPT02" userId="21f640c2-b5d5-40ed-b03e-b88c15baf445" providerId="ADAL" clId="{123FDAD7-74D0-4436-B669-037B7AF78EFA}" dt="2025-08-08T05:50:25.821" v="764" actId="1076"/>
          <ac:cxnSpMkLst>
            <pc:docMk/>
            <pc:sldMk cId="758699190" sldId="289"/>
            <ac:cxnSpMk id="46" creationId="{240F0F16-0693-D848-0266-82A24408A3DC}"/>
          </ac:cxnSpMkLst>
        </pc:cxnChg>
        <pc:cxnChg chg="add mod">
          <ac:chgData name="CSPT02" userId="21f640c2-b5d5-40ed-b03e-b88c15baf445" providerId="ADAL" clId="{123FDAD7-74D0-4436-B669-037B7AF78EFA}" dt="2025-08-08T05:50:33.244" v="767" actId="14100"/>
          <ac:cxnSpMkLst>
            <pc:docMk/>
            <pc:sldMk cId="758699190" sldId="289"/>
            <ac:cxnSpMk id="51" creationId="{78616A71-6BAD-8CA1-DA5E-1E8588B3196D}"/>
          </ac:cxnSpMkLst>
        </pc:cxnChg>
        <pc:cxnChg chg="add mod">
          <ac:chgData name="CSPT02" userId="21f640c2-b5d5-40ed-b03e-b88c15baf445" providerId="ADAL" clId="{123FDAD7-74D0-4436-B669-037B7AF78EFA}" dt="2025-08-08T05:53:58.129" v="800" actId="1076"/>
          <ac:cxnSpMkLst>
            <pc:docMk/>
            <pc:sldMk cId="758699190" sldId="289"/>
            <ac:cxnSpMk id="56" creationId="{E2B1A2EE-A541-4A9A-39E5-CD52EAAB13F4}"/>
          </ac:cxnSpMkLst>
        </pc:cxnChg>
        <pc:cxnChg chg="mod">
          <ac:chgData name="CSPT02" userId="21f640c2-b5d5-40ed-b03e-b88c15baf445" providerId="ADAL" clId="{123FDAD7-74D0-4436-B669-037B7AF78EFA}" dt="2025-08-08T06:06:09.301" v="861" actId="1076"/>
          <ac:cxnSpMkLst>
            <pc:docMk/>
            <pc:sldMk cId="758699190" sldId="289"/>
            <ac:cxnSpMk id="74" creationId="{77ED5C3F-7DF4-159A-2294-BA62808463B2}"/>
          </ac:cxnSpMkLst>
        </pc:cxnChg>
        <pc:cxnChg chg="mod">
          <ac:chgData name="CSPT02" userId="21f640c2-b5d5-40ed-b03e-b88c15baf445" providerId="ADAL" clId="{123FDAD7-74D0-4436-B669-037B7AF78EFA}" dt="2025-08-08T06:06:22.586" v="864" actId="1076"/>
          <ac:cxnSpMkLst>
            <pc:docMk/>
            <pc:sldMk cId="758699190" sldId="289"/>
            <ac:cxnSpMk id="75" creationId="{59281298-67FA-69F9-AADA-1B2DE0FE60D6}"/>
          </ac:cxnSpMkLst>
        </pc:cxnChg>
        <pc:cxnChg chg="mod">
          <ac:chgData name="CSPT02" userId="21f640c2-b5d5-40ed-b03e-b88c15baf445" providerId="ADAL" clId="{123FDAD7-74D0-4436-B669-037B7AF78EFA}" dt="2025-08-08T06:06:33.124" v="866" actId="14100"/>
          <ac:cxnSpMkLst>
            <pc:docMk/>
            <pc:sldMk cId="758699190" sldId="289"/>
            <ac:cxnSpMk id="82" creationId="{64C2869E-1827-3A73-A6BA-944622767A9F}"/>
          </ac:cxnSpMkLst>
        </pc:cxnChg>
        <pc:cxnChg chg="add mod">
          <ac:chgData name="CSPT02" userId="21f640c2-b5d5-40ed-b03e-b88c15baf445" providerId="ADAL" clId="{123FDAD7-74D0-4436-B669-037B7AF78EFA}" dt="2025-08-08T06:07:34.650" v="872" actId="1076"/>
          <ac:cxnSpMkLst>
            <pc:docMk/>
            <pc:sldMk cId="758699190" sldId="289"/>
            <ac:cxnSpMk id="103" creationId="{F683FF41-7571-DAC2-DF72-D9105F0AC912}"/>
          </ac:cxnSpMkLst>
        </pc:cxnChg>
        <pc:cxnChg chg="add mod">
          <ac:chgData name="CSPT02" userId="21f640c2-b5d5-40ed-b03e-b88c15baf445" providerId="ADAL" clId="{123FDAD7-74D0-4436-B669-037B7AF78EFA}" dt="2025-08-08T06:07:34.650" v="872" actId="1076"/>
          <ac:cxnSpMkLst>
            <pc:docMk/>
            <pc:sldMk cId="758699190" sldId="289"/>
            <ac:cxnSpMk id="104" creationId="{4F02D216-EA77-1D15-B8CD-8357F29BBED0}"/>
          </ac:cxnSpMkLst>
        </pc:cxnChg>
        <pc:cxnChg chg="add mod">
          <ac:chgData name="CSPT02" userId="21f640c2-b5d5-40ed-b03e-b88c15baf445" providerId="ADAL" clId="{123FDAD7-74D0-4436-B669-037B7AF78EFA}" dt="2025-08-08T06:07:34.650" v="872" actId="1076"/>
          <ac:cxnSpMkLst>
            <pc:docMk/>
            <pc:sldMk cId="758699190" sldId="289"/>
            <ac:cxnSpMk id="106" creationId="{CFD5F542-A856-BFD1-5A89-46220DE59C47}"/>
          </ac:cxnSpMkLst>
        </pc:cxnChg>
        <pc:cxnChg chg="add mod">
          <ac:chgData name="CSPT02" userId="21f640c2-b5d5-40ed-b03e-b88c15baf445" providerId="ADAL" clId="{123FDAD7-74D0-4436-B669-037B7AF78EFA}" dt="2025-08-08T06:07:34.650" v="872" actId="1076"/>
          <ac:cxnSpMkLst>
            <pc:docMk/>
            <pc:sldMk cId="758699190" sldId="289"/>
            <ac:cxnSpMk id="110" creationId="{AF743D67-A348-B669-C47D-CF0A054247EC}"/>
          </ac:cxnSpMkLst>
        </pc:cxnChg>
        <pc:cxnChg chg="add mod">
          <ac:chgData name="CSPT02" userId="21f640c2-b5d5-40ed-b03e-b88c15baf445" providerId="ADAL" clId="{123FDAD7-74D0-4436-B669-037B7AF78EFA}" dt="2025-08-08T06:07:34.650" v="872" actId="1076"/>
          <ac:cxnSpMkLst>
            <pc:docMk/>
            <pc:sldMk cId="758699190" sldId="289"/>
            <ac:cxnSpMk id="111" creationId="{26CCE444-2506-6787-90FE-FA9F60C520E7}"/>
          </ac:cxnSpMkLst>
        </pc:cxnChg>
        <pc:cxnChg chg="add mod">
          <ac:chgData name="CSPT02" userId="21f640c2-b5d5-40ed-b03e-b88c15baf445" providerId="ADAL" clId="{123FDAD7-74D0-4436-B669-037B7AF78EFA}" dt="2025-08-08T06:15:23.702" v="923" actId="14100"/>
          <ac:cxnSpMkLst>
            <pc:docMk/>
            <pc:sldMk cId="758699190" sldId="289"/>
            <ac:cxnSpMk id="133" creationId="{BC6E3FC7-C4C6-F527-A397-B6B78BDA2183}"/>
          </ac:cxnSpMkLst>
        </pc:cxnChg>
        <pc:cxnChg chg="add mod">
          <ac:chgData name="CSPT02" userId="21f640c2-b5d5-40ed-b03e-b88c15baf445" providerId="ADAL" clId="{123FDAD7-74D0-4436-B669-037B7AF78EFA}" dt="2025-08-08T06:12:08.778" v="915" actId="1076"/>
          <ac:cxnSpMkLst>
            <pc:docMk/>
            <pc:sldMk cId="758699190" sldId="289"/>
            <ac:cxnSpMk id="134" creationId="{1FDE5CBF-56A5-3EFB-A315-B2BE7006B335}"/>
          </ac:cxnSpMkLst>
        </pc:cxnChg>
        <pc:cxnChg chg="add mod">
          <ac:chgData name="CSPT02" userId="21f640c2-b5d5-40ed-b03e-b88c15baf445" providerId="ADAL" clId="{123FDAD7-74D0-4436-B669-037B7AF78EFA}" dt="2025-08-08T06:12:08.778" v="915" actId="1076"/>
          <ac:cxnSpMkLst>
            <pc:docMk/>
            <pc:sldMk cId="758699190" sldId="289"/>
            <ac:cxnSpMk id="136" creationId="{F680C173-6831-84C4-DF3A-36513B5901C6}"/>
          </ac:cxnSpMkLst>
        </pc:cxnChg>
        <pc:cxnChg chg="add mod">
          <ac:chgData name="CSPT02" userId="21f640c2-b5d5-40ed-b03e-b88c15baf445" providerId="ADAL" clId="{123FDAD7-74D0-4436-B669-037B7AF78EFA}" dt="2025-08-08T06:12:08.778" v="915" actId="1076"/>
          <ac:cxnSpMkLst>
            <pc:docMk/>
            <pc:sldMk cId="758699190" sldId="289"/>
            <ac:cxnSpMk id="140" creationId="{FAE93476-9F54-1096-8E5F-BE793213FFBE}"/>
          </ac:cxnSpMkLst>
        </pc:cxnChg>
        <pc:cxnChg chg="add mod">
          <ac:chgData name="CSPT02" userId="21f640c2-b5d5-40ed-b03e-b88c15baf445" providerId="ADAL" clId="{123FDAD7-74D0-4436-B669-037B7AF78EFA}" dt="2025-08-08T06:12:08.778" v="915" actId="1076"/>
          <ac:cxnSpMkLst>
            <pc:docMk/>
            <pc:sldMk cId="758699190" sldId="289"/>
            <ac:cxnSpMk id="141" creationId="{4F037F79-9793-D67E-D116-6B0A3DB13573}"/>
          </ac:cxnSpMkLst>
        </pc:cxnChg>
      </pc:sldChg>
    </pc:docChg>
  </pc:docChgLst>
  <pc:docChgLst>
    <pc:chgData name="Alan" userId="b08fe71a-2823-4f18-94c7-56c11e51531c" providerId="ADAL" clId="{1AEDA7F1-589A-4211-B302-B6F96CD5851F}"/>
    <pc:docChg chg="custSel addSld delSld modSld sldOrd modSection">
      <pc:chgData name="Alan" userId="b08fe71a-2823-4f18-94c7-56c11e51531c" providerId="ADAL" clId="{1AEDA7F1-589A-4211-B302-B6F96CD5851F}" dt="2023-07-29T03:21:55.016" v="10" actId="2696"/>
      <pc:docMkLst>
        <pc:docMk/>
      </pc:docMkLst>
      <pc:sldChg chg="modSp add mod">
        <pc:chgData name="Alan" userId="b08fe71a-2823-4f18-94c7-56c11e51531c" providerId="ADAL" clId="{1AEDA7F1-589A-4211-B302-B6F96CD5851F}" dt="2023-07-15T05:18:17.157" v="1" actId="1076"/>
        <pc:sldMkLst>
          <pc:docMk/>
          <pc:sldMk cId="701507128" sldId="256"/>
        </pc:sldMkLst>
      </pc:sldChg>
      <pc:sldChg chg="add del">
        <pc:chgData name="Alan" userId="b08fe71a-2823-4f18-94c7-56c11e51531c" providerId="ADAL" clId="{1AEDA7F1-589A-4211-B302-B6F96CD5851F}" dt="2023-07-29T03:21:55.016" v="10" actId="2696"/>
        <pc:sldMkLst>
          <pc:docMk/>
          <pc:sldMk cId="1763557916" sldId="257"/>
        </pc:sldMkLst>
      </pc:sldChg>
      <pc:sldChg chg="delSp add mod">
        <pc:chgData name="Alan" userId="b08fe71a-2823-4f18-94c7-56c11e51531c" providerId="ADAL" clId="{1AEDA7F1-589A-4211-B302-B6F96CD5851F}" dt="2023-07-15T08:30:33.970" v="3" actId="21"/>
        <pc:sldMkLst>
          <pc:docMk/>
          <pc:sldMk cId="4276507783" sldId="262"/>
        </pc:sldMkLst>
      </pc:sldChg>
      <pc:sldChg chg="add">
        <pc:chgData name="Alan" userId="b08fe71a-2823-4f18-94c7-56c11e51531c" providerId="ADAL" clId="{1AEDA7F1-589A-4211-B302-B6F96CD5851F}" dt="2023-07-15T05:17:21.528" v="0"/>
        <pc:sldMkLst>
          <pc:docMk/>
          <pc:sldMk cId="4235005077" sldId="263"/>
        </pc:sldMkLst>
      </pc:sldChg>
      <pc:sldChg chg="add">
        <pc:chgData name="Alan" userId="b08fe71a-2823-4f18-94c7-56c11e51531c" providerId="ADAL" clId="{1AEDA7F1-589A-4211-B302-B6F96CD5851F}" dt="2023-07-29T03:21:44.595" v="7"/>
        <pc:sldMkLst>
          <pc:docMk/>
          <pc:sldMk cId="3393430018" sldId="274"/>
        </pc:sldMkLst>
      </pc:sldChg>
      <pc:sldChg chg="del mod modShow">
        <pc:chgData name="Alan" userId="b08fe71a-2823-4f18-94c7-56c11e51531c" providerId="ADAL" clId="{1AEDA7F1-589A-4211-B302-B6F96CD5851F}" dt="2023-07-29T03:21:41.420" v="6" actId="2696"/>
        <pc:sldMkLst>
          <pc:docMk/>
          <pc:sldMk cId="3693085094" sldId="274"/>
        </pc:sldMkLst>
      </pc:sldChg>
      <pc:sldChg chg="add ord">
        <pc:chgData name="Alan" userId="b08fe71a-2823-4f18-94c7-56c11e51531c" providerId="ADAL" clId="{1AEDA7F1-589A-4211-B302-B6F96CD5851F}" dt="2023-07-29T03:21:48.526" v="9"/>
        <pc:sldMkLst>
          <pc:docMk/>
          <pc:sldMk cId="1954489379" sldId="276"/>
        </pc:sldMkLst>
      </pc:sldChg>
      <pc:sldChg chg="del mod modShow">
        <pc:chgData name="Alan" userId="b08fe71a-2823-4f18-94c7-56c11e51531c" providerId="ADAL" clId="{1AEDA7F1-589A-4211-B302-B6F96CD5851F}" dt="2023-07-29T03:21:41.420" v="6" actId="2696"/>
        <pc:sldMkLst>
          <pc:docMk/>
          <pc:sldMk cId="4186974772" sldId="276"/>
        </pc:sldMkLst>
      </pc:sldChg>
      <pc:sldChg chg="add">
        <pc:chgData name="Alan" userId="b08fe71a-2823-4f18-94c7-56c11e51531c" providerId="ADAL" clId="{1AEDA7F1-589A-4211-B302-B6F96CD5851F}" dt="2023-07-15T05:17:21.528" v="0"/>
        <pc:sldMkLst>
          <pc:docMk/>
          <pc:sldMk cId="1693274985" sldId="280"/>
        </pc:sldMkLst>
      </pc:sldChg>
      <pc:sldChg chg="add">
        <pc:chgData name="Alan" userId="b08fe71a-2823-4f18-94c7-56c11e51531c" providerId="ADAL" clId="{1AEDA7F1-589A-4211-B302-B6F96CD5851F}" dt="2023-07-15T05:17:21.528" v="0"/>
        <pc:sldMkLst>
          <pc:docMk/>
          <pc:sldMk cId="350836287" sldId="281"/>
        </pc:sldMkLst>
      </pc:sldChg>
      <pc:sldChg chg="delSp add mod">
        <pc:chgData name="Alan" userId="b08fe71a-2823-4f18-94c7-56c11e51531c" providerId="ADAL" clId="{1AEDA7F1-589A-4211-B302-B6F96CD5851F}" dt="2023-07-15T08:30:28.627" v="2" actId="21"/>
        <pc:sldMkLst>
          <pc:docMk/>
          <pc:sldMk cId="871888419" sldId="282"/>
        </pc:sldMkLst>
      </pc:sldChg>
    </pc:docChg>
  </pc:docChgLst>
  <pc:docChgLst>
    <pc:chgData name="Hoi" userId="064b9ae9-efb5-4029-bcbc-4c9becbf9a22" providerId="ADAL" clId="{D91346E6-3E21-44EB-9082-002728D1029A}"/>
    <pc:docChg chg="undo custSel modSld">
      <pc:chgData name="Hoi" userId="064b9ae9-efb5-4029-bcbc-4c9becbf9a22" providerId="ADAL" clId="{D91346E6-3E21-44EB-9082-002728D1029A}" dt="2024-07-16T03:11:11.302" v="25" actId="1076"/>
      <pc:docMkLst>
        <pc:docMk/>
      </pc:docMkLst>
      <pc:sldChg chg="delSp modSp mod delAnim">
        <pc:chgData name="Hoi" userId="064b9ae9-efb5-4029-bcbc-4c9becbf9a22" providerId="ADAL" clId="{D91346E6-3E21-44EB-9082-002728D1029A}" dt="2024-07-16T03:11:11.302" v="25" actId="1076"/>
        <pc:sldMkLst>
          <pc:docMk/>
          <pc:sldMk cId="4276507783" sldId="262"/>
        </pc:sldMkLst>
      </pc:sldChg>
      <pc:sldChg chg="addSp delSp modSp mod delAnim modAnim">
        <pc:chgData name="Hoi" userId="064b9ae9-efb5-4029-bcbc-4c9becbf9a22" providerId="ADAL" clId="{D91346E6-3E21-44EB-9082-002728D1029A}" dt="2024-07-16T03:10:02.421" v="21" actId="1076"/>
        <pc:sldMkLst>
          <pc:docMk/>
          <pc:sldMk cId="350836287" sldId="281"/>
        </pc:sldMkLst>
      </pc:sldChg>
    </pc:docChg>
  </pc:docChgLst>
  <pc:docChgLst>
    <pc:chgData name="Jeannie" userId="58a2f374-df9b-4544-9b2e-b6aa35fec571" providerId="ADAL" clId="{33FE096F-A4D3-4F41-AEF3-C09E659EB8F9}"/>
    <pc:docChg chg="undo custSel addSld delSld modSld modSection">
      <pc:chgData name="Jeannie" userId="58a2f374-df9b-4544-9b2e-b6aa35fec571" providerId="ADAL" clId="{33FE096F-A4D3-4F41-AEF3-C09E659EB8F9}" dt="2025-07-04T05:45:02.206" v="371"/>
      <pc:docMkLst>
        <pc:docMk/>
      </pc:docMkLst>
      <pc:sldChg chg="addSp delSp modSp new mod modAnim">
        <pc:chgData name="Jeannie" userId="58a2f374-df9b-4544-9b2e-b6aa35fec571" providerId="ADAL" clId="{33FE096F-A4D3-4F41-AEF3-C09E659EB8F9}" dt="2025-07-04T05:43:38.730" v="357"/>
        <pc:sldMkLst>
          <pc:docMk/>
          <pc:sldMk cId="3019246832" sldId="283"/>
        </pc:sldMkLst>
      </pc:sldChg>
      <pc:sldChg chg="addSp delSp modSp new mod modAnim">
        <pc:chgData name="Jeannie" userId="58a2f374-df9b-4544-9b2e-b6aa35fec571" providerId="ADAL" clId="{33FE096F-A4D3-4F41-AEF3-C09E659EB8F9}" dt="2025-07-04T05:45:02.206" v="371"/>
        <pc:sldMkLst>
          <pc:docMk/>
          <pc:sldMk cId="1100379196" sldId="284"/>
        </pc:sldMkLst>
      </pc:sldChg>
      <pc:sldChg chg="addSp delSp modSp new del mod delAnim modAnim">
        <pc:chgData name="Jeannie" userId="58a2f374-df9b-4544-9b2e-b6aa35fec571" providerId="ADAL" clId="{33FE096F-A4D3-4F41-AEF3-C09E659EB8F9}" dt="2025-07-03T10:15:44.020" v="128" actId="2696"/>
        <pc:sldMkLst>
          <pc:docMk/>
          <pc:sldMk cId="2105359871" sldId="284"/>
        </pc:sldMkLst>
      </pc:sldChg>
    </pc:docChg>
  </pc:docChgLst>
  <pc:docChgLst>
    <pc:chgData name="CSPT02" userId="21f640c2-b5d5-40ed-b03e-b88c15baf445" providerId="ADAL" clId="{CADE0ED4-000B-4512-AC20-B91ADAAEDF44}"/>
    <pc:docChg chg="undo redo custSel delSld modSld sldOrd modSection">
      <pc:chgData name="CSPT02" userId="21f640c2-b5d5-40ed-b03e-b88c15baf445" providerId="ADAL" clId="{CADE0ED4-000B-4512-AC20-B91ADAAEDF44}" dt="2025-07-09T06:10:27.149" v="904" actId="47"/>
      <pc:docMkLst>
        <pc:docMk/>
      </pc:docMkLst>
      <pc:sldChg chg="del ord">
        <pc:chgData name="CSPT02" userId="21f640c2-b5d5-40ed-b03e-b88c15baf445" providerId="ADAL" clId="{CADE0ED4-000B-4512-AC20-B91ADAAEDF44}" dt="2025-07-09T06:10:27.149" v="904" actId="47"/>
        <pc:sldMkLst>
          <pc:docMk/>
          <pc:sldMk cId="89158702" sldId="259"/>
        </pc:sldMkLst>
      </pc:sldChg>
      <pc:sldChg chg="del ord">
        <pc:chgData name="CSPT02" userId="21f640c2-b5d5-40ed-b03e-b88c15baf445" providerId="ADAL" clId="{CADE0ED4-000B-4512-AC20-B91ADAAEDF44}" dt="2025-07-09T06:10:27.149" v="904" actId="47"/>
        <pc:sldMkLst>
          <pc:docMk/>
          <pc:sldMk cId="3419679498" sldId="261"/>
        </pc:sldMkLst>
      </pc:sldChg>
      <pc:sldChg chg="ord">
        <pc:chgData name="CSPT02" userId="21f640c2-b5d5-40ed-b03e-b88c15baf445" providerId="ADAL" clId="{CADE0ED4-000B-4512-AC20-B91ADAAEDF44}" dt="2025-07-09T06:06:04.768" v="898"/>
        <pc:sldMkLst>
          <pc:docMk/>
          <pc:sldMk cId="4235005077" sldId="263"/>
        </pc:sldMkLst>
      </pc:sldChg>
      <pc:sldChg chg="del">
        <pc:chgData name="CSPT02" userId="21f640c2-b5d5-40ed-b03e-b88c15baf445" providerId="ADAL" clId="{CADE0ED4-000B-4512-AC20-B91ADAAEDF44}" dt="2025-07-09T06:08:25.520" v="901" actId="47"/>
        <pc:sldMkLst>
          <pc:docMk/>
          <pc:sldMk cId="514094472" sldId="264"/>
        </pc:sldMkLst>
      </pc:sldChg>
      <pc:sldChg chg="del">
        <pc:chgData name="CSPT02" userId="21f640c2-b5d5-40ed-b03e-b88c15baf445" providerId="ADAL" clId="{CADE0ED4-000B-4512-AC20-B91ADAAEDF44}" dt="2025-07-09T06:08:25.520" v="901" actId="47"/>
        <pc:sldMkLst>
          <pc:docMk/>
          <pc:sldMk cId="2419655881" sldId="265"/>
        </pc:sldMkLst>
      </pc:sldChg>
      <pc:sldChg chg="del ord">
        <pc:chgData name="CSPT02" userId="21f640c2-b5d5-40ed-b03e-b88c15baf445" providerId="ADAL" clId="{CADE0ED4-000B-4512-AC20-B91ADAAEDF44}" dt="2025-07-09T06:10:27.149" v="904" actId="47"/>
        <pc:sldMkLst>
          <pc:docMk/>
          <pc:sldMk cId="4076923869" sldId="268"/>
        </pc:sldMkLst>
      </pc:sldChg>
      <pc:sldChg chg="del ord">
        <pc:chgData name="CSPT02" userId="21f640c2-b5d5-40ed-b03e-b88c15baf445" providerId="ADAL" clId="{CADE0ED4-000B-4512-AC20-B91ADAAEDF44}" dt="2025-07-09T06:10:27.149" v="904" actId="47"/>
        <pc:sldMkLst>
          <pc:docMk/>
          <pc:sldMk cId="1688030957" sldId="270"/>
        </pc:sldMkLst>
      </pc:sldChg>
      <pc:sldChg chg="del ord">
        <pc:chgData name="CSPT02" userId="21f640c2-b5d5-40ed-b03e-b88c15baf445" providerId="ADAL" clId="{CADE0ED4-000B-4512-AC20-B91ADAAEDF44}" dt="2025-07-09T06:10:27.149" v="904" actId="47"/>
        <pc:sldMkLst>
          <pc:docMk/>
          <pc:sldMk cId="682194600" sldId="271"/>
        </pc:sldMkLst>
      </pc:sldChg>
      <pc:sldChg chg="del">
        <pc:chgData name="CSPT02" userId="21f640c2-b5d5-40ed-b03e-b88c15baf445" providerId="ADAL" clId="{CADE0ED4-000B-4512-AC20-B91ADAAEDF44}" dt="2025-07-09T06:08:25.520" v="901" actId="47"/>
        <pc:sldMkLst>
          <pc:docMk/>
          <pc:sldMk cId="1390996231" sldId="272"/>
        </pc:sldMkLst>
      </pc:sldChg>
      <pc:sldChg chg="addSp delSp modSp mod delAnim modAnim">
        <pc:chgData name="CSPT02" userId="21f640c2-b5d5-40ed-b03e-b88c15baf445" providerId="ADAL" clId="{CADE0ED4-000B-4512-AC20-B91ADAAEDF44}" dt="2025-07-08T10:51:00.117" v="44" actId="207"/>
        <pc:sldMkLst>
          <pc:docMk/>
          <pc:sldMk cId="874170983" sldId="275"/>
        </pc:sldMkLst>
      </pc:sldChg>
      <pc:sldChg chg="addSp delSp modSp mod ord delAnim modAnim">
        <pc:chgData name="CSPT02" userId="21f640c2-b5d5-40ed-b03e-b88c15baf445" providerId="ADAL" clId="{CADE0ED4-000B-4512-AC20-B91ADAAEDF44}" dt="2025-07-09T04:24:31.854" v="356"/>
        <pc:sldMkLst>
          <pc:docMk/>
          <pc:sldMk cId="3014500529" sldId="277"/>
        </pc:sldMkLst>
      </pc:sldChg>
      <pc:sldChg chg="addSp delSp modSp mod ord delAnim modAnim">
        <pc:chgData name="CSPT02" userId="21f640c2-b5d5-40ed-b03e-b88c15baf445" providerId="ADAL" clId="{CADE0ED4-000B-4512-AC20-B91ADAAEDF44}" dt="2025-07-09T04:24:40.637" v="360"/>
        <pc:sldMkLst>
          <pc:docMk/>
          <pc:sldMk cId="4016721899" sldId="278"/>
        </pc:sldMkLst>
      </pc:sldChg>
      <pc:sldChg chg="addSp delSp modSp mod delAnim modAnim">
        <pc:chgData name="CSPT02" userId="21f640c2-b5d5-40ed-b03e-b88c15baf445" providerId="ADAL" clId="{CADE0ED4-000B-4512-AC20-B91ADAAEDF44}" dt="2025-07-09T05:20:09.657" v="881"/>
        <pc:sldMkLst>
          <pc:docMk/>
          <pc:sldMk cId="3788519297" sldId="279"/>
        </pc:sldMkLst>
      </pc:sldChg>
      <pc:sldChg chg="addSp delSp modSp mod ord addAnim delAnim modAnim">
        <pc:chgData name="CSPT02" userId="21f640c2-b5d5-40ed-b03e-b88c15baf445" providerId="ADAL" clId="{CADE0ED4-000B-4512-AC20-B91ADAAEDF44}" dt="2025-07-09T04:24:35.782" v="358"/>
        <pc:sldMkLst>
          <pc:docMk/>
          <pc:sldMk cId="3019246832" sldId="283"/>
        </pc:sldMkLst>
      </pc:sldChg>
      <pc:sldChg chg="addSp delSp modSp mod ord delAnim modAnim">
        <pc:chgData name="CSPT02" userId="21f640c2-b5d5-40ed-b03e-b88c15baf445" providerId="ADAL" clId="{CADE0ED4-000B-4512-AC20-B91ADAAEDF44}" dt="2025-07-09T05:21:50.650" v="894"/>
        <pc:sldMkLst>
          <pc:docMk/>
          <pc:sldMk cId="1100379196" sldId="284"/>
        </pc:sldMkLst>
      </pc:sldChg>
    </pc:docChg>
  </pc:docChgLst>
  <pc:docChgLst>
    <pc:chgData name="CSPT02" userId="21f640c2-b5d5-40ed-b03e-b88c15baf445" providerId="ADAL" clId="{018150AB-9126-4D8E-8250-5129D921907A}"/>
    <pc:docChg chg="delSld modSection">
      <pc:chgData name="CSPT02" userId="21f640c2-b5d5-40ed-b03e-b88c15baf445" providerId="ADAL" clId="{018150AB-9126-4D8E-8250-5129D921907A}" dt="2025-08-26T06:58:34.616" v="0" actId="2696"/>
      <pc:docMkLst>
        <pc:docMk/>
      </pc:docMkLst>
      <pc:sldChg chg="del">
        <pc:chgData name="CSPT02" userId="21f640c2-b5d5-40ed-b03e-b88c15baf445" providerId="ADAL" clId="{018150AB-9126-4D8E-8250-5129D921907A}" dt="2025-08-26T06:58:34.616" v="0" actId="2696"/>
        <pc:sldMkLst>
          <pc:docMk/>
          <pc:sldMk cId="874170983" sldId="27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8T05:47:29.157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0,'3561'0,"-3517"0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09:54:16.922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0,'469'0,"-464"0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09:54:25.882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0,'1003'0,"-992"0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09:56:56.842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0,'469'0,"-464"0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09:57:01.937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0,'666'0,"-659"0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10:00:17.87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0,'469'0,"-464"0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10:00:17.871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0,'666'0,"-659"0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10:01:38.56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0,'469'0,"-464"0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10:02:34.42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0,'666'0,"-659"0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10:03:51.678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0,'666'0,"-659"0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10:06:29.165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0,'469'0,"-464"0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10:34:40.428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0,'666'0,"-659"0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10:38:25.917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0,'666'0,"-659"0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10:38:28.78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0,'666'0,"-659"0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10:38:47.392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0,'666'0,"-659"0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10:42:21.289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0,'666'0,"-659"0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10:43:26.213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0,'666'0,"-659"0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10:43:29.530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0,'666'0,"-659"0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10:44:15.815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0,'666'0,"-659"0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4:32:26.177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0,'469'0,"-464"0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4:32:26.178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0,'469'0,"-464"0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4:37:43.534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4:37:56.717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4:38:00.308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4:38:05.365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4:38:09.317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4:38:22.930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4:38:30.398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4:38:34.091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4:38:37.775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4:38:41.689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21:25.827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21:33.106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0:59:34.58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0,'756'0,"-747"0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12T10:59:39.811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0,'756'0,"-747"0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02:49.455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02:49.459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02:49.460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05:42.181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05:42.182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05:42.183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10:50.220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10:56.988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0,'376'0,"-372"0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14:02.50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0,'1705'0,"-1685"0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14:06.973"/>
    </inkml:context>
    <inkml:brush xml:id="br0">
      <inkml:brushProperty name="width" value="0.3" units="cm"/>
      <inkml:brushProperty name="height" value="0.6" units="cm"/>
      <inkml:brushProperty name="color" value="#00B0F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0,'1463'0,"-1446"0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15:14.11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0,'1300'0,"-1285"0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16:03.966"/>
    </inkml:context>
    <inkml:brush xml:id="br0">
      <inkml:brushProperty name="width" value="0.3" units="cm"/>
      <inkml:brushProperty name="height" value="0.6" units="cm"/>
      <inkml:brushProperty name="color" value="#00B0F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0,'1275'0,"-1260"0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16:18.223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0,'1300'0,"-1285"0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16:18.224"/>
    </inkml:context>
    <inkml:brush xml:id="br0">
      <inkml:brushProperty name="width" value="0.3" units="cm"/>
      <inkml:brushProperty name="height" value="0.6" units="cm"/>
      <inkml:brushProperty name="color" value="#00B0F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0,'1275'0,"-1260"0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21649-C3DE-4E3D-8615-C4EFE0F14F53}" type="datetimeFigureOut">
              <a:rPr lang="zh-HK" altLang="en-US" smtClean="0"/>
              <a:t>26/8/2025</a:t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EF5A4-207B-4D14-A966-A9991C2C398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21615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EF5A4-207B-4D14-A966-A9991C2C398C}" type="slidenum">
              <a:rPr lang="zh-HK" altLang="en-US" smtClean="0"/>
              <a:t>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51859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EF5A4-207B-4D14-A966-A9991C2C398C}" type="slidenum">
              <a:rPr lang="zh-HK" altLang="en-US" smtClean="0"/>
              <a:t>16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54259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036B6-DE75-6C62-3AC0-526512557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714A825-A64C-612D-8029-FD2F2A447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BCB6C3-7106-803D-22B0-8127D5E5E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26/8/2025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4E8BD2-BD5F-E74F-8FE3-DE93FE88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4E263-156E-E7B4-95BB-3588A41F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897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006410-7700-AC1B-E615-18BAEB2C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DC0E54-B7A3-2114-D0F0-2AFB10D80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00D159-86E6-7585-B5D0-3F18EF5B3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26/8/2025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F3AB38-1298-BFDB-91F4-74ABB01CA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10B311-311E-2E63-BB4B-A210ED2A2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23640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9FD562-1293-7E1E-D6DE-56B97ACCC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41D6BA-3BC4-6D8A-6042-835262FD2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F87542-8729-7819-7ADB-A49C23F1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26/8/2025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EA4D65-FEC3-6BEA-2429-A9DAA1210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1687BB-1733-7780-84B4-6D87EDAE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7461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D41E63-19F7-6504-E4D8-75EF4D84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C684AA-1B97-2BF0-FD5E-18D56C63C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E335546-48E9-5E7B-1241-4F17EE862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40E461-0F10-2E57-40E5-5920B7D6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26/8/2025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37137D-51F0-7843-5D8D-2761BAE62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598672-5716-FEFF-4861-CD4B46D5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0198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972B0B-7BB6-D641-C465-D92DB1AE1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49EB65-6C18-83A2-2116-8F71E63AC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182A7A-8D99-682B-1C84-9E26BDA0E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40BD873-4A5A-0EE2-70D1-3B75F17D3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F7F62F5-EE4D-ACC1-A77A-DE3252C87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9C0C95E-3E55-CF1A-975F-C1326D41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26/8/2025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83777E8-7854-F613-CAB1-A2A8A33A8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4362DE6-5035-F0C7-2CA6-5DDC9CA6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5471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86E5F4-E573-055C-0267-E9F5CAAB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68CCAB4-C3F7-4480-32B5-6AD6DD0D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26/8/2025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73BB12-9904-5C07-DFEB-17581864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B6DADA-0A82-EE13-8934-99FCF6479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73849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6790FD6-C4F7-FD61-FCCC-F633670E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26/8/2025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375C74C-24D5-FE8B-1D20-1359687B5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536DF6-11B6-AC61-A043-8E005B78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8192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4EF5AC-1A15-A777-8680-20A72F8A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DFD53D-88DD-D5A4-AD31-173DAAA05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46AE3FC-6114-37DA-7086-175484F99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A5908CE-87EC-1C78-AD54-114F196E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26/8/2025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24FEA4-89EE-B209-4383-BB68ADB9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BA464A-2630-B443-F9C2-74F9CDEF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294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B4D67-E98F-E2DB-FF2D-93D9460A2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F7352DB-F463-3DD3-F645-1840A5749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FEF3B7-2EC7-3D70-58DB-3185923F5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5044D7-A664-4DF3-FE9B-5C2724E2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26/8/2025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EA0FFC-4804-77CB-085E-7395B57BB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FC64AE-6C36-AAB3-D66C-334FD9AA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031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787D9B-1BC5-578D-0770-B429E0E13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48480C3-2D0D-FCE6-AF20-F8760B394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708CF8-7CAD-3912-6B96-D97BC4F7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26/8/2025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C254F1-F9DD-25C2-A2EA-BC49B7E91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D46747-5BD8-0A11-0AAA-881EED37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8971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55EC53B-1EF1-2DAD-DC9B-58B6216F34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516EC12-D0D8-DEBE-9FB0-EDEB03459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78B9B8-0653-A451-2F87-D4D7717B8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26/8/2025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426ABB-54FD-E659-CA84-23FFB587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121201-978E-FA27-7210-AE5FC080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500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2AC42D8-C3CF-C4ED-830F-4C125E024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BCA0A4-C73B-EFCC-5A74-C37ADDFA6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D85841-FFD4-34A7-63B5-AAB952AC8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0C350-4437-4166-B28A-D4790F5D9AC0}" type="datetimeFigureOut">
              <a:rPr lang="zh-HK" altLang="en-US" smtClean="0"/>
              <a:t>26/8/2025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30545C-20D7-8322-8634-E0D42A43C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1247EC-D1BF-E987-AACD-632B5517D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9779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hyperlink" Target="https://commons.wikimedia.org/wiki/File:Noto_Emoji_Oreo_1f914.svg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34" Type="http://schemas.openxmlformats.org/officeDocument/2006/relationships/image" Target="../media/image56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33" Type="http://schemas.openxmlformats.org/officeDocument/2006/relationships/image" Target="../media/image55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32" Type="http://schemas.openxmlformats.org/officeDocument/2006/relationships/image" Target="../media/image54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50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31" Type="http://schemas.openxmlformats.org/officeDocument/2006/relationships/image" Target="../media/image53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Relationship Id="rId27" Type="http://schemas.openxmlformats.org/officeDocument/2006/relationships/image" Target="../media/image49.png"/><Relationship Id="rId30" Type="http://schemas.openxmlformats.org/officeDocument/2006/relationships/image" Target="../media/image52.png"/><Relationship Id="rId35" Type="http://schemas.openxmlformats.org/officeDocument/2006/relationships/image" Target="../media/image57.png"/><Relationship Id="rId8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" Type="http://schemas.openxmlformats.org/officeDocument/2006/relationships/image" Target="../media/image59.png"/><Relationship Id="rId21" Type="http://schemas.openxmlformats.org/officeDocument/2006/relationships/image" Target="../media/image77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image" Target="../media/image58.png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" Type="http://schemas.openxmlformats.org/officeDocument/2006/relationships/image" Target="../media/image78.png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5" Type="http://schemas.openxmlformats.org/officeDocument/2006/relationships/image" Target="../media/image9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2" Type="http://schemas.openxmlformats.org/officeDocument/2006/relationships/image" Target="../media/image94.png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12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" Type="http://schemas.openxmlformats.org/officeDocument/2006/relationships/image" Target="../media/image109.png"/><Relationship Id="rId16" Type="http://schemas.openxmlformats.org/officeDocument/2006/relationships/image" Target="../media/image123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10" Type="http://schemas.openxmlformats.org/officeDocument/2006/relationships/image" Target="../media/image117.png"/><Relationship Id="rId19" Type="http://schemas.openxmlformats.org/officeDocument/2006/relationships/image" Target="../media/image126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7.png"/><Relationship Id="rId21" Type="http://schemas.openxmlformats.org/officeDocument/2006/relationships/image" Target="../media/image182.png"/><Relationship Id="rId42" Type="http://schemas.openxmlformats.org/officeDocument/2006/relationships/image" Target="../media/image203.png"/><Relationship Id="rId47" Type="http://schemas.openxmlformats.org/officeDocument/2006/relationships/image" Target="../media/image208.png"/><Relationship Id="rId63" Type="http://schemas.openxmlformats.org/officeDocument/2006/relationships/image" Target="../media/image224.png"/><Relationship Id="rId68" Type="http://schemas.openxmlformats.org/officeDocument/2006/relationships/image" Target="../media/image229.png"/><Relationship Id="rId16" Type="http://schemas.openxmlformats.org/officeDocument/2006/relationships/image" Target="../media/image177.png"/><Relationship Id="rId11" Type="http://schemas.openxmlformats.org/officeDocument/2006/relationships/image" Target="../media/image172.png"/><Relationship Id="rId24" Type="http://schemas.openxmlformats.org/officeDocument/2006/relationships/image" Target="../media/image185.png"/><Relationship Id="rId32" Type="http://schemas.openxmlformats.org/officeDocument/2006/relationships/image" Target="../media/image193.png"/><Relationship Id="rId37" Type="http://schemas.openxmlformats.org/officeDocument/2006/relationships/image" Target="../media/image198.png"/><Relationship Id="rId40" Type="http://schemas.openxmlformats.org/officeDocument/2006/relationships/image" Target="../media/image201.png"/><Relationship Id="rId45" Type="http://schemas.openxmlformats.org/officeDocument/2006/relationships/image" Target="../media/image206.png"/><Relationship Id="rId53" Type="http://schemas.openxmlformats.org/officeDocument/2006/relationships/image" Target="../media/image214.png"/><Relationship Id="rId58" Type="http://schemas.openxmlformats.org/officeDocument/2006/relationships/image" Target="../media/image219.png"/><Relationship Id="rId66" Type="http://schemas.openxmlformats.org/officeDocument/2006/relationships/image" Target="../media/image227.png"/><Relationship Id="rId74" Type="http://schemas.openxmlformats.org/officeDocument/2006/relationships/image" Target="../media/image235.png"/><Relationship Id="rId5" Type="http://schemas.openxmlformats.org/officeDocument/2006/relationships/image" Target="../media/image166.png"/><Relationship Id="rId61" Type="http://schemas.openxmlformats.org/officeDocument/2006/relationships/image" Target="../media/image222.png"/><Relationship Id="rId19" Type="http://schemas.openxmlformats.org/officeDocument/2006/relationships/image" Target="../media/image180.png"/><Relationship Id="rId14" Type="http://schemas.openxmlformats.org/officeDocument/2006/relationships/image" Target="../media/image175.png"/><Relationship Id="rId22" Type="http://schemas.openxmlformats.org/officeDocument/2006/relationships/image" Target="../media/image183.png"/><Relationship Id="rId27" Type="http://schemas.openxmlformats.org/officeDocument/2006/relationships/image" Target="../media/image188.png"/><Relationship Id="rId30" Type="http://schemas.openxmlformats.org/officeDocument/2006/relationships/image" Target="../media/image191.png"/><Relationship Id="rId35" Type="http://schemas.openxmlformats.org/officeDocument/2006/relationships/image" Target="../media/image196.png"/><Relationship Id="rId43" Type="http://schemas.openxmlformats.org/officeDocument/2006/relationships/image" Target="../media/image204.png"/><Relationship Id="rId48" Type="http://schemas.openxmlformats.org/officeDocument/2006/relationships/image" Target="../media/image209.png"/><Relationship Id="rId56" Type="http://schemas.openxmlformats.org/officeDocument/2006/relationships/image" Target="../media/image217.png"/><Relationship Id="rId64" Type="http://schemas.openxmlformats.org/officeDocument/2006/relationships/image" Target="../media/image225.png"/><Relationship Id="rId69" Type="http://schemas.openxmlformats.org/officeDocument/2006/relationships/image" Target="../media/image230.png"/><Relationship Id="rId77" Type="http://schemas.openxmlformats.org/officeDocument/2006/relationships/image" Target="../media/image238.png"/><Relationship Id="rId8" Type="http://schemas.openxmlformats.org/officeDocument/2006/relationships/image" Target="../media/image169.png"/><Relationship Id="rId51" Type="http://schemas.openxmlformats.org/officeDocument/2006/relationships/image" Target="../media/image212.png"/><Relationship Id="rId72" Type="http://schemas.openxmlformats.org/officeDocument/2006/relationships/image" Target="../media/image233.png"/><Relationship Id="rId3" Type="http://schemas.openxmlformats.org/officeDocument/2006/relationships/image" Target="../media/image128.png"/><Relationship Id="rId12" Type="http://schemas.openxmlformats.org/officeDocument/2006/relationships/image" Target="../media/image173.png"/><Relationship Id="rId17" Type="http://schemas.openxmlformats.org/officeDocument/2006/relationships/image" Target="../media/image178.png"/><Relationship Id="rId25" Type="http://schemas.openxmlformats.org/officeDocument/2006/relationships/image" Target="../media/image186.png"/><Relationship Id="rId33" Type="http://schemas.openxmlformats.org/officeDocument/2006/relationships/image" Target="../media/image194.png"/><Relationship Id="rId38" Type="http://schemas.openxmlformats.org/officeDocument/2006/relationships/image" Target="../media/image199.png"/><Relationship Id="rId46" Type="http://schemas.openxmlformats.org/officeDocument/2006/relationships/image" Target="../media/image207.png"/><Relationship Id="rId59" Type="http://schemas.openxmlformats.org/officeDocument/2006/relationships/image" Target="../media/image220.png"/><Relationship Id="rId67" Type="http://schemas.openxmlformats.org/officeDocument/2006/relationships/image" Target="../media/image228.png"/><Relationship Id="rId20" Type="http://schemas.openxmlformats.org/officeDocument/2006/relationships/image" Target="../media/image181.png"/><Relationship Id="rId41" Type="http://schemas.openxmlformats.org/officeDocument/2006/relationships/image" Target="../media/image202.png"/><Relationship Id="rId54" Type="http://schemas.openxmlformats.org/officeDocument/2006/relationships/image" Target="../media/image215.png"/><Relationship Id="rId62" Type="http://schemas.openxmlformats.org/officeDocument/2006/relationships/image" Target="../media/image223.png"/><Relationship Id="rId70" Type="http://schemas.openxmlformats.org/officeDocument/2006/relationships/image" Target="../media/image231.png"/><Relationship Id="rId75" Type="http://schemas.openxmlformats.org/officeDocument/2006/relationships/image" Target="../media/image2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png"/><Relationship Id="rId15" Type="http://schemas.openxmlformats.org/officeDocument/2006/relationships/image" Target="../media/image176.png"/><Relationship Id="rId23" Type="http://schemas.openxmlformats.org/officeDocument/2006/relationships/image" Target="../media/image184.png"/><Relationship Id="rId28" Type="http://schemas.openxmlformats.org/officeDocument/2006/relationships/image" Target="../media/image189.png"/><Relationship Id="rId36" Type="http://schemas.openxmlformats.org/officeDocument/2006/relationships/image" Target="../media/image197.png"/><Relationship Id="rId49" Type="http://schemas.openxmlformats.org/officeDocument/2006/relationships/image" Target="../media/image210.png"/><Relationship Id="rId57" Type="http://schemas.openxmlformats.org/officeDocument/2006/relationships/image" Target="../media/image218.png"/><Relationship Id="rId10" Type="http://schemas.openxmlformats.org/officeDocument/2006/relationships/image" Target="../media/image171.png"/><Relationship Id="rId31" Type="http://schemas.openxmlformats.org/officeDocument/2006/relationships/image" Target="../media/image192.png"/><Relationship Id="rId44" Type="http://schemas.openxmlformats.org/officeDocument/2006/relationships/image" Target="../media/image205.png"/><Relationship Id="rId52" Type="http://schemas.openxmlformats.org/officeDocument/2006/relationships/image" Target="../media/image213.png"/><Relationship Id="rId60" Type="http://schemas.openxmlformats.org/officeDocument/2006/relationships/image" Target="../media/image221.png"/><Relationship Id="rId65" Type="http://schemas.openxmlformats.org/officeDocument/2006/relationships/image" Target="../media/image226.png"/><Relationship Id="rId73" Type="http://schemas.openxmlformats.org/officeDocument/2006/relationships/image" Target="../media/image234.png"/><Relationship Id="rId4" Type="http://schemas.openxmlformats.org/officeDocument/2006/relationships/customXml" Target="../ink/ink1.xml"/><Relationship Id="rId9" Type="http://schemas.openxmlformats.org/officeDocument/2006/relationships/image" Target="../media/image170.png"/><Relationship Id="rId13" Type="http://schemas.openxmlformats.org/officeDocument/2006/relationships/image" Target="../media/image174.png"/><Relationship Id="rId18" Type="http://schemas.openxmlformats.org/officeDocument/2006/relationships/image" Target="../media/image179.png"/><Relationship Id="rId39" Type="http://schemas.openxmlformats.org/officeDocument/2006/relationships/image" Target="../media/image200.png"/><Relationship Id="rId34" Type="http://schemas.openxmlformats.org/officeDocument/2006/relationships/image" Target="../media/image195.png"/><Relationship Id="rId50" Type="http://schemas.openxmlformats.org/officeDocument/2006/relationships/image" Target="../media/image211.png"/><Relationship Id="rId55" Type="http://schemas.openxmlformats.org/officeDocument/2006/relationships/image" Target="../media/image216.png"/><Relationship Id="rId76" Type="http://schemas.openxmlformats.org/officeDocument/2006/relationships/image" Target="../media/image237.png"/><Relationship Id="rId7" Type="http://schemas.openxmlformats.org/officeDocument/2006/relationships/image" Target="../media/image168.png"/><Relationship Id="rId71" Type="http://schemas.openxmlformats.org/officeDocument/2006/relationships/image" Target="../media/image232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19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0.png"/><Relationship Id="rId7" Type="http://schemas.openxmlformats.org/officeDocument/2006/relationships/image" Target="../media/image241.png"/><Relationship Id="rId2" Type="http://schemas.openxmlformats.org/officeDocument/2006/relationships/image" Target="../media/image16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39.png"/><Relationship Id="rId4" Type="http://schemas.openxmlformats.org/officeDocument/2006/relationships/image" Target="../media/image166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3" Type="http://schemas.openxmlformats.org/officeDocument/2006/relationships/image" Target="../media/image1690.png"/><Relationship Id="rId7" Type="http://schemas.openxmlformats.org/officeDocument/2006/relationships/image" Target="../media/image1730.png"/><Relationship Id="rId2" Type="http://schemas.openxmlformats.org/officeDocument/2006/relationships/image" Target="../media/image16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0.png"/><Relationship Id="rId5" Type="http://schemas.openxmlformats.org/officeDocument/2006/relationships/image" Target="../media/image1710.png"/><Relationship Id="rId4" Type="http://schemas.openxmlformats.org/officeDocument/2006/relationships/image" Target="../media/image1700.png"/><Relationship Id="rId9" Type="http://schemas.openxmlformats.org/officeDocument/2006/relationships/image" Target="../media/image24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3" Type="http://schemas.openxmlformats.org/officeDocument/2006/relationships/image" Target="../media/image1750.png"/><Relationship Id="rId7" Type="http://schemas.openxmlformats.org/officeDocument/2006/relationships/image" Target="../media/image244.png"/><Relationship Id="rId2" Type="http://schemas.openxmlformats.org/officeDocument/2006/relationships/image" Target="../media/image17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0.png"/><Relationship Id="rId5" Type="http://schemas.openxmlformats.org/officeDocument/2006/relationships/image" Target="../media/image1770.png"/><Relationship Id="rId4" Type="http://schemas.openxmlformats.org/officeDocument/2006/relationships/image" Target="../media/image1760.png"/><Relationship Id="rId9" Type="http://schemas.openxmlformats.org/officeDocument/2006/relationships/image" Target="../media/image246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60.png"/><Relationship Id="rId18" Type="http://schemas.openxmlformats.org/officeDocument/2006/relationships/image" Target="../media/image1910.png"/><Relationship Id="rId26" Type="http://schemas.openxmlformats.org/officeDocument/2006/relationships/image" Target="../media/image1940.png"/><Relationship Id="rId39" Type="http://schemas.openxmlformats.org/officeDocument/2006/relationships/image" Target="../media/image2060.png"/><Relationship Id="rId21" Type="http://schemas.openxmlformats.org/officeDocument/2006/relationships/image" Target="../media/image1920.png"/><Relationship Id="rId34" Type="http://schemas.openxmlformats.org/officeDocument/2006/relationships/image" Target="../media/image2010.png"/><Relationship Id="rId42" Type="http://schemas.openxmlformats.org/officeDocument/2006/relationships/image" Target="../media/image2090.png"/><Relationship Id="rId47" Type="http://schemas.openxmlformats.org/officeDocument/2006/relationships/image" Target="../media/image2140.png"/><Relationship Id="rId50" Type="http://schemas.openxmlformats.org/officeDocument/2006/relationships/image" Target="../media/image2170.png"/><Relationship Id="rId7" Type="http://schemas.openxmlformats.org/officeDocument/2006/relationships/image" Target="../media/image1820.png"/><Relationship Id="rId2" Type="http://schemas.openxmlformats.org/officeDocument/2006/relationships/image" Target="../media/image1790.png"/><Relationship Id="rId16" Type="http://schemas.openxmlformats.org/officeDocument/2006/relationships/image" Target="../media/image1890.png"/><Relationship Id="rId29" Type="http://schemas.openxmlformats.org/officeDocument/2006/relationships/image" Target="../media/image1970.png"/><Relationship Id="rId11" Type="http://schemas.openxmlformats.org/officeDocument/2006/relationships/customXml" Target="../ink/ink4.xml"/><Relationship Id="rId24" Type="http://schemas.openxmlformats.org/officeDocument/2006/relationships/image" Target="../media/image1930.png"/><Relationship Id="rId32" Type="http://schemas.openxmlformats.org/officeDocument/2006/relationships/image" Target="../media/image1990.png"/><Relationship Id="rId37" Type="http://schemas.openxmlformats.org/officeDocument/2006/relationships/image" Target="../media/image2040.png"/><Relationship Id="rId40" Type="http://schemas.openxmlformats.org/officeDocument/2006/relationships/image" Target="../media/image2070.png"/><Relationship Id="rId45" Type="http://schemas.openxmlformats.org/officeDocument/2006/relationships/image" Target="../media/image2120.png"/><Relationship Id="rId5" Type="http://schemas.openxmlformats.org/officeDocument/2006/relationships/image" Target="../media/image1810.png"/><Relationship Id="rId15" Type="http://schemas.openxmlformats.org/officeDocument/2006/relationships/image" Target="../media/image1880.png"/><Relationship Id="rId23" Type="http://schemas.openxmlformats.org/officeDocument/2006/relationships/customXml" Target="../ink/ink9.xml"/><Relationship Id="rId28" Type="http://schemas.openxmlformats.org/officeDocument/2006/relationships/image" Target="../media/image1960.png"/><Relationship Id="rId36" Type="http://schemas.openxmlformats.org/officeDocument/2006/relationships/image" Target="../media/image2030.png"/><Relationship Id="rId49" Type="http://schemas.openxmlformats.org/officeDocument/2006/relationships/image" Target="../media/image2160.png"/><Relationship Id="rId10" Type="http://schemas.openxmlformats.org/officeDocument/2006/relationships/image" Target="../media/image1850.png"/><Relationship Id="rId19" Type="http://schemas.openxmlformats.org/officeDocument/2006/relationships/customXml" Target="../ink/ink6.xml"/><Relationship Id="rId31" Type="http://schemas.openxmlformats.org/officeDocument/2006/relationships/customXml" Target="../ink/ink11.xml"/><Relationship Id="rId44" Type="http://schemas.openxmlformats.org/officeDocument/2006/relationships/image" Target="../media/image2110.png"/><Relationship Id="rId4" Type="http://schemas.openxmlformats.org/officeDocument/2006/relationships/customXml" Target="../ink/ink2.xml"/><Relationship Id="rId9" Type="http://schemas.openxmlformats.org/officeDocument/2006/relationships/image" Target="../media/image1840.png"/><Relationship Id="rId14" Type="http://schemas.openxmlformats.org/officeDocument/2006/relationships/image" Target="../media/image1870.png"/><Relationship Id="rId22" Type="http://schemas.openxmlformats.org/officeDocument/2006/relationships/customXml" Target="../ink/ink8.xml"/><Relationship Id="rId27" Type="http://schemas.openxmlformats.org/officeDocument/2006/relationships/image" Target="../media/image1950.png"/><Relationship Id="rId30" Type="http://schemas.openxmlformats.org/officeDocument/2006/relationships/image" Target="../media/image1980.png"/><Relationship Id="rId35" Type="http://schemas.openxmlformats.org/officeDocument/2006/relationships/image" Target="../media/image2020.png"/><Relationship Id="rId43" Type="http://schemas.openxmlformats.org/officeDocument/2006/relationships/image" Target="../media/image2100.png"/><Relationship Id="rId48" Type="http://schemas.openxmlformats.org/officeDocument/2006/relationships/image" Target="../media/image2150.png"/><Relationship Id="rId8" Type="http://schemas.openxmlformats.org/officeDocument/2006/relationships/image" Target="../media/image1830.png"/><Relationship Id="rId51" Type="http://schemas.openxmlformats.org/officeDocument/2006/relationships/image" Target="../media/image2180.png"/><Relationship Id="rId3" Type="http://schemas.openxmlformats.org/officeDocument/2006/relationships/image" Target="../media/image1800.png"/><Relationship Id="rId12" Type="http://schemas.openxmlformats.org/officeDocument/2006/relationships/customXml" Target="../ink/ink5.xml"/><Relationship Id="rId17" Type="http://schemas.openxmlformats.org/officeDocument/2006/relationships/image" Target="../media/image1900.png"/><Relationship Id="rId25" Type="http://schemas.openxmlformats.org/officeDocument/2006/relationships/customXml" Target="../ink/ink10.xml"/><Relationship Id="rId33" Type="http://schemas.openxmlformats.org/officeDocument/2006/relationships/image" Target="../media/image2000.png"/><Relationship Id="rId38" Type="http://schemas.openxmlformats.org/officeDocument/2006/relationships/image" Target="../media/image2050.png"/><Relationship Id="rId46" Type="http://schemas.openxmlformats.org/officeDocument/2006/relationships/image" Target="../media/image2130.png"/><Relationship Id="rId20" Type="http://schemas.openxmlformats.org/officeDocument/2006/relationships/customXml" Target="../ink/ink7.xml"/><Relationship Id="rId41" Type="http://schemas.openxmlformats.org/officeDocument/2006/relationships/image" Target="../media/image208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0.png"/><Relationship Id="rId13" Type="http://schemas.openxmlformats.org/officeDocument/2006/relationships/image" Target="../media/image2300.png"/><Relationship Id="rId18" Type="http://schemas.openxmlformats.org/officeDocument/2006/relationships/image" Target="../media/image2350.png"/><Relationship Id="rId26" Type="http://schemas.openxmlformats.org/officeDocument/2006/relationships/image" Target="../media/image2390.png"/><Relationship Id="rId3" Type="http://schemas.openxmlformats.org/officeDocument/2006/relationships/image" Target="../media/image2200.png"/><Relationship Id="rId21" Type="http://schemas.openxmlformats.org/officeDocument/2006/relationships/customXml" Target="../ink/ink13.xml"/><Relationship Id="rId7" Type="http://schemas.openxmlformats.org/officeDocument/2006/relationships/image" Target="../media/image2240.png"/><Relationship Id="rId12" Type="http://schemas.openxmlformats.org/officeDocument/2006/relationships/image" Target="../media/image2290.png"/><Relationship Id="rId17" Type="http://schemas.openxmlformats.org/officeDocument/2006/relationships/image" Target="../media/image2340.png"/><Relationship Id="rId25" Type="http://schemas.openxmlformats.org/officeDocument/2006/relationships/image" Target="../media/image2380.png"/><Relationship Id="rId2" Type="http://schemas.openxmlformats.org/officeDocument/2006/relationships/image" Target="../media/image2190.png"/><Relationship Id="rId16" Type="http://schemas.openxmlformats.org/officeDocument/2006/relationships/image" Target="../media/image2330.png"/><Relationship Id="rId20" Type="http://schemas.openxmlformats.org/officeDocument/2006/relationships/image" Target="../media/image18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30.png"/><Relationship Id="rId11" Type="http://schemas.openxmlformats.org/officeDocument/2006/relationships/image" Target="../media/image2280.png"/><Relationship Id="rId24" Type="http://schemas.openxmlformats.org/officeDocument/2006/relationships/image" Target="../media/image2370.png"/><Relationship Id="rId5" Type="http://schemas.openxmlformats.org/officeDocument/2006/relationships/image" Target="../media/image2220.png"/><Relationship Id="rId15" Type="http://schemas.openxmlformats.org/officeDocument/2006/relationships/image" Target="../media/image2320.png"/><Relationship Id="rId23" Type="http://schemas.openxmlformats.org/officeDocument/2006/relationships/image" Target="../media/image2360.png"/><Relationship Id="rId28" Type="http://schemas.openxmlformats.org/officeDocument/2006/relationships/customXml" Target="../ink/ink15.xml"/><Relationship Id="rId10" Type="http://schemas.openxmlformats.org/officeDocument/2006/relationships/image" Target="../media/image2270.png"/><Relationship Id="rId19" Type="http://schemas.openxmlformats.org/officeDocument/2006/relationships/customXml" Target="../ink/ink12.xml"/><Relationship Id="rId4" Type="http://schemas.openxmlformats.org/officeDocument/2006/relationships/image" Target="../media/image2210.png"/><Relationship Id="rId9" Type="http://schemas.openxmlformats.org/officeDocument/2006/relationships/image" Target="../media/image2260.png"/><Relationship Id="rId14" Type="http://schemas.openxmlformats.org/officeDocument/2006/relationships/image" Target="../media/image2310.png"/><Relationship Id="rId22" Type="http://schemas.openxmlformats.org/officeDocument/2006/relationships/customXml" Target="../ink/ink14.xml"/><Relationship Id="rId27" Type="http://schemas.openxmlformats.org/officeDocument/2006/relationships/image" Target="../media/image240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2.png"/><Relationship Id="rId18" Type="http://schemas.openxmlformats.org/officeDocument/2006/relationships/image" Target="../media/image253.png"/><Relationship Id="rId26" Type="http://schemas.openxmlformats.org/officeDocument/2006/relationships/image" Target="../media/image260.png"/><Relationship Id="rId21" Type="http://schemas.openxmlformats.org/officeDocument/2006/relationships/image" Target="../media/image256.png"/><Relationship Id="rId34" Type="http://schemas.openxmlformats.org/officeDocument/2006/relationships/image" Target="../media/image268.png"/><Relationship Id="rId7" Type="http://schemas.openxmlformats.org/officeDocument/2006/relationships/image" Target="../media/image2460.png"/><Relationship Id="rId12" Type="http://schemas.openxmlformats.org/officeDocument/2006/relationships/image" Target="../media/image251.png"/><Relationship Id="rId17" Type="http://schemas.openxmlformats.org/officeDocument/2006/relationships/customXml" Target="../ink/ink18.xml"/><Relationship Id="rId25" Type="http://schemas.openxmlformats.org/officeDocument/2006/relationships/image" Target="../media/image259.png"/><Relationship Id="rId33" Type="http://schemas.openxmlformats.org/officeDocument/2006/relationships/image" Target="../media/image267.png"/><Relationship Id="rId38" Type="http://schemas.openxmlformats.org/officeDocument/2006/relationships/image" Target="../media/image272.png"/><Relationship Id="rId2" Type="http://schemas.openxmlformats.org/officeDocument/2006/relationships/image" Target="../media/image2410.png"/><Relationship Id="rId16" Type="http://schemas.openxmlformats.org/officeDocument/2006/relationships/customXml" Target="../ink/ink17.xml"/><Relationship Id="rId20" Type="http://schemas.openxmlformats.org/officeDocument/2006/relationships/image" Target="../media/image255.png"/><Relationship Id="rId29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50.png"/><Relationship Id="rId11" Type="http://schemas.openxmlformats.org/officeDocument/2006/relationships/image" Target="../media/image250.png"/><Relationship Id="rId24" Type="http://schemas.openxmlformats.org/officeDocument/2006/relationships/customXml" Target="../ink/ink19.xml"/><Relationship Id="rId32" Type="http://schemas.openxmlformats.org/officeDocument/2006/relationships/image" Target="../media/image266.png"/><Relationship Id="rId37" Type="http://schemas.openxmlformats.org/officeDocument/2006/relationships/image" Target="../media/image271.png"/><Relationship Id="rId5" Type="http://schemas.openxmlformats.org/officeDocument/2006/relationships/image" Target="../media/image2440.png"/><Relationship Id="rId15" Type="http://schemas.openxmlformats.org/officeDocument/2006/relationships/image" Target="../media/image1860.png"/><Relationship Id="rId23" Type="http://schemas.openxmlformats.org/officeDocument/2006/relationships/image" Target="../media/image258.png"/><Relationship Id="rId28" Type="http://schemas.openxmlformats.org/officeDocument/2006/relationships/image" Target="../media/image262.png"/><Relationship Id="rId36" Type="http://schemas.openxmlformats.org/officeDocument/2006/relationships/image" Target="../media/image270.png"/><Relationship Id="rId10" Type="http://schemas.openxmlformats.org/officeDocument/2006/relationships/image" Target="../media/image249.png"/><Relationship Id="rId19" Type="http://schemas.openxmlformats.org/officeDocument/2006/relationships/image" Target="../media/image254.png"/><Relationship Id="rId31" Type="http://schemas.openxmlformats.org/officeDocument/2006/relationships/image" Target="../media/image265.png"/><Relationship Id="rId4" Type="http://schemas.openxmlformats.org/officeDocument/2006/relationships/image" Target="../media/image2430.png"/><Relationship Id="rId9" Type="http://schemas.openxmlformats.org/officeDocument/2006/relationships/image" Target="../media/image248.png"/><Relationship Id="rId14" Type="http://schemas.openxmlformats.org/officeDocument/2006/relationships/customXml" Target="../ink/ink16.xml"/><Relationship Id="rId22" Type="http://schemas.openxmlformats.org/officeDocument/2006/relationships/image" Target="../media/image257.png"/><Relationship Id="rId27" Type="http://schemas.openxmlformats.org/officeDocument/2006/relationships/image" Target="../media/image261.png"/><Relationship Id="rId30" Type="http://schemas.openxmlformats.org/officeDocument/2006/relationships/image" Target="../media/image264.png"/><Relationship Id="rId35" Type="http://schemas.openxmlformats.org/officeDocument/2006/relationships/image" Target="../media/image269.png"/><Relationship Id="rId8" Type="http://schemas.openxmlformats.org/officeDocument/2006/relationships/image" Target="../media/image247.png"/><Relationship Id="rId3" Type="http://schemas.openxmlformats.org/officeDocument/2006/relationships/image" Target="../media/image2420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3.png"/><Relationship Id="rId18" Type="http://schemas.openxmlformats.org/officeDocument/2006/relationships/image" Target="../media/image285.png"/><Relationship Id="rId26" Type="http://schemas.openxmlformats.org/officeDocument/2006/relationships/image" Target="../media/image293.png"/><Relationship Id="rId39" Type="http://schemas.openxmlformats.org/officeDocument/2006/relationships/customXml" Target="../ink/ink30.xml"/><Relationship Id="rId21" Type="http://schemas.openxmlformats.org/officeDocument/2006/relationships/image" Target="../media/image288.png"/><Relationship Id="rId34" Type="http://schemas.openxmlformats.org/officeDocument/2006/relationships/customXml" Target="../ink/ink26.xml"/><Relationship Id="rId42" Type="http://schemas.openxmlformats.org/officeDocument/2006/relationships/customXml" Target="../ink/ink32.xml"/><Relationship Id="rId7" Type="http://schemas.openxmlformats.org/officeDocument/2006/relationships/image" Target="../media/image277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21.xml"/><Relationship Id="rId20" Type="http://schemas.openxmlformats.org/officeDocument/2006/relationships/image" Target="../media/image287.png"/><Relationship Id="rId29" Type="http://schemas.openxmlformats.org/officeDocument/2006/relationships/customXml" Target="../ink/ink22.xml"/><Relationship Id="rId41" Type="http://schemas.openxmlformats.org/officeDocument/2006/relationships/image" Target="../media/image2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6.png"/><Relationship Id="rId11" Type="http://schemas.openxmlformats.org/officeDocument/2006/relationships/image" Target="../media/image281.png"/><Relationship Id="rId24" Type="http://schemas.openxmlformats.org/officeDocument/2006/relationships/image" Target="../media/image291.png"/><Relationship Id="rId32" Type="http://schemas.openxmlformats.org/officeDocument/2006/relationships/customXml" Target="../ink/ink24.xml"/><Relationship Id="rId37" Type="http://schemas.openxmlformats.org/officeDocument/2006/relationships/customXml" Target="../ink/ink28.xml"/><Relationship Id="rId40" Type="http://schemas.openxmlformats.org/officeDocument/2006/relationships/customXml" Target="../ink/ink31.xml"/><Relationship Id="rId5" Type="http://schemas.openxmlformats.org/officeDocument/2006/relationships/image" Target="../media/image275.png"/><Relationship Id="rId15" Type="http://schemas.openxmlformats.org/officeDocument/2006/relationships/image" Target="../media/image1810.png"/><Relationship Id="rId23" Type="http://schemas.openxmlformats.org/officeDocument/2006/relationships/image" Target="../media/image290.png"/><Relationship Id="rId28" Type="http://schemas.openxmlformats.org/officeDocument/2006/relationships/image" Target="../media/image295.png"/><Relationship Id="rId36" Type="http://schemas.openxmlformats.org/officeDocument/2006/relationships/image" Target="../media/image297.png"/><Relationship Id="rId10" Type="http://schemas.openxmlformats.org/officeDocument/2006/relationships/image" Target="../media/image280.png"/><Relationship Id="rId19" Type="http://schemas.openxmlformats.org/officeDocument/2006/relationships/image" Target="../media/image286.png"/><Relationship Id="rId31" Type="http://schemas.openxmlformats.org/officeDocument/2006/relationships/customXml" Target="../ink/ink23.xml"/><Relationship Id="rId4" Type="http://schemas.openxmlformats.org/officeDocument/2006/relationships/image" Target="../media/image274.png"/><Relationship Id="rId9" Type="http://schemas.openxmlformats.org/officeDocument/2006/relationships/image" Target="../media/image279.png"/><Relationship Id="rId14" Type="http://schemas.openxmlformats.org/officeDocument/2006/relationships/customXml" Target="../ink/ink20.xml"/><Relationship Id="rId22" Type="http://schemas.openxmlformats.org/officeDocument/2006/relationships/image" Target="../media/image289.png"/><Relationship Id="rId27" Type="http://schemas.openxmlformats.org/officeDocument/2006/relationships/image" Target="../media/image294.png"/><Relationship Id="rId30" Type="http://schemas.openxmlformats.org/officeDocument/2006/relationships/image" Target="../media/image296.png"/><Relationship Id="rId35" Type="http://schemas.openxmlformats.org/officeDocument/2006/relationships/customXml" Target="../ink/ink27.xml"/><Relationship Id="rId43" Type="http://schemas.openxmlformats.org/officeDocument/2006/relationships/customXml" Target="../ink/ink33.xml"/><Relationship Id="rId8" Type="http://schemas.openxmlformats.org/officeDocument/2006/relationships/image" Target="../media/image278.png"/><Relationship Id="rId3" Type="http://schemas.openxmlformats.org/officeDocument/2006/relationships/image" Target="../media/image273.png"/><Relationship Id="rId12" Type="http://schemas.openxmlformats.org/officeDocument/2006/relationships/image" Target="../media/image282.png"/><Relationship Id="rId17" Type="http://schemas.openxmlformats.org/officeDocument/2006/relationships/image" Target="../media/image284.png"/><Relationship Id="rId25" Type="http://schemas.openxmlformats.org/officeDocument/2006/relationships/image" Target="../media/image292.png"/><Relationship Id="rId33" Type="http://schemas.openxmlformats.org/officeDocument/2006/relationships/customXml" Target="../ink/ink25.xml"/><Relationship Id="rId38" Type="http://schemas.openxmlformats.org/officeDocument/2006/relationships/customXml" Target="../ink/ink29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8.xml"/><Relationship Id="rId18" Type="http://schemas.openxmlformats.org/officeDocument/2006/relationships/customXml" Target="../ink/ink39.xml"/><Relationship Id="rId26" Type="http://schemas.openxmlformats.org/officeDocument/2006/relationships/image" Target="../media/image311.png"/><Relationship Id="rId39" Type="http://schemas.openxmlformats.org/officeDocument/2006/relationships/image" Target="../media/image318.png"/><Relationship Id="rId21" Type="http://schemas.openxmlformats.org/officeDocument/2006/relationships/image" Target="../media/image308.png"/><Relationship Id="rId34" Type="http://schemas.openxmlformats.org/officeDocument/2006/relationships/customXml" Target="../ink/ink47.xml"/><Relationship Id="rId7" Type="http://schemas.openxmlformats.org/officeDocument/2006/relationships/image" Target="../media/image302.png"/><Relationship Id="rId12" Type="http://schemas.openxmlformats.org/officeDocument/2006/relationships/customXml" Target="../ink/ink37.xml"/><Relationship Id="rId17" Type="http://schemas.openxmlformats.org/officeDocument/2006/relationships/image" Target="../media/image307.png"/><Relationship Id="rId25" Type="http://schemas.openxmlformats.org/officeDocument/2006/relationships/image" Target="../media/image310.png"/><Relationship Id="rId33" Type="http://schemas.openxmlformats.org/officeDocument/2006/relationships/image" Target="../media/image315.png"/><Relationship Id="rId38" Type="http://schemas.openxmlformats.org/officeDocument/2006/relationships/image" Target="../media/image317.png"/><Relationship Id="rId2" Type="http://schemas.openxmlformats.org/officeDocument/2006/relationships/image" Target="../media/image299.png"/><Relationship Id="rId16" Type="http://schemas.openxmlformats.org/officeDocument/2006/relationships/image" Target="../media/image306.png"/><Relationship Id="rId20" Type="http://schemas.openxmlformats.org/officeDocument/2006/relationships/customXml" Target="../ink/ink41.xml"/><Relationship Id="rId29" Type="http://schemas.openxmlformats.org/officeDocument/2006/relationships/customXml" Target="../ink/ink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1.png"/><Relationship Id="rId11" Type="http://schemas.openxmlformats.org/officeDocument/2006/relationships/image" Target="../media/image296.png"/><Relationship Id="rId24" Type="http://schemas.openxmlformats.org/officeDocument/2006/relationships/customXml" Target="../ink/ink43.xml"/><Relationship Id="rId32" Type="http://schemas.openxmlformats.org/officeDocument/2006/relationships/image" Target="../media/image314.png"/><Relationship Id="rId37" Type="http://schemas.openxmlformats.org/officeDocument/2006/relationships/customXml" Target="../ink/ink49.xml"/><Relationship Id="rId5" Type="http://schemas.openxmlformats.org/officeDocument/2006/relationships/customXml" Target="../ink/ink35.xml"/><Relationship Id="rId15" Type="http://schemas.openxmlformats.org/officeDocument/2006/relationships/image" Target="../media/image305.png"/><Relationship Id="rId23" Type="http://schemas.openxmlformats.org/officeDocument/2006/relationships/customXml" Target="../ink/ink42.xml"/><Relationship Id="rId28" Type="http://schemas.openxmlformats.org/officeDocument/2006/relationships/image" Target="../media/image312.png"/><Relationship Id="rId36" Type="http://schemas.openxmlformats.org/officeDocument/2006/relationships/customXml" Target="../ink/ink48.xml"/><Relationship Id="rId10" Type="http://schemas.openxmlformats.org/officeDocument/2006/relationships/customXml" Target="../ink/ink36.xml"/><Relationship Id="rId19" Type="http://schemas.openxmlformats.org/officeDocument/2006/relationships/customXml" Target="../ink/ink40.xml"/><Relationship Id="rId31" Type="http://schemas.openxmlformats.org/officeDocument/2006/relationships/customXml" Target="../ink/ink46.xml"/><Relationship Id="rId4" Type="http://schemas.openxmlformats.org/officeDocument/2006/relationships/image" Target="../media/image300.png"/><Relationship Id="rId9" Type="http://schemas.openxmlformats.org/officeDocument/2006/relationships/image" Target="../media/image304.png"/><Relationship Id="rId14" Type="http://schemas.openxmlformats.org/officeDocument/2006/relationships/image" Target="../media/image297.png"/><Relationship Id="rId22" Type="http://schemas.openxmlformats.org/officeDocument/2006/relationships/image" Target="../media/image309.png"/><Relationship Id="rId27" Type="http://schemas.openxmlformats.org/officeDocument/2006/relationships/customXml" Target="../ink/ink44.xml"/><Relationship Id="rId30" Type="http://schemas.openxmlformats.org/officeDocument/2006/relationships/image" Target="../media/image313.png"/><Relationship Id="rId35" Type="http://schemas.openxmlformats.org/officeDocument/2006/relationships/image" Target="../media/image316.png"/><Relationship Id="rId8" Type="http://schemas.openxmlformats.org/officeDocument/2006/relationships/image" Target="../media/image303.png"/><Relationship Id="rId3" Type="http://schemas.openxmlformats.org/officeDocument/2006/relationships/customXml" Target="../ink/ink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HK"/>
              <a:t>F.3 Summer Mathematics </a:t>
            </a:r>
            <a:endParaRPr lang="zh-HK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HK" sz="3600"/>
              <a:t>Inequality</a:t>
            </a:r>
            <a:endParaRPr lang="zh-HK" altLang="en-US" sz="3600"/>
          </a:p>
        </p:txBody>
      </p:sp>
      <p:pic>
        <p:nvPicPr>
          <p:cNvPr id="4" name="圖片 3" descr="http://cdn8.staztic.com/app/a/3109/3109006/fun-math-tricks-1-1-s-307x512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736" y="0"/>
            <a:ext cx="4752528" cy="25768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01507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62">
                <a:extLst>
                  <a:ext uri="{FF2B5EF4-FFF2-40B4-BE49-F238E27FC236}">
                    <a16:creationId xmlns:a16="http://schemas.microsoft.com/office/drawing/2014/main" id="{8A801654-5E11-447D-BCD1-CCDE25604C15}"/>
                  </a:ext>
                </a:extLst>
              </p:cNvPr>
              <p:cNvSpPr txBox="1"/>
              <p:nvPr/>
            </p:nvSpPr>
            <p:spPr>
              <a:xfrm>
                <a:off x="2485445" y="856982"/>
                <a:ext cx="109114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10000"/>
              </a:p>
            </p:txBody>
          </p:sp>
        </mc:Choice>
        <mc:Fallback xmlns="">
          <p:sp>
            <p:nvSpPr>
              <p:cNvPr id="4" name="文字方塊 62">
                <a:extLst>
                  <a:ext uri="{FF2B5EF4-FFF2-40B4-BE49-F238E27FC236}">
                    <a16:creationId xmlns:a16="http://schemas.microsoft.com/office/drawing/2014/main" id="{8A801654-5E11-447D-BCD1-CCDE25604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445" y="856982"/>
                <a:ext cx="1091142" cy="16312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62">
                <a:extLst>
                  <a:ext uri="{FF2B5EF4-FFF2-40B4-BE49-F238E27FC236}">
                    <a16:creationId xmlns:a16="http://schemas.microsoft.com/office/drawing/2014/main" id="{7879E698-2591-4A40-B201-C27F2EFA8459}"/>
                  </a:ext>
                </a:extLst>
              </p:cNvPr>
              <p:cNvSpPr txBox="1"/>
              <p:nvPr/>
            </p:nvSpPr>
            <p:spPr>
              <a:xfrm rot="10800000">
                <a:off x="2485445" y="4004089"/>
                <a:ext cx="109114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HK" altLang="en-US" sz="10000"/>
              </a:p>
            </p:txBody>
          </p:sp>
        </mc:Choice>
        <mc:Fallback xmlns="">
          <p:sp>
            <p:nvSpPr>
              <p:cNvPr id="11" name="文字方塊 62">
                <a:extLst>
                  <a:ext uri="{FF2B5EF4-FFF2-40B4-BE49-F238E27FC236}">
                    <a16:creationId xmlns:a16="http://schemas.microsoft.com/office/drawing/2014/main" id="{7879E698-2591-4A40-B201-C27F2EFA8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2485445" y="4004089"/>
                <a:ext cx="1091142" cy="16312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62">
                <a:extLst>
                  <a:ext uri="{FF2B5EF4-FFF2-40B4-BE49-F238E27FC236}">
                    <a16:creationId xmlns:a16="http://schemas.microsoft.com/office/drawing/2014/main" id="{0AD9C1F2-4E25-4C75-A0A8-A24B2F2CE930}"/>
                  </a:ext>
                </a:extLst>
              </p:cNvPr>
              <p:cNvSpPr txBox="1"/>
              <p:nvPr/>
            </p:nvSpPr>
            <p:spPr>
              <a:xfrm>
                <a:off x="7743245" y="759998"/>
                <a:ext cx="109114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zh-HK" altLang="en-US" sz="10000"/>
              </a:p>
            </p:txBody>
          </p:sp>
        </mc:Choice>
        <mc:Fallback xmlns="">
          <p:sp>
            <p:nvSpPr>
              <p:cNvPr id="16" name="文字方塊 62">
                <a:extLst>
                  <a:ext uri="{FF2B5EF4-FFF2-40B4-BE49-F238E27FC236}">
                    <a16:creationId xmlns:a16="http://schemas.microsoft.com/office/drawing/2014/main" id="{0AD9C1F2-4E25-4C75-A0A8-A24B2F2CE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245" y="759998"/>
                <a:ext cx="1091142" cy="1631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62">
                <a:extLst>
                  <a:ext uri="{FF2B5EF4-FFF2-40B4-BE49-F238E27FC236}">
                    <a16:creationId xmlns:a16="http://schemas.microsoft.com/office/drawing/2014/main" id="{F9741A83-A68F-41B2-8C32-1F5B0005D55F}"/>
                  </a:ext>
                </a:extLst>
              </p:cNvPr>
              <p:cNvSpPr txBox="1"/>
              <p:nvPr/>
            </p:nvSpPr>
            <p:spPr>
              <a:xfrm>
                <a:off x="7743245" y="3862085"/>
                <a:ext cx="109114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zh-HK" altLang="en-US" sz="10000"/>
              </a:p>
            </p:txBody>
          </p:sp>
        </mc:Choice>
        <mc:Fallback xmlns="">
          <p:sp>
            <p:nvSpPr>
              <p:cNvPr id="19" name="文字方塊 62">
                <a:extLst>
                  <a:ext uri="{FF2B5EF4-FFF2-40B4-BE49-F238E27FC236}">
                    <a16:creationId xmlns:a16="http://schemas.microsoft.com/office/drawing/2014/main" id="{F9741A83-A68F-41B2-8C32-1F5B0005D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245" y="3862085"/>
                <a:ext cx="1091142" cy="16312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字方塊 45">
            <a:extLst>
              <a:ext uri="{FF2B5EF4-FFF2-40B4-BE49-F238E27FC236}">
                <a16:creationId xmlns:a16="http://schemas.microsoft.com/office/drawing/2014/main" id="{25852E15-6598-4C8F-B2F0-0FE9727C0BC7}"/>
              </a:ext>
            </a:extLst>
          </p:cNvPr>
          <p:cNvSpPr txBox="1"/>
          <p:nvPr/>
        </p:nvSpPr>
        <p:spPr>
          <a:xfrm>
            <a:off x="1749905" y="2455483"/>
            <a:ext cx="30091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000" b="1">
                <a:solidFill>
                  <a:srgbClr val="00B050"/>
                </a:solidFill>
              </a:rPr>
              <a:t>Greater than</a:t>
            </a:r>
            <a:endParaRPr lang="zh-HK" altLang="en-US" sz="4000" b="1">
              <a:solidFill>
                <a:srgbClr val="00B050"/>
              </a:solidFill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CD37FE0D-C270-4FF1-AFE4-E2CE47B0E932}"/>
              </a:ext>
            </a:extLst>
          </p:cNvPr>
          <p:cNvSpPr txBox="1"/>
          <p:nvPr/>
        </p:nvSpPr>
        <p:spPr>
          <a:xfrm>
            <a:off x="5907279" y="2488198"/>
            <a:ext cx="53564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000" b="1">
                <a:solidFill>
                  <a:srgbClr val="7030A0"/>
                </a:solidFill>
              </a:rPr>
              <a:t>Greater than or equal to </a:t>
            </a:r>
            <a:endParaRPr lang="zh-HK" altLang="en-US" sz="4000" b="1">
              <a:solidFill>
                <a:srgbClr val="7030A0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1A506E0B-5A0B-4461-9F85-BE49940015B5}"/>
              </a:ext>
            </a:extLst>
          </p:cNvPr>
          <p:cNvSpPr txBox="1"/>
          <p:nvPr/>
        </p:nvSpPr>
        <p:spPr>
          <a:xfrm>
            <a:off x="1817541" y="5528488"/>
            <a:ext cx="31099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>
                <a:solidFill>
                  <a:srgbClr val="FFC000"/>
                </a:solidFill>
              </a:rPr>
              <a:t>Smaller</a:t>
            </a:r>
            <a:r>
              <a:rPr lang="en-US" altLang="zh-HK" sz="4000" b="1">
                <a:solidFill>
                  <a:srgbClr val="FFC000"/>
                </a:solidFill>
              </a:rPr>
              <a:t> than</a:t>
            </a:r>
            <a:endParaRPr lang="zh-HK" altLang="en-US" sz="4000" b="1">
              <a:solidFill>
                <a:srgbClr val="FFC000"/>
              </a:solidFill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5D335EEC-F3B1-423E-BC42-FF10A954E2C1}"/>
              </a:ext>
            </a:extLst>
          </p:cNvPr>
          <p:cNvSpPr txBox="1"/>
          <p:nvPr/>
        </p:nvSpPr>
        <p:spPr>
          <a:xfrm>
            <a:off x="5907279" y="5561203"/>
            <a:ext cx="5549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000" b="1">
                <a:solidFill>
                  <a:schemeClr val="accent1"/>
                </a:solidFill>
              </a:rPr>
              <a:t>Smaller than or equal to </a:t>
            </a:r>
            <a:endParaRPr lang="zh-HK" altLang="en-US" sz="4000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62">
                <a:extLst>
                  <a:ext uri="{FF2B5EF4-FFF2-40B4-BE49-F238E27FC236}">
                    <a16:creationId xmlns:a16="http://schemas.microsoft.com/office/drawing/2014/main" id="{6661B7BC-A213-4B5B-96C5-F4E84D4C6DCC}"/>
                  </a:ext>
                </a:extLst>
              </p:cNvPr>
              <p:cNvSpPr txBox="1"/>
              <p:nvPr/>
            </p:nvSpPr>
            <p:spPr>
              <a:xfrm>
                <a:off x="1818214" y="1051618"/>
                <a:ext cx="227224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8</m:t>
                      </m:r>
                    </m:oMath>
                  </m:oMathPara>
                </a14:m>
                <a:endParaRPr lang="zh-HK" altLang="en-US" sz="8000"/>
              </a:p>
            </p:txBody>
          </p:sp>
        </mc:Choice>
        <mc:Fallback xmlns="">
          <p:sp>
            <p:nvSpPr>
              <p:cNvPr id="10" name="文字方塊 62">
                <a:extLst>
                  <a:ext uri="{FF2B5EF4-FFF2-40B4-BE49-F238E27FC236}">
                    <a16:creationId xmlns:a16="http://schemas.microsoft.com/office/drawing/2014/main" id="{6661B7BC-A213-4B5B-96C5-F4E84D4C6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214" y="1051618"/>
                <a:ext cx="2272242" cy="1323439"/>
              </a:xfrm>
              <a:prstGeom prst="rect">
                <a:avLst/>
              </a:prstGeom>
              <a:blipFill>
                <a:blip r:embed="rId6"/>
                <a:stretch>
                  <a:fillRect r="-1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62">
                <a:extLst>
                  <a:ext uri="{FF2B5EF4-FFF2-40B4-BE49-F238E27FC236}">
                    <a16:creationId xmlns:a16="http://schemas.microsoft.com/office/drawing/2014/main" id="{CE4AD3B7-29F1-4A1A-9128-9BC70DBC587D}"/>
                  </a:ext>
                </a:extLst>
              </p:cNvPr>
              <p:cNvSpPr txBox="1"/>
              <p:nvPr/>
            </p:nvSpPr>
            <p:spPr>
              <a:xfrm>
                <a:off x="1818244" y="4054205"/>
                <a:ext cx="227224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8</m:t>
                      </m:r>
                    </m:oMath>
                  </m:oMathPara>
                </a14:m>
                <a:endParaRPr lang="zh-HK" altLang="en-US" sz="8000"/>
              </a:p>
            </p:txBody>
          </p:sp>
        </mc:Choice>
        <mc:Fallback xmlns="">
          <p:sp>
            <p:nvSpPr>
              <p:cNvPr id="12" name="文字方塊 62">
                <a:extLst>
                  <a:ext uri="{FF2B5EF4-FFF2-40B4-BE49-F238E27FC236}">
                    <a16:creationId xmlns:a16="http://schemas.microsoft.com/office/drawing/2014/main" id="{CE4AD3B7-29F1-4A1A-9128-9BC70DBC5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244" y="4054205"/>
                <a:ext cx="2272242" cy="1323439"/>
              </a:xfrm>
              <a:prstGeom prst="rect">
                <a:avLst/>
              </a:prstGeom>
              <a:blipFill>
                <a:blip r:embed="rId7"/>
                <a:stretch>
                  <a:fillRect r="-1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62">
                <a:extLst>
                  <a:ext uri="{FF2B5EF4-FFF2-40B4-BE49-F238E27FC236}">
                    <a16:creationId xmlns:a16="http://schemas.microsoft.com/office/drawing/2014/main" id="{58B65E1F-E983-43B6-BA25-AD9C89201572}"/>
                  </a:ext>
                </a:extLst>
              </p:cNvPr>
              <p:cNvSpPr txBox="1"/>
              <p:nvPr/>
            </p:nvSpPr>
            <p:spPr>
              <a:xfrm>
                <a:off x="6745076" y="902421"/>
                <a:ext cx="374067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−3</m:t>
                      </m:r>
                    </m:oMath>
                  </m:oMathPara>
                </a14:m>
                <a:endParaRPr lang="zh-HK" altLang="en-US" sz="8000"/>
              </a:p>
            </p:txBody>
          </p:sp>
        </mc:Choice>
        <mc:Fallback xmlns="">
          <p:sp>
            <p:nvSpPr>
              <p:cNvPr id="13" name="文字方塊 62">
                <a:extLst>
                  <a:ext uri="{FF2B5EF4-FFF2-40B4-BE49-F238E27FC236}">
                    <a16:creationId xmlns:a16="http://schemas.microsoft.com/office/drawing/2014/main" id="{58B65E1F-E983-43B6-BA25-AD9C89201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076" y="902421"/>
                <a:ext cx="3740677" cy="13234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62">
                <a:extLst>
                  <a:ext uri="{FF2B5EF4-FFF2-40B4-BE49-F238E27FC236}">
                    <a16:creationId xmlns:a16="http://schemas.microsoft.com/office/drawing/2014/main" id="{568BA7AF-E180-471C-AB06-7B6CF78B3301}"/>
                  </a:ext>
                </a:extLst>
              </p:cNvPr>
              <p:cNvSpPr txBox="1"/>
              <p:nvPr/>
            </p:nvSpPr>
            <p:spPr>
              <a:xfrm>
                <a:off x="6745076" y="4039921"/>
                <a:ext cx="374067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HK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−3</m:t>
                      </m:r>
                    </m:oMath>
                  </m:oMathPara>
                </a14:m>
                <a:endParaRPr lang="zh-HK" altLang="en-US" sz="8000"/>
              </a:p>
            </p:txBody>
          </p:sp>
        </mc:Choice>
        <mc:Fallback xmlns="">
          <p:sp>
            <p:nvSpPr>
              <p:cNvPr id="14" name="文字方塊 62">
                <a:extLst>
                  <a:ext uri="{FF2B5EF4-FFF2-40B4-BE49-F238E27FC236}">
                    <a16:creationId xmlns:a16="http://schemas.microsoft.com/office/drawing/2014/main" id="{568BA7AF-E180-471C-AB06-7B6CF78B3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076" y="4039921"/>
                <a:ext cx="3740677" cy="132343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1057F77-5DBE-4F93-B66D-D81974552595}"/>
                  </a:ext>
                </a:extLst>
              </p:cNvPr>
              <p:cNvSpPr txBox="1"/>
              <p:nvPr/>
            </p:nvSpPr>
            <p:spPr>
              <a:xfrm>
                <a:off x="3709811" y="2185787"/>
                <a:ext cx="2035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/>
                  <a:t>e.g. </a:t>
                </a:r>
                <a14:m>
                  <m:oMath xmlns:m="http://schemas.openxmlformats.org/officeDocument/2006/math"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10, 13, 28…</m:t>
                    </m:r>
                  </m:oMath>
                </a14:m>
                <a:endParaRPr lang="zh-HK" altLang="en-US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1057F77-5DBE-4F93-B66D-D81974552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811" y="2185787"/>
                <a:ext cx="2035388" cy="369332"/>
              </a:xfrm>
              <a:prstGeom prst="rect">
                <a:avLst/>
              </a:prstGeom>
              <a:blipFill>
                <a:blip r:embed="rId10"/>
                <a:stretch>
                  <a:fillRect l="-270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489A6C9A-8EC9-4E5E-BF74-5605FBFDA729}"/>
                  </a:ext>
                </a:extLst>
              </p:cNvPr>
              <p:cNvSpPr txBox="1"/>
              <p:nvPr/>
            </p:nvSpPr>
            <p:spPr>
              <a:xfrm>
                <a:off x="3576587" y="5265973"/>
                <a:ext cx="2035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/>
                  <a:t>e.g. 0, 5, 6</a:t>
                </a:r>
                <a14:m>
                  <m:oMath xmlns:m="http://schemas.openxmlformats.org/officeDocument/2006/math"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zh-HK" altLang="en-US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489A6C9A-8EC9-4E5E-BF74-5605FBFDA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6587" y="5265973"/>
                <a:ext cx="2035388" cy="369332"/>
              </a:xfrm>
              <a:prstGeom prst="rect">
                <a:avLst/>
              </a:prstGeom>
              <a:blipFill>
                <a:blip r:embed="rId11"/>
                <a:stretch>
                  <a:fillRect l="-269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E3B363C3-243D-4710-98BF-328D3ECFDD3C}"/>
                  </a:ext>
                </a:extLst>
              </p:cNvPr>
              <p:cNvSpPr txBox="1"/>
              <p:nvPr/>
            </p:nvSpPr>
            <p:spPr>
              <a:xfrm>
                <a:off x="9706555" y="2075746"/>
                <a:ext cx="2035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/>
                  <a:t>e.g. </a:t>
                </a:r>
                <a14:m>
                  <m:oMath xmlns:m="http://schemas.openxmlformats.org/officeDocument/2006/math">
                    <m:r>
                      <a:rPr lang="en-US" altLang="zh-HK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altLang="zh-HK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  −2, −1…</m:t>
                    </m:r>
                  </m:oMath>
                </a14:m>
                <a:endParaRPr lang="zh-HK" altLang="en-US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E3B363C3-243D-4710-98BF-328D3ECFD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6555" y="2075746"/>
                <a:ext cx="2035388" cy="369332"/>
              </a:xfrm>
              <a:prstGeom prst="rect">
                <a:avLst/>
              </a:prstGeom>
              <a:blipFill>
                <a:blip r:embed="rId12"/>
                <a:stretch>
                  <a:fillRect l="-239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F94C6F1-C329-4C27-A18D-69FD8E9B6399}"/>
                  </a:ext>
                </a:extLst>
              </p:cNvPr>
              <p:cNvSpPr txBox="1"/>
              <p:nvPr/>
            </p:nvSpPr>
            <p:spPr>
              <a:xfrm>
                <a:off x="9609933" y="5139000"/>
                <a:ext cx="25081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/>
                  <a:t>e.g. </a:t>
                </a:r>
                <a14:m>
                  <m:oMath xmlns:m="http://schemas.openxmlformats.org/officeDocument/2006/math">
                    <m:r>
                      <a:rPr lang="en-US" altLang="zh-HK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,  −5, −10…</m:t>
                    </m:r>
                  </m:oMath>
                </a14:m>
                <a:endParaRPr lang="zh-HK" altLang="en-US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F94C6F1-C329-4C27-A18D-69FD8E9B6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9933" y="5139000"/>
                <a:ext cx="2508176" cy="369332"/>
              </a:xfrm>
              <a:prstGeom prst="rect">
                <a:avLst/>
              </a:prstGeom>
              <a:blipFill>
                <a:blip r:embed="rId13"/>
                <a:stretch>
                  <a:fillRect l="-194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CFCDA4A1-2E8E-4108-851F-41B0850E882D}"/>
              </a:ext>
            </a:extLst>
          </p:cNvPr>
          <p:cNvSpPr/>
          <p:nvPr/>
        </p:nvSpPr>
        <p:spPr>
          <a:xfrm>
            <a:off x="1706247" y="1222696"/>
            <a:ext cx="864233" cy="41406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F7E76BF-1577-486A-9B59-BD35AE7F0E39}"/>
              </a:ext>
            </a:extLst>
          </p:cNvPr>
          <p:cNvSpPr/>
          <p:nvPr/>
        </p:nvSpPr>
        <p:spPr>
          <a:xfrm>
            <a:off x="6737138" y="1205310"/>
            <a:ext cx="864233" cy="41406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93430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  <p:bldP spid="49" grpId="0"/>
      <p:bldP spid="10" grpId="0"/>
      <p:bldP spid="12" grpId="0"/>
      <p:bldP spid="13" grpId="0"/>
      <p:bldP spid="14" grpId="0"/>
      <p:bldP spid="15" grpId="0"/>
      <p:bldP spid="17" grpId="0"/>
      <p:bldP spid="18" grpId="0"/>
      <p:bldP spid="20" grpId="0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6AE301C-5CE1-4941-8DC1-2720EE9CB3AE}"/>
                  </a:ext>
                </a:extLst>
              </p:cNvPr>
              <p:cNvSpPr txBox="1"/>
              <p:nvPr/>
            </p:nvSpPr>
            <p:spPr>
              <a:xfrm>
                <a:off x="6398279" y="482510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−4&gt;20</m:t>
                      </m:r>
                    </m:oMath>
                  </m:oMathPara>
                </a14:m>
                <a:endParaRPr lang="zh-HK" altLang="en-US" sz="400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6AE301C-5CE1-4941-8DC1-2720EE9CB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279" y="482510"/>
                <a:ext cx="406101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CE10DF0-2A1A-4F9A-A226-DC68D1C19BCD}"/>
                  </a:ext>
                </a:extLst>
              </p:cNvPr>
              <p:cNvSpPr txBox="1"/>
              <p:nvPr/>
            </p:nvSpPr>
            <p:spPr>
              <a:xfrm>
                <a:off x="7294189" y="1176024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20+4</m:t>
                      </m:r>
                    </m:oMath>
                  </m:oMathPara>
                </a14:m>
                <a:endParaRPr lang="zh-HK" altLang="en-US" sz="400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CE10DF0-2A1A-4F9A-A226-DC68D1C19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189" y="1176024"/>
                <a:ext cx="4061012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07DCD4-F7F5-4080-B0F5-0DCA38648379}"/>
                  </a:ext>
                </a:extLst>
              </p:cNvPr>
              <p:cNvSpPr txBox="1"/>
              <p:nvPr/>
            </p:nvSpPr>
            <p:spPr>
              <a:xfrm>
                <a:off x="6846517" y="1879420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TW" sz="4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HK" altLang="en-US" sz="400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07DCD4-F7F5-4080-B0F5-0DCA38648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517" y="1879420"/>
                <a:ext cx="4061012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3AE16F9-4F7A-4655-B095-22B0658D4B30}"/>
                  </a:ext>
                </a:extLst>
              </p:cNvPr>
              <p:cNvSpPr txBox="1"/>
              <p:nvPr/>
            </p:nvSpPr>
            <p:spPr>
              <a:xfrm>
                <a:off x="6855692" y="2532112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zh-HK" altLang="en-US" sz="400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3AE16F9-4F7A-4655-B095-22B0658D4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5692" y="2532112"/>
                <a:ext cx="4061012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/>
              <p:nvPr/>
            </p:nvSpPr>
            <p:spPr>
              <a:xfrm>
                <a:off x="554691" y="482510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−4=20</m:t>
                      </m:r>
                    </m:oMath>
                  </m:oMathPara>
                </a14:m>
                <a:endParaRPr lang="zh-HK" altLang="en-US" sz="400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91" y="482510"/>
                <a:ext cx="4061012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927AD51-F150-480D-A161-94D91C0B2162}"/>
                  </a:ext>
                </a:extLst>
              </p:cNvPr>
              <p:cNvSpPr/>
              <p:nvPr/>
            </p:nvSpPr>
            <p:spPr>
              <a:xfrm>
                <a:off x="1971323" y="1213088"/>
                <a:ext cx="3002232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4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20+4</m:t>
                      </m:r>
                    </m:oMath>
                  </m:oMathPara>
                </a14:m>
                <a:endParaRPr lang="zh-HK" altLang="en-US" sz="400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927AD51-F150-480D-A161-94D91C0B21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323" y="1213088"/>
                <a:ext cx="300223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DD52CC7-12C8-46E5-BBB8-1BD7F548461E}"/>
                  </a:ext>
                </a:extLst>
              </p:cNvPr>
              <p:cNvSpPr txBox="1"/>
              <p:nvPr/>
            </p:nvSpPr>
            <p:spPr>
              <a:xfrm>
                <a:off x="998271" y="2532112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zh-HK" altLang="en-US" sz="400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DD52CC7-12C8-46E5-BBB8-1BD7F5484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71" y="2532112"/>
                <a:ext cx="4061012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FCBB943-786C-48D2-9A94-7936F670373E}"/>
                  </a:ext>
                </a:extLst>
              </p:cNvPr>
              <p:cNvSpPr txBox="1"/>
              <p:nvPr/>
            </p:nvSpPr>
            <p:spPr>
              <a:xfrm>
                <a:off x="989096" y="1911871"/>
                <a:ext cx="4061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dirty="0" smtClean="0">
                          <a:latin typeface="Cambria Math" panose="02040503050406030204" pitchFamily="18" charset="0"/>
                        </a:rPr>
                        <m:t>=24</m:t>
                      </m:r>
                    </m:oMath>
                  </m:oMathPara>
                </a14:m>
                <a:endParaRPr lang="zh-HK" altLang="en-US" sz="400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FCBB943-786C-48D2-9A94-7936F6703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096" y="1911871"/>
                <a:ext cx="4061012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415BAD7-9619-445B-9950-B0141FEC1EA1}"/>
                  </a:ext>
                </a:extLst>
              </p:cNvPr>
              <p:cNvSpPr txBox="1"/>
              <p:nvPr/>
            </p:nvSpPr>
            <p:spPr>
              <a:xfrm>
                <a:off x="9158340" y="3235508"/>
                <a:ext cx="294317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3000"/>
                  <a:t>e.g. </a:t>
                </a:r>
                <a14:m>
                  <m:oMath xmlns:m="http://schemas.openxmlformats.org/officeDocument/2006/math">
                    <m:r>
                      <a:rPr lang="en-US" altLang="zh-HK" sz="3000" b="0" i="1" smtClean="0">
                        <a:latin typeface="Cambria Math" panose="02040503050406030204" pitchFamily="18" charset="0"/>
                      </a:rPr>
                      <m:t>10, 13 ,28…</m:t>
                    </m:r>
                  </m:oMath>
                </a14:m>
                <a:endParaRPr lang="zh-HK" altLang="en-US" sz="300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415BAD7-9619-445B-9950-B0141FEC1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8340" y="3235508"/>
                <a:ext cx="2943173" cy="553998"/>
              </a:xfrm>
              <a:prstGeom prst="rect">
                <a:avLst/>
              </a:prstGeom>
              <a:blipFill>
                <a:blip r:embed="rId10"/>
                <a:stretch>
                  <a:fillRect l="-4762" t="-13187" b="-34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圖片 21">
            <a:extLst>
              <a:ext uri="{FF2B5EF4-FFF2-40B4-BE49-F238E27FC236}">
                <a16:creationId xmlns:a16="http://schemas.microsoft.com/office/drawing/2014/main" id="{A4AF785E-372E-4815-9EF4-C5C0860B831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9223798" y="4143375"/>
            <a:ext cx="2629784" cy="262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8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2" grpId="0"/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圓角矩形 29"/>
          <p:cNvSpPr/>
          <p:nvPr/>
        </p:nvSpPr>
        <p:spPr>
          <a:xfrm>
            <a:off x="6240016" y="265342"/>
            <a:ext cx="4248472" cy="24704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9" name="圓角矩形 28"/>
          <p:cNvSpPr/>
          <p:nvPr/>
        </p:nvSpPr>
        <p:spPr>
          <a:xfrm>
            <a:off x="1775520" y="239164"/>
            <a:ext cx="4248472" cy="261377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2081088" y="239164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088" y="239164"/>
                <a:ext cx="669799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490039" y="279648"/>
                <a:ext cx="11576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+3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039" y="279648"/>
                <a:ext cx="1157689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354134" y="265343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&lt;</m:t>
                      </m:r>
                    </m:oMath>
                  </m:oMathPara>
                </a14:m>
                <a:endParaRPr lang="zh-HK" altLang="en-US" sz="480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134" y="265343"/>
                <a:ext cx="785792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4002207" y="260649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zh-HK" altLang="en-US" sz="480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207" y="260649"/>
                <a:ext cx="665567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2868301" y="1109812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301" y="1109812"/>
                <a:ext cx="669799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3400378" y="1135991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&lt;</m:t>
                      </m:r>
                    </m:oMath>
                  </m:oMathPara>
                </a14:m>
                <a:endParaRPr lang="zh-HK" altLang="en-US" sz="480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378" y="1135991"/>
                <a:ext cx="785792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4002208" y="1131297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zh-HK" altLang="en-US" sz="480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208" y="1131297"/>
                <a:ext cx="665567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4434256" y="1117953"/>
                <a:ext cx="11576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−3</m:t>
                      </m:r>
                    </m:oMath>
                  </m:oMathPara>
                </a14:m>
                <a:endParaRPr lang="zh-HK" altLang="en-US" sz="480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256" y="1117953"/>
                <a:ext cx="1157689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2484479" y="265287"/>
                <a:ext cx="11576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+3</m:t>
                      </m:r>
                    </m:oMath>
                  </m:oMathPara>
                </a14:m>
                <a:endParaRPr lang="zh-HK" altLang="en-US" sz="480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479" y="265287"/>
                <a:ext cx="1157689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2885815" y="1912955"/>
                <a:ext cx="184697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&lt;2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815" y="1912955"/>
                <a:ext cx="1846979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6629529" y="463410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529" y="463410"/>
                <a:ext cx="669799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7001663" y="481367"/>
                <a:ext cx="11576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663" y="481367"/>
                <a:ext cx="1157689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7937766" y="481367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&gt;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766" y="481367"/>
                <a:ext cx="785792" cy="8309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8513831" y="442458"/>
                <a:ext cx="10390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10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831" y="442458"/>
                <a:ext cx="1039067" cy="83099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7002232" y="480603"/>
                <a:ext cx="11576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232" y="480603"/>
                <a:ext cx="1157689" cy="83099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7430929" y="1078797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929" y="1078797"/>
                <a:ext cx="669799" cy="83099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7912001" y="1078797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&gt;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001" y="1078797"/>
                <a:ext cx="785792" cy="83099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8589529" y="1090451"/>
                <a:ext cx="10390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10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9529" y="1090451"/>
                <a:ext cx="1039067" cy="83099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9305919" y="1090451"/>
                <a:ext cx="11576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+2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919" y="1090451"/>
                <a:ext cx="1157689" cy="83099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7430928" y="1904808"/>
                <a:ext cx="218842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&gt;12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928" y="1904808"/>
                <a:ext cx="2188420" cy="83099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圓角矩形 30"/>
          <p:cNvSpPr/>
          <p:nvPr/>
        </p:nvSpPr>
        <p:spPr>
          <a:xfrm>
            <a:off x="2287551" y="3039829"/>
            <a:ext cx="2736304" cy="36004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2287551" y="3144937"/>
                <a:ext cx="252986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5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≤15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551" y="3144937"/>
                <a:ext cx="2529860" cy="83099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2293375" y="3144937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375" y="3144937"/>
                <a:ext cx="665567" cy="83099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2647592" y="4225057"/>
                <a:ext cx="66979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592" y="4225057"/>
                <a:ext cx="669799" cy="83099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3197890" y="4258156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≤</m:t>
                      </m:r>
                    </m:oMath>
                  </m:oMathPara>
                </a14:m>
                <a:endParaRPr lang="zh-HK" altLang="en-US" sz="4800"/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890" y="4258156"/>
                <a:ext cx="785792" cy="83099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3871728" y="3960706"/>
                <a:ext cx="1039067" cy="14950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HK" sz="4800" i="1" dirty="0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HK" sz="4800" i="1" dirty="0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ea typeface="Cambria Math"/>
                            </a:rPr>
                            <m:t>15</m:t>
                          </m:r>
                        </m:num>
                        <m:den/>
                      </m:f>
                    </m:oMath>
                  </m:oMathPara>
                </a14:m>
                <a:endParaRPr lang="zh-HK" altLang="en-US" sz="4800"/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728" y="3960706"/>
                <a:ext cx="1039067" cy="149508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/>
              <p:cNvSpPr/>
              <p:nvPr/>
            </p:nvSpPr>
            <p:spPr>
              <a:xfrm>
                <a:off x="4038197" y="4733383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7" name="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197" y="4733383"/>
                <a:ext cx="665567" cy="83099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/>
              <p:cNvSpPr txBox="1"/>
              <p:nvPr/>
            </p:nvSpPr>
            <p:spPr>
              <a:xfrm>
                <a:off x="2727574" y="5521201"/>
                <a:ext cx="184698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≤3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574" y="5521201"/>
                <a:ext cx="1846980" cy="83099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圓角矩形 38"/>
          <p:cNvSpPr/>
          <p:nvPr/>
        </p:nvSpPr>
        <p:spPr>
          <a:xfrm>
            <a:off x="6608031" y="3039829"/>
            <a:ext cx="3339832" cy="331236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4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/>
              <p:cNvSpPr/>
              <p:nvPr/>
            </p:nvSpPr>
            <p:spPr>
              <a:xfrm>
                <a:off x="6464015" y="3144936"/>
                <a:ext cx="2653672" cy="13526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HK" sz="4800" i="1">
                              <a:solidFill>
                                <a:srgbClr val="00B0F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4800" i="1">
                              <a:solidFill>
                                <a:srgbClr val="00B0F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US" altLang="zh-HK" sz="4800" i="1">
                              <a:solidFill>
                                <a:srgbClr val="00B0F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≥2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015" y="3144936"/>
                <a:ext cx="2653672" cy="1352614"/>
              </a:xfrm>
              <a:prstGeom prst="rect">
                <a:avLst/>
              </a:prstGeom>
              <a:blipFill>
                <a:blip r:embed="rId29"/>
                <a:stretch>
                  <a:fillRect b="-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/>
              <p:cNvSpPr/>
              <p:nvPr/>
            </p:nvSpPr>
            <p:spPr>
              <a:xfrm>
                <a:off x="6857939" y="3777163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39" y="3777163"/>
                <a:ext cx="665567" cy="830997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/>
              <p:cNvSpPr/>
              <p:nvPr/>
            </p:nvSpPr>
            <p:spPr>
              <a:xfrm>
                <a:off x="6752047" y="4479990"/>
                <a:ext cx="1846980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≥2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2" name="矩形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047" y="4479990"/>
                <a:ext cx="1846980" cy="830997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/>
              <p:cNvSpPr/>
              <p:nvPr/>
            </p:nvSpPr>
            <p:spPr>
              <a:xfrm>
                <a:off x="8264215" y="4476290"/>
                <a:ext cx="1273618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×4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3" name="矩形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215" y="4476290"/>
                <a:ext cx="1273618" cy="830997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/>
              <p:cNvSpPr/>
              <p:nvPr/>
            </p:nvSpPr>
            <p:spPr>
              <a:xfrm>
                <a:off x="7274325" y="5123452"/>
                <a:ext cx="66979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4" name="矩形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325" y="5123452"/>
                <a:ext cx="669799" cy="830997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/>
              <p:cNvSpPr/>
              <p:nvPr/>
            </p:nvSpPr>
            <p:spPr>
              <a:xfrm>
                <a:off x="7710604" y="5142493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≥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5" name="矩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0604" y="5142493"/>
                <a:ext cx="785792" cy="830997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/>
              <p:cNvSpPr/>
              <p:nvPr/>
            </p:nvSpPr>
            <p:spPr>
              <a:xfrm>
                <a:off x="8358677" y="5161161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8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6" name="矩形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77" y="5161161"/>
                <a:ext cx="665567" cy="83099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274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9" grpId="0" animBg="1"/>
      <p:bldP spid="8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1" grpId="0" animBg="1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 animBg="1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圓角矩形 10"/>
          <p:cNvSpPr/>
          <p:nvPr/>
        </p:nvSpPr>
        <p:spPr>
          <a:xfrm>
            <a:off x="5727036" y="476672"/>
            <a:ext cx="4064233" cy="503337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4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6023992" y="653787"/>
                <a:ext cx="2653672" cy="13526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altLang="zh-HK" sz="4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4800" i="1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US" altLang="zh-HK" sz="4800" i="1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≥2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992" y="653787"/>
                <a:ext cx="2653672" cy="1352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6719129" y="1286014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129" y="1286014"/>
                <a:ext cx="665567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6312024" y="1988841"/>
                <a:ext cx="230704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≥2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024" y="1988841"/>
                <a:ext cx="2307042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8405529" y="1985141"/>
                <a:ext cx="1273618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×4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529" y="1985141"/>
                <a:ext cx="1273618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6387348" y="3061662"/>
                <a:ext cx="116192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348" y="3061662"/>
                <a:ext cx="1161921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7323451" y="3080703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≥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451" y="3080703"/>
                <a:ext cx="785792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7971524" y="3099371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8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524" y="3099371"/>
                <a:ext cx="665567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6781367" y="3904208"/>
                <a:ext cx="66979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367" y="3904208"/>
                <a:ext cx="669799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7331665" y="3937307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≤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665" y="3937307"/>
                <a:ext cx="785792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7855926" y="3937307"/>
                <a:ext cx="11576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−8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5926" y="3937307"/>
                <a:ext cx="1157689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圓角矩形 27"/>
          <p:cNvSpPr/>
          <p:nvPr/>
        </p:nvSpPr>
        <p:spPr>
          <a:xfrm>
            <a:off x="1914279" y="1048973"/>
            <a:ext cx="3468781" cy="38224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4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1772868" y="1194652"/>
                <a:ext cx="2653672" cy="13526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altLang="zh-HK" sz="4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4800" i="1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US" altLang="zh-HK" sz="4800" i="1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altLang="zh-HK" sz="4800" i="1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=2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868" y="1194652"/>
                <a:ext cx="2653672" cy="135261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2468005" y="1826879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005" y="1826879"/>
                <a:ext cx="665567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2060900" y="2529706"/>
                <a:ext cx="230704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=2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900" y="2529706"/>
                <a:ext cx="2307042" cy="8309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4154405" y="2526006"/>
                <a:ext cx="1273618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×4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405" y="2526006"/>
                <a:ext cx="1273618" cy="83099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2083354" y="3173168"/>
                <a:ext cx="116192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354" y="3173168"/>
                <a:ext cx="1161921" cy="83099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3019458" y="3192209"/>
                <a:ext cx="7841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458" y="3192209"/>
                <a:ext cx="784189" cy="83099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3667530" y="3210877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8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530" y="3210877"/>
                <a:ext cx="665567" cy="83099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/>
              <p:cNvSpPr/>
              <p:nvPr/>
            </p:nvSpPr>
            <p:spPr>
              <a:xfrm>
                <a:off x="2463683" y="3846880"/>
                <a:ext cx="66979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683" y="3846880"/>
                <a:ext cx="669799" cy="83099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/>
              <p:cNvSpPr/>
              <p:nvPr/>
            </p:nvSpPr>
            <p:spPr>
              <a:xfrm>
                <a:off x="3013982" y="3879979"/>
                <a:ext cx="7841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982" y="3879979"/>
                <a:ext cx="784189" cy="83099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/>
              <p:cNvSpPr/>
              <p:nvPr/>
            </p:nvSpPr>
            <p:spPr>
              <a:xfrm>
                <a:off x="3538242" y="3879979"/>
                <a:ext cx="115768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−8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242" y="3879979"/>
                <a:ext cx="1157689" cy="83099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橢圓 1"/>
          <p:cNvSpPr/>
          <p:nvPr/>
        </p:nvSpPr>
        <p:spPr>
          <a:xfrm>
            <a:off x="7873526" y="3430343"/>
            <a:ext cx="138026" cy="10715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6549492" y="2837761"/>
            <a:ext cx="98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>
                <a:solidFill>
                  <a:srgbClr val="7030A0"/>
                </a:solidFill>
                <a:latin typeface="華康超特楷體" pitchFamily="65" charset="-120"/>
                <a:ea typeface="華康超特楷體" pitchFamily="65" charset="-120"/>
              </a:rPr>
              <a:t>開口</a:t>
            </a:r>
            <a:endParaRPr lang="zh-HK" altLang="en-US" sz="2800">
              <a:solidFill>
                <a:srgbClr val="7030A0"/>
              </a:solidFill>
              <a:latin typeface="華康超特楷體" pitchFamily="65" charset="-120"/>
              <a:ea typeface="華康超特楷體" pitchFamily="65" charset="-12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873526" y="2832269"/>
            <a:ext cx="98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>
                <a:solidFill>
                  <a:srgbClr val="FF0000"/>
                </a:solidFill>
                <a:latin typeface="華康超特楷體" pitchFamily="65" charset="-120"/>
                <a:ea typeface="華康超特楷體" pitchFamily="65" charset="-120"/>
              </a:rPr>
              <a:t>尖頭</a:t>
            </a:r>
            <a:endParaRPr lang="zh-HK" altLang="en-US" sz="2800">
              <a:solidFill>
                <a:srgbClr val="FF0000"/>
              </a:solidFill>
              <a:latin typeface="華康超特楷體" pitchFamily="65" charset="-120"/>
              <a:ea typeface="華康超特楷體" pitchFamily="65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8091013" y="4665212"/>
            <a:ext cx="98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>
                <a:solidFill>
                  <a:srgbClr val="7030A0"/>
                </a:solidFill>
                <a:latin typeface="華康超特楷體" pitchFamily="65" charset="-120"/>
                <a:ea typeface="華康超特楷體" pitchFamily="65" charset="-120"/>
              </a:rPr>
              <a:t>開口</a:t>
            </a:r>
            <a:endParaRPr lang="zh-HK" altLang="en-US" sz="2800">
              <a:solidFill>
                <a:srgbClr val="7030A0"/>
              </a:solidFill>
              <a:latin typeface="華康超特楷體" pitchFamily="65" charset="-120"/>
              <a:ea typeface="華康超特楷體" pitchFamily="65" charset="-12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6697778" y="4638006"/>
            <a:ext cx="98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>
                <a:solidFill>
                  <a:srgbClr val="FF0000"/>
                </a:solidFill>
                <a:latin typeface="華康超特楷體" pitchFamily="65" charset="-120"/>
                <a:ea typeface="華康超特楷體" pitchFamily="65" charset="-120"/>
              </a:rPr>
              <a:t>尖頭</a:t>
            </a:r>
            <a:endParaRPr lang="zh-HK" altLang="en-US" sz="2800">
              <a:solidFill>
                <a:srgbClr val="FF0000"/>
              </a:solidFill>
              <a:latin typeface="華康超特楷體" pitchFamily="65" charset="-120"/>
              <a:ea typeface="華康超特楷體" pitchFamily="65" charset="-120"/>
            </a:endParaRPr>
          </a:p>
        </p:txBody>
      </p:sp>
      <p:sp>
        <p:nvSpPr>
          <p:cNvPr id="45" name="橢圓 44"/>
          <p:cNvSpPr/>
          <p:nvPr/>
        </p:nvSpPr>
        <p:spPr>
          <a:xfrm>
            <a:off x="7458593" y="4299227"/>
            <a:ext cx="138026" cy="10715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083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  <p:bldP spid="14" grpId="0"/>
      <p:bldP spid="15" grpId="0"/>
      <p:bldP spid="18" grpId="0"/>
      <p:bldP spid="19" grpId="0"/>
      <p:bldP spid="20" grpId="0"/>
      <p:bldP spid="24" grpId="0"/>
      <p:bldP spid="25" grpId="0"/>
      <p:bldP spid="26" grpId="0"/>
      <p:bldP spid="28" grpId="0" animBg="1"/>
      <p:bldP spid="29" grpId="0"/>
      <p:bldP spid="30" grpId="0"/>
      <p:bldP spid="31" grpId="0"/>
      <p:bldP spid="32" grpId="0"/>
      <p:bldP spid="33" grpId="0"/>
      <p:bldP spid="34" grpId="0"/>
      <p:bldP spid="35" grpId="0"/>
      <p:bldP spid="39" grpId="0"/>
      <p:bldP spid="40" grpId="0"/>
      <p:bldP spid="41" grpId="0"/>
      <p:bldP spid="2" grpId="0" animBg="1"/>
      <p:bldP spid="16" grpId="0"/>
      <p:bldP spid="42" grpId="0"/>
      <p:bldP spid="43" grpId="0"/>
      <p:bldP spid="44" grpId="0"/>
      <p:bldP spid="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2707978" y="203864"/>
                <a:ext cx="46841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6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−7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−10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978" y="203864"/>
                <a:ext cx="4684167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2707978" y="1101059"/>
                <a:ext cx="211410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6+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10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978" y="1101059"/>
                <a:ext cx="2114105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278040" y="1139968"/>
                <a:ext cx="212256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+7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040" y="1139968"/>
                <a:ext cx="2122569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630076" y="1101059"/>
                <a:ext cx="7857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≥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0076" y="1101059"/>
                <a:ext cx="785792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3791745" y="2037163"/>
                <a:ext cx="10390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16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45" y="2037163"/>
                <a:ext cx="1039067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5268726" y="2037163"/>
                <a:ext cx="10432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8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8726" y="2037163"/>
                <a:ext cx="1043299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4655840" y="1965155"/>
                <a:ext cx="7857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≥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0" y="1965155"/>
                <a:ext cx="785792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866959" y="3013507"/>
                <a:ext cx="1039067" cy="14800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16</m:t>
                          </m:r>
                        </m:num>
                        <m:den>
                          <m:r>
                            <a:rPr lang="en-US" altLang="zh-HK" sz="4800" i="1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6959" y="3013507"/>
                <a:ext cx="1039067" cy="1480021"/>
              </a:xfrm>
              <a:prstGeom prst="rect">
                <a:avLst/>
              </a:prstGeom>
              <a:blipFill>
                <a:blip r:embed="rId9"/>
                <a:stretch>
                  <a:fillRect b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5322134" y="3354684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34" y="3354684"/>
                <a:ext cx="669799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4701851" y="3420908"/>
                <a:ext cx="7857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≥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1851" y="3420908"/>
                <a:ext cx="785792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4030222" y="4614228"/>
                <a:ext cx="6655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222" y="4614228"/>
                <a:ext cx="665567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5322134" y="4573036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34" y="4573036"/>
                <a:ext cx="669799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4702084" y="4611945"/>
                <a:ext cx="7857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≥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084" y="4611945"/>
                <a:ext cx="785792" cy="8309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4096237" y="5530548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237" y="5530548"/>
                <a:ext cx="669799" cy="83099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4702084" y="5550332"/>
                <a:ext cx="7857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≤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084" y="5550332"/>
                <a:ext cx="785792" cy="83099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5375921" y="5517233"/>
                <a:ext cx="6655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921" y="5517233"/>
                <a:ext cx="665567" cy="83099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橢圓 22"/>
          <p:cNvSpPr/>
          <p:nvPr/>
        </p:nvSpPr>
        <p:spPr>
          <a:xfrm>
            <a:off x="5278039" y="4976148"/>
            <a:ext cx="138026" cy="10715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3021669" y="4768115"/>
            <a:ext cx="98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>
                <a:solidFill>
                  <a:srgbClr val="7030A0"/>
                </a:solidFill>
                <a:latin typeface="華康超特楷體" pitchFamily="65" charset="-120"/>
                <a:ea typeface="華康超特楷體" pitchFamily="65" charset="-120"/>
              </a:rPr>
              <a:t>開口</a:t>
            </a:r>
            <a:endParaRPr lang="zh-HK" altLang="en-US" sz="2800">
              <a:solidFill>
                <a:srgbClr val="7030A0"/>
              </a:solidFill>
              <a:latin typeface="華康超特楷體" pitchFamily="65" charset="-120"/>
              <a:ea typeface="華康超特楷體" pitchFamily="65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049085" y="4821692"/>
            <a:ext cx="98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>
                <a:solidFill>
                  <a:srgbClr val="FF0000"/>
                </a:solidFill>
                <a:latin typeface="華康超特楷體" pitchFamily="65" charset="-120"/>
                <a:ea typeface="華康超特楷體" pitchFamily="65" charset="-120"/>
              </a:rPr>
              <a:t>尖頭</a:t>
            </a:r>
            <a:endParaRPr lang="zh-HK" altLang="en-US" sz="2800">
              <a:solidFill>
                <a:srgbClr val="FF0000"/>
              </a:solidFill>
              <a:latin typeface="華康超特楷體" pitchFamily="65" charset="-120"/>
              <a:ea typeface="華康超特楷體" pitchFamily="65" charset="-120"/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4807337" y="5912252"/>
            <a:ext cx="138026" cy="10715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7" name="文字方塊 26"/>
          <p:cNvSpPr txBox="1"/>
          <p:nvPr/>
        </p:nvSpPr>
        <p:spPr>
          <a:xfrm>
            <a:off x="3174069" y="5704219"/>
            <a:ext cx="98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>
                <a:solidFill>
                  <a:srgbClr val="FF0000"/>
                </a:solidFill>
                <a:latin typeface="華康超特楷體" pitchFamily="65" charset="-120"/>
                <a:ea typeface="華康超特楷體" pitchFamily="65" charset="-120"/>
              </a:rPr>
              <a:t>尖頭</a:t>
            </a:r>
            <a:endParaRPr lang="zh-HK" altLang="en-US" sz="2800">
              <a:solidFill>
                <a:srgbClr val="FF0000"/>
              </a:solidFill>
              <a:latin typeface="華康超特楷體" pitchFamily="65" charset="-120"/>
              <a:ea typeface="華康超特楷體" pitchFamily="65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038841" y="5729121"/>
            <a:ext cx="98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>
                <a:solidFill>
                  <a:srgbClr val="7030A0"/>
                </a:solidFill>
                <a:latin typeface="華康超特楷體" pitchFamily="65" charset="-120"/>
                <a:ea typeface="華康超特楷體" pitchFamily="65" charset="-120"/>
              </a:rPr>
              <a:t>開口</a:t>
            </a:r>
            <a:endParaRPr lang="zh-HK" altLang="en-US" sz="2800">
              <a:solidFill>
                <a:srgbClr val="7030A0"/>
              </a:solidFill>
              <a:latin typeface="華康超特楷體" pitchFamily="65" charset="-120"/>
              <a:ea typeface="華康超特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188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0" grpId="0"/>
      <p:bldP spid="21" grpId="0"/>
      <p:bldP spid="22" grpId="0"/>
      <p:bldP spid="23" grpId="0" animBg="1"/>
      <p:bldP spid="24" grpId="0"/>
      <p:bldP spid="25" grpId="0"/>
      <p:bldP spid="26" grpId="0" animBg="1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2399092" y="725796"/>
                <a:ext cx="678102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3</m:t>
                      </m:r>
                      <m:d>
                        <m:dPr>
                          <m:ctrlP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𝑥</m:t>
                          </m:r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−5</m:t>
                      </m:r>
                      <m:d>
                        <m:dPr>
                          <m:ctrlP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ea typeface="Cambria Math"/>
                            </a:rPr>
                            <m:t>+4</m:t>
                          </m:r>
                        </m:e>
                      </m:d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&gt;0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092" y="725796"/>
                <a:ext cx="6781023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弧形箭號 (下彎) 3"/>
          <p:cNvSpPr/>
          <p:nvPr/>
        </p:nvSpPr>
        <p:spPr>
          <a:xfrm>
            <a:off x="2727628" y="472053"/>
            <a:ext cx="792088" cy="432048"/>
          </a:xfrm>
          <a:prstGeom prst="curved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5" name="弧形箭號 (下彎) 4"/>
          <p:cNvSpPr/>
          <p:nvPr/>
        </p:nvSpPr>
        <p:spPr>
          <a:xfrm>
            <a:off x="2716198" y="316607"/>
            <a:ext cx="1740219" cy="576064"/>
          </a:xfrm>
          <a:prstGeom prst="curved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6" name="弧形箭號 (下彎) 5"/>
          <p:cNvSpPr/>
          <p:nvPr/>
        </p:nvSpPr>
        <p:spPr>
          <a:xfrm>
            <a:off x="5236478" y="316607"/>
            <a:ext cx="1224136" cy="576064"/>
          </a:xfrm>
          <a:prstGeom prst="curved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7" name="弧形箭號 (下彎) 6"/>
          <p:cNvSpPr/>
          <p:nvPr/>
        </p:nvSpPr>
        <p:spPr>
          <a:xfrm>
            <a:off x="5164470" y="188641"/>
            <a:ext cx="2151856" cy="688369"/>
          </a:xfrm>
          <a:prstGeom prst="curved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3113060" y="1519291"/>
                <a:ext cx="104329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3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060" y="1519291"/>
                <a:ext cx="1043298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4943873" y="1540493"/>
                <a:ext cx="16396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− 5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873" y="1540493"/>
                <a:ext cx="1639615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925281" y="1502038"/>
                <a:ext cx="129394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+ 6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281" y="1502038"/>
                <a:ext cx="1293944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6414967" y="1589892"/>
                <a:ext cx="163538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− 20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967" y="1589892"/>
                <a:ext cx="1635384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5011486" y="2348881"/>
                <a:ext cx="16396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− 2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486" y="2348881"/>
                <a:ext cx="1639615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6381397" y="2348881"/>
                <a:ext cx="149912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−14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397" y="2348881"/>
                <a:ext cx="1499128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7883871" y="2276873"/>
                <a:ext cx="13303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&gt;0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3871" y="2276873"/>
                <a:ext cx="1330301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6460615" y="3107870"/>
                <a:ext cx="16396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− 2</m:t>
                      </m:r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615" y="3107870"/>
                <a:ext cx="1639615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7883870" y="3084807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&gt;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3870" y="3084807"/>
                <a:ext cx="785792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8445884" y="3102060"/>
                <a:ext cx="103906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14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884" y="3102060"/>
                <a:ext cx="1039066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7377037" y="3814372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037" y="3814372"/>
                <a:ext cx="669799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8635327" y="3886379"/>
                <a:ext cx="11576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−7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327" y="3886379"/>
                <a:ext cx="1157689" cy="8309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7920807" y="3814372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&lt;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807" y="3814372"/>
                <a:ext cx="785792" cy="83099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7858699" y="1572638"/>
                <a:ext cx="13303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&gt;0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699" y="1572638"/>
                <a:ext cx="1330301" cy="83099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橢圓 29"/>
          <p:cNvSpPr/>
          <p:nvPr/>
        </p:nvSpPr>
        <p:spPr>
          <a:xfrm>
            <a:off x="8428595" y="3476691"/>
            <a:ext cx="138026" cy="10715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1" name="橢圓 30"/>
          <p:cNvSpPr/>
          <p:nvPr/>
        </p:nvSpPr>
        <p:spPr>
          <a:xfrm>
            <a:off x="8070813" y="4218869"/>
            <a:ext cx="138026" cy="10715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27650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  <p:bldP spid="7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6" grpId="0"/>
      <p:bldP spid="27" grpId="0"/>
      <p:bldP spid="28" grpId="0"/>
      <p:bldP spid="29" grpId="0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2783633" y="220788"/>
                <a:ext cx="4684167" cy="14800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2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+1&lt;</m:t>
                      </m:r>
                      <m:f>
                        <m:fPr>
                          <m:ctrlP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4</m:t>
                          </m:r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𝑥</m:t>
                          </m:r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+1</m:t>
                          </m:r>
                        </m:num>
                        <m:den>
                          <m:r>
                            <a:rPr lang="en-US" altLang="zh-HK" sz="4800" i="1">
                              <a:solidFill>
                                <a:srgbClr val="7030A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33" y="220788"/>
                <a:ext cx="4684167" cy="1480021"/>
              </a:xfrm>
              <a:prstGeom prst="rect">
                <a:avLst/>
              </a:prstGeom>
              <a:blipFill>
                <a:blip r:embed="rId2"/>
                <a:stretch>
                  <a:fillRect b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046446" y="1001049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446" y="1001049"/>
                <a:ext cx="665567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2423593" y="1772817"/>
                <a:ext cx="519392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(2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+1)&lt;4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93" y="1772817"/>
                <a:ext cx="5193921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135561" y="1805916"/>
                <a:ext cx="66556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zh-HK" altLang="en-US" sz="480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1" y="1805916"/>
                <a:ext cx="665567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弧形箭號 (下彎) 5"/>
          <p:cNvSpPr/>
          <p:nvPr/>
        </p:nvSpPr>
        <p:spPr>
          <a:xfrm>
            <a:off x="2711624" y="1560562"/>
            <a:ext cx="648072" cy="35627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7" name="弧形箭號 (下彎) 6"/>
          <p:cNvSpPr/>
          <p:nvPr/>
        </p:nvSpPr>
        <p:spPr>
          <a:xfrm>
            <a:off x="2711624" y="1416547"/>
            <a:ext cx="1800200" cy="52153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3030917" y="2648343"/>
                <a:ext cx="10432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6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917" y="2648343"/>
                <a:ext cx="1043299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3714176" y="2636913"/>
                <a:ext cx="11576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+3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76" y="2636913"/>
                <a:ext cx="1157689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4799856" y="2598004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&lt;</m:t>
                      </m:r>
                    </m:oMath>
                  </m:oMathPara>
                </a14:m>
                <a:endParaRPr lang="zh-HK" altLang="en-US" sz="480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856" y="2598004"/>
                <a:ext cx="785792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2623880" y="3356993"/>
                <a:ext cx="246400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6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−4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880" y="3356993"/>
                <a:ext cx="2464008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4799856" y="3318084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&lt;</m:t>
                      </m:r>
                    </m:oMath>
                  </m:oMathPara>
                </a14:m>
                <a:endParaRPr lang="zh-HK" altLang="en-US" sz="480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856" y="3318084"/>
                <a:ext cx="785792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5447929" y="3318084"/>
                <a:ext cx="223272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+1−3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29" y="3318084"/>
                <a:ext cx="2232727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4023962" y="4142260"/>
                <a:ext cx="10432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2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962" y="4142260"/>
                <a:ext cx="1043299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4871864" y="4105743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&lt;</m:t>
                      </m:r>
                    </m:oMath>
                  </m:oMathPara>
                </a14:m>
                <a:endParaRPr lang="zh-HK" altLang="en-US" sz="480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864" y="4105743"/>
                <a:ext cx="785792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5447929" y="4077073"/>
                <a:ext cx="11576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29" y="4077073"/>
                <a:ext cx="1157689" cy="8309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4511825" y="4869161"/>
                <a:ext cx="6697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5" y="4869161"/>
                <a:ext cx="669799" cy="83099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4871864" y="4902260"/>
                <a:ext cx="78579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&lt;</m:t>
                      </m:r>
                    </m:oMath>
                  </m:oMathPara>
                </a14:m>
                <a:endParaRPr lang="zh-HK" altLang="en-US" sz="480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864" y="4902260"/>
                <a:ext cx="785792" cy="83099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5447929" y="4902260"/>
                <a:ext cx="11576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29" y="4902260"/>
                <a:ext cx="1157689" cy="83099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5546449" y="2660870"/>
                <a:ext cx="211833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4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  <m:r>
                        <a:rPr lang="en-US" altLang="zh-HK" sz="4800" i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zh-HK" altLang="en-US" sz="480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449" y="2660870"/>
                <a:ext cx="2118337" cy="83099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5550843" y="2660870"/>
                <a:ext cx="10432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4</m:t>
                      </m:r>
                      <m:r>
                        <a:rPr lang="en-US" altLang="zh-HK" sz="4800" i="1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HK" altLang="en-US" sz="480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843" y="2660870"/>
                <a:ext cx="1043299" cy="83099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6369289" y="2670038"/>
                <a:ext cx="129394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800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+ 1</m:t>
                      </m:r>
                    </m:oMath>
                  </m:oMathPara>
                </a14:m>
                <a:endParaRPr lang="zh-HK" altLang="en-US" sz="4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289" y="2670038"/>
                <a:ext cx="1293944" cy="83099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500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7" grpId="0" animBg="1"/>
      <p:bldP spid="8" grpId="0"/>
      <p:bldP spid="9" grpId="0"/>
      <p:bldP spid="10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25BF90-9D5C-A92E-C5F6-3211EC97DB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41" r="39155" b="80583"/>
          <a:stretch>
            <a:fillRect/>
          </a:stretch>
        </p:blipFill>
        <p:spPr>
          <a:xfrm>
            <a:off x="136187" y="0"/>
            <a:ext cx="5571463" cy="11673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筆跡 7">
                <a:extLst>
                  <a:ext uri="{FF2B5EF4-FFF2-40B4-BE49-F238E27FC236}">
                    <a16:creationId xmlns:a16="http://schemas.microsoft.com/office/drawing/2014/main" id="{27D20879-63D6-7462-D255-86DF29BE0C48}"/>
                  </a:ext>
                </a:extLst>
              </p14:cNvPr>
              <p14:cNvContentPartPr/>
              <p14:nvPr/>
            </p14:nvContentPartPr>
            <p14:xfrm>
              <a:off x="3832698" y="331923"/>
              <a:ext cx="1298862" cy="45719"/>
            </p14:xfrm>
          </p:contentPart>
        </mc:Choice>
        <mc:Fallback xmlns="">
          <p:pic>
            <p:nvPicPr>
              <p:cNvPr id="4" name="筆跡 7">
                <a:extLst>
                  <a:ext uri="{FF2B5EF4-FFF2-40B4-BE49-F238E27FC236}">
                    <a16:creationId xmlns:a16="http://schemas.microsoft.com/office/drawing/2014/main" id="{27D20879-63D6-7462-D255-86DF29BE0C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78669" y="-13383777"/>
                <a:ext cx="1406560" cy="27431400"/>
              </a:xfrm>
              <a:prstGeom prst="rect">
                <a:avLst/>
              </a:prstGeom>
            </p:spPr>
          </p:pic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52CEA87F-EDFA-9625-3215-DF49A090E4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0" t="51510" r="72179" b="39752"/>
          <a:stretch>
            <a:fillRect/>
          </a:stretch>
        </p:blipFill>
        <p:spPr>
          <a:xfrm>
            <a:off x="3041" y="3875713"/>
            <a:ext cx="2451370" cy="5252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C0384B2-5F09-0D6F-DA30-38F6C27D11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51" t="58414" b="34466"/>
          <a:stretch>
            <a:fillRect/>
          </a:stretch>
        </p:blipFill>
        <p:spPr>
          <a:xfrm>
            <a:off x="5707650" y="3878344"/>
            <a:ext cx="3485513" cy="428019"/>
          </a:xfrm>
          <a:prstGeom prst="rect">
            <a:avLst/>
          </a:prstGeom>
        </p:spPr>
      </p:pic>
      <p:sp>
        <p:nvSpPr>
          <p:cNvPr id="24" name="文字方塊 12">
            <a:extLst>
              <a:ext uri="{FF2B5EF4-FFF2-40B4-BE49-F238E27FC236}">
                <a16:creationId xmlns:a16="http://schemas.microsoft.com/office/drawing/2014/main" id="{0CCC3616-6DC3-945E-91C4-4911A1368768}"/>
              </a:ext>
            </a:extLst>
          </p:cNvPr>
          <p:cNvSpPr txBox="1"/>
          <p:nvPr/>
        </p:nvSpPr>
        <p:spPr>
          <a:xfrm>
            <a:off x="515320" y="1382160"/>
            <a:ext cx="446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8">
                <a:extLst>
                  <a:ext uri="{FF2B5EF4-FFF2-40B4-BE49-F238E27FC236}">
                    <a16:creationId xmlns:a16="http://schemas.microsoft.com/office/drawing/2014/main" id="{119ADA83-8D78-6BA9-48A3-F5B2EE15F9D5}"/>
                  </a:ext>
                </a:extLst>
              </p:cNvPr>
              <p:cNvSpPr txBox="1"/>
              <p:nvPr/>
            </p:nvSpPr>
            <p:spPr>
              <a:xfrm>
                <a:off x="825865" y="1366627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8">
                <a:extLst>
                  <a:ext uri="{FF2B5EF4-FFF2-40B4-BE49-F238E27FC236}">
                    <a16:creationId xmlns:a16="http://schemas.microsoft.com/office/drawing/2014/main" id="{119ADA83-8D78-6BA9-48A3-F5B2EE15F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65" y="1366627"/>
                <a:ext cx="242832" cy="400110"/>
              </a:xfrm>
              <a:prstGeom prst="rect">
                <a:avLst/>
              </a:prstGeom>
              <a:blipFill>
                <a:blip r:embed="rId6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FE32376-E6E1-32A6-B9C6-96B1CC91E0DF}"/>
                  </a:ext>
                </a:extLst>
              </p:cNvPr>
              <p:cNvSpPr txBox="1"/>
              <p:nvPr/>
            </p:nvSpPr>
            <p:spPr>
              <a:xfrm>
                <a:off x="1108825" y="1382160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FE32376-E6E1-32A6-B9C6-96B1CC91E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825" y="1382160"/>
                <a:ext cx="32609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8">
                <a:extLst>
                  <a:ext uri="{FF2B5EF4-FFF2-40B4-BE49-F238E27FC236}">
                    <a16:creationId xmlns:a16="http://schemas.microsoft.com/office/drawing/2014/main" id="{41816364-083B-0782-22FB-E844364966F5}"/>
                  </a:ext>
                </a:extLst>
              </p:cNvPr>
              <p:cNvSpPr txBox="1"/>
              <p:nvPr/>
            </p:nvSpPr>
            <p:spPr>
              <a:xfrm>
                <a:off x="1403824" y="1366627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8">
                <a:extLst>
                  <a:ext uri="{FF2B5EF4-FFF2-40B4-BE49-F238E27FC236}">
                    <a16:creationId xmlns:a16="http://schemas.microsoft.com/office/drawing/2014/main" id="{41816364-083B-0782-22FB-E84436496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824" y="1366627"/>
                <a:ext cx="242832" cy="400110"/>
              </a:xfrm>
              <a:prstGeom prst="rect">
                <a:avLst/>
              </a:prstGeom>
              <a:blipFill>
                <a:blip r:embed="rId8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DAB5CF4-C085-217B-E85D-F98551680743}"/>
                  </a:ext>
                </a:extLst>
              </p:cNvPr>
              <p:cNvSpPr txBox="1"/>
              <p:nvPr/>
            </p:nvSpPr>
            <p:spPr>
              <a:xfrm>
                <a:off x="1646656" y="1382160"/>
                <a:ext cx="3648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DAB5CF4-C085-217B-E85D-F98551680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656" y="1382160"/>
                <a:ext cx="36484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7417E1C-09CF-1BE2-AB5F-3105A54388A4}"/>
                  </a:ext>
                </a:extLst>
              </p:cNvPr>
              <p:cNvSpPr txBox="1"/>
              <p:nvPr/>
            </p:nvSpPr>
            <p:spPr>
              <a:xfrm>
                <a:off x="1972748" y="1366627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7417E1C-09CF-1BE2-AB5F-3105A5438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748" y="1366627"/>
                <a:ext cx="250488" cy="400110"/>
              </a:xfrm>
              <a:prstGeom prst="rect">
                <a:avLst/>
              </a:prstGeom>
              <a:blipFill>
                <a:blip r:embed="rId10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7114BE2-5070-F809-6B66-D90C2464C0D3}"/>
                  </a:ext>
                </a:extLst>
              </p:cNvPr>
              <p:cNvSpPr txBox="1"/>
              <p:nvPr/>
            </p:nvSpPr>
            <p:spPr>
              <a:xfrm>
                <a:off x="2288324" y="1386014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7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7114BE2-5070-F809-6B66-D90C2464C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324" y="1386014"/>
                <a:ext cx="326092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8">
                <a:extLst>
                  <a:ext uri="{FF2B5EF4-FFF2-40B4-BE49-F238E27FC236}">
                    <a16:creationId xmlns:a16="http://schemas.microsoft.com/office/drawing/2014/main" id="{A1CA0A44-F253-FF18-F2F2-501A4E303E7B}"/>
                  </a:ext>
                </a:extLst>
              </p:cNvPr>
              <p:cNvSpPr txBox="1"/>
              <p:nvPr/>
            </p:nvSpPr>
            <p:spPr>
              <a:xfrm>
                <a:off x="2614416" y="1370481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1" name="文字方塊 8">
                <a:extLst>
                  <a:ext uri="{FF2B5EF4-FFF2-40B4-BE49-F238E27FC236}">
                    <a16:creationId xmlns:a16="http://schemas.microsoft.com/office/drawing/2014/main" id="{A1CA0A44-F253-FF18-F2F2-501A4E303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416" y="1370481"/>
                <a:ext cx="242832" cy="400110"/>
              </a:xfrm>
              <a:prstGeom prst="rect">
                <a:avLst/>
              </a:prstGeom>
              <a:blipFill>
                <a:blip r:embed="rId12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06C892E-EAE5-A3B6-3F87-456F67A3CBC7}"/>
                  </a:ext>
                </a:extLst>
              </p:cNvPr>
              <p:cNvSpPr txBox="1"/>
              <p:nvPr/>
            </p:nvSpPr>
            <p:spPr>
              <a:xfrm>
                <a:off x="2857248" y="1386014"/>
                <a:ext cx="3648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06C892E-EAE5-A3B6-3F87-456F67A3C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248" y="1386014"/>
                <a:ext cx="364841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12">
            <a:extLst>
              <a:ext uri="{FF2B5EF4-FFF2-40B4-BE49-F238E27FC236}">
                <a16:creationId xmlns:a16="http://schemas.microsoft.com/office/drawing/2014/main" id="{C4AA1C95-EFF4-EC37-31B4-84A0B538FF94}"/>
              </a:ext>
            </a:extLst>
          </p:cNvPr>
          <p:cNvSpPr txBox="1"/>
          <p:nvPr/>
        </p:nvSpPr>
        <p:spPr>
          <a:xfrm>
            <a:off x="1077200" y="2035344"/>
            <a:ext cx="446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8">
                <a:extLst>
                  <a:ext uri="{FF2B5EF4-FFF2-40B4-BE49-F238E27FC236}">
                    <a16:creationId xmlns:a16="http://schemas.microsoft.com/office/drawing/2014/main" id="{B7684DBE-C9BA-0377-0C70-05EF88E747CB}"/>
                  </a:ext>
                </a:extLst>
              </p:cNvPr>
              <p:cNvSpPr txBox="1"/>
              <p:nvPr/>
            </p:nvSpPr>
            <p:spPr>
              <a:xfrm>
                <a:off x="1387745" y="2019811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4" name="文字方塊 8">
                <a:extLst>
                  <a:ext uri="{FF2B5EF4-FFF2-40B4-BE49-F238E27FC236}">
                    <a16:creationId xmlns:a16="http://schemas.microsoft.com/office/drawing/2014/main" id="{B7684DBE-C9BA-0377-0C70-05EF88E74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745" y="2019811"/>
                <a:ext cx="242832" cy="400110"/>
              </a:xfrm>
              <a:prstGeom prst="rect">
                <a:avLst/>
              </a:prstGeom>
              <a:blipFill>
                <a:blip r:embed="rId14"/>
                <a:stretch>
                  <a:fillRect r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F4C2043-8D51-A6A1-2C12-98BC1B38C005}"/>
                  </a:ext>
                </a:extLst>
              </p:cNvPr>
              <p:cNvSpPr txBox="1"/>
              <p:nvPr/>
            </p:nvSpPr>
            <p:spPr>
              <a:xfrm>
                <a:off x="1670705" y="2035344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F4C2043-8D51-A6A1-2C12-98BC1B38C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705" y="2035344"/>
                <a:ext cx="326092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C6A9172-09A2-5306-A89D-EEC35C881538}"/>
                  </a:ext>
                </a:extLst>
              </p:cNvPr>
              <p:cNvSpPr txBox="1"/>
              <p:nvPr/>
            </p:nvSpPr>
            <p:spPr>
              <a:xfrm>
                <a:off x="1978365" y="2010152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C6A9172-09A2-5306-A89D-EEC35C881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365" y="2010152"/>
                <a:ext cx="250488" cy="400110"/>
              </a:xfrm>
              <a:prstGeom prst="rect">
                <a:avLst/>
              </a:prstGeom>
              <a:blipFill>
                <a:blip r:embed="rId16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8A5D444-B839-F14E-37B1-5DA6E73710A4}"/>
                  </a:ext>
                </a:extLst>
              </p:cNvPr>
              <p:cNvSpPr txBox="1"/>
              <p:nvPr/>
            </p:nvSpPr>
            <p:spPr>
              <a:xfrm>
                <a:off x="2293941" y="2029539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8A5D444-B839-F14E-37B1-5DA6E7371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941" y="2029539"/>
                <a:ext cx="326092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6CB97A0-7D50-DCB2-1A81-564EA2F21FA3}"/>
                  </a:ext>
                </a:extLst>
              </p:cNvPr>
              <p:cNvSpPr txBox="1"/>
              <p:nvPr/>
            </p:nvSpPr>
            <p:spPr>
              <a:xfrm>
                <a:off x="1665088" y="2698256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6CB97A0-7D50-DCB2-1A81-564EA2F21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088" y="2698256"/>
                <a:ext cx="326092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C239993-C30E-44D0-CB76-149B85508606}"/>
                  </a:ext>
                </a:extLst>
              </p:cNvPr>
              <p:cNvSpPr txBox="1"/>
              <p:nvPr/>
            </p:nvSpPr>
            <p:spPr>
              <a:xfrm>
                <a:off x="1972748" y="2673064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C239993-C30E-44D0-CB76-149B85508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748" y="2673064"/>
                <a:ext cx="250488" cy="400110"/>
              </a:xfrm>
              <a:prstGeom prst="rect">
                <a:avLst/>
              </a:prstGeom>
              <a:blipFill>
                <a:blip r:embed="rId19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0BAE832-C42A-C5DA-E639-CA4E12309717}"/>
                  </a:ext>
                </a:extLst>
              </p:cNvPr>
              <p:cNvSpPr txBox="1"/>
              <p:nvPr/>
            </p:nvSpPr>
            <p:spPr>
              <a:xfrm>
                <a:off x="2288324" y="2692451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0BAE832-C42A-C5DA-E639-CA4E12309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324" y="2692451"/>
                <a:ext cx="326092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線接點 18">
            <a:extLst>
              <a:ext uri="{FF2B5EF4-FFF2-40B4-BE49-F238E27FC236}">
                <a16:creationId xmlns:a16="http://schemas.microsoft.com/office/drawing/2014/main" id="{FC09CEBF-1DB4-61FC-58CD-8840C647CED6}"/>
              </a:ext>
            </a:extLst>
          </p:cNvPr>
          <p:cNvCxnSpPr>
            <a:cxnSpLocks/>
          </p:cNvCxnSpPr>
          <p:nvPr/>
        </p:nvCxnSpPr>
        <p:spPr>
          <a:xfrm>
            <a:off x="5385793" y="2568829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接點 21">
            <a:extLst>
              <a:ext uri="{FF2B5EF4-FFF2-40B4-BE49-F238E27FC236}">
                <a16:creationId xmlns:a16="http://schemas.microsoft.com/office/drawing/2014/main" id="{7E911088-6A5D-6D79-93DC-CC1E342BBA48}"/>
              </a:ext>
            </a:extLst>
          </p:cNvPr>
          <p:cNvCxnSpPr>
            <a:cxnSpLocks/>
          </p:cNvCxnSpPr>
          <p:nvPr/>
        </p:nvCxnSpPr>
        <p:spPr>
          <a:xfrm>
            <a:off x="5385793" y="1684399"/>
            <a:ext cx="0" cy="1188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流程圖: 接點 24">
            <a:extLst>
              <a:ext uri="{FF2B5EF4-FFF2-40B4-BE49-F238E27FC236}">
                <a16:creationId xmlns:a16="http://schemas.microsoft.com/office/drawing/2014/main" id="{75BC2589-0AC2-1F29-BDBE-E03CF3F7D483}"/>
              </a:ext>
            </a:extLst>
          </p:cNvPr>
          <p:cNvSpPr/>
          <p:nvPr/>
        </p:nvSpPr>
        <p:spPr>
          <a:xfrm>
            <a:off x="5289273" y="1483926"/>
            <a:ext cx="193040" cy="193040"/>
          </a:xfrm>
          <a:prstGeom prst="flowChartConnector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46" name="直線接點 51">
            <a:extLst>
              <a:ext uri="{FF2B5EF4-FFF2-40B4-BE49-F238E27FC236}">
                <a16:creationId xmlns:a16="http://schemas.microsoft.com/office/drawing/2014/main" id="{240F0F16-0693-D848-0266-82A24408A3DC}"/>
              </a:ext>
            </a:extLst>
          </p:cNvPr>
          <p:cNvCxnSpPr>
            <a:cxnSpLocks/>
          </p:cNvCxnSpPr>
          <p:nvPr/>
        </p:nvCxnSpPr>
        <p:spPr>
          <a:xfrm>
            <a:off x="3947323" y="2579831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43927FD-C7D5-84A8-3E92-52F6B35AB52A}"/>
                  </a:ext>
                </a:extLst>
              </p:cNvPr>
              <p:cNvSpPr txBox="1"/>
              <p:nvPr/>
            </p:nvSpPr>
            <p:spPr>
              <a:xfrm>
                <a:off x="3726793" y="3153008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43927FD-C7D5-84A8-3E92-52F6B35AB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793" y="3153008"/>
                <a:ext cx="326092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92B5E4F-4C68-6771-075D-F27E244A3697}"/>
                  </a:ext>
                </a:extLst>
              </p:cNvPr>
              <p:cNvSpPr txBox="1"/>
              <p:nvPr/>
            </p:nvSpPr>
            <p:spPr>
              <a:xfrm>
                <a:off x="5190780" y="3153008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92B5E4F-4C68-6771-075D-F27E244A3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780" y="3153008"/>
                <a:ext cx="326092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ABFD354-0D15-8FE8-1893-51EE6988D67E}"/>
                  </a:ext>
                </a:extLst>
              </p:cNvPr>
              <p:cNvSpPr txBox="1"/>
              <p:nvPr/>
            </p:nvSpPr>
            <p:spPr>
              <a:xfrm>
                <a:off x="3553955" y="1208214"/>
                <a:ext cx="44614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ABFD354-0D15-8FE8-1893-51EE6988D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955" y="1208214"/>
                <a:ext cx="446149" cy="70788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8616A71-6BAD-8CA1-DA5E-1E8588B3196D}"/>
              </a:ext>
            </a:extLst>
          </p:cNvPr>
          <p:cNvCxnSpPr>
            <a:cxnSpLocks/>
          </p:cNvCxnSpPr>
          <p:nvPr/>
        </p:nvCxnSpPr>
        <p:spPr>
          <a:xfrm>
            <a:off x="3446556" y="2836400"/>
            <a:ext cx="226109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2B1A2EE-A541-4A9A-39E5-CD52EAAB13F4}"/>
              </a:ext>
            </a:extLst>
          </p:cNvPr>
          <p:cNvCxnSpPr>
            <a:endCxn id="44" idx="2"/>
          </p:cNvCxnSpPr>
          <p:nvPr/>
        </p:nvCxnSpPr>
        <p:spPr>
          <a:xfrm>
            <a:off x="3726793" y="1580446"/>
            <a:ext cx="15624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12">
            <a:extLst>
              <a:ext uri="{FF2B5EF4-FFF2-40B4-BE49-F238E27FC236}">
                <a16:creationId xmlns:a16="http://schemas.microsoft.com/office/drawing/2014/main" id="{18DC17F1-86CB-11C6-A50D-DAB50F091DC1}"/>
              </a:ext>
            </a:extLst>
          </p:cNvPr>
          <p:cNvSpPr txBox="1"/>
          <p:nvPr/>
        </p:nvSpPr>
        <p:spPr>
          <a:xfrm>
            <a:off x="6055438" y="1351701"/>
            <a:ext cx="446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8">
                <a:extLst>
                  <a:ext uri="{FF2B5EF4-FFF2-40B4-BE49-F238E27FC236}">
                    <a16:creationId xmlns:a16="http://schemas.microsoft.com/office/drawing/2014/main" id="{093B9641-C490-4365-7981-CFAB13EFD0F4}"/>
                  </a:ext>
                </a:extLst>
              </p:cNvPr>
              <p:cNvSpPr txBox="1"/>
              <p:nvPr/>
            </p:nvSpPr>
            <p:spPr>
              <a:xfrm>
                <a:off x="6365983" y="1336168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8" name="文字方塊 8">
                <a:extLst>
                  <a:ext uri="{FF2B5EF4-FFF2-40B4-BE49-F238E27FC236}">
                    <a16:creationId xmlns:a16="http://schemas.microsoft.com/office/drawing/2014/main" id="{093B9641-C490-4365-7981-CFAB13EFD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983" y="1336168"/>
                <a:ext cx="242832" cy="400110"/>
              </a:xfrm>
              <a:prstGeom prst="rect">
                <a:avLst/>
              </a:prstGeom>
              <a:blipFill>
                <a:blip r:embed="rId24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C434DD7-FACA-47E7-F1D8-2F9A5BF010AD}"/>
                  </a:ext>
                </a:extLst>
              </p:cNvPr>
              <p:cNvSpPr txBox="1"/>
              <p:nvPr/>
            </p:nvSpPr>
            <p:spPr>
              <a:xfrm>
                <a:off x="6648943" y="1351701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C434DD7-FACA-47E7-F1D8-2F9A5BF01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943" y="1351701"/>
                <a:ext cx="326092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8">
                <a:extLst>
                  <a:ext uri="{FF2B5EF4-FFF2-40B4-BE49-F238E27FC236}">
                    <a16:creationId xmlns:a16="http://schemas.microsoft.com/office/drawing/2014/main" id="{760A8CEA-6275-7943-4260-01CF30B06D0E}"/>
                  </a:ext>
                </a:extLst>
              </p:cNvPr>
              <p:cNvSpPr txBox="1"/>
              <p:nvPr/>
            </p:nvSpPr>
            <p:spPr>
              <a:xfrm>
                <a:off x="6943942" y="1336168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0" name="文字方塊 8">
                <a:extLst>
                  <a:ext uri="{FF2B5EF4-FFF2-40B4-BE49-F238E27FC236}">
                    <a16:creationId xmlns:a16="http://schemas.microsoft.com/office/drawing/2014/main" id="{760A8CEA-6275-7943-4260-01CF30B06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942" y="1336168"/>
                <a:ext cx="242832" cy="400110"/>
              </a:xfrm>
              <a:prstGeom prst="rect">
                <a:avLst/>
              </a:prstGeom>
              <a:blipFill>
                <a:blip r:embed="rId26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7459BCC-3CB8-6E24-C2F3-0D8F3EE70AFA}"/>
                  </a:ext>
                </a:extLst>
              </p:cNvPr>
              <p:cNvSpPr txBox="1"/>
              <p:nvPr/>
            </p:nvSpPr>
            <p:spPr>
              <a:xfrm>
                <a:off x="7186774" y="1351701"/>
                <a:ext cx="3648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7459BCC-3CB8-6E24-C2F3-0D8F3EE70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774" y="1351701"/>
                <a:ext cx="364841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B78C210-2874-C7AB-0374-123CB95F0E99}"/>
                  </a:ext>
                </a:extLst>
              </p:cNvPr>
              <p:cNvSpPr txBox="1"/>
              <p:nvPr/>
            </p:nvSpPr>
            <p:spPr>
              <a:xfrm>
                <a:off x="7512866" y="1336168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B78C210-2874-C7AB-0374-123CB95F0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866" y="1336168"/>
                <a:ext cx="250488" cy="400110"/>
              </a:xfrm>
              <a:prstGeom prst="rect">
                <a:avLst/>
              </a:prstGeom>
              <a:blipFill>
                <a:blip r:embed="rId28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4867650-EEC6-ED80-6552-0940F99B2FE4}"/>
                  </a:ext>
                </a:extLst>
              </p:cNvPr>
              <p:cNvSpPr txBox="1"/>
              <p:nvPr/>
            </p:nvSpPr>
            <p:spPr>
              <a:xfrm>
                <a:off x="7828442" y="1355555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7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4867650-EEC6-ED80-6552-0940F99B2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8442" y="1355555"/>
                <a:ext cx="326092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8">
                <a:extLst>
                  <a:ext uri="{FF2B5EF4-FFF2-40B4-BE49-F238E27FC236}">
                    <a16:creationId xmlns:a16="http://schemas.microsoft.com/office/drawing/2014/main" id="{0F4C6C37-0E0C-E9B4-05AD-7583DA950901}"/>
                  </a:ext>
                </a:extLst>
              </p:cNvPr>
              <p:cNvSpPr txBox="1"/>
              <p:nvPr/>
            </p:nvSpPr>
            <p:spPr>
              <a:xfrm>
                <a:off x="8116974" y="1340022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4" name="文字方塊 8">
                <a:extLst>
                  <a:ext uri="{FF2B5EF4-FFF2-40B4-BE49-F238E27FC236}">
                    <a16:creationId xmlns:a16="http://schemas.microsoft.com/office/drawing/2014/main" id="{0F4C6C37-0E0C-E9B4-05AD-7583DA950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974" y="1340022"/>
                <a:ext cx="242832" cy="400110"/>
              </a:xfrm>
              <a:prstGeom prst="rect">
                <a:avLst/>
              </a:prstGeom>
              <a:blipFill>
                <a:blip r:embed="rId30"/>
                <a:stretch>
                  <a:fillRect r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3684D7D-DCA9-923D-C829-58A064EA66EE}"/>
                  </a:ext>
                </a:extLst>
              </p:cNvPr>
              <p:cNvSpPr txBox="1"/>
              <p:nvPr/>
            </p:nvSpPr>
            <p:spPr>
              <a:xfrm>
                <a:off x="8359806" y="1355555"/>
                <a:ext cx="3648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3684D7D-DCA9-923D-C829-58A064EA6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806" y="1355555"/>
                <a:ext cx="364841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文字方塊 12">
            <a:extLst>
              <a:ext uri="{FF2B5EF4-FFF2-40B4-BE49-F238E27FC236}">
                <a16:creationId xmlns:a16="http://schemas.microsoft.com/office/drawing/2014/main" id="{65B37DFF-B065-F443-7F79-5C812492F997}"/>
              </a:ext>
            </a:extLst>
          </p:cNvPr>
          <p:cNvSpPr txBox="1"/>
          <p:nvPr/>
        </p:nvSpPr>
        <p:spPr>
          <a:xfrm>
            <a:off x="6617318" y="2004885"/>
            <a:ext cx="446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8">
                <a:extLst>
                  <a:ext uri="{FF2B5EF4-FFF2-40B4-BE49-F238E27FC236}">
                    <a16:creationId xmlns:a16="http://schemas.microsoft.com/office/drawing/2014/main" id="{71DA04ED-1AB8-3DD6-3AF4-8CD7EAC9EA9D}"/>
                  </a:ext>
                </a:extLst>
              </p:cNvPr>
              <p:cNvSpPr txBox="1"/>
              <p:nvPr/>
            </p:nvSpPr>
            <p:spPr>
              <a:xfrm>
                <a:off x="6927863" y="1989352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7" name="文字方塊 8">
                <a:extLst>
                  <a:ext uri="{FF2B5EF4-FFF2-40B4-BE49-F238E27FC236}">
                    <a16:creationId xmlns:a16="http://schemas.microsoft.com/office/drawing/2014/main" id="{71DA04ED-1AB8-3DD6-3AF4-8CD7EAC9E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863" y="1989352"/>
                <a:ext cx="242832" cy="400110"/>
              </a:xfrm>
              <a:prstGeom prst="rect">
                <a:avLst/>
              </a:prstGeom>
              <a:blipFill>
                <a:blip r:embed="rId32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32EDFBE-EA80-B3B0-C661-0292EBF64C55}"/>
                  </a:ext>
                </a:extLst>
              </p:cNvPr>
              <p:cNvSpPr txBox="1"/>
              <p:nvPr/>
            </p:nvSpPr>
            <p:spPr>
              <a:xfrm>
                <a:off x="7210823" y="2004885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32EDFBE-EA80-B3B0-C661-0292EBF64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0823" y="2004885"/>
                <a:ext cx="326092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DEC8730-2F97-AACC-37CF-DBBA2C5304F0}"/>
                  </a:ext>
                </a:extLst>
              </p:cNvPr>
              <p:cNvSpPr txBox="1"/>
              <p:nvPr/>
            </p:nvSpPr>
            <p:spPr>
              <a:xfrm>
                <a:off x="7518483" y="1979693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DEC8730-2F97-AACC-37CF-DBBA2C530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8483" y="1979693"/>
                <a:ext cx="250488" cy="400110"/>
              </a:xfrm>
              <a:prstGeom prst="rect">
                <a:avLst/>
              </a:prstGeom>
              <a:blipFill>
                <a:blip r:embed="rId34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0D831D7-2530-27A9-8D44-21FEE657887E}"/>
                  </a:ext>
                </a:extLst>
              </p:cNvPr>
              <p:cNvSpPr txBox="1"/>
              <p:nvPr/>
            </p:nvSpPr>
            <p:spPr>
              <a:xfrm>
                <a:off x="7834059" y="1999080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0D831D7-2530-27A9-8D44-21FEE6578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4059" y="1999080"/>
                <a:ext cx="326092" cy="400110"/>
              </a:xfrm>
              <a:prstGeom prst="rect">
                <a:avLst/>
              </a:prstGeom>
              <a:blipFill>
                <a:blip r:embed="rId35"/>
                <a:stretch>
                  <a:fillRect r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C3E231F-ACE3-81F6-FFBF-A5DBC538C01B}"/>
                  </a:ext>
                </a:extLst>
              </p:cNvPr>
              <p:cNvSpPr txBox="1"/>
              <p:nvPr/>
            </p:nvSpPr>
            <p:spPr>
              <a:xfrm>
                <a:off x="7205206" y="2667797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C3E231F-ACE3-81F6-FFBF-A5DBC538C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5206" y="2667797"/>
                <a:ext cx="326092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95F1CA2-D369-8FD4-602A-7799659A27BB}"/>
                  </a:ext>
                </a:extLst>
              </p:cNvPr>
              <p:cNvSpPr txBox="1"/>
              <p:nvPr/>
            </p:nvSpPr>
            <p:spPr>
              <a:xfrm>
                <a:off x="7512866" y="2642605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95F1CA2-D369-8FD4-602A-7799659A2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866" y="2642605"/>
                <a:ext cx="250488" cy="400110"/>
              </a:xfrm>
              <a:prstGeom prst="rect">
                <a:avLst/>
              </a:prstGeom>
              <a:blipFill>
                <a:blip r:embed="rId37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95F17FD-B9C4-E8A2-EB7A-71EE12FF2E30}"/>
                  </a:ext>
                </a:extLst>
              </p:cNvPr>
              <p:cNvSpPr txBox="1"/>
              <p:nvPr/>
            </p:nvSpPr>
            <p:spPr>
              <a:xfrm>
                <a:off x="7828442" y="2661992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95F17FD-B9C4-E8A2-EB7A-71EE12FF2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8442" y="2661992"/>
                <a:ext cx="326092" cy="400110"/>
              </a:xfrm>
              <a:prstGeom prst="rect">
                <a:avLst/>
              </a:prstGeom>
              <a:blipFill>
                <a:blip r:embed="rId38"/>
                <a:stretch>
                  <a:fillRect r="-40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直線接點 18">
            <a:extLst>
              <a:ext uri="{FF2B5EF4-FFF2-40B4-BE49-F238E27FC236}">
                <a16:creationId xmlns:a16="http://schemas.microsoft.com/office/drawing/2014/main" id="{77ED5C3F-7DF4-159A-2294-BA62808463B2}"/>
              </a:ext>
            </a:extLst>
          </p:cNvPr>
          <p:cNvCxnSpPr>
            <a:cxnSpLocks/>
          </p:cNvCxnSpPr>
          <p:nvPr/>
        </p:nvCxnSpPr>
        <p:spPr>
          <a:xfrm>
            <a:off x="10575716" y="2579831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線接點 21">
            <a:extLst>
              <a:ext uri="{FF2B5EF4-FFF2-40B4-BE49-F238E27FC236}">
                <a16:creationId xmlns:a16="http://schemas.microsoft.com/office/drawing/2014/main" id="{59281298-67FA-69F9-AADA-1B2DE0FE60D6}"/>
              </a:ext>
            </a:extLst>
          </p:cNvPr>
          <p:cNvCxnSpPr>
            <a:cxnSpLocks/>
          </p:cNvCxnSpPr>
          <p:nvPr/>
        </p:nvCxnSpPr>
        <p:spPr>
          <a:xfrm>
            <a:off x="10575716" y="1580446"/>
            <a:ext cx="0" cy="1188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流程圖: 接點 24">
            <a:extLst>
              <a:ext uri="{FF2B5EF4-FFF2-40B4-BE49-F238E27FC236}">
                <a16:creationId xmlns:a16="http://schemas.microsoft.com/office/drawing/2014/main" id="{3F74E81A-12F0-6DDE-BAB1-326D12F0BAA7}"/>
              </a:ext>
            </a:extLst>
          </p:cNvPr>
          <p:cNvSpPr/>
          <p:nvPr/>
        </p:nvSpPr>
        <p:spPr>
          <a:xfrm>
            <a:off x="10479196" y="1366627"/>
            <a:ext cx="193040" cy="193040"/>
          </a:xfrm>
          <a:prstGeom prst="flowChartConnector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77" name="直線接點 51">
            <a:extLst>
              <a:ext uri="{FF2B5EF4-FFF2-40B4-BE49-F238E27FC236}">
                <a16:creationId xmlns:a16="http://schemas.microsoft.com/office/drawing/2014/main" id="{785FD47B-94A1-6862-0FCE-E0946EE4641A}"/>
              </a:ext>
            </a:extLst>
          </p:cNvPr>
          <p:cNvCxnSpPr>
            <a:cxnSpLocks/>
          </p:cNvCxnSpPr>
          <p:nvPr/>
        </p:nvCxnSpPr>
        <p:spPr>
          <a:xfrm>
            <a:off x="9487441" y="2549372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D7752AE-2106-4951-0032-68C0515BA8C2}"/>
                  </a:ext>
                </a:extLst>
              </p:cNvPr>
              <p:cNvSpPr txBox="1"/>
              <p:nvPr/>
            </p:nvSpPr>
            <p:spPr>
              <a:xfrm>
                <a:off x="9266911" y="3122549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D7752AE-2106-4951-0032-68C0515BA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6911" y="3122549"/>
                <a:ext cx="326092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9624A1D-C8CD-7779-E804-8E26E900C04E}"/>
                  </a:ext>
                </a:extLst>
              </p:cNvPr>
              <p:cNvSpPr txBox="1"/>
              <p:nvPr/>
            </p:nvSpPr>
            <p:spPr>
              <a:xfrm>
                <a:off x="10380248" y="3122549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9624A1D-C8CD-7779-E804-8E26E900C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0248" y="3122549"/>
                <a:ext cx="326092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00D085F-B916-25A2-8C0D-C0BEB410B338}"/>
                  </a:ext>
                </a:extLst>
              </p:cNvPr>
              <p:cNvSpPr txBox="1"/>
              <p:nvPr/>
            </p:nvSpPr>
            <p:spPr>
              <a:xfrm>
                <a:off x="11614407" y="1074384"/>
                <a:ext cx="44614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00D085F-B916-25A2-8C0D-C0BEB410B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4407" y="1074384"/>
                <a:ext cx="446149" cy="707886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988F328-4169-DD7B-D78E-B4D21E2CE85A}"/>
              </a:ext>
            </a:extLst>
          </p:cNvPr>
          <p:cNvCxnSpPr>
            <a:cxnSpLocks/>
          </p:cNvCxnSpPr>
          <p:nvPr/>
        </p:nvCxnSpPr>
        <p:spPr>
          <a:xfrm>
            <a:off x="8986674" y="2805941"/>
            <a:ext cx="226109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4C2869E-1827-3A73-A6BA-944622767A9F}"/>
              </a:ext>
            </a:extLst>
          </p:cNvPr>
          <p:cNvCxnSpPr>
            <a:cxnSpLocks/>
          </p:cNvCxnSpPr>
          <p:nvPr/>
        </p:nvCxnSpPr>
        <p:spPr>
          <a:xfrm>
            <a:off x="10672236" y="1447614"/>
            <a:ext cx="13835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Picture 83">
            <a:extLst>
              <a:ext uri="{FF2B5EF4-FFF2-40B4-BE49-F238E27FC236}">
                <a16:creationId xmlns:a16="http://schemas.microsoft.com/office/drawing/2014/main" id="{BA3FC42E-F093-B977-9054-B05ED9349A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51" b="80583"/>
          <a:stretch>
            <a:fillRect/>
          </a:stretch>
        </p:blipFill>
        <p:spPr>
          <a:xfrm>
            <a:off x="5613695" y="-3592"/>
            <a:ext cx="3485513" cy="1167319"/>
          </a:xfrm>
          <a:prstGeom prst="rect">
            <a:avLst/>
          </a:prstGeom>
        </p:spPr>
      </p:pic>
      <p:sp>
        <p:nvSpPr>
          <p:cNvPr id="86" name="文字方塊 12">
            <a:extLst>
              <a:ext uri="{FF2B5EF4-FFF2-40B4-BE49-F238E27FC236}">
                <a16:creationId xmlns:a16="http://schemas.microsoft.com/office/drawing/2014/main" id="{C8426446-75B9-6C99-0456-1A8ACEB4E349}"/>
              </a:ext>
            </a:extLst>
          </p:cNvPr>
          <p:cNvSpPr txBox="1"/>
          <p:nvPr/>
        </p:nvSpPr>
        <p:spPr>
          <a:xfrm>
            <a:off x="515320" y="4573545"/>
            <a:ext cx="446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字方塊 8">
                <a:extLst>
                  <a:ext uri="{FF2B5EF4-FFF2-40B4-BE49-F238E27FC236}">
                    <a16:creationId xmlns:a16="http://schemas.microsoft.com/office/drawing/2014/main" id="{DC1E5CB0-489B-9FA6-6163-06E8A58C94B6}"/>
                  </a:ext>
                </a:extLst>
              </p:cNvPr>
              <p:cNvSpPr txBox="1"/>
              <p:nvPr/>
            </p:nvSpPr>
            <p:spPr>
              <a:xfrm>
                <a:off x="825865" y="4558012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7" name="文字方塊 8">
                <a:extLst>
                  <a:ext uri="{FF2B5EF4-FFF2-40B4-BE49-F238E27FC236}">
                    <a16:creationId xmlns:a16="http://schemas.microsoft.com/office/drawing/2014/main" id="{DC1E5CB0-489B-9FA6-6163-06E8A58C9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65" y="4558012"/>
                <a:ext cx="242832" cy="400110"/>
              </a:xfrm>
              <a:prstGeom prst="rect">
                <a:avLst/>
              </a:prstGeom>
              <a:blipFill>
                <a:blip r:embed="rId42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8E4EA76-EB53-E4EF-53AA-D963A8339284}"/>
                  </a:ext>
                </a:extLst>
              </p:cNvPr>
              <p:cNvSpPr txBox="1"/>
              <p:nvPr/>
            </p:nvSpPr>
            <p:spPr>
              <a:xfrm>
                <a:off x="1108825" y="4573545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8E4EA76-EB53-E4EF-53AA-D963A8339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825" y="4573545"/>
                <a:ext cx="326092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字方塊 8">
                <a:extLst>
                  <a:ext uri="{FF2B5EF4-FFF2-40B4-BE49-F238E27FC236}">
                    <a16:creationId xmlns:a16="http://schemas.microsoft.com/office/drawing/2014/main" id="{1DE10A6B-F404-34B3-753B-9E41D9026018}"/>
                  </a:ext>
                </a:extLst>
              </p:cNvPr>
              <p:cNvSpPr txBox="1"/>
              <p:nvPr/>
            </p:nvSpPr>
            <p:spPr>
              <a:xfrm>
                <a:off x="1403824" y="4558012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9" name="文字方塊 8">
                <a:extLst>
                  <a:ext uri="{FF2B5EF4-FFF2-40B4-BE49-F238E27FC236}">
                    <a16:creationId xmlns:a16="http://schemas.microsoft.com/office/drawing/2014/main" id="{1DE10A6B-F404-34B3-753B-9E41D9026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824" y="4558012"/>
                <a:ext cx="242832" cy="400110"/>
              </a:xfrm>
              <a:prstGeom prst="rect">
                <a:avLst/>
              </a:prstGeom>
              <a:blipFill>
                <a:blip r:embed="rId44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56DFDC3-2A32-03AE-8A0B-A24B58D3F3BD}"/>
                  </a:ext>
                </a:extLst>
              </p:cNvPr>
              <p:cNvSpPr txBox="1"/>
              <p:nvPr/>
            </p:nvSpPr>
            <p:spPr>
              <a:xfrm>
                <a:off x="1646656" y="4573545"/>
                <a:ext cx="3648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56DFDC3-2A32-03AE-8A0B-A24B58D3F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656" y="4573545"/>
                <a:ext cx="364841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5852B39-F163-7871-DF02-B062EF89A9C7}"/>
                  </a:ext>
                </a:extLst>
              </p:cNvPr>
              <p:cNvSpPr txBox="1"/>
              <p:nvPr/>
            </p:nvSpPr>
            <p:spPr>
              <a:xfrm>
                <a:off x="1972748" y="4558012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5852B39-F163-7871-DF02-B062EF89A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748" y="4558012"/>
                <a:ext cx="250488" cy="400110"/>
              </a:xfrm>
              <a:prstGeom prst="rect">
                <a:avLst/>
              </a:prstGeom>
              <a:blipFill>
                <a:blip r:embed="rId46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0EAECC1-6C60-3508-7BDE-CE97AAB8D55B}"/>
                  </a:ext>
                </a:extLst>
              </p:cNvPr>
              <p:cNvSpPr txBox="1"/>
              <p:nvPr/>
            </p:nvSpPr>
            <p:spPr>
              <a:xfrm>
                <a:off x="2288324" y="4577399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0EAECC1-6C60-3508-7BDE-CE97AAB8D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324" y="4577399"/>
                <a:ext cx="326092" cy="400110"/>
              </a:xfrm>
              <a:prstGeom prst="rect">
                <a:avLst/>
              </a:prstGeom>
              <a:blipFill>
                <a:blip r:embed="rId47"/>
                <a:stretch>
                  <a:fillRect r="-40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8">
                <a:extLst>
                  <a:ext uri="{FF2B5EF4-FFF2-40B4-BE49-F238E27FC236}">
                    <a16:creationId xmlns:a16="http://schemas.microsoft.com/office/drawing/2014/main" id="{303B78AE-273F-71CD-0804-3AF4932C3977}"/>
                  </a:ext>
                </a:extLst>
              </p:cNvPr>
              <p:cNvSpPr txBox="1"/>
              <p:nvPr/>
            </p:nvSpPr>
            <p:spPr>
              <a:xfrm>
                <a:off x="2718851" y="4558012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3" name="文字方塊 8">
                <a:extLst>
                  <a:ext uri="{FF2B5EF4-FFF2-40B4-BE49-F238E27FC236}">
                    <a16:creationId xmlns:a16="http://schemas.microsoft.com/office/drawing/2014/main" id="{303B78AE-273F-71CD-0804-3AF4932C3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851" y="4558012"/>
                <a:ext cx="242832" cy="400110"/>
              </a:xfrm>
              <a:prstGeom prst="rect">
                <a:avLst/>
              </a:prstGeom>
              <a:blipFill>
                <a:blip r:embed="rId48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A2B0845-6EAA-3B04-7FED-87F006DD6F7E}"/>
                  </a:ext>
                </a:extLst>
              </p:cNvPr>
              <p:cNvSpPr txBox="1"/>
              <p:nvPr/>
            </p:nvSpPr>
            <p:spPr>
              <a:xfrm>
                <a:off x="2961683" y="4573545"/>
                <a:ext cx="3648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A2B0845-6EAA-3B04-7FED-87F006DD6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683" y="4573545"/>
                <a:ext cx="364841" cy="400110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文字方塊 12">
            <a:extLst>
              <a:ext uri="{FF2B5EF4-FFF2-40B4-BE49-F238E27FC236}">
                <a16:creationId xmlns:a16="http://schemas.microsoft.com/office/drawing/2014/main" id="{4E982483-CAD8-7A4E-2769-111B6F064573}"/>
              </a:ext>
            </a:extLst>
          </p:cNvPr>
          <p:cNvSpPr txBox="1"/>
          <p:nvPr/>
        </p:nvSpPr>
        <p:spPr>
          <a:xfrm>
            <a:off x="1077200" y="5226729"/>
            <a:ext cx="446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8">
                <a:extLst>
                  <a:ext uri="{FF2B5EF4-FFF2-40B4-BE49-F238E27FC236}">
                    <a16:creationId xmlns:a16="http://schemas.microsoft.com/office/drawing/2014/main" id="{C0A686FE-C761-C4A6-3A7A-B44328BA8283}"/>
                  </a:ext>
                </a:extLst>
              </p:cNvPr>
              <p:cNvSpPr txBox="1"/>
              <p:nvPr/>
            </p:nvSpPr>
            <p:spPr>
              <a:xfrm>
                <a:off x="1387745" y="5211196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6" name="文字方塊 8">
                <a:extLst>
                  <a:ext uri="{FF2B5EF4-FFF2-40B4-BE49-F238E27FC236}">
                    <a16:creationId xmlns:a16="http://schemas.microsoft.com/office/drawing/2014/main" id="{C0A686FE-C761-C4A6-3A7A-B44328BA8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745" y="5211196"/>
                <a:ext cx="242832" cy="400110"/>
              </a:xfrm>
              <a:prstGeom prst="rect">
                <a:avLst/>
              </a:prstGeom>
              <a:blipFill>
                <a:blip r:embed="rId50"/>
                <a:stretch>
                  <a:fillRect r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7056BEC-E909-5F8B-1FE3-E0C6A6CC3098}"/>
                  </a:ext>
                </a:extLst>
              </p:cNvPr>
              <p:cNvSpPr txBox="1"/>
              <p:nvPr/>
            </p:nvSpPr>
            <p:spPr>
              <a:xfrm>
                <a:off x="1670705" y="5226729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7056BEC-E909-5F8B-1FE3-E0C6A6CC3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705" y="5226729"/>
                <a:ext cx="326092" cy="400110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B12D84C-7A3D-5EDF-F0D1-1D381D22802E}"/>
                  </a:ext>
                </a:extLst>
              </p:cNvPr>
              <p:cNvSpPr txBox="1"/>
              <p:nvPr/>
            </p:nvSpPr>
            <p:spPr>
              <a:xfrm>
                <a:off x="1978365" y="5201537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B12D84C-7A3D-5EDF-F0D1-1D381D228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365" y="5201537"/>
                <a:ext cx="250488" cy="400110"/>
              </a:xfrm>
              <a:prstGeom prst="rect">
                <a:avLst/>
              </a:prstGeom>
              <a:blipFill>
                <a:blip r:embed="rId52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AD8D994-36F4-BDA2-2552-033FE58DCD1A}"/>
                  </a:ext>
                </a:extLst>
              </p:cNvPr>
              <p:cNvSpPr txBox="1"/>
              <p:nvPr/>
            </p:nvSpPr>
            <p:spPr>
              <a:xfrm>
                <a:off x="2293941" y="5220924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AD8D994-36F4-BDA2-2552-033FE58DC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941" y="5220924"/>
                <a:ext cx="326092" cy="40011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308DA27D-0745-FFB9-B0CB-B02ADE5BB6E5}"/>
                  </a:ext>
                </a:extLst>
              </p:cNvPr>
              <p:cNvSpPr txBox="1"/>
              <p:nvPr/>
            </p:nvSpPr>
            <p:spPr>
              <a:xfrm>
                <a:off x="1665088" y="5889641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308DA27D-0745-FFB9-B0CB-B02ADE5BB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088" y="5889641"/>
                <a:ext cx="326092" cy="400110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1DA20F8B-CDEC-5EC2-1DA4-15653EFE3148}"/>
                  </a:ext>
                </a:extLst>
              </p:cNvPr>
              <p:cNvSpPr txBox="1"/>
              <p:nvPr/>
            </p:nvSpPr>
            <p:spPr>
              <a:xfrm>
                <a:off x="1972748" y="5864449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1DA20F8B-CDEC-5EC2-1DA4-15653EFE3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748" y="5864449"/>
                <a:ext cx="250488" cy="400110"/>
              </a:xfrm>
              <a:prstGeom prst="rect">
                <a:avLst/>
              </a:prstGeom>
              <a:blipFill>
                <a:blip r:embed="rId55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14B2618-AC3B-FBCC-DEF4-92180D98A079}"/>
                  </a:ext>
                </a:extLst>
              </p:cNvPr>
              <p:cNvSpPr txBox="1"/>
              <p:nvPr/>
            </p:nvSpPr>
            <p:spPr>
              <a:xfrm>
                <a:off x="2288324" y="5883836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14B2618-AC3B-FBCC-DEF4-92180D98A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324" y="5883836"/>
                <a:ext cx="326092" cy="400110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線接點 18">
            <a:extLst>
              <a:ext uri="{FF2B5EF4-FFF2-40B4-BE49-F238E27FC236}">
                <a16:creationId xmlns:a16="http://schemas.microsoft.com/office/drawing/2014/main" id="{F683FF41-7571-DAC2-DF72-D9105F0AC912}"/>
              </a:ext>
            </a:extLst>
          </p:cNvPr>
          <p:cNvCxnSpPr>
            <a:cxnSpLocks/>
          </p:cNvCxnSpPr>
          <p:nvPr/>
        </p:nvCxnSpPr>
        <p:spPr>
          <a:xfrm>
            <a:off x="5385793" y="5791015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直線接點 21">
            <a:extLst>
              <a:ext uri="{FF2B5EF4-FFF2-40B4-BE49-F238E27FC236}">
                <a16:creationId xmlns:a16="http://schemas.microsoft.com/office/drawing/2014/main" id="{4F02D216-EA77-1D15-B8CD-8357F29BBED0}"/>
              </a:ext>
            </a:extLst>
          </p:cNvPr>
          <p:cNvCxnSpPr>
            <a:cxnSpLocks/>
          </p:cNvCxnSpPr>
          <p:nvPr/>
        </p:nvCxnSpPr>
        <p:spPr>
          <a:xfrm>
            <a:off x="5385793" y="4906585"/>
            <a:ext cx="0" cy="1188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流程圖: 接點 24">
            <a:extLst>
              <a:ext uri="{FF2B5EF4-FFF2-40B4-BE49-F238E27FC236}">
                <a16:creationId xmlns:a16="http://schemas.microsoft.com/office/drawing/2014/main" id="{0A9C508E-FBFA-7745-0228-852E4370A07B}"/>
              </a:ext>
            </a:extLst>
          </p:cNvPr>
          <p:cNvSpPr/>
          <p:nvPr/>
        </p:nvSpPr>
        <p:spPr>
          <a:xfrm>
            <a:off x="5289273" y="4706112"/>
            <a:ext cx="193040" cy="193040"/>
          </a:xfrm>
          <a:prstGeom prst="flowChartConnector">
            <a:avLst/>
          </a:prstGeom>
          <a:solidFill>
            <a:schemeClr val="tx1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06" name="直線接點 51">
            <a:extLst>
              <a:ext uri="{FF2B5EF4-FFF2-40B4-BE49-F238E27FC236}">
                <a16:creationId xmlns:a16="http://schemas.microsoft.com/office/drawing/2014/main" id="{CFD5F542-A856-BFD1-5A89-46220DE59C47}"/>
              </a:ext>
            </a:extLst>
          </p:cNvPr>
          <p:cNvCxnSpPr>
            <a:cxnSpLocks/>
          </p:cNvCxnSpPr>
          <p:nvPr/>
        </p:nvCxnSpPr>
        <p:spPr>
          <a:xfrm>
            <a:off x="3947323" y="5802017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AAD79B3E-C670-74D0-4B7E-4E412A904AE3}"/>
                  </a:ext>
                </a:extLst>
              </p:cNvPr>
              <p:cNvSpPr txBox="1"/>
              <p:nvPr/>
            </p:nvSpPr>
            <p:spPr>
              <a:xfrm>
                <a:off x="3726793" y="6375194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AAD79B3E-C670-74D0-4B7E-4E412A904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793" y="6375194"/>
                <a:ext cx="326092" cy="400110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FE6553A-FE2B-6523-CB8D-E0A49EAC19D7}"/>
                  </a:ext>
                </a:extLst>
              </p:cNvPr>
              <p:cNvSpPr txBox="1"/>
              <p:nvPr/>
            </p:nvSpPr>
            <p:spPr>
              <a:xfrm>
                <a:off x="5190780" y="6375194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FE6553A-FE2B-6523-CB8D-E0A49EAC1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780" y="6375194"/>
                <a:ext cx="326092" cy="400110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642A9F9-FE75-5DF0-9526-A11389D263E2}"/>
                  </a:ext>
                </a:extLst>
              </p:cNvPr>
              <p:cNvSpPr txBox="1"/>
              <p:nvPr/>
            </p:nvSpPr>
            <p:spPr>
              <a:xfrm>
                <a:off x="3553955" y="4430400"/>
                <a:ext cx="44614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642A9F9-FE75-5DF0-9526-A11389D26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955" y="4430400"/>
                <a:ext cx="446149" cy="707886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F743D67-A348-B669-C47D-CF0A054247EC}"/>
              </a:ext>
            </a:extLst>
          </p:cNvPr>
          <p:cNvCxnSpPr>
            <a:cxnSpLocks/>
          </p:cNvCxnSpPr>
          <p:nvPr/>
        </p:nvCxnSpPr>
        <p:spPr>
          <a:xfrm>
            <a:off x="3446556" y="6058586"/>
            <a:ext cx="226109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6CCE444-2506-6787-90FE-FA9F60C520E7}"/>
              </a:ext>
            </a:extLst>
          </p:cNvPr>
          <p:cNvCxnSpPr>
            <a:endCxn id="105" idx="2"/>
          </p:cNvCxnSpPr>
          <p:nvPr/>
        </p:nvCxnSpPr>
        <p:spPr>
          <a:xfrm>
            <a:off x="3726793" y="4802632"/>
            <a:ext cx="15624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751BA30A-D964-5467-D79F-DFF5EAD121D1}"/>
                  </a:ext>
                </a:extLst>
              </p:cNvPr>
              <p:cNvSpPr txBox="1"/>
              <p:nvPr/>
            </p:nvSpPr>
            <p:spPr>
              <a:xfrm>
                <a:off x="6092803" y="4602666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7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751BA30A-D964-5467-D79F-DFF5EAD12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803" y="4602666"/>
                <a:ext cx="326092" cy="400110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字方塊 8">
                <a:extLst>
                  <a:ext uri="{FF2B5EF4-FFF2-40B4-BE49-F238E27FC236}">
                    <a16:creationId xmlns:a16="http://schemas.microsoft.com/office/drawing/2014/main" id="{F55D204F-BCB4-1C13-2671-3CB5A4D0F66C}"/>
                  </a:ext>
                </a:extLst>
              </p:cNvPr>
              <p:cNvSpPr txBox="1"/>
              <p:nvPr/>
            </p:nvSpPr>
            <p:spPr>
              <a:xfrm>
                <a:off x="6387802" y="4587133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5" name="文字方塊 8">
                <a:extLst>
                  <a:ext uri="{FF2B5EF4-FFF2-40B4-BE49-F238E27FC236}">
                    <a16:creationId xmlns:a16="http://schemas.microsoft.com/office/drawing/2014/main" id="{F55D204F-BCB4-1C13-2671-3CB5A4D0F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802" y="4587133"/>
                <a:ext cx="242832" cy="400110"/>
              </a:xfrm>
              <a:prstGeom prst="rect">
                <a:avLst/>
              </a:prstGeom>
              <a:blipFill>
                <a:blip r:embed="rId61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ED73B07C-8D1B-5FBC-A67C-0E22C92C0A46}"/>
                  </a:ext>
                </a:extLst>
              </p:cNvPr>
              <p:cNvSpPr txBox="1"/>
              <p:nvPr/>
            </p:nvSpPr>
            <p:spPr>
              <a:xfrm>
                <a:off x="6630634" y="4602666"/>
                <a:ext cx="3648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15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ED73B07C-8D1B-5FBC-A67C-0E22C92C0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634" y="4602666"/>
                <a:ext cx="364841" cy="400110"/>
              </a:xfrm>
              <a:prstGeom prst="rect">
                <a:avLst/>
              </a:prstGeom>
              <a:blipFill>
                <a:blip r:embed="rId62"/>
                <a:stretch>
                  <a:fillRect r="-2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97753980-D1A4-8CD1-2785-DEBAA9B763AE}"/>
                  </a:ext>
                </a:extLst>
              </p:cNvPr>
              <p:cNvSpPr txBox="1"/>
              <p:nvPr/>
            </p:nvSpPr>
            <p:spPr>
              <a:xfrm>
                <a:off x="7103562" y="4581162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97753980-D1A4-8CD1-2785-DEBAA9B76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562" y="4581162"/>
                <a:ext cx="250488" cy="400110"/>
              </a:xfrm>
              <a:prstGeom prst="rect">
                <a:avLst/>
              </a:prstGeom>
              <a:blipFill>
                <a:blip r:embed="rId63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FD0DE8E-BCAE-FCBE-E488-088E6515CC64}"/>
                  </a:ext>
                </a:extLst>
              </p:cNvPr>
              <p:cNvSpPr txBox="1"/>
              <p:nvPr/>
            </p:nvSpPr>
            <p:spPr>
              <a:xfrm>
                <a:off x="7419138" y="4600549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FD0DE8E-BCAE-FCBE-E488-088E6515C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138" y="4600549"/>
                <a:ext cx="326092" cy="400110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字方塊 8">
                <a:extLst>
                  <a:ext uri="{FF2B5EF4-FFF2-40B4-BE49-F238E27FC236}">
                    <a16:creationId xmlns:a16="http://schemas.microsoft.com/office/drawing/2014/main" id="{C66346C8-0999-9047-87EA-E14772363D64}"/>
                  </a:ext>
                </a:extLst>
              </p:cNvPr>
              <p:cNvSpPr txBox="1"/>
              <p:nvPr/>
            </p:nvSpPr>
            <p:spPr>
              <a:xfrm>
                <a:off x="7745230" y="4585016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9" name="文字方塊 8">
                <a:extLst>
                  <a:ext uri="{FF2B5EF4-FFF2-40B4-BE49-F238E27FC236}">
                    <a16:creationId xmlns:a16="http://schemas.microsoft.com/office/drawing/2014/main" id="{C66346C8-0999-9047-87EA-E14772363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230" y="4585016"/>
                <a:ext cx="242832" cy="400110"/>
              </a:xfrm>
              <a:prstGeom prst="rect">
                <a:avLst/>
              </a:prstGeom>
              <a:blipFill>
                <a:blip r:embed="rId65"/>
                <a:stretch>
                  <a:fillRect r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9095DE0-0DB9-83D5-BE91-7A89DC470399}"/>
                  </a:ext>
                </a:extLst>
              </p:cNvPr>
              <p:cNvSpPr txBox="1"/>
              <p:nvPr/>
            </p:nvSpPr>
            <p:spPr>
              <a:xfrm>
                <a:off x="7988062" y="4600549"/>
                <a:ext cx="3648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15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9095DE0-0DB9-83D5-BE91-7A89DC470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8062" y="4600549"/>
                <a:ext cx="364841" cy="400110"/>
              </a:xfrm>
              <a:prstGeom prst="rect">
                <a:avLst/>
              </a:prstGeom>
              <a:blipFill>
                <a:blip r:embed="rId66"/>
                <a:stretch>
                  <a:fillRect r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0602CE76-FD45-D597-08AF-E8C49A7882CF}"/>
                  </a:ext>
                </a:extLst>
              </p:cNvPr>
              <p:cNvSpPr txBox="1"/>
              <p:nvPr/>
            </p:nvSpPr>
            <p:spPr>
              <a:xfrm>
                <a:off x="6646482" y="5229307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22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0602CE76-FD45-D597-08AF-E8C49A788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482" y="5229307"/>
                <a:ext cx="326092" cy="400110"/>
              </a:xfrm>
              <a:prstGeom prst="rect">
                <a:avLst/>
              </a:prstGeom>
              <a:blipFill>
                <a:blip r:embed="rId67"/>
                <a:stretch>
                  <a:fillRect r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643613DA-2FCA-EFA3-8495-1F009D394BDD}"/>
                  </a:ext>
                </a:extLst>
              </p:cNvPr>
              <p:cNvSpPr txBox="1"/>
              <p:nvPr/>
            </p:nvSpPr>
            <p:spPr>
              <a:xfrm>
                <a:off x="7109179" y="5224687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643613DA-2FCA-EFA3-8495-1F009D394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9179" y="5224687"/>
                <a:ext cx="250488" cy="400110"/>
              </a:xfrm>
              <a:prstGeom prst="rect">
                <a:avLst/>
              </a:prstGeom>
              <a:blipFill>
                <a:blip r:embed="rId68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AC6C90F7-C756-72C6-5BB1-652BAA556302}"/>
                  </a:ext>
                </a:extLst>
              </p:cNvPr>
              <p:cNvSpPr txBox="1"/>
              <p:nvPr/>
            </p:nvSpPr>
            <p:spPr>
              <a:xfrm>
                <a:off x="7424755" y="5244074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AC6C90F7-C756-72C6-5BB1-652BAA556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755" y="5244074"/>
                <a:ext cx="326092" cy="400110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字方塊 8">
                <a:extLst>
                  <a:ext uri="{FF2B5EF4-FFF2-40B4-BE49-F238E27FC236}">
                    <a16:creationId xmlns:a16="http://schemas.microsoft.com/office/drawing/2014/main" id="{F0206548-D5DC-791E-7D3B-267A8DEB54DB}"/>
                  </a:ext>
                </a:extLst>
              </p:cNvPr>
              <p:cNvSpPr txBox="1"/>
              <p:nvPr/>
            </p:nvSpPr>
            <p:spPr>
              <a:xfrm>
                <a:off x="8438928" y="4573545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8" name="文字方塊 8">
                <a:extLst>
                  <a:ext uri="{FF2B5EF4-FFF2-40B4-BE49-F238E27FC236}">
                    <a16:creationId xmlns:a16="http://schemas.microsoft.com/office/drawing/2014/main" id="{F0206548-D5DC-791E-7D3B-267A8DEB5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928" y="4573545"/>
                <a:ext cx="242832" cy="400110"/>
              </a:xfrm>
              <a:prstGeom prst="rect">
                <a:avLst/>
              </a:prstGeom>
              <a:blipFill>
                <a:blip r:embed="rId70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E260687-489C-61A7-E335-9B01D1B3EC5D}"/>
                  </a:ext>
                </a:extLst>
              </p:cNvPr>
              <p:cNvSpPr txBox="1"/>
              <p:nvPr/>
            </p:nvSpPr>
            <p:spPr>
              <a:xfrm>
                <a:off x="8681760" y="4589078"/>
                <a:ext cx="3648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15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E260687-489C-61A7-E335-9B01D1B3E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1760" y="4589078"/>
                <a:ext cx="364841" cy="400110"/>
              </a:xfrm>
              <a:prstGeom prst="rect">
                <a:avLst/>
              </a:prstGeom>
              <a:blipFill>
                <a:blip r:embed="rId71"/>
                <a:stretch>
                  <a:fillRect r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A6E2D0C5-A0A6-2746-8F60-158809CA51F5}"/>
                  </a:ext>
                </a:extLst>
              </p:cNvPr>
              <p:cNvSpPr txBox="1"/>
              <p:nvPr/>
            </p:nvSpPr>
            <p:spPr>
              <a:xfrm>
                <a:off x="6809528" y="5828437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A6E2D0C5-A0A6-2746-8F60-158809CA5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528" y="5828437"/>
                <a:ext cx="326092" cy="400110"/>
              </a:xfrm>
              <a:prstGeom prst="rect">
                <a:avLst/>
              </a:prstGeom>
              <a:blipFill>
                <a:blip r:embed="rId7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53102B9F-0324-C90F-7CB8-A835AA18C11B}"/>
                  </a:ext>
                </a:extLst>
              </p:cNvPr>
              <p:cNvSpPr txBox="1"/>
              <p:nvPr/>
            </p:nvSpPr>
            <p:spPr>
              <a:xfrm>
                <a:off x="7111558" y="5813287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53102B9F-0324-C90F-7CB8-A835AA18C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558" y="5813287"/>
                <a:ext cx="250488" cy="400110"/>
              </a:xfrm>
              <a:prstGeom prst="rect">
                <a:avLst/>
              </a:prstGeom>
              <a:blipFill>
                <a:blip r:embed="rId73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33F167D-0CB4-B0F0-2A57-13E2C0718793}"/>
                  </a:ext>
                </a:extLst>
              </p:cNvPr>
              <p:cNvSpPr txBox="1"/>
              <p:nvPr/>
            </p:nvSpPr>
            <p:spPr>
              <a:xfrm>
                <a:off x="7383213" y="5856499"/>
                <a:ext cx="50410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22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33F167D-0CB4-B0F0-2A57-13E2C0718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213" y="5856499"/>
                <a:ext cx="504104" cy="400110"/>
              </a:xfrm>
              <a:prstGeom prst="rect">
                <a:avLst/>
              </a:prstGeom>
              <a:blipFill>
                <a:blip r:embed="rId7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直線接點 18">
            <a:extLst>
              <a:ext uri="{FF2B5EF4-FFF2-40B4-BE49-F238E27FC236}">
                <a16:creationId xmlns:a16="http://schemas.microsoft.com/office/drawing/2014/main" id="{BC6E3FC7-C4C6-F527-A397-B6B78BDA2183}"/>
              </a:ext>
            </a:extLst>
          </p:cNvPr>
          <p:cNvCxnSpPr>
            <a:cxnSpLocks/>
          </p:cNvCxnSpPr>
          <p:nvPr/>
        </p:nvCxnSpPr>
        <p:spPr>
          <a:xfrm>
            <a:off x="10645475" y="5669715"/>
            <a:ext cx="0" cy="52960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直線接點 21">
            <a:extLst>
              <a:ext uri="{FF2B5EF4-FFF2-40B4-BE49-F238E27FC236}">
                <a16:creationId xmlns:a16="http://schemas.microsoft.com/office/drawing/2014/main" id="{1FDE5CBF-56A5-3EFB-A315-B2BE7006B335}"/>
              </a:ext>
            </a:extLst>
          </p:cNvPr>
          <p:cNvCxnSpPr>
            <a:cxnSpLocks/>
          </p:cNvCxnSpPr>
          <p:nvPr/>
        </p:nvCxnSpPr>
        <p:spPr>
          <a:xfrm>
            <a:off x="10645475" y="4670330"/>
            <a:ext cx="0" cy="1188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流程圖: 接點 24">
            <a:extLst>
              <a:ext uri="{FF2B5EF4-FFF2-40B4-BE49-F238E27FC236}">
                <a16:creationId xmlns:a16="http://schemas.microsoft.com/office/drawing/2014/main" id="{F4910ABC-CB8E-EA57-D80E-4FB9F773E7B7}"/>
              </a:ext>
            </a:extLst>
          </p:cNvPr>
          <p:cNvSpPr/>
          <p:nvPr/>
        </p:nvSpPr>
        <p:spPr>
          <a:xfrm>
            <a:off x="10548955" y="4456511"/>
            <a:ext cx="193040" cy="193040"/>
          </a:xfrm>
          <a:prstGeom prst="flowChartConnector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36" name="直線接點 51">
            <a:extLst>
              <a:ext uri="{FF2B5EF4-FFF2-40B4-BE49-F238E27FC236}">
                <a16:creationId xmlns:a16="http://schemas.microsoft.com/office/drawing/2014/main" id="{F680C173-6831-84C4-DF3A-36513B5901C6}"/>
              </a:ext>
            </a:extLst>
          </p:cNvPr>
          <p:cNvCxnSpPr>
            <a:cxnSpLocks/>
          </p:cNvCxnSpPr>
          <p:nvPr/>
        </p:nvCxnSpPr>
        <p:spPr>
          <a:xfrm>
            <a:off x="9557200" y="5639256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B6565AF3-B518-A10F-D3D5-4FE4326C537F}"/>
                  </a:ext>
                </a:extLst>
              </p:cNvPr>
              <p:cNvSpPr txBox="1"/>
              <p:nvPr/>
            </p:nvSpPr>
            <p:spPr>
              <a:xfrm>
                <a:off x="9336670" y="6212433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B6565AF3-B518-A10F-D3D5-4FE4326C5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6670" y="6212433"/>
                <a:ext cx="326092" cy="400110"/>
              </a:xfrm>
              <a:prstGeom prst="rect">
                <a:avLst/>
              </a:prstGeom>
              <a:blipFill>
                <a:blip r:embed="rId7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18E90767-1C64-DF04-5C08-1D52344CBBDA}"/>
                  </a:ext>
                </a:extLst>
              </p:cNvPr>
              <p:cNvSpPr txBox="1"/>
              <p:nvPr/>
            </p:nvSpPr>
            <p:spPr>
              <a:xfrm>
                <a:off x="10450007" y="6212433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22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18E90767-1C64-DF04-5C08-1D52344CB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007" y="6212433"/>
                <a:ext cx="326092" cy="400110"/>
              </a:xfrm>
              <a:prstGeom prst="rect">
                <a:avLst/>
              </a:prstGeom>
              <a:blipFill>
                <a:blip r:embed="rId76"/>
                <a:stretch>
                  <a:fillRect r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AC2AFAF2-8406-9F06-568D-7B2DA2177904}"/>
                  </a:ext>
                </a:extLst>
              </p:cNvPr>
              <p:cNvSpPr txBox="1"/>
              <p:nvPr/>
            </p:nvSpPr>
            <p:spPr>
              <a:xfrm>
                <a:off x="11684166" y="4164268"/>
                <a:ext cx="44614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AC2AFAF2-8406-9F06-568D-7B2DA2177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4166" y="4164268"/>
                <a:ext cx="446149" cy="707886"/>
              </a:xfrm>
              <a:prstGeom prst="rect">
                <a:avLst/>
              </a:prstGeom>
              <a:blipFill>
                <a:blip r:embed="rId7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FAE93476-9F54-1096-8E5F-BE793213FFBE}"/>
              </a:ext>
            </a:extLst>
          </p:cNvPr>
          <p:cNvCxnSpPr>
            <a:cxnSpLocks/>
          </p:cNvCxnSpPr>
          <p:nvPr/>
        </p:nvCxnSpPr>
        <p:spPr>
          <a:xfrm>
            <a:off x="9056433" y="5895825"/>
            <a:ext cx="226109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4F037F79-9793-D67E-D116-6B0A3DB13573}"/>
              </a:ext>
            </a:extLst>
          </p:cNvPr>
          <p:cNvCxnSpPr>
            <a:cxnSpLocks/>
          </p:cNvCxnSpPr>
          <p:nvPr/>
        </p:nvCxnSpPr>
        <p:spPr>
          <a:xfrm>
            <a:off x="10741995" y="4537498"/>
            <a:ext cx="13835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699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indefinite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8" fill="hold">
                      <p:stCondLst>
                        <p:cond delay="indefinite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4" grpId="0" animBg="1"/>
      <p:bldP spid="47" grpId="0"/>
      <p:bldP spid="48" grpId="0"/>
      <p:bldP spid="49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6" grpId="0" animBg="1"/>
      <p:bldP spid="78" grpId="0"/>
      <p:bldP spid="79" grpId="0"/>
      <p:bldP spid="80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5" grpId="0" animBg="1"/>
      <p:bldP spid="107" grpId="0"/>
      <p:bldP spid="108" grpId="0"/>
      <p:bldP spid="109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3" grpId="0"/>
      <p:bldP spid="124" grpId="0"/>
      <p:bldP spid="125" grpId="0"/>
      <p:bldP spid="128" grpId="0"/>
      <p:bldP spid="129" grpId="0"/>
      <p:bldP spid="130" grpId="0"/>
      <p:bldP spid="131" grpId="0"/>
      <p:bldP spid="132" grpId="0"/>
      <p:bldP spid="135" grpId="0" animBg="1"/>
      <p:bldP spid="137" grpId="0"/>
      <p:bldP spid="138" grpId="0"/>
      <p:bldP spid="1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/>
              <p:nvPr/>
            </p:nvSpPr>
            <p:spPr>
              <a:xfrm>
                <a:off x="265176" y="186854"/>
                <a:ext cx="53201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TW" sz="32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a:rPr lang="en-US" altLang="zh-TW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HK" altLang="zh-HK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HK" altLang="zh-TW" sz="3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HK" altLang="en-US" sz="3200"/>
                  <a:t>	</a:t>
                </a:r>
                <a14:m>
                  <m:oMath xmlns:m="http://schemas.openxmlformats.org/officeDocument/2006/math">
                    <m:r>
                      <a:rPr lang="en-US" altLang="zh-TW" sz="32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TW" sz="3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HK" altLang="zh-TW" sz="32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sz="32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320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zh-HK" altLang="en-US" sz="320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186854"/>
                <a:ext cx="5320159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群組 74">
            <a:extLst>
              <a:ext uri="{FF2B5EF4-FFF2-40B4-BE49-F238E27FC236}">
                <a16:creationId xmlns:a16="http://schemas.microsoft.com/office/drawing/2014/main" id="{1456DA38-A01E-22F2-AD8B-4D4AC8F4A54C}"/>
              </a:ext>
            </a:extLst>
          </p:cNvPr>
          <p:cNvGrpSpPr/>
          <p:nvPr/>
        </p:nvGrpSpPr>
        <p:grpSpPr>
          <a:xfrm>
            <a:off x="1930405" y="1201907"/>
            <a:ext cx="586734" cy="758961"/>
            <a:chOff x="2835556" y="4932778"/>
            <a:chExt cx="586734" cy="758961"/>
          </a:xfrm>
        </p:grpSpPr>
        <p:sp>
          <p:nvSpPr>
            <p:cNvPr id="5" name="文字方塊 75">
              <a:extLst>
                <a:ext uri="{FF2B5EF4-FFF2-40B4-BE49-F238E27FC236}">
                  <a16:creationId xmlns:a16="http://schemas.microsoft.com/office/drawing/2014/main" id="{E03772F4-476E-A22F-4CA0-5DC316F05303}"/>
                </a:ext>
              </a:extLst>
            </p:cNvPr>
            <p:cNvSpPr txBox="1"/>
            <p:nvPr/>
          </p:nvSpPr>
          <p:spPr>
            <a:xfrm>
              <a:off x="2835556" y="4932778"/>
              <a:ext cx="5867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grpSp>
          <p:nvGrpSpPr>
            <p:cNvPr id="6" name="群組 76">
              <a:extLst>
                <a:ext uri="{FF2B5EF4-FFF2-40B4-BE49-F238E27FC236}">
                  <a16:creationId xmlns:a16="http://schemas.microsoft.com/office/drawing/2014/main" id="{77F4132F-3ACE-2818-5F0A-E03242673BEB}"/>
                </a:ext>
              </a:extLst>
            </p:cNvPr>
            <p:cNvGrpSpPr/>
            <p:nvPr/>
          </p:nvGrpSpPr>
          <p:grpSpPr>
            <a:xfrm>
              <a:off x="2854980" y="5291629"/>
              <a:ext cx="493876" cy="400110"/>
              <a:chOff x="2854980" y="5291629"/>
              <a:chExt cx="493876" cy="400110"/>
            </a:xfrm>
          </p:grpSpPr>
          <p:cxnSp>
            <p:nvCxnSpPr>
              <p:cNvPr id="7" name="直線接點 77">
                <a:extLst>
                  <a:ext uri="{FF2B5EF4-FFF2-40B4-BE49-F238E27FC236}">
                    <a16:creationId xmlns:a16="http://schemas.microsoft.com/office/drawing/2014/main" id="{D281B592-CA1F-F5BC-756A-80208907BAD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54980" y="5291629"/>
                <a:ext cx="49387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" name="文字方塊 78">
                <a:extLst>
                  <a:ext uri="{FF2B5EF4-FFF2-40B4-BE49-F238E27FC236}">
                    <a16:creationId xmlns:a16="http://schemas.microsoft.com/office/drawing/2014/main" id="{96206716-9E8E-5CFF-0769-7F9A338FC19C}"/>
                  </a:ext>
                </a:extLst>
              </p:cNvPr>
              <p:cNvSpPr txBox="1"/>
              <p:nvPr/>
            </p:nvSpPr>
            <p:spPr>
              <a:xfrm>
                <a:off x="2923023" y="5291629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EC2B13A-19D9-6ABC-03BF-E078D73C5059}"/>
                  </a:ext>
                </a:extLst>
              </p:cNvPr>
              <p:cNvSpPr txBox="1"/>
              <p:nvPr/>
            </p:nvSpPr>
            <p:spPr>
              <a:xfrm>
                <a:off x="2560872" y="1360704"/>
                <a:ext cx="3643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EC2B13A-19D9-6ABC-03BF-E078D73C5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872" y="1360704"/>
                <a:ext cx="36438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群組 74">
            <a:extLst>
              <a:ext uri="{FF2B5EF4-FFF2-40B4-BE49-F238E27FC236}">
                <a16:creationId xmlns:a16="http://schemas.microsoft.com/office/drawing/2014/main" id="{9A98EB21-D261-542D-75FD-7DFD2A382303}"/>
              </a:ext>
            </a:extLst>
          </p:cNvPr>
          <p:cNvGrpSpPr/>
          <p:nvPr/>
        </p:nvGrpSpPr>
        <p:grpSpPr>
          <a:xfrm>
            <a:off x="3006129" y="1201907"/>
            <a:ext cx="586734" cy="758961"/>
            <a:chOff x="2835556" y="4932778"/>
            <a:chExt cx="586734" cy="758961"/>
          </a:xfrm>
        </p:grpSpPr>
        <p:sp>
          <p:nvSpPr>
            <p:cNvPr id="20" name="文字方塊 75">
              <a:extLst>
                <a:ext uri="{FF2B5EF4-FFF2-40B4-BE49-F238E27FC236}">
                  <a16:creationId xmlns:a16="http://schemas.microsoft.com/office/drawing/2014/main" id="{378C0268-EF6C-3B9B-DCEB-3DDA99E5262B}"/>
                </a:ext>
              </a:extLst>
            </p:cNvPr>
            <p:cNvSpPr txBox="1"/>
            <p:nvPr/>
          </p:nvSpPr>
          <p:spPr>
            <a:xfrm>
              <a:off x="2835556" y="4932778"/>
              <a:ext cx="5867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15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1" name="群組 76">
              <a:extLst>
                <a:ext uri="{FF2B5EF4-FFF2-40B4-BE49-F238E27FC236}">
                  <a16:creationId xmlns:a16="http://schemas.microsoft.com/office/drawing/2014/main" id="{40F4F8A7-B778-4378-4567-E21A383A6429}"/>
                </a:ext>
              </a:extLst>
            </p:cNvPr>
            <p:cNvGrpSpPr/>
            <p:nvPr/>
          </p:nvGrpSpPr>
          <p:grpSpPr>
            <a:xfrm>
              <a:off x="2854980" y="5291629"/>
              <a:ext cx="493876" cy="400110"/>
              <a:chOff x="2854980" y="5291629"/>
              <a:chExt cx="493876" cy="400110"/>
            </a:xfrm>
          </p:grpSpPr>
          <p:cxnSp>
            <p:nvCxnSpPr>
              <p:cNvPr id="22" name="直線接點 77">
                <a:extLst>
                  <a:ext uri="{FF2B5EF4-FFF2-40B4-BE49-F238E27FC236}">
                    <a16:creationId xmlns:a16="http://schemas.microsoft.com/office/drawing/2014/main" id="{D22A1C15-5ECC-DF77-249A-11145746435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54980" y="5291629"/>
                <a:ext cx="49387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3" name="文字方塊 78">
                <a:extLst>
                  <a:ext uri="{FF2B5EF4-FFF2-40B4-BE49-F238E27FC236}">
                    <a16:creationId xmlns:a16="http://schemas.microsoft.com/office/drawing/2014/main" id="{008CF263-A68C-E368-96A3-A71C4AA6B156}"/>
                  </a:ext>
                </a:extLst>
              </p:cNvPr>
              <p:cNvSpPr txBox="1"/>
              <p:nvPr/>
            </p:nvSpPr>
            <p:spPr>
              <a:xfrm>
                <a:off x="2923023" y="5291629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C40502E-912E-2C60-B93A-65D4EA245F16}"/>
                  </a:ext>
                </a:extLst>
              </p:cNvPr>
              <p:cNvSpPr txBox="1"/>
              <p:nvPr/>
            </p:nvSpPr>
            <p:spPr>
              <a:xfrm>
                <a:off x="2000953" y="2446658"/>
                <a:ext cx="159191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altLang="zh-HK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C40502E-912E-2C60-B93A-65D4EA245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953" y="2446658"/>
                <a:ext cx="159191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D6DAB90-23E2-4CC0-B3C0-D7AA63183E34}"/>
              </a:ext>
            </a:extLst>
          </p:cNvPr>
          <p:cNvCxnSpPr>
            <a:cxnSpLocks/>
          </p:cNvCxnSpPr>
          <p:nvPr/>
        </p:nvCxnSpPr>
        <p:spPr>
          <a:xfrm>
            <a:off x="7585514" y="1966841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1">
            <a:extLst>
              <a:ext uri="{FF2B5EF4-FFF2-40B4-BE49-F238E27FC236}">
                <a16:creationId xmlns:a16="http://schemas.microsoft.com/office/drawing/2014/main" id="{AF859B6F-211A-C2B5-5841-5983B35181D2}"/>
              </a:ext>
            </a:extLst>
          </p:cNvPr>
          <p:cNvCxnSpPr>
            <a:cxnSpLocks/>
          </p:cNvCxnSpPr>
          <p:nvPr/>
        </p:nvCxnSpPr>
        <p:spPr>
          <a:xfrm>
            <a:off x="7585514" y="1082411"/>
            <a:ext cx="0" cy="1188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流程圖: 接點 24">
            <a:extLst>
              <a:ext uri="{FF2B5EF4-FFF2-40B4-BE49-F238E27FC236}">
                <a16:creationId xmlns:a16="http://schemas.microsoft.com/office/drawing/2014/main" id="{B52A902F-691E-21BD-7172-F1C377C8C744}"/>
              </a:ext>
            </a:extLst>
          </p:cNvPr>
          <p:cNvSpPr/>
          <p:nvPr/>
        </p:nvSpPr>
        <p:spPr>
          <a:xfrm>
            <a:off x="7488994" y="881938"/>
            <a:ext cx="193040" cy="193040"/>
          </a:xfrm>
          <a:prstGeom prst="flowChartConnector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27" name="直線接點 51">
            <a:extLst>
              <a:ext uri="{FF2B5EF4-FFF2-40B4-BE49-F238E27FC236}">
                <a16:creationId xmlns:a16="http://schemas.microsoft.com/office/drawing/2014/main" id="{F65E01F9-A785-2D32-51B6-51EB338377CA}"/>
              </a:ext>
            </a:extLst>
          </p:cNvPr>
          <p:cNvCxnSpPr>
            <a:cxnSpLocks/>
          </p:cNvCxnSpPr>
          <p:nvPr/>
        </p:nvCxnSpPr>
        <p:spPr>
          <a:xfrm>
            <a:off x="6147044" y="1977843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7A4970B-E412-9C55-D3AB-C32B9E71FA71}"/>
                  </a:ext>
                </a:extLst>
              </p:cNvPr>
              <p:cNvSpPr txBox="1"/>
              <p:nvPr/>
            </p:nvSpPr>
            <p:spPr>
              <a:xfrm>
                <a:off x="5926514" y="2551020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7A4970B-E412-9C55-D3AB-C32B9E71F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514" y="2551020"/>
                <a:ext cx="32609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B46F1AB-1E19-A3BF-56FF-4505A42E5D79}"/>
                  </a:ext>
                </a:extLst>
              </p:cNvPr>
              <p:cNvSpPr txBox="1"/>
              <p:nvPr/>
            </p:nvSpPr>
            <p:spPr>
              <a:xfrm>
                <a:off x="7390501" y="2551020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5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B46F1AB-1E19-A3BF-56FF-4505A42E5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0501" y="2551020"/>
                <a:ext cx="32609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5D76391-B8B6-F19A-B89A-D7A332DDFE7A}"/>
                  </a:ext>
                </a:extLst>
              </p:cNvPr>
              <p:cNvSpPr txBox="1"/>
              <p:nvPr/>
            </p:nvSpPr>
            <p:spPr>
              <a:xfrm>
                <a:off x="5753676" y="606226"/>
                <a:ext cx="44614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5D76391-B8B6-F19A-B89A-D7A332DDF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676" y="606226"/>
                <a:ext cx="446149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672CF33-A927-3C28-B967-82D2E8473FA7}"/>
              </a:ext>
            </a:extLst>
          </p:cNvPr>
          <p:cNvCxnSpPr>
            <a:cxnSpLocks/>
          </p:cNvCxnSpPr>
          <p:nvPr/>
        </p:nvCxnSpPr>
        <p:spPr>
          <a:xfrm>
            <a:off x="5646277" y="2234412"/>
            <a:ext cx="226109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BE86B0F-FE66-4BB3-0E36-9B623423DC80}"/>
              </a:ext>
            </a:extLst>
          </p:cNvPr>
          <p:cNvCxnSpPr>
            <a:endCxn id="26" idx="2"/>
          </p:cNvCxnSpPr>
          <p:nvPr/>
        </p:nvCxnSpPr>
        <p:spPr>
          <a:xfrm>
            <a:off x="5926514" y="978458"/>
            <a:ext cx="15624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50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24" grpId="0"/>
      <p:bldP spid="26" grpId="0" animBg="1"/>
      <p:bldP spid="28" grpId="0"/>
      <p:bldP spid="29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63F1730-8656-6AB6-2E90-0EB0C5A4DA36}"/>
                  </a:ext>
                </a:extLst>
              </p:cNvPr>
              <p:cNvSpPr txBox="1"/>
              <p:nvPr/>
            </p:nvSpPr>
            <p:spPr>
              <a:xfrm>
                <a:off x="306740" y="329529"/>
                <a:ext cx="127066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Q</m:t>
                      </m:r>
                      <m:r>
                        <a:rPr lang="en-US" altLang="zh-TW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20</m:t>
                      </m:r>
                      <m:r>
                        <m:rPr>
                          <m:nor/>
                        </m:rPr>
                        <a:rPr lang="en-HK" altLang="zh-HK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HK" altLang="zh-TW" sz="3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HK" altLang="en-US" sz="400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63F1730-8656-6AB6-2E90-0EB0C5A4D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40" y="329529"/>
                <a:ext cx="1270661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15">
            <a:extLst>
              <a:ext uri="{FF2B5EF4-FFF2-40B4-BE49-F238E27FC236}">
                <a16:creationId xmlns:a16="http://schemas.microsoft.com/office/drawing/2014/main" id="{1ED14963-00E4-1369-388E-508E90AFD627}"/>
              </a:ext>
            </a:extLst>
          </p:cNvPr>
          <p:cNvSpPr txBox="1"/>
          <p:nvPr/>
        </p:nvSpPr>
        <p:spPr>
          <a:xfrm>
            <a:off x="2029018" y="1709961"/>
            <a:ext cx="56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9AED59D-B5E9-D449-B2B9-79CAE83B4182}"/>
              </a:ext>
            </a:extLst>
          </p:cNvPr>
          <p:cNvSpPr txBox="1"/>
          <p:nvPr/>
        </p:nvSpPr>
        <p:spPr>
          <a:xfrm>
            <a:off x="3096231" y="1743469"/>
            <a:ext cx="441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8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FAB3A782-6239-13FA-B20A-6F1AD94FB086}"/>
                  </a:ext>
                </a:extLst>
              </p:cNvPr>
              <p:cNvSpPr txBox="1"/>
              <p:nvPr/>
            </p:nvSpPr>
            <p:spPr>
              <a:xfrm>
                <a:off x="3406959" y="17434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FAB3A782-6239-13FA-B20A-6F1AD94FB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959" y="1743469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838A5904-A502-59DB-1224-9DF8944FC081}"/>
              </a:ext>
            </a:extLst>
          </p:cNvPr>
          <p:cNvSpPr txBox="1"/>
          <p:nvPr/>
        </p:nvSpPr>
        <p:spPr>
          <a:xfrm>
            <a:off x="3728438" y="1743469"/>
            <a:ext cx="56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7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06F3A9F-CEC2-D9C6-35D9-5899BF41A2D4}"/>
              </a:ext>
            </a:extLst>
          </p:cNvPr>
          <p:cNvSpPr txBox="1"/>
          <p:nvPr/>
        </p:nvSpPr>
        <p:spPr>
          <a:xfrm>
            <a:off x="2029018" y="2654093"/>
            <a:ext cx="624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0F12760-C8F0-4D33-2195-8656408C23BD}"/>
              </a:ext>
            </a:extLst>
          </p:cNvPr>
          <p:cNvSpPr txBox="1"/>
          <p:nvPr/>
        </p:nvSpPr>
        <p:spPr>
          <a:xfrm>
            <a:off x="3164620" y="2680648"/>
            <a:ext cx="624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56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8F35CF4E-830C-B4CF-D302-F926E21FE901}"/>
              </a:ext>
            </a:extLst>
          </p:cNvPr>
          <p:cNvSpPr txBox="1"/>
          <p:nvPr/>
        </p:nvSpPr>
        <p:spPr>
          <a:xfrm>
            <a:off x="2241651" y="3743169"/>
            <a:ext cx="35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001AF08-7F21-4653-22B4-D14107EA050B}"/>
              </a:ext>
            </a:extLst>
          </p:cNvPr>
          <p:cNvSpPr txBox="1"/>
          <p:nvPr/>
        </p:nvSpPr>
        <p:spPr>
          <a:xfrm>
            <a:off x="3158493" y="3557986"/>
            <a:ext cx="10154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56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cxnSp>
        <p:nvCxnSpPr>
          <p:cNvPr id="33" name="直線接點 40">
            <a:extLst>
              <a:ext uri="{FF2B5EF4-FFF2-40B4-BE49-F238E27FC236}">
                <a16:creationId xmlns:a16="http://schemas.microsoft.com/office/drawing/2014/main" id="{913B0C41-F493-2405-9535-801F17A46001}"/>
              </a:ext>
            </a:extLst>
          </p:cNvPr>
          <p:cNvCxnSpPr>
            <a:cxnSpLocks/>
            <a:endCxn id="32" idx="2"/>
          </p:cNvCxnSpPr>
          <p:nvPr/>
        </p:nvCxnSpPr>
        <p:spPr>
          <a:xfrm flipV="1">
            <a:off x="3231109" y="3958096"/>
            <a:ext cx="435113" cy="5986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26796EFB-D37B-D7EF-7CC8-34D3295CD2F7}"/>
              </a:ext>
            </a:extLst>
          </p:cNvPr>
          <p:cNvSpPr txBox="1"/>
          <p:nvPr/>
        </p:nvSpPr>
        <p:spPr>
          <a:xfrm>
            <a:off x="3255431" y="3980357"/>
            <a:ext cx="56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020A36-2FA6-0171-8695-EA8282BFB1D9}"/>
                  </a:ext>
                </a:extLst>
              </p:cNvPr>
              <p:cNvSpPr txBox="1"/>
              <p:nvPr/>
            </p:nvSpPr>
            <p:spPr>
              <a:xfrm>
                <a:off x="2693080" y="1703230"/>
                <a:ext cx="3643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020A36-2FA6-0171-8695-EA8282BFB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080" y="1703230"/>
                <a:ext cx="36438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B007E5-C985-AAE4-CE68-A49980390B7A}"/>
                  </a:ext>
                </a:extLst>
              </p:cNvPr>
              <p:cNvSpPr txBox="1"/>
              <p:nvPr/>
            </p:nvSpPr>
            <p:spPr>
              <a:xfrm>
                <a:off x="2689715" y="2654093"/>
                <a:ext cx="3643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B007E5-C985-AAE4-CE68-A49980390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15" y="2654093"/>
                <a:ext cx="364383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E291ED-7FAF-5DCF-CF30-D41B76F98A4E}"/>
                  </a:ext>
                </a:extLst>
              </p:cNvPr>
              <p:cNvSpPr txBox="1"/>
              <p:nvPr/>
            </p:nvSpPr>
            <p:spPr>
              <a:xfrm>
                <a:off x="2689715" y="3729707"/>
                <a:ext cx="3643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E291ED-7FAF-5DCF-CF30-D41B76F98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15" y="3729707"/>
                <a:ext cx="364383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DD2F863-55A6-E328-1E33-7527C137C53A}"/>
                  </a:ext>
                </a:extLst>
              </p:cNvPr>
              <p:cNvSpPr txBox="1"/>
              <p:nvPr/>
            </p:nvSpPr>
            <p:spPr>
              <a:xfrm>
                <a:off x="1813231" y="160219"/>
                <a:ext cx="1934149" cy="923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&lt;8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DD2F863-55A6-E328-1E33-7527C137C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231" y="160219"/>
                <a:ext cx="1934149" cy="9233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9CF6A2B8-88D0-C97F-6EBF-6FAE0C52A2AD}"/>
              </a:ext>
            </a:extLst>
          </p:cNvPr>
          <p:cNvCxnSpPr>
            <a:cxnSpLocks/>
          </p:cNvCxnSpPr>
          <p:nvPr/>
        </p:nvCxnSpPr>
        <p:spPr>
          <a:xfrm>
            <a:off x="7902623" y="1690144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1">
            <a:extLst>
              <a:ext uri="{FF2B5EF4-FFF2-40B4-BE49-F238E27FC236}">
                <a16:creationId xmlns:a16="http://schemas.microsoft.com/office/drawing/2014/main" id="{A9F32A52-D460-73DF-A401-6C7243BEAD3A}"/>
              </a:ext>
            </a:extLst>
          </p:cNvPr>
          <p:cNvCxnSpPr>
            <a:cxnSpLocks/>
          </p:cNvCxnSpPr>
          <p:nvPr/>
        </p:nvCxnSpPr>
        <p:spPr>
          <a:xfrm>
            <a:off x="7902623" y="805714"/>
            <a:ext cx="0" cy="1188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流程圖: 接點 24">
            <a:extLst>
              <a:ext uri="{FF2B5EF4-FFF2-40B4-BE49-F238E27FC236}">
                <a16:creationId xmlns:a16="http://schemas.microsoft.com/office/drawing/2014/main" id="{A7F203D6-E8D5-3725-B17B-89E3BF6A528E}"/>
              </a:ext>
            </a:extLst>
          </p:cNvPr>
          <p:cNvSpPr/>
          <p:nvPr/>
        </p:nvSpPr>
        <p:spPr>
          <a:xfrm>
            <a:off x="7806103" y="605241"/>
            <a:ext cx="193040" cy="193040"/>
          </a:xfrm>
          <a:prstGeom prst="flowChartConnector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26" name="直線接點 51">
            <a:extLst>
              <a:ext uri="{FF2B5EF4-FFF2-40B4-BE49-F238E27FC236}">
                <a16:creationId xmlns:a16="http://schemas.microsoft.com/office/drawing/2014/main" id="{52432553-223F-93CF-BAD3-CE99733A72C1}"/>
              </a:ext>
            </a:extLst>
          </p:cNvPr>
          <p:cNvCxnSpPr>
            <a:cxnSpLocks/>
          </p:cNvCxnSpPr>
          <p:nvPr/>
        </p:nvCxnSpPr>
        <p:spPr>
          <a:xfrm>
            <a:off x="6464153" y="1701146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9974F9E-C280-A7D8-FD1F-8F2F210B4228}"/>
                  </a:ext>
                </a:extLst>
              </p:cNvPr>
              <p:cNvSpPr txBox="1"/>
              <p:nvPr/>
            </p:nvSpPr>
            <p:spPr>
              <a:xfrm>
                <a:off x="6243623" y="2274323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9974F9E-C280-A7D8-FD1F-8F2F210B4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623" y="2274323"/>
                <a:ext cx="32609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CA0B212-532B-58AE-E010-5E8A09024DE0}"/>
                  </a:ext>
                </a:extLst>
              </p:cNvPr>
              <p:cNvSpPr txBox="1"/>
              <p:nvPr/>
            </p:nvSpPr>
            <p:spPr>
              <a:xfrm>
                <a:off x="6070785" y="329529"/>
                <a:ext cx="44614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CA0B212-532B-58AE-E010-5E8A09024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785" y="329529"/>
                <a:ext cx="446149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8A102D-A664-1D42-EAC2-B3768BC2228D}"/>
              </a:ext>
            </a:extLst>
          </p:cNvPr>
          <p:cNvCxnSpPr>
            <a:cxnSpLocks/>
          </p:cNvCxnSpPr>
          <p:nvPr/>
        </p:nvCxnSpPr>
        <p:spPr>
          <a:xfrm>
            <a:off x="5963386" y="1957715"/>
            <a:ext cx="226109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B231C61-B439-C441-F504-B6752EF59CE5}"/>
              </a:ext>
            </a:extLst>
          </p:cNvPr>
          <p:cNvCxnSpPr>
            <a:endCxn id="25" idx="2"/>
          </p:cNvCxnSpPr>
          <p:nvPr/>
        </p:nvCxnSpPr>
        <p:spPr>
          <a:xfrm>
            <a:off x="6243623" y="701761"/>
            <a:ext cx="15624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1">
            <a:extLst>
              <a:ext uri="{FF2B5EF4-FFF2-40B4-BE49-F238E27FC236}">
                <a16:creationId xmlns:a16="http://schemas.microsoft.com/office/drawing/2014/main" id="{B604B0BF-7A14-CD52-0168-E74CC5E6AB08}"/>
              </a:ext>
            </a:extLst>
          </p:cNvPr>
          <p:cNvSpPr txBox="1"/>
          <p:nvPr/>
        </p:nvSpPr>
        <p:spPr>
          <a:xfrm>
            <a:off x="7638954" y="2274323"/>
            <a:ext cx="10154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56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cxnSp>
        <p:nvCxnSpPr>
          <p:cNvPr id="38" name="直線接點 40">
            <a:extLst>
              <a:ext uri="{FF2B5EF4-FFF2-40B4-BE49-F238E27FC236}">
                <a16:creationId xmlns:a16="http://schemas.microsoft.com/office/drawing/2014/main" id="{0E5BA66E-3286-E08C-A55C-76020DA16DBB}"/>
              </a:ext>
            </a:extLst>
          </p:cNvPr>
          <p:cNvCxnSpPr>
            <a:cxnSpLocks/>
            <a:endCxn id="37" idx="2"/>
          </p:cNvCxnSpPr>
          <p:nvPr/>
        </p:nvCxnSpPr>
        <p:spPr>
          <a:xfrm flipV="1">
            <a:off x="7711570" y="2674433"/>
            <a:ext cx="435113" cy="5986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字方塊 33">
            <a:extLst>
              <a:ext uri="{FF2B5EF4-FFF2-40B4-BE49-F238E27FC236}">
                <a16:creationId xmlns:a16="http://schemas.microsoft.com/office/drawing/2014/main" id="{88FD2915-2201-499E-4C64-C61BBB874103}"/>
              </a:ext>
            </a:extLst>
          </p:cNvPr>
          <p:cNvSpPr txBox="1"/>
          <p:nvPr/>
        </p:nvSpPr>
        <p:spPr>
          <a:xfrm>
            <a:off x="7735892" y="2696694"/>
            <a:ext cx="56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24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  <p:bldP spid="20" grpId="0"/>
      <p:bldP spid="21" grpId="0"/>
      <p:bldP spid="22" grpId="0"/>
      <p:bldP spid="23" grpId="0"/>
      <p:bldP spid="27" grpId="0"/>
      <p:bldP spid="31" grpId="0"/>
      <p:bldP spid="32" grpId="0"/>
      <p:bldP spid="34" grpId="0"/>
      <p:bldP spid="2" grpId="0"/>
      <p:bldP spid="3" grpId="0"/>
      <p:bldP spid="7" grpId="0"/>
      <p:bldP spid="14" grpId="0"/>
      <p:bldP spid="25" grpId="0" animBg="1"/>
      <p:bldP spid="28" grpId="0"/>
      <p:bldP spid="30" grpId="0"/>
      <p:bldP spid="37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/>
              <p:nvPr/>
            </p:nvSpPr>
            <p:spPr>
              <a:xfrm>
                <a:off x="265176" y="186854"/>
                <a:ext cx="583082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TW" sz="32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a:rPr lang="en-HK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23</m:t>
                    </m:r>
                    <m:r>
                      <m:rPr>
                        <m:nor/>
                      </m:rPr>
                      <a:rPr lang="en-HK" altLang="zh-HK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HK" altLang="zh-TW" sz="3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HK" altLang="en-US" sz="3200"/>
                  <a:t>	</a:t>
                </a:r>
                <a:r>
                  <a:rPr lang="en-HK" altLang="zh-HK" sz="3200"/>
                  <a:t>	</a:t>
                </a:r>
                <a14:m>
                  <m:oMath xmlns:m="http://schemas.openxmlformats.org/officeDocument/2006/math">
                    <m:r>
                      <a:rPr lang="en-HK" altLang="zh-TW" sz="32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3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HK" altLang="zh-TW" sz="3200" b="0" i="1" dirty="0" smtClean="0">
                        <a:latin typeface="Cambria Math" panose="02040503050406030204" pitchFamily="18" charset="0"/>
                      </a:rPr>
                      <m:t>+3&gt;7</m:t>
                    </m:r>
                  </m:oMath>
                </a14:m>
                <a:endParaRPr lang="zh-HK" altLang="en-US" sz="320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186854"/>
                <a:ext cx="5830824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2C1ED9-28F1-73B7-7AC7-DF4A60481A58}"/>
                  </a:ext>
                </a:extLst>
              </p:cNvPr>
              <p:cNvSpPr txBox="1"/>
              <p:nvPr/>
            </p:nvSpPr>
            <p:spPr>
              <a:xfrm>
                <a:off x="2798082" y="1200218"/>
                <a:ext cx="281949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 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 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7</m:t>
                      </m:r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2C1ED9-28F1-73B7-7AC7-DF4A60481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082" y="1200218"/>
                <a:ext cx="281949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6790F3-76E6-3EDB-3259-05D490D0FAC9}"/>
                  </a:ext>
                </a:extLst>
              </p:cNvPr>
              <p:cNvSpPr txBox="1"/>
              <p:nvPr/>
            </p:nvSpPr>
            <p:spPr>
              <a:xfrm>
                <a:off x="3300344" y="1932132"/>
                <a:ext cx="1814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 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0</m:t>
                      </m:r>
                      <m:r>
                        <a:rPr lang="en-US" altLang="zh-HK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4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6790F3-76E6-3EDB-3259-05D490D0F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344" y="1932132"/>
                <a:ext cx="181496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ED0C13-A428-B8E9-F198-632469604218}"/>
                  </a:ext>
                </a:extLst>
              </p:cNvPr>
              <p:cNvSpPr txBox="1"/>
              <p:nvPr/>
            </p:nvSpPr>
            <p:spPr>
              <a:xfrm>
                <a:off x="3624785" y="2661821"/>
                <a:ext cx="159191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 </m:t>
                      </m:r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4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ED0C13-A428-B8E9-F198-632469604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4785" y="2661821"/>
                <a:ext cx="159191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36A045-A990-6A7D-425C-62D036898CD7}"/>
                  </a:ext>
                </a:extLst>
              </p:cNvPr>
              <p:cNvSpPr txBox="1"/>
              <p:nvPr/>
            </p:nvSpPr>
            <p:spPr>
              <a:xfrm>
                <a:off x="3807665" y="3393735"/>
                <a:ext cx="159191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altLang="zh-HK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4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36A045-A990-6A7D-425C-62D036898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665" y="3393735"/>
                <a:ext cx="1591910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接點 18">
            <a:extLst>
              <a:ext uri="{FF2B5EF4-FFF2-40B4-BE49-F238E27FC236}">
                <a16:creationId xmlns:a16="http://schemas.microsoft.com/office/drawing/2014/main" id="{6310595F-C7B7-3CB0-49AF-18B4BBE17DDB}"/>
              </a:ext>
            </a:extLst>
          </p:cNvPr>
          <p:cNvCxnSpPr>
            <a:cxnSpLocks/>
          </p:cNvCxnSpPr>
          <p:nvPr/>
        </p:nvCxnSpPr>
        <p:spPr>
          <a:xfrm>
            <a:off x="9107414" y="1548008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接點 21">
            <a:extLst>
              <a:ext uri="{FF2B5EF4-FFF2-40B4-BE49-F238E27FC236}">
                <a16:creationId xmlns:a16="http://schemas.microsoft.com/office/drawing/2014/main" id="{5B9390A9-616B-98A0-C13E-27CCE1B406BA}"/>
              </a:ext>
            </a:extLst>
          </p:cNvPr>
          <p:cNvCxnSpPr>
            <a:cxnSpLocks/>
          </p:cNvCxnSpPr>
          <p:nvPr/>
        </p:nvCxnSpPr>
        <p:spPr>
          <a:xfrm>
            <a:off x="9107414" y="663578"/>
            <a:ext cx="0" cy="1188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流程圖: 接點 24">
            <a:extLst>
              <a:ext uri="{FF2B5EF4-FFF2-40B4-BE49-F238E27FC236}">
                <a16:creationId xmlns:a16="http://schemas.microsoft.com/office/drawing/2014/main" id="{06B7097C-24A9-5EB6-FBCD-82B89C816D28}"/>
              </a:ext>
            </a:extLst>
          </p:cNvPr>
          <p:cNvSpPr/>
          <p:nvPr/>
        </p:nvSpPr>
        <p:spPr>
          <a:xfrm>
            <a:off x="9010894" y="463105"/>
            <a:ext cx="193040" cy="193040"/>
          </a:xfrm>
          <a:prstGeom prst="flowChartConnector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8" name="直線接點 51">
            <a:extLst>
              <a:ext uri="{FF2B5EF4-FFF2-40B4-BE49-F238E27FC236}">
                <a16:creationId xmlns:a16="http://schemas.microsoft.com/office/drawing/2014/main" id="{3F9F9542-244B-B4EF-067A-545C0B42B927}"/>
              </a:ext>
            </a:extLst>
          </p:cNvPr>
          <p:cNvCxnSpPr>
            <a:cxnSpLocks/>
          </p:cNvCxnSpPr>
          <p:nvPr/>
        </p:nvCxnSpPr>
        <p:spPr>
          <a:xfrm>
            <a:off x="7668944" y="1559010"/>
            <a:ext cx="0" cy="5537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28CFE0-4A05-CA9A-4A1E-6B7DACF3FCF4}"/>
                  </a:ext>
                </a:extLst>
              </p:cNvPr>
              <p:cNvSpPr txBox="1"/>
              <p:nvPr/>
            </p:nvSpPr>
            <p:spPr>
              <a:xfrm>
                <a:off x="7448414" y="2132187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28CFE0-4A05-CA9A-4A1E-6B7DACF3F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414" y="2132187"/>
                <a:ext cx="32609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D7C6F9A-0BFA-E94A-5D7D-A2E10686FDC2}"/>
                  </a:ext>
                </a:extLst>
              </p:cNvPr>
              <p:cNvSpPr txBox="1"/>
              <p:nvPr/>
            </p:nvSpPr>
            <p:spPr>
              <a:xfrm>
                <a:off x="8912401" y="2132187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D7C6F9A-0BFA-E94A-5D7D-A2E10686F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2401" y="2132187"/>
                <a:ext cx="32609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32504E6-E893-5A68-CF13-6D285298DF10}"/>
                  </a:ext>
                </a:extLst>
              </p:cNvPr>
              <p:cNvSpPr txBox="1"/>
              <p:nvPr/>
            </p:nvSpPr>
            <p:spPr>
              <a:xfrm>
                <a:off x="7275576" y="187393"/>
                <a:ext cx="44614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32504E6-E893-5A68-CF13-6D285298D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576" y="187393"/>
                <a:ext cx="446149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F028282-C031-E5EB-C47F-30204C2EFB5D}"/>
              </a:ext>
            </a:extLst>
          </p:cNvPr>
          <p:cNvCxnSpPr>
            <a:cxnSpLocks/>
          </p:cNvCxnSpPr>
          <p:nvPr/>
        </p:nvCxnSpPr>
        <p:spPr>
          <a:xfrm>
            <a:off x="7168177" y="1815579"/>
            <a:ext cx="226109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78371AD-071F-0362-F680-BB8222ABA337}"/>
              </a:ext>
            </a:extLst>
          </p:cNvPr>
          <p:cNvCxnSpPr>
            <a:endCxn id="17" idx="2"/>
          </p:cNvCxnSpPr>
          <p:nvPr/>
        </p:nvCxnSpPr>
        <p:spPr>
          <a:xfrm>
            <a:off x="7448414" y="559625"/>
            <a:ext cx="15624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72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  <p:bldP spid="7" grpId="0"/>
      <p:bldP spid="8" grpId="0"/>
      <p:bldP spid="10" grpId="0"/>
      <p:bldP spid="17" grpId="0" animBg="1"/>
      <p:bldP spid="19" grpId="0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3">
                <a:extLst>
                  <a:ext uri="{FF2B5EF4-FFF2-40B4-BE49-F238E27FC236}">
                    <a16:creationId xmlns:a16="http://schemas.microsoft.com/office/drawing/2014/main" id="{5B5D202F-00A3-633C-B5CF-103AC3B0ABEF}"/>
                  </a:ext>
                </a:extLst>
              </p:cNvPr>
              <p:cNvSpPr txBox="1"/>
              <p:nvPr/>
            </p:nvSpPr>
            <p:spPr>
              <a:xfrm>
                <a:off x="214493" y="278697"/>
                <a:ext cx="124402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en-HK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Q</m:t>
                      </m:r>
                      <m:r>
                        <a:rPr lang="en-US" altLang="zh-TW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HK" altLang="zh-HK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HK" altLang="zh-TW" sz="3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6" name="文字方塊 3">
                <a:extLst>
                  <a:ext uri="{FF2B5EF4-FFF2-40B4-BE49-F238E27FC236}">
                    <a16:creationId xmlns:a16="http://schemas.microsoft.com/office/drawing/2014/main" id="{5B5D202F-00A3-633C-B5CF-103AC3B0A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93" y="278697"/>
                <a:ext cx="124402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4">
                <a:extLst>
                  <a:ext uri="{FF2B5EF4-FFF2-40B4-BE49-F238E27FC236}">
                    <a16:creationId xmlns:a16="http://schemas.microsoft.com/office/drawing/2014/main" id="{0D00F1CD-033F-1D27-C417-544A18B98858}"/>
                  </a:ext>
                </a:extLst>
              </p:cNvPr>
              <p:cNvSpPr txBox="1"/>
              <p:nvPr/>
            </p:nvSpPr>
            <p:spPr>
              <a:xfrm>
                <a:off x="1307108" y="102125"/>
                <a:ext cx="5399487" cy="1027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HK" altLang="zh-HK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HK" sz="3200" i="1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HK" altLang="zh-HK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HK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num>
                        <m:den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den>
                      </m:f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7" name="文字方塊 4">
                <a:extLst>
                  <a:ext uri="{FF2B5EF4-FFF2-40B4-BE49-F238E27FC236}">
                    <a16:creationId xmlns:a16="http://schemas.microsoft.com/office/drawing/2014/main" id="{0D00F1CD-033F-1D27-C417-544A18B98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108" y="102125"/>
                <a:ext cx="5399487" cy="1027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筆跡 17">
                <a:extLst>
                  <a:ext uri="{FF2B5EF4-FFF2-40B4-BE49-F238E27FC236}">
                    <a16:creationId xmlns:a16="http://schemas.microsoft.com/office/drawing/2014/main" id="{BB9FDF93-B45E-C2FF-B4D6-900B6F8DB341}"/>
                  </a:ext>
                </a:extLst>
              </p14:cNvPr>
              <p14:cNvContentPartPr/>
              <p14:nvPr/>
            </p14:nvContentPartPr>
            <p14:xfrm>
              <a:off x="3057883" y="950955"/>
              <a:ext cx="170984" cy="45719"/>
            </p14:xfrm>
          </p:contentPart>
        </mc:Choice>
        <mc:Fallback xmlns="">
          <p:pic>
            <p:nvPicPr>
              <p:cNvPr id="10" name="筆跡 17">
                <a:extLst>
                  <a:ext uri="{FF2B5EF4-FFF2-40B4-BE49-F238E27FC236}">
                    <a16:creationId xmlns:a16="http://schemas.microsoft.com/office/drawing/2014/main" id="{BB9FDF93-B45E-C2FF-B4D6-900B6F8DB3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03888" y="-12764745"/>
                <a:ext cx="2786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筆跡 17">
                <a:extLst>
                  <a:ext uri="{FF2B5EF4-FFF2-40B4-BE49-F238E27FC236}">
                    <a16:creationId xmlns:a16="http://schemas.microsoft.com/office/drawing/2014/main" id="{7BF0D1F9-37D1-857F-45C5-920869E6B2CD}"/>
                  </a:ext>
                </a:extLst>
              </p14:cNvPr>
              <p14:cNvContentPartPr/>
              <p14:nvPr/>
            </p14:nvContentPartPr>
            <p14:xfrm>
              <a:off x="4601971" y="928095"/>
              <a:ext cx="365760" cy="45719"/>
            </p14:xfrm>
          </p:contentPart>
        </mc:Choice>
        <mc:Fallback xmlns="">
          <p:pic>
            <p:nvPicPr>
              <p:cNvPr id="11" name="筆跡 17">
                <a:extLst>
                  <a:ext uri="{FF2B5EF4-FFF2-40B4-BE49-F238E27FC236}">
                    <a16:creationId xmlns:a16="http://schemas.microsoft.com/office/drawing/2014/main" id="{7BF0D1F9-37D1-857F-45C5-920869E6B2C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47918" y="-12787605"/>
                <a:ext cx="47350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B247BE-949E-1E59-8D92-BC5C3323E404}"/>
                  </a:ext>
                </a:extLst>
              </p:cNvPr>
              <p:cNvSpPr txBox="1"/>
              <p:nvPr/>
            </p:nvSpPr>
            <p:spPr>
              <a:xfrm>
                <a:off x="1646662" y="2030149"/>
                <a:ext cx="47422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B247BE-949E-1E59-8D92-BC5C3323E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662" y="2030149"/>
                <a:ext cx="474223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8">
                <a:extLst>
                  <a:ext uri="{FF2B5EF4-FFF2-40B4-BE49-F238E27FC236}">
                    <a16:creationId xmlns:a16="http://schemas.microsoft.com/office/drawing/2014/main" id="{7401386E-1D8E-9581-C0F9-5212697EB087}"/>
                  </a:ext>
                </a:extLst>
              </p:cNvPr>
              <p:cNvSpPr txBox="1"/>
              <p:nvPr/>
            </p:nvSpPr>
            <p:spPr>
              <a:xfrm>
                <a:off x="1999469" y="2017018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" name="文字方塊 8">
                <a:extLst>
                  <a:ext uri="{FF2B5EF4-FFF2-40B4-BE49-F238E27FC236}">
                    <a16:creationId xmlns:a16="http://schemas.microsoft.com/office/drawing/2014/main" id="{7401386E-1D8E-9581-C0F9-5212697EB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469" y="2017018"/>
                <a:ext cx="242832" cy="400110"/>
              </a:xfrm>
              <a:prstGeom prst="rect">
                <a:avLst/>
              </a:prstGeom>
              <a:blipFill>
                <a:blip r:embed="rId9"/>
                <a:stretch>
                  <a:fillRect r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E85C263-B0F1-415B-EB43-579A7ED1D6B7}"/>
                  </a:ext>
                </a:extLst>
              </p:cNvPr>
              <p:cNvSpPr txBox="1"/>
              <p:nvPr/>
            </p:nvSpPr>
            <p:spPr>
              <a:xfrm>
                <a:off x="2204892" y="2013171"/>
                <a:ext cx="69674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19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E85C263-B0F1-415B-EB43-579A7ED1D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892" y="2013171"/>
                <a:ext cx="696743" cy="40395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筆跡 17">
                <a:extLst>
                  <a:ext uri="{FF2B5EF4-FFF2-40B4-BE49-F238E27FC236}">
                    <a16:creationId xmlns:a16="http://schemas.microsoft.com/office/drawing/2014/main" id="{31933A91-B458-2ECC-E35A-DE7CFF18DE31}"/>
                  </a:ext>
                </a:extLst>
              </p14:cNvPr>
              <p14:cNvContentPartPr/>
              <p14:nvPr/>
            </p14:nvContentPartPr>
            <p14:xfrm>
              <a:off x="1845705" y="2222170"/>
              <a:ext cx="170984" cy="45719"/>
            </p14:xfrm>
          </p:contentPart>
        </mc:Choice>
        <mc:Fallback xmlns="">
          <p:pic>
            <p:nvPicPr>
              <p:cNvPr id="15" name="筆跡 17">
                <a:extLst>
                  <a:ext uri="{FF2B5EF4-FFF2-40B4-BE49-F238E27FC236}">
                    <a16:creationId xmlns:a16="http://schemas.microsoft.com/office/drawing/2014/main" id="{31933A91-B458-2ECC-E35A-DE7CFF18DE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1710" y="-11493530"/>
                <a:ext cx="2786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筆跡 17">
                <a:extLst>
                  <a:ext uri="{FF2B5EF4-FFF2-40B4-BE49-F238E27FC236}">
                    <a16:creationId xmlns:a16="http://schemas.microsoft.com/office/drawing/2014/main" id="{F9817261-3CEB-9A70-EE6B-0D02A77F029A}"/>
                  </a:ext>
                </a:extLst>
              </p14:cNvPr>
              <p14:cNvContentPartPr/>
              <p14:nvPr/>
            </p14:nvContentPartPr>
            <p14:xfrm>
              <a:off x="2423312" y="2215149"/>
              <a:ext cx="242832" cy="45719"/>
            </p14:xfrm>
          </p:contentPart>
        </mc:Choice>
        <mc:Fallback xmlns="">
          <p:pic>
            <p:nvPicPr>
              <p:cNvPr id="16" name="筆跡 17">
                <a:extLst>
                  <a:ext uri="{FF2B5EF4-FFF2-40B4-BE49-F238E27FC236}">
                    <a16:creationId xmlns:a16="http://schemas.microsoft.com/office/drawing/2014/main" id="{F9817261-3CEB-9A70-EE6B-0D02A77F029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69269" y="-11500551"/>
                <a:ext cx="35055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弧形 94">
            <a:extLst>
              <a:ext uri="{FF2B5EF4-FFF2-40B4-BE49-F238E27FC236}">
                <a16:creationId xmlns:a16="http://schemas.microsoft.com/office/drawing/2014/main" id="{BDF59372-9030-39ED-EBC6-6A26001BEA3E}"/>
              </a:ext>
            </a:extLst>
          </p:cNvPr>
          <p:cNvSpPr/>
          <p:nvPr/>
        </p:nvSpPr>
        <p:spPr>
          <a:xfrm rot="10957079">
            <a:off x="2877347" y="1894370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18" name="群組 22">
            <a:extLst>
              <a:ext uri="{FF2B5EF4-FFF2-40B4-BE49-F238E27FC236}">
                <a16:creationId xmlns:a16="http://schemas.microsoft.com/office/drawing/2014/main" id="{20A8E7E1-0317-B0D9-779C-2E7D5DF39C69}"/>
              </a:ext>
            </a:extLst>
          </p:cNvPr>
          <p:cNvGrpSpPr/>
          <p:nvPr/>
        </p:nvGrpSpPr>
        <p:grpSpPr>
          <a:xfrm>
            <a:off x="2943077" y="1845502"/>
            <a:ext cx="942237" cy="769758"/>
            <a:chOff x="2882291" y="4712393"/>
            <a:chExt cx="906847" cy="6874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23">
                  <a:extLst>
                    <a:ext uri="{FF2B5EF4-FFF2-40B4-BE49-F238E27FC236}">
                      <a16:creationId xmlns:a16="http://schemas.microsoft.com/office/drawing/2014/main" id="{0CF36813-CBF1-00CD-B500-3C5512927668}"/>
                    </a:ext>
                  </a:extLst>
                </p:cNvPr>
                <p:cNvSpPr txBox="1"/>
                <p:nvPr/>
              </p:nvSpPr>
              <p:spPr>
                <a:xfrm>
                  <a:off x="2882291" y="4712393"/>
                  <a:ext cx="906847" cy="3573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x</a:t>
                  </a:r>
                  <a14:m>
                    <m:oMath xmlns:m="http://schemas.openxmlformats.org/officeDocument/2006/math">
                      <m: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 1</a:t>
                  </a:r>
                </a:p>
              </p:txBody>
            </p:sp>
          </mc:Choice>
          <mc:Fallback xmlns="">
            <p:sp>
              <p:nvSpPr>
                <p:cNvPr id="19" name="文字方塊 23">
                  <a:extLst>
                    <a:ext uri="{FF2B5EF4-FFF2-40B4-BE49-F238E27FC236}">
                      <a16:creationId xmlns:a16="http://schemas.microsoft.com/office/drawing/2014/main" id="{0CF36813-CBF1-00CD-B500-3C55129276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2291" y="4712393"/>
                  <a:ext cx="906847" cy="357303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" name="群組 24">
              <a:extLst>
                <a:ext uri="{FF2B5EF4-FFF2-40B4-BE49-F238E27FC236}">
                  <a16:creationId xmlns:a16="http://schemas.microsoft.com/office/drawing/2014/main" id="{3B8EA58E-F1E0-7E07-5FEF-34FC0D13EF16}"/>
                </a:ext>
              </a:extLst>
            </p:cNvPr>
            <p:cNvGrpSpPr/>
            <p:nvPr/>
          </p:nvGrpSpPr>
          <p:grpSpPr>
            <a:xfrm>
              <a:off x="2896106" y="5036045"/>
              <a:ext cx="761755" cy="363752"/>
              <a:chOff x="2896106" y="5036045"/>
              <a:chExt cx="761755" cy="363752"/>
            </a:xfrm>
          </p:grpSpPr>
          <p:cxnSp>
            <p:nvCxnSpPr>
              <p:cNvPr id="21" name="直線接點 25">
                <a:extLst>
                  <a:ext uri="{FF2B5EF4-FFF2-40B4-BE49-F238E27FC236}">
                    <a16:creationId xmlns:a16="http://schemas.microsoft.com/office/drawing/2014/main" id="{BD2A4FB7-B20B-FC70-35FE-D6E74DA59E6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6" y="5036045"/>
                <a:ext cx="761755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2" name="文字方塊 26">
                <a:extLst>
                  <a:ext uri="{FF2B5EF4-FFF2-40B4-BE49-F238E27FC236}">
                    <a16:creationId xmlns:a16="http://schemas.microsoft.com/office/drawing/2014/main" id="{D9AE0319-C50B-AB67-3761-50728FD04652}"/>
                  </a:ext>
                </a:extLst>
              </p:cNvPr>
              <p:cNvSpPr txBox="1"/>
              <p:nvPr/>
            </p:nvSpPr>
            <p:spPr>
              <a:xfrm>
                <a:off x="3109535" y="5042493"/>
                <a:ext cx="344351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p:sp>
        <p:nvSpPr>
          <p:cNvPr id="23" name="弧形 94">
            <a:extLst>
              <a:ext uri="{FF2B5EF4-FFF2-40B4-BE49-F238E27FC236}">
                <a16:creationId xmlns:a16="http://schemas.microsoft.com/office/drawing/2014/main" id="{7C08F9AE-909E-171C-7832-F11B755A826C}"/>
              </a:ext>
            </a:extLst>
          </p:cNvPr>
          <p:cNvSpPr/>
          <p:nvPr/>
        </p:nvSpPr>
        <p:spPr>
          <a:xfrm rot="10800000" flipH="1">
            <a:off x="3623161" y="1888960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1">
                <a:extLst>
                  <a:ext uri="{FF2B5EF4-FFF2-40B4-BE49-F238E27FC236}">
                    <a16:creationId xmlns:a16="http://schemas.microsoft.com/office/drawing/2014/main" id="{99A3E44F-A0A2-2596-3AAF-9B5E2732A146}"/>
                  </a:ext>
                </a:extLst>
              </p:cNvPr>
              <p:cNvSpPr txBox="1"/>
              <p:nvPr/>
            </p:nvSpPr>
            <p:spPr>
              <a:xfrm>
                <a:off x="3933011" y="200787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1">
                <a:extLst>
                  <a:ext uri="{FF2B5EF4-FFF2-40B4-BE49-F238E27FC236}">
                    <a16:creationId xmlns:a16="http://schemas.microsoft.com/office/drawing/2014/main" id="{99A3E44F-A0A2-2596-3AAF-9B5E2732A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011" y="2007874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916B21-E9D4-7AD0-54A8-98ED766C5DC5}"/>
                  </a:ext>
                </a:extLst>
              </p:cNvPr>
              <p:cNvSpPr txBox="1"/>
              <p:nvPr/>
            </p:nvSpPr>
            <p:spPr>
              <a:xfrm>
                <a:off x="4232710" y="2007874"/>
                <a:ext cx="47422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916B21-E9D4-7AD0-54A8-98ED766C5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710" y="2007874"/>
                <a:ext cx="474223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8">
                <a:extLst>
                  <a:ext uri="{FF2B5EF4-FFF2-40B4-BE49-F238E27FC236}">
                    <a16:creationId xmlns:a16="http://schemas.microsoft.com/office/drawing/2014/main" id="{4D594C57-6F20-1FA5-CDE1-F6CF5E6F95F3}"/>
                  </a:ext>
                </a:extLst>
              </p:cNvPr>
              <p:cNvSpPr txBox="1"/>
              <p:nvPr/>
            </p:nvSpPr>
            <p:spPr>
              <a:xfrm>
                <a:off x="4585517" y="1994743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1" name="文字方塊 8">
                <a:extLst>
                  <a:ext uri="{FF2B5EF4-FFF2-40B4-BE49-F238E27FC236}">
                    <a16:creationId xmlns:a16="http://schemas.microsoft.com/office/drawing/2014/main" id="{4D594C57-6F20-1FA5-CDE1-F6CF5E6F9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517" y="1994743"/>
                <a:ext cx="242832" cy="400110"/>
              </a:xfrm>
              <a:prstGeom prst="rect">
                <a:avLst/>
              </a:prstGeom>
              <a:blipFill>
                <a:blip r:embed="rId17"/>
                <a:stretch>
                  <a:fillRect r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62E6406-ADE2-D235-B877-F2FFABEC7E12}"/>
                  </a:ext>
                </a:extLst>
              </p:cNvPr>
              <p:cNvSpPr txBox="1"/>
              <p:nvPr/>
            </p:nvSpPr>
            <p:spPr>
              <a:xfrm>
                <a:off x="4790940" y="1990896"/>
                <a:ext cx="69674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19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62E6406-ADE2-D235-B877-F2FFABEC7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940" y="1990896"/>
                <a:ext cx="696743" cy="40395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3" name="筆跡 17">
                <a:extLst>
                  <a:ext uri="{FF2B5EF4-FFF2-40B4-BE49-F238E27FC236}">
                    <a16:creationId xmlns:a16="http://schemas.microsoft.com/office/drawing/2014/main" id="{BCC14095-CAC5-5A9E-1060-C1C8DBF19BBD}"/>
                  </a:ext>
                </a:extLst>
              </p14:cNvPr>
              <p14:cNvContentPartPr/>
              <p14:nvPr/>
            </p14:nvContentPartPr>
            <p14:xfrm>
              <a:off x="4431753" y="2199895"/>
              <a:ext cx="170984" cy="45719"/>
            </p14:xfrm>
          </p:contentPart>
        </mc:Choice>
        <mc:Fallback xmlns="">
          <p:pic>
            <p:nvPicPr>
              <p:cNvPr id="33" name="筆跡 17">
                <a:extLst>
                  <a:ext uri="{FF2B5EF4-FFF2-40B4-BE49-F238E27FC236}">
                    <a16:creationId xmlns:a16="http://schemas.microsoft.com/office/drawing/2014/main" id="{BCC14095-CAC5-5A9E-1060-C1C8DBF19B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77758" y="-11515805"/>
                <a:ext cx="2786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4" name="筆跡 17">
                <a:extLst>
                  <a:ext uri="{FF2B5EF4-FFF2-40B4-BE49-F238E27FC236}">
                    <a16:creationId xmlns:a16="http://schemas.microsoft.com/office/drawing/2014/main" id="{87620354-1CA1-AC41-34EE-161CC978137E}"/>
                  </a:ext>
                </a:extLst>
              </p14:cNvPr>
              <p14:cNvContentPartPr/>
              <p14:nvPr/>
            </p14:nvContentPartPr>
            <p14:xfrm>
              <a:off x="5009360" y="2192874"/>
              <a:ext cx="242832" cy="45719"/>
            </p14:xfrm>
          </p:contentPart>
        </mc:Choice>
        <mc:Fallback xmlns="">
          <p:pic>
            <p:nvPicPr>
              <p:cNvPr id="34" name="筆跡 17">
                <a:extLst>
                  <a:ext uri="{FF2B5EF4-FFF2-40B4-BE49-F238E27FC236}">
                    <a16:creationId xmlns:a16="http://schemas.microsoft.com/office/drawing/2014/main" id="{87620354-1CA1-AC41-34EE-161CC978137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955317" y="-11522826"/>
                <a:ext cx="35055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弧形 94">
            <a:extLst>
              <a:ext uri="{FF2B5EF4-FFF2-40B4-BE49-F238E27FC236}">
                <a16:creationId xmlns:a16="http://schemas.microsoft.com/office/drawing/2014/main" id="{2AD80824-BD87-9F8C-00B5-E8A2ACF1DD99}"/>
              </a:ext>
            </a:extLst>
          </p:cNvPr>
          <p:cNvSpPr/>
          <p:nvPr/>
        </p:nvSpPr>
        <p:spPr>
          <a:xfrm rot="10957079">
            <a:off x="5467586" y="1879138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36" name="群組 22">
            <a:extLst>
              <a:ext uri="{FF2B5EF4-FFF2-40B4-BE49-F238E27FC236}">
                <a16:creationId xmlns:a16="http://schemas.microsoft.com/office/drawing/2014/main" id="{88D17E7E-B302-F254-4645-E0E6E88F00A6}"/>
              </a:ext>
            </a:extLst>
          </p:cNvPr>
          <p:cNvGrpSpPr/>
          <p:nvPr/>
        </p:nvGrpSpPr>
        <p:grpSpPr>
          <a:xfrm>
            <a:off x="5508363" y="1830091"/>
            <a:ext cx="1128014" cy="769932"/>
            <a:chOff x="2858274" y="4712237"/>
            <a:chExt cx="1085646" cy="687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23">
                  <a:extLst>
                    <a:ext uri="{FF2B5EF4-FFF2-40B4-BE49-F238E27FC236}">
                      <a16:creationId xmlns:a16="http://schemas.microsoft.com/office/drawing/2014/main" id="{F2961C49-A034-B665-FFDC-DF99D81BECE6}"/>
                    </a:ext>
                  </a:extLst>
                </p:cNvPr>
                <p:cNvSpPr txBox="1"/>
                <p:nvPr/>
              </p:nvSpPr>
              <p:spPr>
                <a:xfrm>
                  <a:off x="2858274" y="4712237"/>
                  <a:ext cx="1085646" cy="357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9</a:t>
                  </a:r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x</a:t>
                  </a:r>
                  <a14:m>
                    <m:oMath xmlns:m="http://schemas.openxmlformats.org/officeDocument/2006/math">
                      <m: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 5</a:t>
                  </a:r>
                </a:p>
              </p:txBody>
            </p:sp>
          </mc:Choice>
          <mc:Fallback xmlns="">
            <p:sp>
              <p:nvSpPr>
                <p:cNvPr id="37" name="文字方塊 23">
                  <a:extLst>
                    <a:ext uri="{FF2B5EF4-FFF2-40B4-BE49-F238E27FC236}">
                      <a16:creationId xmlns:a16="http://schemas.microsoft.com/office/drawing/2014/main" id="{F2961C49-A034-B665-FFDC-DF99D81BEC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8274" y="4712237"/>
                  <a:ext cx="1085646" cy="357304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8" name="群組 24">
              <a:extLst>
                <a:ext uri="{FF2B5EF4-FFF2-40B4-BE49-F238E27FC236}">
                  <a16:creationId xmlns:a16="http://schemas.microsoft.com/office/drawing/2014/main" id="{68CEDC69-792B-A69E-D86C-CABF702ED15F}"/>
                </a:ext>
              </a:extLst>
            </p:cNvPr>
            <p:cNvGrpSpPr/>
            <p:nvPr/>
          </p:nvGrpSpPr>
          <p:grpSpPr>
            <a:xfrm>
              <a:off x="2896106" y="5036045"/>
              <a:ext cx="952053" cy="363752"/>
              <a:chOff x="2896106" y="5036045"/>
              <a:chExt cx="952053" cy="363752"/>
            </a:xfrm>
          </p:grpSpPr>
          <p:cxnSp>
            <p:nvCxnSpPr>
              <p:cNvPr id="39" name="直線接點 25">
                <a:extLst>
                  <a:ext uri="{FF2B5EF4-FFF2-40B4-BE49-F238E27FC236}">
                    <a16:creationId xmlns:a16="http://schemas.microsoft.com/office/drawing/2014/main" id="{B6F2AB51-8A88-EA29-9CFE-C9833F0AA0D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6" y="5036045"/>
                <a:ext cx="952053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0" name="文字方塊 26">
                <a:extLst>
                  <a:ext uri="{FF2B5EF4-FFF2-40B4-BE49-F238E27FC236}">
                    <a16:creationId xmlns:a16="http://schemas.microsoft.com/office/drawing/2014/main" id="{049AEB2F-8FFC-3D2B-9F21-8B5D69D8CF08}"/>
                  </a:ext>
                </a:extLst>
              </p:cNvPr>
              <p:cNvSpPr txBox="1"/>
              <p:nvPr/>
            </p:nvSpPr>
            <p:spPr>
              <a:xfrm>
                <a:off x="3109535" y="5042493"/>
                <a:ext cx="510974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19</a:t>
                </a:r>
              </a:p>
            </p:txBody>
          </p:sp>
        </p:grpSp>
      </p:grpSp>
      <p:sp>
        <p:nvSpPr>
          <p:cNvPr id="41" name="弧形 94">
            <a:extLst>
              <a:ext uri="{FF2B5EF4-FFF2-40B4-BE49-F238E27FC236}">
                <a16:creationId xmlns:a16="http://schemas.microsoft.com/office/drawing/2014/main" id="{A6A14010-F970-3FE9-A527-1FA182B42AE7}"/>
              </a:ext>
            </a:extLst>
          </p:cNvPr>
          <p:cNvSpPr/>
          <p:nvPr/>
        </p:nvSpPr>
        <p:spPr>
          <a:xfrm rot="10800000" flipH="1">
            <a:off x="6427133" y="1871913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3" name="筆跡 17">
                <a:extLst>
                  <a:ext uri="{FF2B5EF4-FFF2-40B4-BE49-F238E27FC236}">
                    <a16:creationId xmlns:a16="http://schemas.microsoft.com/office/drawing/2014/main" id="{E8208A02-D9D9-7CEC-DC4E-886D12223F56}"/>
                  </a:ext>
                </a:extLst>
              </p14:cNvPr>
              <p14:cNvContentPartPr/>
              <p14:nvPr/>
            </p14:nvContentPartPr>
            <p14:xfrm>
              <a:off x="3276157" y="2430259"/>
              <a:ext cx="170984" cy="45719"/>
            </p14:xfrm>
          </p:contentPart>
        </mc:Choice>
        <mc:Fallback xmlns="">
          <p:pic>
            <p:nvPicPr>
              <p:cNvPr id="43" name="筆跡 17">
                <a:extLst>
                  <a:ext uri="{FF2B5EF4-FFF2-40B4-BE49-F238E27FC236}">
                    <a16:creationId xmlns:a16="http://schemas.microsoft.com/office/drawing/2014/main" id="{E8208A02-D9D9-7CEC-DC4E-886D12223F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22162" y="-11285441"/>
                <a:ext cx="278614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F9E5227-0CF7-C47B-AB3C-09B422067292}"/>
              </a:ext>
            </a:extLst>
          </p:cNvPr>
          <p:cNvCxnSpPr>
            <a:cxnSpLocks/>
          </p:cNvCxnSpPr>
          <p:nvPr/>
        </p:nvCxnSpPr>
        <p:spPr>
          <a:xfrm flipV="1">
            <a:off x="1774308" y="2045556"/>
            <a:ext cx="331085" cy="3263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9AA56C4-3516-D8BD-CBBF-A9A680E3FC99}"/>
              </a:ext>
            </a:extLst>
          </p:cNvPr>
          <p:cNvCxnSpPr>
            <a:cxnSpLocks/>
          </p:cNvCxnSpPr>
          <p:nvPr/>
        </p:nvCxnSpPr>
        <p:spPr>
          <a:xfrm flipV="1">
            <a:off x="3149986" y="2260868"/>
            <a:ext cx="331085" cy="3263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0" name="筆跡 17">
                <a:extLst>
                  <a:ext uri="{FF2B5EF4-FFF2-40B4-BE49-F238E27FC236}">
                    <a16:creationId xmlns:a16="http://schemas.microsoft.com/office/drawing/2014/main" id="{7ED9762E-B002-59A1-DC9A-DD43E3240338}"/>
                  </a:ext>
                </a:extLst>
              </p14:cNvPr>
              <p14:cNvContentPartPr/>
              <p14:nvPr/>
            </p14:nvContentPartPr>
            <p14:xfrm>
              <a:off x="5955830" y="2397278"/>
              <a:ext cx="242832" cy="45719"/>
            </p14:xfrm>
          </p:contentPart>
        </mc:Choice>
        <mc:Fallback xmlns="">
          <p:pic>
            <p:nvPicPr>
              <p:cNvPr id="50" name="筆跡 17">
                <a:extLst>
                  <a:ext uri="{FF2B5EF4-FFF2-40B4-BE49-F238E27FC236}">
                    <a16:creationId xmlns:a16="http://schemas.microsoft.com/office/drawing/2014/main" id="{7ED9762E-B002-59A1-DC9A-DD43E324033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01787" y="-11318422"/>
                <a:ext cx="350557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38DE97A-E769-58CB-7B3B-485597080399}"/>
              </a:ext>
            </a:extLst>
          </p:cNvPr>
          <p:cNvCxnSpPr>
            <a:cxnSpLocks/>
          </p:cNvCxnSpPr>
          <p:nvPr/>
        </p:nvCxnSpPr>
        <p:spPr>
          <a:xfrm flipV="1">
            <a:off x="4946098" y="2045556"/>
            <a:ext cx="306094" cy="2421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08EFE63-5224-6B43-109C-D5EFDF045350}"/>
              </a:ext>
            </a:extLst>
          </p:cNvPr>
          <p:cNvCxnSpPr>
            <a:cxnSpLocks/>
          </p:cNvCxnSpPr>
          <p:nvPr/>
        </p:nvCxnSpPr>
        <p:spPr>
          <a:xfrm flipV="1">
            <a:off x="5860403" y="2287745"/>
            <a:ext cx="373412" cy="2239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3ADA0C4-CBF8-5769-BF16-F131638CB1A7}"/>
                  </a:ext>
                </a:extLst>
              </p:cNvPr>
              <p:cNvSpPr txBox="1"/>
              <p:nvPr/>
            </p:nvSpPr>
            <p:spPr>
              <a:xfrm>
                <a:off x="2430654" y="2811224"/>
                <a:ext cx="666675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19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3ADA0C4-CBF8-5769-BF16-F131638CB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654" y="2811224"/>
                <a:ext cx="666675" cy="40395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7" name="筆跡 17">
                <a:extLst>
                  <a:ext uri="{FF2B5EF4-FFF2-40B4-BE49-F238E27FC236}">
                    <a16:creationId xmlns:a16="http://schemas.microsoft.com/office/drawing/2014/main" id="{AC6DF674-364A-CCE7-0E27-7E41A571A035}"/>
                  </a:ext>
                </a:extLst>
              </p14:cNvPr>
              <p14:cNvContentPartPr/>
              <p14:nvPr/>
            </p14:nvContentPartPr>
            <p14:xfrm>
              <a:off x="2649074" y="3013202"/>
              <a:ext cx="242832" cy="45719"/>
            </p14:xfrm>
          </p:contentPart>
        </mc:Choice>
        <mc:Fallback xmlns="">
          <p:pic>
            <p:nvPicPr>
              <p:cNvPr id="57" name="筆跡 17">
                <a:extLst>
                  <a:ext uri="{FF2B5EF4-FFF2-40B4-BE49-F238E27FC236}">
                    <a16:creationId xmlns:a16="http://schemas.microsoft.com/office/drawing/2014/main" id="{AC6DF674-364A-CCE7-0E27-7E41A571A03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95031" y="-10702498"/>
                <a:ext cx="35055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A1A9BCC-2601-DA3D-BF59-50ECAC16C84C}"/>
                  </a:ext>
                </a:extLst>
              </p:cNvPr>
              <p:cNvSpPr txBox="1"/>
              <p:nvPr/>
            </p:nvSpPr>
            <p:spPr>
              <a:xfrm>
                <a:off x="2963738" y="2815071"/>
                <a:ext cx="82710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x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A1A9BCC-2601-DA3D-BF59-50ECAC16C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738" y="2815071"/>
                <a:ext cx="827102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8">
                <a:extLst>
                  <a:ext uri="{FF2B5EF4-FFF2-40B4-BE49-F238E27FC236}">
                    <a16:creationId xmlns:a16="http://schemas.microsoft.com/office/drawing/2014/main" id="{79B706CC-A740-25AE-7BB0-DC51D55ABA85}"/>
                  </a:ext>
                </a:extLst>
              </p:cNvPr>
              <p:cNvSpPr txBox="1"/>
              <p:nvPr/>
            </p:nvSpPr>
            <p:spPr>
              <a:xfrm>
                <a:off x="3317078" y="2811224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9" name="文字方塊 8">
                <a:extLst>
                  <a:ext uri="{FF2B5EF4-FFF2-40B4-BE49-F238E27FC236}">
                    <a16:creationId xmlns:a16="http://schemas.microsoft.com/office/drawing/2014/main" id="{79B706CC-A740-25AE-7BB0-DC51D55AB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078" y="2811224"/>
                <a:ext cx="242832" cy="400110"/>
              </a:xfrm>
              <a:prstGeom prst="rect">
                <a:avLst/>
              </a:prstGeom>
              <a:blipFill>
                <a:blip r:embed="rId27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502B5C7-2683-F9B1-D02E-ED07983EECFB}"/>
                  </a:ext>
                </a:extLst>
              </p:cNvPr>
              <p:cNvSpPr txBox="1"/>
              <p:nvPr/>
            </p:nvSpPr>
            <p:spPr>
              <a:xfrm>
                <a:off x="3422617" y="2805848"/>
                <a:ext cx="69674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502B5C7-2683-F9B1-D02E-ED07983EE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617" y="2805848"/>
                <a:ext cx="696743" cy="40395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21">
                <a:extLst>
                  <a:ext uri="{FF2B5EF4-FFF2-40B4-BE49-F238E27FC236}">
                    <a16:creationId xmlns:a16="http://schemas.microsoft.com/office/drawing/2014/main" id="{95B9CCD9-1E49-34DA-5D89-3453454AD16A}"/>
                  </a:ext>
                </a:extLst>
              </p:cNvPr>
              <p:cNvSpPr txBox="1"/>
              <p:nvPr/>
            </p:nvSpPr>
            <p:spPr>
              <a:xfrm>
                <a:off x="3929211" y="28150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1" name="文字方塊 21">
                <a:extLst>
                  <a:ext uri="{FF2B5EF4-FFF2-40B4-BE49-F238E27FC236}">
                    <a16:creationId xmlns:a16="http://schemas.microsoft.com/office/drawing/2014/main" id="{95B9CCD9-1E49-34DA-5D89-3453454AD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211" y="2815071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F1612A1-9F69-6CE7-4ACF-7EC66EEC2040}"/>
                  </a:ext>
                </a:extLst>
              </p:cNvPr>
              <p:cNvSpPr txBox="1"/>
              <p:nvPr/>
            </p:nvSpPr>
            <p:spPr>
              <a:xfrm>
                <a:off x="4243808" y="2805848"/>
                <a:ext cx="31693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F1612A1-9F69-6CE7-4ACF-7EC66EEC2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808" y="2805848"/>
                <a:ext cx="31693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4" name="筆跡 17">
                <a:extLst>
                  <a:ext uri="{FF2B5EF4-FFF2-40B4-BE49-F238E27FC236}">
                    <a16:creationId xmlns:a16="http://schemas.microsoft.com/office/drawing/2014/main" id="{D3C61E2F-C07E-C0A5-1D11-474E59A4AD4D}"/>
                  </a:ext>
                </a:extLst>
              </p14:cNvPr>
              <p14:cNvContentPartPr/>
              <p14:nvPr/>
            </p14:nvContentPartPr>
            <p14:xfrm>
              <a:off x="4353838" y="3005903"/>
              <a:ext cx="170984" cy="45719"/>
            </p14:xfrm>
          </p:contentPart>
        </mc:Choice>
        <mc:Fallback xmlns="">
          <p:pic>
            <p:nvPicPr>
              <p:cNvPr id="64" name="筆跡 17">
                <a:extLst>
                  <a:ext uri="{FF2B5EF4-FFF2-40B4-BE49-F238E27FC236}">
                    <a16:creationId xmlns:a16="http://schemas.microsoft.com/office/drawing/2014/main" id="{D3C61E2F-C07E-C0A5-1D11-474E59A4AD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99843" y="-10709797"/>
                <a:ext cx="2786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BA4132B-62D0-E1A7-4A3E-03926E0595CC}"/>
                  </a:ext>
                </a:extLst>
              </p:cNvPr>
              <p:cNvSpPr txBox="1"/>
              <p:nvPr/>
            </p:nvSpPr>
            <p:spPr>
              <a:xfrm>
                <a:off x="4532869" y="2805848"/>
                <a:ext cx="82710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m:t>9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x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BA4132B-62D0-E1A7-4A3E-03926E059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869" y="2805848"/>
                <a:ext cx="827102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8">
                <a:extLst>
                  <a:ext uri="{FF2B5EF4-FFF2-40B4-BE49-F238E27FC236}">
                    <a16:creationId xmlns:a16="http://schemas.microsoft.com/office/drawing/2014/main" id="{AABB926C-266D-E585-6BB9-C15B57EC4BC2}"/>
                  </a:ext>
                </a:extLst>
              </p:cNvPr>
              <p:cNvSpPr txBox="1"/>
              <p:nvPr/>
            </p:nvSpPr>
            <p:spPr>
              <a:xfrm>
                <a:off x="5033156" y="2805848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6" name="文字方塊 8">
                <a:extLst>
                  <a:ext uri="{FF2B5EF4-FFF2-40B4-BE49-F238E27FC236}">
                    <a16:creationId xmlns:a16="http://schemas.microsoft.com/office/drawing/2014/main" id="{AABB926C-266D-E585-6BB9-C15B57EC4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156" y="2805848"/>
                <a:ext cx="242832" cy="400110"/>
              </a:xfrm>
              <a:prstGeom prst="rect">
                <a:avLst/>
              </a:prstGeom>
              <a:blipFill>
                <a:blip r:embed="rId33"/>
                <a:stretch>
                  <a:fillRect r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2ADE8E7-0761-E417-10AE-407A764A23A3}"/>
                  </a:ext>
                </a:extLst>
              </p:cNvPr>
              <p:cNvSpPr txBox="1"/>
              <p:nvPr/>
            </p:nvSpPr>
            <p:spPr>
              <a:xfrm>
                <a:off x="5135638" y="2802001"/>
                <a:ext cx="69674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2ADE8E7-0761-E417-10AE-407A764A2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638" y="2802001"/>
                <a:ext cx="696743" cy="403957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">
                <a:extLst>
                  <a:ext uri="{FF2B5EF4-FFF2-40B4-BE49-F238E27FC236}">
                    <a16:creationId xmlns:a16="http://schemas.microsoft.com/office/drawing/2014/main" id="{CD373FA1-7DFD-26D7-A4CE-CFA81B7281A9}"/>
                  </a:ext>
                </a:extLst>
              </p:cNvPr>
              <p:cNvSpPr txBox="1"/>
              <p:nvPr/>
            </p:nvSpPr>
            <p:spPr>
              <a:xfrm>
                <a:off x="2638496" y="3443949"/>
                <a:ext cx="5381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9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9" name="文字方塊 6">
                <a:extLst>
                  <a:ext uri="{FF2B5EF4-FFF2-40B4-BE49-F238E27FC236}">
                    <a16:creationId xmlns:a16="http://schemas.microsoft.com/office/drawing/2014/main" id="{CD373FA1-7DFD-26D7-A4CE-CFA81B728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496" y="3443949"/>
                <a:ext cx="538123" cy="400110"/>
              </a:xfrm>
              <a:prstGeom prst="rect">
                <a:avLst/>
              </a:prstGeom>
              <a:blipFill>
                <a:blip r:embed="rId35"/>
                <a:stretch>
                  <a:fillRect r="-19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8">
                <a:extLst>
                  <a:ext uri="{FF2B5EF4-FFF2-40B4-BE49-F238E27FC236}">
                    <a16:creationId xmlns:a16="http://schemas.microsoft.com/office/drawing/2014/main" id="{A6B0C044-5B45-D6F1-E70F-D73E2EC91966}"/>
                  </a:ext>
                </a:extLst>
              </p:cNvPr>
              <p:cNvSpPr txBox="1"/>
              <p:nvPr/>
            </p:nvSpPr>
            <p:spPr>
              <a:xfrm>
                <a:off x="3235477" y="3442765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0" name="文字方塊 8">
                <a:extLst>
                  <a:ext uri="{FF2B5EF4-FFF2-40B4-BE49-F238E27FC236}">
                    <a16:creationId xmlns:a16="http://schemas.microsoft.com/office/drawing/2014/main" id="{A6B0C044-5B45-D6F1-E70F-D73E2EC91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477" y="3442765"/>
                <a:ext cx="242832" cy="400110"/>
              </a:xfrm>
              <a:prstGeom prst="rect">
                <a:avLst/>
              </a:prstGeom>
              <a:blipFill>
                <a:blip r:embed="rId36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7A98910-F483-5E98-44C4-4C2498EB5830}"/>
                  </a:ext>
                </a:extLst>
              </p:cNvPr>
              <p:cNvSpPr txBox="1"/>
              <p:nvPr/>
            </p:nvSpPr>
            <p:spPr>
              <a:xfrm>
                <a:off x="3448736" y="3442765"/>
                <a:ext cx="5345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19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7A98910-F483-5E98-44C4-4C2498EB5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736" y="3442765"/>
                <a:ext cx="534532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21">
                <a:extLst>
                  <a:ext uri="{FF2B5EF4-FFF2-40B4-BE49-F238E27FC236}">
                    <a16:creationId xmlns:a16="http://schemas.microsoft.com/office/drawing/2014/main" id="{7F49F494-BF1B-9702-EC0E-C40FDC8070E4}"/>
                  </a:ext>
                </a:extLst>
              </p:cNvPr>
              <p:cNvSpPr txBox="1"/>
              <p:nvPr/>
            </p:nvSpPr>
            <p:spPr>
              <a:xfrm>
                <a:off x="3929211" y="34427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2" name="文字方塊 21">
                <a:extLst>
                  <a:ext uri="{FF2B5EF4-FFF2-40B4-BE49-F238E27FC236}">
                    <a16:creationId xmlns:a16="http://schemas.microsoft.com/office/drawing/2014/main" id="{7F49F494-BF1B-9702-EC0E-C40FDC807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211" y="3442765"/>
                <a:ext cx="295688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6">
                <a:extLst>
                  <a:ext uri="{FF2B5EF4-FFF2-40B4-BE49-F238E27FC236}">
                    <a16:creationId xmlns:a16="http://schemas.microsoft.com/office/drawing/2014/main" id="{5BF489DB-C60D-F275-FFE7-6F00210F526F}"/>
                  </a:ext>
                </a:extLst>
              </p:cNvPr>
              <p:cNvSpPr txBox="1"/>
              <p:nvPr/>
            </p:nvSpPr>
            <p:spPr>
              <a:xfrm>
                <a:off x="4218325" y="3443949"/>
                <a:ext cx="5381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18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3" name="文字方塊 6">
                <a:extLst>
                  <a:ext uri="{FF2B5EF4-FFF2-40B4-BE49-F238E27FC236}">
                    <a16:creationId xmlns:a16="http://schemas.microsoft.com/office/drawing/2014/main" id="{5BF489DB-C60D-F275-FFE7-6F00210F5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325" y="3443949"/>
                <a:ext cx="538123" cy="400110"/>
              </a:xfrm>
              <a:prstGeom prst="rect">
                <a:avLst/>
              </a:prstGeom>
              <a:blipFill>
                <a:blip r:embed="rId39"/>
                <a:stretch>
                  <a:fillRect r="-20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8">
                <a:extLst>
                  <a:ext uri="{FF2B5EF4-FFF2-40B4-BE49-F238E27FC236}">
                    <a16:creationId xmlns:a16="http://schemas.microsoft.com/office/drawing/2014/main" id="{397B8E2B-8E23-33AD-3A11-92A0FF067951}"/>
                  </a:ext>
                </a:extLst>
              </p:cNvPr>
              <p:cNvSpPr txBox="1"/>
              <p:nvPr/>
            </p:nvSpPr>
            <p:spPr>
              <a:xfrm>
                <a:off x="4815306" y="3442765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4" name="文字方塊 8">
                <a:extLst>
                  <a:ext uri="{FF2B5EF4-FFF2-40B4-BE49-F238E27FC236}">
                    <a16:creationId xmlns:a16="http://schemas.microsoft.com/office/drawing/2014/main" id="{397B8E2B-8E23-33AD-3A11-92A0FF067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306" y="3442765"/>
                <a:ext cx="242832" cy="400110"/>
              </a:xfrm>
              <a:prstGeom prst="rect">
                <a:avLst/>
              </a:prstGeom>
              <a:blipFill>
                <a:blip r:embed="rId40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91D8E03-DBD4-984D-73DE-5F5303950A3C}"/>
                  </a:ext>
                </a:extLst>
              </p:cNvPr>
              <p:cNvSpPr txBox="1"/>
              <p:nvPr/>
            </p:nvSpPr>
            <p:spPr>
              <a:xfrm>
                <a:off x="5028565" y="3442765"/>
                <a:ext cx="5345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91D8E03-DBD4-984D-73DE-5F5303950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565" y="3442765"/>
                <a:ext cx="534532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6">
                <a:extLst>
                  <a:ext uri="{FF2B5EF4-FFF2-40B4-BE49-F238E27FC236}">
                    <a16:creationId xmlns:a16="http://schemas.microsoft.com/office/drawing/2014/main" id="{02ABF73E-6432-AB95-F8FF-E856C9642CC1}"/>
                  </a:ext>
                </a:extLst>
              </p:cNvPr>
              <p:cNvSpPr txBox="1"/>
              <p:nvPr/>
            </p:nvSpPr>
            <p:spPr>
              <a:xfrm>
                <a:off x="2443582" y="4122119"/>
                <a:ext cx="5381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9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7" name="文字方塊 6">
                <a:extLst>
                  <a:ext uri="{FF2B5EF4-FFF2-40B4-BE49-F238E27FC236}">
                    <a16:creationId xmlns:a16="http://schemas.microsoft.com/office/drawing/2014/main" id="{02ABF73E-6432-AB95-F8FF-E856C9642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582" y="4122119"/>
                <a:ext cx="538123" cy="400110"/>
              </a:xfrm>
              <a:prstGeom prst="rect">
                <a:avLst/>
              </a:prstGeom>
              <a:blipFill>
                <a:blip r:embed="rId42"/>
                <a:stretch>
                  <a:fillRect r="-19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8">
                <a:extLst>
                  <a:ext uri="{FF2B5EF4-FFF2-40B4-BE49-F238E27FC236}">
                    <a16:creationId xmlns:a16="http://schemas.microsoft.com/office/drawing/2014/main" id="{CB89ED48-299F-D84D-4248-4EC1B3F83606}"/>
                  </a:ext>
                </a:extLst>
              </p:cNvPr>
              <p:cNvSpPr txBox="1"/>
              <p:nvPr/>
            </p:nvSpPr>
            <p:spPr>
              <a:xfrm>
                <a:off x="3040563" y="4120935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8" name="文字方塊 8">
                <a:extLst>
                  <a:ext uri="{FF2B5EF4-FFF2-40B4-BE49-F238E27FC236}">
                    <a16:creationId xmlns:a16="http://schemas.microsoft.com/office/drawing/2014/main" id="{CB89ED48-299F-D84D-4248-4EC1B3F83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563" y="4120935"/>
                <a:ext cx="242832" cy="400110"/>
              </a:xfrm>
              <a:prstGeom prst="rect">
                <a:avLst/>
              </a:prstGeom>
              <a:blipFill>
                <a:blip r:embed="rId43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DDBFBAF-87D1-6D5A-3ECE-D51FE486DAD2}"/>
                  </a:ext>
                </a:extLst>
              </p:cNvPr>
              <p:cNvSpPr txBox="1"/>
              <p:nvPr/>
            </p:nvSpPr>
            <p:spPr>
              <a:xfrm>
                <a:off x="3253822" y="4120935"/>
                <a:ext cx="5345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18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DDBFBAF-87D1-6D5A-3ECE-D51FE486D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822" y="4120935"/>
                <a:ext cx="534532" cy="400110"/>
              </a:xfrm>
              <a:prstGeom prst="rect">
                <a:avLst/>
              </a:prstGeom>
              <a:blipFill>
                <a:blip r:embed="rId44"/>
                <a:stretch>
                  <a:fillRect r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21">
                <a:extLst>
                  <a:ext uri="{FF2B5EF4-FFF2-40B4-BE49-F238E27FC236}">
                    <a16:creationId xmlns:a16="http://schemas.microsoft.com/office/drawing/2014/main" id="{ED9C2741-9C8E-3F1B-8857-F079964309A6}"/>
                  </a:ext>
                </a:extLst>
              </p:cNvPr>
              <p:cNvSpPr txBox="1"/>
              <p:nvPr/>
            </p:nvSpPr>
            <p:spPr>
              <a:xfrm>
                <a:off x="3926251" y="41209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0" name="文字方塊 21">
                <a:extLst>
                  <a:ext uri="{FF2B5EF4-FFF2-40B4-BE49-F238E27FC236}">
                    <a16:creationId xmlns:a16="http://schemas.microsoft.com/office/drawing/2014/main" id="{ED9C2741-9C8E-3F1B-8857-F07996430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251" y="4120935"/>
                <a:ext cx="295688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6">
                <a:extLst>
                  <a:ext uri="{FF2B5EF4-FFF2-40B4-BE49-F238E27FC236}">
                    <a16:creationId xmlns:a16="http://schemas.microsoft.com/office/drawing/2014/main" id="{5A9DC0B8-5026-9D78-7A22-3FCEE872F024}"/>
                  </a:ext>
                </a:extLst>
              </p:cNvPr>
              <p:cNvSpPr txBox="1"/>
              <p:nvPr/>
            </p:nvSpPr>
            <p:spPr>
              <a:xfrm>
                <a:off x="4215365" y="4122119"/>
                <a:ext cx="5381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1" name="文字方塊 6">
                <a:extLst>
                  <a:ext uri="{FF2B5EF4-FFF2-40B4-BE49-F238E27FC236}">
                    <a16:creationId xmlns:a16="http://schemas.microsoft.com/office/drawing/2014/main" id="{5A9DC0B8-5026-9D78-7A22-3FCEE872F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365" y="4122119"/>
                <a:ext cx="538123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">
                <a:extLst>
                  <a:ext uri="{FF2B5EF4-FFF2-40B4-BE49-F238E27FC236}">
                    <a16:creationId xmlns:a16="http://schemas.microsoft.com/office/drawing/2014/main" id="{99F92C48-5509-53B0-121D-65C0E2DE3339}"/>
                  </a:ext>
                </a:extLst>
              </p:cNvPr>
              <p:cNvSpPr txBox="1"/>
              <p:nvPr/>
            </p:nvSpPr>
            <p:spPr>
              <a:xfrm>
                <a:off x="4663435" y="4120935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2" name="文字方塊 8">
                <a:extLst>
                  <a:ext uri="{FF2B5EF4-FFF2-40B4-BE49-F238E27FC236}">
                    <a16:creationId xmlns:a16="http://schemas.microsoft.com/office/drawing/2014/main" id="{99F92C48-5509-53B0-121D-65C0E2DE3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35" y="4120935"/>
                <a:ext cx="242832" cy="400110"/>
              </a:xfrm>
              <a:prstGeom prst="rect">
                <a:avLst/>
              </a:prstGeom>
              <a:blipFill>
                <a:blip r:embed="rId47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3389063-2773-D02C-CAEF-E0C21295BB6A}"/>
                  </a:ext>
                </a:extLst>
              </p:cNvPr>
              <p:cNvSpPr txBox="1"/>
              <p:nvPr/>
            </p:nvSpPr>
            <p:spPr>
              <a:xfrm>
                <a:off x="4908428" y="4120935"/>
                <a:ext cx="5345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9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3389063-2773-D02C-CAEF-E0C21295B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428" y="4120935"/>
                <a:ext cx="534532" cy="40011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0225A85-95EB-5FBF-3BEA-E185C6C618BF}"/>
                  </a:ext>
                </a:extLst>
              </p:cNvPr>
              <p:cNvSpPr txBox="1"/>
              <p:nvPr/>
            </p:nvSpPr>
            <p:spPr>
              <a:xfrm>
                <a:off x="3559910" y="4701489"/>
                <a:ext cx="20430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0225A85-95EB-5FBF-3BEA-E185C6C61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910" y="4701489"/>
                <a:ext cx="204302" cy="400110"/>
              </a:xfrm>
              <a:prstGeom prst="rect">
                <a:avLst/>
              </a:prstGeom>
              <a:blipFill>
                <a:blip r:embed="rId49"/>
                <a:stretch>
                  <a:fillRect r="-48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21">
                <a:extLst>
                  <a:ext uri="{FF2B5EF4-FFF2-40B4-BE49-F238E27FC236}">
                    <a16:creationId xmlns:a16="http://schemas.microsoft.com/office/drawing/2014/main" id="{2D5300B6-ADE2-F97B-D707-FAF8AA6F4501}"/>
                  </a:ext>
                </a:extLst>
              </p:cNvPr>
              <p:cNvSpPr txBox="1"/>
              <p:nvPr/>
            </p:nvSpPr>
            <p:spPr>
              <a:xfrm>
                <a:off x="3902109" y="47014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5" name="文字方塊 21">
                <a:extLst>
                  <a:ext uri="{FF2B5EF4-FFF2-40B4-BE49-F238E27FC236}">
                    <a16:creationId xmlns:a16="http://schemas.microsoft.com/office/drawing/2014/main" id="{2D5300B6-ADE2-F97B-D707-FAF8AA6F4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109" y="4701489"/>
                <a:ext cx="295688" cy="4001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6">
                <a:extLst>
                  <a:ext uri="{FF2B5EF4-FFF2-40B4-BE49-F238E27FC236}">
                    <a16:creationId xmlns:a16="http://schemas.microsoft.com/office/drawing/2014/main" id="{B896A433-7A42-7FFC-A8AD-C4A7F4F48E56}"/>
                  </a:ext>
                </a:extLst>
              </p:cNvPr>
              <p:cNvSpPr txBox="1"/>
              <p:nvPr/>
            </p:nvSpPr>
            <p:spPr>
              <a:xfrm>
                <a:off x="4255760" y="4701489"/>
                <a:ext cx="5381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9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6" name="文字方塊 6">
                <a:extLst>
                  <a:ext uri="{FF2B5EF4-FFF2-40B4-BE49-F238E27FC236}">
                    <a16:creationId xmlns:a16="http://schemas.microsoft.com/office/drawing/2014/main" id="{B896A433-7A42-7FFC-A8AD-C4A7F4F48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760" y="4701489"/>
                <a:ext cx="538123" cy="400110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68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7" grpId="0" animBg="1"/>
      <p:bldP spid="23" grpId="0" animBg="1"/>
      <p:bldP spid="25" grpId="0"/>
      <p:bldP spid="30" grpId="0"/>
      <p:bldP spid="31" grpId="0"/>
      <p:bldP spid="32" grpId="0"/>
      <p:bldP spid="35" grpId="0" animBg="1"/>
      <p:bldP spid="41" grpId="0" animBg="1"/>
      <p:bldP spid="56" grpId="0"/>
      <p:bldP spid="58" grpId="0"/>
      <p:bldP spid="59" grpId="0"/>
      <p:bldP spid="60" grpId="0"/>
      <p:bldP spid="61" grpId="0"/>
      <p:bldP spid="62" grpId="0"/>
      <p:bldP spid="65" grpId="0"/>
      <p:bldP spid="66" grpId="0"/>
      <p:bldP spid="67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A0A9D8E-9443-3BA3-8359-7F00FB021DFE}"/>
                  </a:ext>
                </a:extLst>
              </p:cNvPr>
              <p:cNvSpPr txBox="1"/>
              <p:nvPr/>
            </p:nvSpPr>
            <p:spPr>
              <a:xfrm>
                <a:off x="214493" y="278697"/>
                <a:ext cx="124402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en-HK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Q</m:t>
                      </m:r>
                      <m:r>
                        <a:rPr lang="en-US" altLang="zh-TW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HK" altLang="zh-HK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HK" altLang="zh-TW" sz="3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A0A9D8E-9443-3BA3-8359-7F00FB021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93" y="278697"/>
                <a:ext cx="124402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39399A2-7F8C-6BF1-879D-26B012840785}"/>
                  </a:ext>
                </a:extLst>
              </p:cNvPr>
              <p:cNvSpPr txBox="1"/>
              <p:nvPr/>
            </p:nvSpPr>
            <p:spPr>
              <a:xfrm>
                <a:off x="1307108" y="102125"/>
                <a:ext cx="5399487" cy="1027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+16&gt;</m:t>
                      </m:r>
                      <m:f>
                        <m:fPr>
                          <m:ctrlPr>
                            <a:rPr lang="en-HK" altLang="zh-HK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HK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39399A2-7F8C-6BF1-879D-26B012840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108" y="102125"/>
                <a:ext cx="5399487" cy="1027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6">
                <a:extLst>
                  <a:ext uri="{FF2B5EF4-FFF2-40B4-BE49-F238E27FC236}">
                    <a16:creationId xmlns:a16="http://schemas.microsoft.com/office/drawing/2014/main" id="{165C5CE5-F89D-2399-54D0-C1614E09DEEA}"/>
                  </a:ext>
                </a:extLst>
              </p:cNvPr>
              <p:cNvSpPr txBox="1"/>
              <p:nvPr/>
            </p:nvSpPr>
            <p:spPr>
              <a:xfrm>
                <a:off x="2767244" y="1951010"/>
                <a:ext cx="3767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" name="文字方塊 6">
                <a:extLst>
                  <a:ext uri="{FF2B5EF4-FFF2-40B4-BE49-F238E27FC236}">
                    <a16:creationId xmlns:a16="http://schemas.microsoft.com/office/drawing/2014/main" id="{165C5CE5-F89D-2399-54D0-C1614E09D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244" y="1951010"/>
                <a:ext cx="37672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BC93A07-39D1-E084-5E63-599B6257114A}"/>
                  </a:ext>
                </a:extLst>
              </p:cNvPr>
              <p:cNvSpPr txBox="1"/>
              <p:nvPr/>
            </p:nvSpPr>
            <p:spPr>
              <a:xfrm>
                <a:off x="3143972" y="1951010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BC93A07-39D1-E084-5E63-599B62571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972" y="1951010"/>
                <a:ext cx="242832" cy="400110"/>
              </a:xfrm>
              <a:prstGeom prst="rect">
                <a:avLst/>
              </a:prstGeom>
              <a:blipFill>
                <a:blip r:embed="rId5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群組 22">
            <a:extLst>
              <a:ext uri="{FF2B5EF4-FFF2-40B4-BE49-F238E27FC236}">
                <a16:creationId xmlns:a16="http://schemas.microsoft.com/office/drawing/2014/main" id="{E1C36C07-96E3-A66D-5AD1-115C92BB4DCE}"/>
              </a:ext>
            </a:extLst>
          </p:cNvPr>
          <p:cNvGrpSpPr/>
          <p:nvPr/>
        </p:nvGrpSpPr>
        <p:grpSpPr>
          <a:xfrm>
            <a:off x="3555516" y="1788465"/>
            <a:ext cx="572384" cy="762710"/>
            <a:chOff x="2858274" y="4712237"/>
            <a:chExt cx="550885" cy="681111"/>
          </a:xfrm>
        </p:grpSpPr>
        <p:sp>
          <p:nvSpPr>
            <p:cNvPr id="11" name="文字方塊 23">
              <a:extLst>
                <a:ext uri="{FF2B5EF4-FFF2-40B4-BE49-F238E27FC236}">
                  <a16:creationId xmlns:a16="http://schemas.microsoft.com/office/drawing/2014/main" id="{342FE758-84DE-B87B-7B13-79061ED0192A}"/>
                </a:ext>
              </a:extLst>
            </p:cNvPr>
            <p:cNvSpPr txBox="1"/>
            <p:nvPr/>
          </p:nvSpPr>
          <p:spPr>
            <a:xfrm>
              <a:off x="2858274" y="4712237"/>
              <a:ext cx="550885" cy="357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grpSp>
          <p:nvGrpSpPr>
            <p:cNvPr id="12" name="群組 24">
              <a:extLst>
                <a:ext uri="{FF2B5EF4-FFF2-40B4-BE49-F238E27FC236}">
                  <a16:creationId xmlns:a16="http://schemas.microsoft.com/office/drawing/2014/main" id="{45535D19-8CDA-30D4-9D5E-7ADA40AF88C2}"/>
                </a:ext>
              </a:extLst>
            </p:cNvPr>
            <p:cNvGrpSpPr/>
            <p:nvPr/>
          </p:nvGrpSpPr>
          <p:grpSpPr>
            <a:xfrm>
              <a:off x="2896106" y="5036044"/>
              <a:ext cx="510974" cy="357304"/>
              <a:chOff x="2896106" y="5036044"/>
              <a:chExt cx="510974" cy="357304"/>
            </a:xfrm>
          </p:grpSpPr>
          <p:cxnSp>
            <p:nvCxnSpPr>
              <p:cNvPr id="13" name="直線接點 25">
                <a:extLst>
                  <a:ext uri="{FF2B5EF4-FFF2-40B4-BE49-F238E27FC236}">
                    <a16:creationId xmlns:a16="http://schemas.microsoft.com/office/drawing/2014/main" id="{4AF4B998-6A44-9468-6E01-B92E1AACED1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6" y="5036045"/>
                <a:ext cx="50499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" name="文字方塊 26">
                <a:extLst>
                  <a:ext uri="{FF2B5EF4-FFF2-40B4-BE49-F238E27FC236}">
                    <a16:creationId xmlns:a16="http://schemas.microsoft.com/office/drawing/2014/main" id="{874EBA7A-6952-2A82-0877-B4AC96B83710}"/>
                  </a:ext>
                </a:extLst>
              </p:cNvPr>
              <p:cNvSpPr txBox="1"/>
              <p:nvPr/>
            </p:nvSpPr>
            <p:spPr>
              <a:xfrm>
                <a:off x="2896106" y="5036044"/>
                <a:ext cx="510974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13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21">
                <a:extLst>
                  <a:ext uri="{FF2B5EF4-FFF2-40B4-BE49-F238E27FC236}">
                    <a16:creationId xmlns:a16="http://schemas.microsoft.com/office/drawing/2014/main" id="{A815CC8C-0565-43D6-EDDB-FAB8E7B08767}"/>
                  </a:ext>
                </a:extLst>
              </p:cNvPr>
              <p:cNvSpPr txBox="1"/>
              <p:nvPr/>
            </p:nvSpPr>
            <p:spPr>
              <a:xfrm>
                <a:off x="4179696" y="19510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21">
                <a:extLst>
                  <a:ext uri="{FF2B5EF4-FFF2-40B4-BE49-F238E27FC236}">
                    <a16:creationId xmlns:a16="http://schemas.microsoft.com/office/drawing/2014/main" id="{A815CC8C-0565-43D6-EDDB-FAB8E7B08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696" y="1951010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6">
                <a:extLst>
                  <a:ext uri="{FF2B5EF4-FFF2-40B4-BE49-F238E27FC236}">
                    <a16:creationId xmlns:a16="http://schemas.microsoft.com/office/drawing/2014/main" id="{467A2372-4B44-F966-B5BB-ADA9B827BFF9}"/>
                  </a:ext>
                </a:extLst>
              </p:cNvPr>
              <p:cNvSpPr txBox="1"/>
              <p:nvPr/>
            </p:nvSpPr>
            <p:spPr>
              <a:xfrm>
                <a:off x="4423441" y="1974426"/>
                <a:ext cx="5381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5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7" name="文字方塊 6">
                <a:extLst>
                  <a:ext uri="{FF2B5EF4-FFF2-40B4-BE49-F238E27FC236}">
                    <a16:creationId xmlns:a16="http://schemas.microsoft.com/office/drawing/2014/main" id="{467A2372-4B44-F966-B5BB-ADA9B827B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441" y="1974426"/>
                <a:ext cx="538123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8">
                <a:extLst>
                  <a:ext uri="{FF2B5EF4-FFF2-40B4-BE49-F238E27FC236}">
                    <a16:creationId xmlns:a16="http://schemas.microsoft.com/office/drawing/2014/main" id="{DDF15BCC-A601-58BF-4097-550A87161A8A}"/>
                  </a:ext>
                </a:extLst>
              </p:cNvPr>
              <p:cNvSpPr txBox="1"/>
              <p:nvPr/>
            </p:nvSpPr>
            <p:spPr>
              <a:xfrm>
                <a:off x="4802632" y="1973242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8">
                <a:extLst>
                  <a:ext uri="{FF2B5EF4-FFF2-40B4-BE49-F238E27FC236}">
                    <a16:creationId xmlns:a16="http://schemas.microsoft.com/office/drawing/2014/main" id="{DDF15BCC-A601-58BF-4097-550A87161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632" y="1973242"/>
                <a:ext cx="242832" cy="400110"/>
              </a:xfrm>
              <a:prstGeom prst="rect">
                <a:avLst/>
              </a:prstGeom>
              <a:blipFill>
                <a:blip r:embed="rId8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970682-F31E-943E-B6CD-61FF848E9B44}"/>
                  </a:ext>
                </a:extLst>
              </p:cNvPr>
              <p:cNvSpPr txBox="1"/>
              <p:nvPr/>
            </p:nvSpPr>
            <p:spPr>
              <a:xfrm>
                <a:off x="5047625" y="1973242"/>
                <a:ext cx="5345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970682-F31E-943E-B6CD-61FF848E9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625" y="1973242"/>
                <a:ext cx="53453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群組 22">
            <a:extLst>
              <a:ext uri="{FF2B5EF4-FFF2-40B4-BE49-F238E27FC236}">
                <a16:creationId xmlns:a16="http://schemas.microsoft.com/office/drawing/2014/main" id="{4CA18A6D-C479-0F5D-305C-06A44B04139E}"/>
              </a:ext>
            </a:extLst>
          </p:cNvPr>
          <p:cNvGrpSpPr/>
          <p:nvPr/>
        </p:nvGrpSpPr>
        <p:grpSpPr>
          <a:xfrm>
            <a:off x="3404770" y="3571769"/>
            <a:ext cx="752479" cy="762710"/>
            <a:chOff x="2858274" y="4712237"/>
            <a:chExt cx="820849" cy="681111"/>
          </a:xfrm>
        </p:grpSpPr>
        <p:sp>
          <p:nvSpPr>
            <p:cNvPr id="21" name="文字方塊 23">
              <a:extLst>
                <a:ext uri="{FF2B5EF4-FFF2-40B4-BE49-F238E27FC236}">
                  <a16:creationId xmlns:a16="http://schemas.microsoft.com/office/drawing/2014/main" id="{44A0439E-D9E3-5050-632A-78A8407CD43D}"/>
                </a:ext>
              </a:extLst>
            </p:cNvPr>
            <p:cNvSpPr txBox="1"/>
            <p:nvPr/>
          </p:nvSpPr>
          <p:spPr>
            <a:xfrm>
              <a:off x="2858274" y="4712237"/>
              <a:ext cx="820849" cy="357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11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grpSp>
          <p:nvGrpSpPr>
            <p:cNvPr id="22" name="群組 24">
              <a:extLst>
                <a:ext uri="{FF2B5EF4-FFF2-40B4-BE49-F238E27FC236}">
                  <a16:creationId xmlns:a16="http://schemas.microsoft.com/office/drawing/2014/main" id="{2B21948B-8BC1-E301-9F8C-2848852A0F25}"/>
                </a:ext>
              </a:extLst>
            </p:cNvPr>
            <p:cNvGrpSpPr/>
            <p:nvPr/>
          </p:nvGrpSpPr>
          <p:grpSpPr>
            <a:xfrm>
              <a:off x="2896106" y="5027535"/>
              <a:ext cx="678008" cy="365813"/>
              <a:chOff x="2896106" y="5027535"/>
              <a:chExt cx="678008" cy="365813"/>
            </a:xfrm>
          </p:grpSpPr>
          <p:cxnSp>
            <p:nvCxnSpPr>
              <p:cNvPr id="23" name="直線接點 25">
                <a:extLst>
                  <a:ext uri="{FF2B5EF4-FFF2-40B4-BE49-F238E27FC236}">
                    <a16:creationId xmlns:a16="http://schemas.microsoft.com/office/drawing/2014/main" id="{542A5A8C-E0A6-5C90-0965-17C97BE553D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6" y="5027535"/>
                <a:ext cx="678008" cy="851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4" name="文字方塊 26">
                <a:extLst>
                  <a:ext uri="{FF2B5EF4-FFF2-40B4-BE49-F238E27FC236}">
                    <a16:creationId xmlns:a16="http://schemas.microsoft.com/office/drawing/2014/main" id="{9A4953DC-13C8-2885-FD7C-703CEA7AF983}"/>
                  </a:ext>
                </a:extLst>
              </p:cNvPr>
              <p:cNvSpPr txBox="1"/>
              <p:nvPr/>
            </p:nvSpPr>
            <p:spPr>
              <a:xfrm>
                <a:off x="2928558" y="5036044"/>
                <a:ext cx="510974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13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1">
                <a:extLst>
                  <a:ext uri="{FF2B5EF4-FFF2-40B4-BE49-F238E27FC236}">
                    <a16:creationId xmlns:a16="http://schemas.microsoft.com/office/drawing/2014/main" id="{3D350D80-B69E-698B-B50F-342096FC8430}"/>
                  </a:ext>
                </a:extLst>
              </p:cNvPr>
              <p:cNvSpPr txBox="1"/>
              <p:nvPr/>
            </p:nvSpPr>
            <p:spPr>
              <a:xfrm>
                <a:off x="4170141" y="37337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1">
                <a:extLst>
                  <a:ext uri="{FF2B5EF4-FFF2-40B4-BE49-F238E27FC236}">
                    <a16:creationId xmlns:a16="http://schemas.microsoft.com/office/drawing/2014/main" id="{3D350D80-B69E-698B-B50F-342096FC8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141" y="3733722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6">
                <a:extLst>
                  <a:ext uri="{FF2B5EF4-FFF2-40B4-BE49-F238E27FC236}">
                    <a16:creationId xmlns:a16="http://schemas.microsoft.com/office/drawing/2014/main" id="{72193F14-3321-21BD-2A81-FAC969334565}"/>
                  </a:ext>
                </a:extLst>
              </p:cNvPr>
              <p:cNvSpPr txBox="1"/>
              <p:nvPr/>
            </p:nvSpPr>
            <p:spPr>
              <a:xfrm>
                <a:off x="4465829" y="3753069"/>
                <a:ext cx="7877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11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6" name="文字方塊 6">
                <a:extLst>
                  <a:ext uri="{FF2B5EF4-FFF2-40B4-BE49-F238E27FC236}">
                    <a16:creationId xmlns:a16="http://schemas.microsoft.com/office/drawing/2014/main" id="{72193F14-3321-21BD-2A81-FAC969334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829" y="3753069"/>
                <a:ext cx="787732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6">
                <a:extLst>
                  <a:ext uri="{FF2B5EF4-FFF2-40B4-BE49-F238E27FC236}">
                    <a16:creationId xmlns:a16="http://schemas.microsoft.com/office/drawing/2014/main" id="{281B3543-AA93-1D5C-87EE-622F66E9237C}"/>
                  </a:ext>
                </a:extLst>
              </p:cNvPr>
              <p:cNvSpPr txBox="1"/>
              <p:nvPr/>
            </p:nvSpPr>
            <p:spPr>
              <a:xfrm>
                <a:off x="3741617" y="4559448"/>
                <a:ext cx="3767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9" name="文字方塊 6">
                <a:extLst>
                  <a:ext uri="{FF2B5EF4-FFF2-40B4-BE49-F238E27FC236}">
                    <a16:creationId xmlns:a16="http://schemas.microsoft.com/office/drawing/2014/main" id="{281B3543-AA93-1D5C-87EE-622F66E92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1617" y="4559448"/>
                <a:ext cx="37672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1">
                <a:extLst>
                  <a:ext uri="{FF2B5EF4-FFF2-40B4-BE49-F238E27FC236}">
                    <a16:creationId xmlns:a16="http://schemas.microsoft.com/office/drawing/2014/main" id="{3C48756D-9668-538D-DD09-313AA9D11A4D}"/>
                  </a:ext>
                </a:extLst>
              </p:cNvPr>
              <p:cNvSpPr txBox="1"/>
              <p:nvPr/>
            </p:nvSpPr>
            <p:spPr>
              <a:xfrm>
                <a:off x="4170141" y="45401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0" name="文字方塊 21">
                <a:extLst>
                  <a:ext uri="{FF2B5EF4-FFF2-40B4-BE49-F238E27FC236}">
                    <a16:creationId xmlns:a16="http://schemas.microsoft.com/office/drawing/2014/main" id="{3C48756D-9668-538D-DD09-313AA9D11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141" y="4540101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6">
                <a:extLst>
                  <a:ext uri="{FF2B5EF4-FFF2-40B4-BE49-F238E27FC236}">
                    <a16:creationId xmlns:a16="http://schemas.microsoft.com/office/drawing/2014/main" id="{CC22526C-C64D-AD10-9D41-4344F8ECA9DF}"/>
                  </a:ext>
                </a:extLst>
              </p:cNvPr>
              <p:cNvSpPr txBox="1"/>
              <p:nvPr/>
            </p:nvSpPr>
            <p:spPr>
              <a:xfrm>
                <a:off x="4465829" y="4559448"/>
                <a:ext cx="7877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11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1" name="文字方塊 6">
                <a:extLst>
                  <a:ext uri="{FF2B5EF4-FFF2-40B4-BE49-F238E27FC236}">
                    <a16:creationId xmlns:a16="http://schemas.microsoft.com/office/drawing/2014/main" id="{CC22526C-C64D-AD10-9D41-4344F8ECA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829" y="4559448"/>
                <a:ext cx="787732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21">
                <a:extLst>
                  <a:ext uri="{FF2B5EF4-FFF2-40B4-BE49-F238E27FC236}">
                    <a16:creationId xmlns:a16="http://schemas.microsoft.com/office/drawing/2014/main" id="{8C928689-7892-5D89-716F-906F66A1898A}"/>
                  </a:ext>
                </a:extLst>
              </p:cNvPr>
              <p:cNvSpPr txBox="1"/>
              <p:nvPr/>
            </p:nvSpPr>
            <p:spPr>
              <a:xfrm>
                <a:off x="5136328" y="455944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2" name="文字方塊 21">
                <a:extLst>
                  <a:ext uri="{FF2B5EF4-FFF2-40B4-BE49-F238E27FC236}">
                    <a16:creationId xmlns:a16="http://schemas.microsoft.com/office/drawing/2014/main" id="{8C928689-7892-5D89-716F-906F66A18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328" y="4559448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22">
            <a:extLst>
              <a:ext uri="{FF2B5EF4-FFF2-40B4-BE49-F238E27FC236}">
                <a16:creationId xmlns:a16="http://schemas.microsoft.com/office/drawing/2014/main" id="{E5CE90C3-BBC4-CFD4-7B59-79776F38CA36}"/>
              </a:ext>
            </a:extLst>
          </p:cNvPr>
          <p:cNvGrpSpPr/>
          <p:nvPr/>
        </p:nvGrpSpPr>
        <p:grpSpPr>
          <a:xfrm>
            <a:off x="5501428" y="4406774"/>
            <a:ext cx="572384" cy="734077"/>
            <a:chOff x="2896106" y="4737806"/>
            <a:chExt cx="550885" cy="655542"/>
          </a:xfrm>
        </p:grpSpPr>
        <p:sp>
          <p:nvSpPr>
            <p:cNvPr id="34" name="文字方塊 23">
              <a:extLst>
                <a:ext uri="{FF2B5EF4-FFF2-40B4-BE49-F238E27FC236}">
                  <a16:creationId xmlns:a16="http://schemas.microsoft.com/office/drawing/2014/main" id="{075E3395-3EB1-D2A8-59AA-7DF424E015B7}"/>
                </a:ext>
              </a:extLst>
            </p:cNvPr>
            <p:cNvSpPr txBox="1"/>
            <p:nvPr/>
          </p:nvSpPr>
          <p:spPr>
            <a:xfrm>
              <a:off x="2896106" y="4737806"/>
              <a:ext cx="550885" cy="357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13</a:t>
              </a:r>
            </a:p>
          </p:txBody>
        </p:sp>
        <p:grpSp>
          <p:nvGrpSpPr>
            <p:cNvPr id="35" name="群組 24">
              <a:extLst>
                <a:ext uri="{FF2B5EF4-FFF2-40B4-BE49-F238E27FC236}">
                  <a16:creationId xmlns:a16="http://schemas.microsoft.com/office/drawing/2014/main" id="{9152FEDB-5B03-D5E0-CA45-23A4D7EFBD8C}"/>
                </a:ext>
              </a:extLst>
            </p:cNvPr>
            <p:cNvGrpSpPr/>
            <p:nvPr/>
          </p:nvGrpSpPr>
          <p:grpSpPr>
            <a:xfrm>
              <a:off x="2896106" y="5036044"/>
              <a:ext cx="510974" cy="357304"/>
              <a:chOff x="2896106" y="5036044"/>
              <a:chExt cx="510974" cy="357304"/>
            </a:xfrm>
          </p:grpSpPr>
          <p:cxnSp>
            <p:nvCxnSpPr>
              <p:cNvPr id="36" name="直線接點 25">
                <a:extLst>
                  <a:ext uri="{FF2B5EF4-FFF2-40B4-BE49-F238E27FC236}">
                    <a16:creationId xmlns:a16="http://schemas.microsoft.com/office/drawing/2014/main" id="{635B22DE-7A96-4063-46BD-16FF6F708B6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6" y="5036045"/>
                <a:ext cx="50499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7" name="文字方塊 26">
                <a:extLst>
                  <a:ext uri="{FF2B5EF4-FFF2-40B4-BE49-F238E27FC236}">
                    <a16:creationId xmlns:a16="http://schemas.microsoft.com/office/drawing/2014/main" id="{6F9DDEC7-1378-17BD-58C1-8F8DFC3E7B89}"/>
                  </a:ext>
                </a:extLst>
              </p:cNvPr>
              <p:cNvSpPr txBox="1"/>
              <p:nvPr/>
            </p:nvSpPr>
            <p:spPr>
              <a:xfrm>
                <a:off x="2896106" y="5036044"/>
                <a:ext cx="510974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11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6">
                <a:extLst>
                  <a:ext uri="{FF2B5EF4-FFF2-40B4-BE49-F238E27FC236}">
                    <a16:creationId xmlns:a16="http://schemas.microsoft.com/office/drawing/2014/main" id="{4953BE2A-85D7-03AD-D637-4E723DE9DE9F}"/>
                  </a:ext>
                </a:extLst>
              </p:cNvPr>
              <p:cNvSpPr txBox="1"/>
              <p:nvPr/>
            </p:nvSpPr>
            <p:spPr>
              <a:xfrm>
                <a:off x="3741617" y="5346480"/>
                <a:ext cx="3767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8" name="文字方塊 6">
                <a:extLst>
                  <a:ext uri="{FF2B5EF4-FFF2-40B4-BE49-F238E27FC236}">
                    <a16:creationId xmlns:a16="http://schemas.microsoft.com/office/drawing/2014/main" id="{4953BE2A-85D7-03AD-D637-4E723DE9D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1617" y="5346480"/>
                <a:ext cx="37672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21">
                <a:extLst>
                  <a:ext uri="{FF2B5EF4-FFF2-40B4-BE49-F238E27FC236}">
                    <a16:creationId xmlns:a16="http://schemas.microsoft.com/office/drawing/2014/main" id="{41687169-1926-38A6-D84D-808AADBE984B}"/>
                  </a:ext>
                </a:extLst>
              </p:cNvPr>
              <p:cNvSpPr txBox="1"/>
              <p:nvPr/>
            </p:nvSpPr>
            <p:spPr>
              <a:xfrm>
                <a:off x="4170141" y="532713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21">
                <a:extLst>
                  <a:ext uri="{FF2B5EF4-FFF2-40B4-BE49-F238E27FC236}">
                    <a16:creationId xmlns:a16="http://schemas.microsoft.com/office/drawing/2014/main" id="{41687169-1926-38A6-D84D-808AADBE9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141" y="5327133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6">
                <a:extLst>
                  <a:ext uri="{FF2B5EF4-FFF2-40B4-BE49-F238E27FC236}">
                    <a16:creationId xmlns:a16="http://schemas.microsoft.com/office/drawing/2014/main" id="{83EDBD58-5BD6-3DFA-1EA0-94406104D235}"/>
                  </a:ext>
                </a:extLst>
              </p:cNvPr>
              <p:cNvSpPr txBox="1"/>
              <p:nvPr/>
            </p:nvSpPr>
            <p:spPr>
              <a:xfrm>
                <a:off x="4465829" y="5346480"/>
                <a:ext cx="7877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0" name="文字方塊 6">
                <a:extLst>
                  <a:ext uri="{FF2B5EF4-FFF2-40B4-BE49-F238E27FC236}">
                    <a16:creationId xmlns:a16="http://schemas.microsoft.com/office/drawing/2014/main" id="{83EDBD58-5BD6-3DFA-1EA0-94406104D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829" y="5346480"/>
                <a:ext cx="787732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1" name="筆跡 17">
                <a:extLst>
                  <a:ext uri="{FF2B5EF4-FFF2-40B4-BE49-F238E27FC236}">
                    <a16:creationId xmlns:a16="http://schemas.microsoft.com/office/drawing/2014/main" id="{9765112B-D000-D617-00CD-ABDD707641EB}"/>
                  </a:ext>
                </a:extLst>
              </p14:cNvPr>
              <p14:cNvContentPartPr/>
              <p14:nvPr/>
            </p14:nvContentPartPr>
            <p14:xfrm>
              <a:off x="3754718" y="2321668"/>
              <a:ext cx="242832" cy="45719"/>
            </p14:xfrm>
          </p:contentPart>
        </mc:Choice>
        <mc:Fallback xmlns="">
          <p:pic>
            <p:nvPicPr>
              <p:cNvPr id="41" name="筆跡 17">
                <a:extLst>
                  <a:ext uri="{FF2B5EF4-FFF2-40B4-BE49-F238E27FC236}">
                    <a16:creationId xmlns:a16="http://schemas.microsoft.com/office/drawing/2014/main" id="{9765112B-D000-D617-00CD-ABDD707641E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00675" y="-11394032"/>
                <a:ext cx="350557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群組 22">
            <a:extLst>
              <a:ext uri="{FF2B5EF4-FFF2-40B4-BE49-F238E27FC236}">
                <a16:creationId xmlns:a16="http://schemas.microsoft.com/office/drawing/2014/main" id="{7A77AA88-D221-1CD9-F067-88A17394475E}"/>
              </a:ext>
            </a:extLst>
          </p:cNvPr>
          <p:cNvGrpSpPr/>
          <p:nvPr/>
        </p:nvGrpSpPr>
        <p:grpSpPr>
          <a:xfrm>
            <a:off x="2390412" y="2675966"/>
            <a:ext cx="752479" cy="762710"/>
            <a:chOff x="2858274" y="4712237"/>
            <a:chExt cx="820849" cy="681111"/>
          </a:xfrm>
        </p:grpSpPr>
        <p:sp>
          <p:nvSpPr>
            <p:cNvPr id="43" name="文字方塊 23">
              <a:extLst>
                <a:ext uri="{FF2B5EF4-FFF2-40B4-BE49-F238E27FC236}">
                  <a16:creationId xmlns:a16="http://schemas.microsoft.com/office/drawing/2014/main" id="{E6B5C02B-C04A-A4D1-E2A5-6A22CAA6103E}"/>
                </a:ext>
              </a:extLst>
            </p:cNvPr>
            <p:cNvSpPr txBox="1"/>
            <p:nvPr/>
          </p:nvSpPr>
          <p:spPr>
            <a:xfrm>
              <a:off x="2858274" y="4712237"/>
              <a:ext cx="820849" cy="357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13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grpSp>
          <p:nvGrpSpPr>
            <p:cNvPr id="44" name="群組 24">
              <a:extLst>
                <a:ext uri="{FF2B5EF4-FFF2-40B4-BE49-F238E27FC236}">
                  <a16:creationId xmlns:a16="http://schemas.microsoft.com/office/drawing/2014/main" id="{835AD795-D18B-A800-F755-389446855BBB}"/>
                </a:ext>
              </a:extLst>
            </p:cNvPr>
            <p:cNvGrpSpPr/>
            <p:nvPr/>
          </p:nvGrpSpPr>
          <p:grpSpPr>
            <a:xfrm>
              <a:off x="2896106" y="5027535"/>
              <a:ext cx="678008" cy="365813"/>
              <a:chOff x="2896106" y="5027535"/>
              <a:chExt cx="678008" cy="365813"/>
            </a:xfrm>
          </p:grpSpPr>
          <p:cxnSp>
            <p:nvCxnSpPr>
              <p:cNvPr id="45" name="直線接點 25">
                <a:extLst>
                  <a:ext uri="{FF2B5EF4-FFF2-40B4-BE49-F238E27FC236}">
                    <a16:creationId xmlns:a16="http://schemas.microsoft.com/office/drawing/2014/main" id="{19A925A9-38B1-01F1-F94A-F7677F24747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6" y="5027535"/>
                <a:ext cx="678008" cy="851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6" name="文字方塊 26">
                <a:extLst>
                  <a:ext uri="{FF2B5EF4-FFF2-40B4-BE49-F238E27FC236}">
                    <a16:creationId xmlns:a16="http://schemas.microsoft.com/office/drawing/2014/main" id="{78AC6CAD-5EC0-7682-3116-DD3E9AD8FFB8}"/>
                  </a:ext>
                </a:extLst>
              </p:cNvPr>
              <p:cNvSpPr txBox="1"/>
              <p:nvPr/>
            </p:nvSpPr>
            <p:spPr>
              <a:xfrm>
                <a:off x="2928558" y="5036044"/>
                <a:ext cx="510974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13</a:t>
                </a: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7" name="筆跡 17">
                <a:extLst>
                  <a:ext uri="{FF2B5EF4-FFF2-40B4-BE49-F238E27FC236}">
                    <a16:creationId xmlns:a16="http://schemas.microsoft.com/office/drawing/2014/main" id="{022FE940-0B94-8C20-328A-AFC9062C7D38}"/>
                  </a:ext>
                </a:extLst>
              </p14:cNvPr>
              <p14:cNvContentPartPr/>
              <p14:nvPr/>
            </p14:nvContentPartPr>
            <p14:xfrm>
              <a:off x="2567633" y="2850269"/>
              <a:ext cx="242832" cy="45719"/>
            </p14:xfrm>
          </p:contentPart>
        </mc:Choice>
        <mc:Fallback xmlns="">
          <p:pic>
            <p:nvPicPr>
              <p:cNvPr id="47" name="筆跡 17">
                <a:extLst>
                  <a:ext uri="{FF2B5EF4-FFF2-40B4-BE49-F238E27FC236}">
                    <a16:creationId xmlns:a16="http://schemas.microsoft.com/office/drawing/2014/main" id="{022FE940-0B94-8C20-328A-AFC9062C7D3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513590" y="-10865431"/>
                <a:ext cx="35055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8" name="筆跡 17">
                <a:extLst>
                  <a:ext uri="{FF2B5EF4-FFF2-40B4-BE49-F238E27FC236}">
                    <a16:creationId xmlns:a16="http://schemas.microsoft.com/office/drawing/2014/main" id="{B9583889-3987-3D6A-C6B1-45C66E7B17F8}"/>
                  </a:ext>
                </a:extLst>
              </p14:cNvPr>
              <p14:cNvContentPartPr/>
              <p14:nvPr/>
            </p14:nvContentPartPr>
            <p14:xfrm>
              <a:off x="2633144" y="3234516"/>
              <a:ext cx="242832" cy="45719"/>
            </p14:xfrm>
          </p:contentPart>
        </mc:Choice>
        <mc:Fallback xmlns="">
          <p:pic>
            <p:nvPicPr>
              <p:cNvPr id="48" name="筆跡 17">
                <a:extLst>
                  <a:ext uri="{FF2B5EF4-FFF2-40B4-BE49-F238E27FC236}">
                    <a16:creationId xmlns:a16="http://schemas.microsoft.com/office/drawing/2014/main" id="{B9583889-3987-3D6A-C6B1-45C66E7B17F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579101" y="-10481184"/>
                <a:ext cx="35055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8">
                <a:extLst>
                  <a:ext uri="{FF2B5EF4-FFF2-40B4-BE49-F238E27FC236}">
                    <a16:creationId xmlns:a16="http://schemas.microsoft.com/office/drawing/2014/main" id="{985072B4-DFB0-096B-9921-13F3BE83C453}"/>
                  </a:ext>
                </a:extLst>
              </p:cNvPr>
              <p:cNvSpPr txBox="1"/>
              <p:nvPr/>
            </p:nvSpPr>
            <p:spPr>
              <a:xfrm>
                <a:off x="3143972" y="2838511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9" name="文字方塊 8">
                <a:extLst>
                  <a:ext uri="{FF2B5EF4-FFF2-40B4-BE49-F238E27FC236}">
                    <a16:creationId xmlns:a16="http://schemas.microsoft.com/office/drawing/2014/main" id="{985072B4-DFB0-096B-9921-13F3BE83C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972" y="2838511"/>
                <a:ext cx="242832" cy="400110"/>
              </a:xfrm>
              <a:prstGeom prst="rect">
                <a:avLst/>
              </a:prstGeom>
              <a:blipFill>
                <a:blip r:embed="rId23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群組 22">
            <a:extLst>
              <a:ext uri="{FF2B5EF4-FFF2-40B4-BE49-F238E27FC236}">
                <a16:creationId xmlns:a16="http://schemas.microsoft.com/office/drawing/2014/main" id="{0175D75D-F7E4-5C3A-F214-774A4164C42D}"/>
              </a:ext>
            </a:extLst>
          </p:cNvPr>
          <p:cNvGrpSpPr/>
          <p:nvPr/>
        </p:nvGrpSpPr>
        <p:grpSpPr>
          <a:xfrm>
            <a:off x="3555516" y="2675966"/>
            <a:ext cx="572384" cy="762710"/>
            <a:chOff x="2858274" y="4712237"/>
            <a:chExt cx="550885" cy="681111"/>
          </a:xfrm>
        </p:grpSpPr>
        <p:sp>
          <p:nvSpPr>
            <p:cNvPr id="51" name="文字方塊 23">
              <a:extLst>
                <a:ext uri="{FF2B5EF4-FFF2-40B4-BE49-F238E27FC236}">
                  <a16:creationId xmlns:a16="http://schemas.microsoft.com/office/drawing/2014/main" id="{84DD3083-F6B7-2A9D-E7A7-84C90E114753}"/>
                </a:ext>
              </a:extLst>
            </p:cNvPr>
            <p:cNvSpPr txBox="1"/>
            <p:nvPr/>
          </p:nvSpPr>
          <p:spPr>
            <a:xfrm>
              <a:off x="2858274" y="4712237"/>
              <a:ext cx="550885" cy="357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grpSp>
          <p:nvGrpSpPr>
            <p:cNvPr id="52" name="群組 24">
              <a:extLst>
                <a:ext uri="{FF2B5EF4-FFF2-40B4-BE49-F238E27FC236}">
                  <a16:creationId xmlns:a16="http://schemas.microsoft.com/office/drawing/2014/main" id="{50D4BA5B-D986-A208-4EED-1146BA6492E5}"/>
                </a:ext>
              </a:extLst>
            </p:cNvPr>
            <p:cNvGrpSpPr/>
            <p:nvPr/>
          </p:nvGrpSpPr>
          <p:grpSpPr>
            <a:xfrm>
              <a:off x="2896106" y="5036044"/>
              <a:ext cx="510974" cy="357304"/>
              <a:chOff x="2896106" y="5036044"/>
              <a:chExt cx="510974" cy="357304"/>
            </a:xfrm>
          </p:grpSpPr>
          <p:cxnSp>
            <p:nvCxnSpPr>
              <p:cNvPr id="53" name="直線接點 25">
                <a:extLst>
                  <a:ext uri="{FF2B5EF4-FFF2-40B4-BE49-F238E27FC236}">
                    <a16:creationId xmlns:a16="http://schemas.microsoft.com/office/drawing/2014/main" id="{E46AC356-F142-164A-D20A-20F7108055D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6" y="5036045"/>
                <a:ext cx="50499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4" name="文字方塊 26">
                <a:extLst>
                  <a:ext uri="{FF2B5EF4-FFF2-40B4-BE49-F238E27FC236}">
                    <a16:creationId xmlns:a16="http://schemas.microsoft.com/office/drawing/2014/main" id="{D2CC231A-CCED-9B77-7B68-93C503D36716}"/>
                  </a:ext>
                </a:extLst>
              </p:cNvPr>
              <p:cNvSpPr txBox="1"/>
              <p:nvPr/>
            </p:nvSpPr>
            <p:spPr>
              <a:xfrm>
                <a:off x="2896106" y="5036044"/>
                <a:ext cx="510974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13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21">
                <a:extLst>
                  <a:ext uri="{FF2B5EF4-FFF2-40B4-BE49-F238E27FC236}">
                    <a16:creationId xmlns:a16="http://schemas.microsoft.com/office/drawing/2014/main" id="{1D1B9E5E-B7A5-9F7A-730F-A1D9AE72477F}"/>
                  </a:ext>
                </a:extLst>
              </p:cNvPr>
              <p:cNvSpPr txBox="1"/>
              <p:nvPr/>
            </p:nvSpPr>
            <p:spPr>
              <a:xfrm>
                <a:off x="4179696" y="28385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5" name="文字方塊 21">
                <a:extLst>
                  <a:ext uri="{FF2B5EF4-FFF2-40B4-BE49-F238E27FC236}">
                    <a16:creationId xmlns:a16="http://schemas.microsoft.com/office/drawing/2014/main" id="{1D1B9E5E-B7A5-9F7A-730F-A1D9AE724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696" y="2838511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6">
                <a:extLst>
                  <a:ext uri="{FF2B5EF4-FFF2-40B4-BE49-F238E27FC236}">
                    <a16:creationId xmlns:a16="http://schemas.microsoft.com/office/drawing/2014/main" id="{63EF8209-7618-34E0-70DF-D05BADABA8F6}"/>
                  </a:ext>
                </a:extLst>
              </p:cNvPr>
              <p:cNvSpPr txBox="1"/>
              <p:nvPr/>
            </p:nvSpPr>
            <p:spPr>
              <a:xfrm>
                <a:off x="4423441" y="2861927"/>
                <a:ext cx="5381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5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6" name="文字方塊 6">
                <a:extLst>
                  <a:ext uri="{FF2B5EF4-FFF2-40B4-BE49-F238E27FC236}">
                    <a16:creationId xmlns:a16="http://schemas.microsoft.com/office/drawing/2014/main" id="{63EF8209-7618-34E0-70DF-D05BADABA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441" y="2861927"/>
                <a:ext cx="538123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8">
                <a:extLst>
                  <a:ext uri="{FF2B5EF4-FFF2-40B4-BE49-F238E27FC236}">
                    <a16:creationId xmlns:a16="http://schemas.microsoft.com/office/drawing/2014/main" id="{30FB0908-0CEC-8CD2-7617-58C8E6DBFF33}"/>
                  </a:ext>
                </a:extLst>
              </p:cNvPr>
              <p:cNvSpPr txBox="1"/>
              <p:nvPr/>
            </p:nvSpPr>
            <p:spPr>
              <a:xfrm>
                <a:off x="4802632" y="2860743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7" name="文字方塊 8">
                <a:extLst>
                  <a:ext uri="{FF2B5EF4-FFF2-40B4-BE49-F238E27FC236}">
                    <a16:creationId xmlns:a16="http://schemas.microsoft.com/office/drawing/2014/main" id="{30FB0908-0CEC-8CD2-7617-58C8E6DBF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632" y="2860743"/>
                <a:ext cx="242832" cy="400110"/>
              </a:xfrm>
              <a:prstGeom prst="rect">
                <a:avLst/>
              </a:prstGeom>
              <a:blipFill>
                <a:blip r:embed="rId26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EE461F7-BF1B-1B9F-DE29-9ABA531DF83C}"/>
                  </a:ext>
                </a:extLst>
              </p:cNvPr>
              <p:cNvSpPr txBox="1"/>
              <p:nvPr/>
            </p:nvSpPr>
            <p:spPr>
              <a:xfrm>
                <a:off x="5047625" y="2860743"/>
                <a:ext cx="5345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EE461F7-BF1B-1B9F-DE29-9ABA531DF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625" y="2860743"/>
                <a:ext cx="534532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9" name="筆跡 17">
                <a:extLst>
                  <a:ext uri="{FF2B5EF4-FFF2-40B4-BE49-F238E27FC236}">
                    <a16:creationId xmlns:a16="http://schemas.microsoft.com/office/drawing/2014/main" id="{66532C1D-D973-8D64-7F58-011E39D5CF13}"/>
                  </a:ext>
                </a:extLst>
              </p14:cNvPr>
              <p14:cNvContentPartPr/>
              <p14:nvPr/>
            </p14:nvContentPartPr>
            <p14:xfrm>
              <a:off x="3754718" y="3209169"/>
              <a:ext cx="242832" cy="45719"/>
            </p14:xfrm>
          </p:contentPart>
        </mc:Choice>
        <mc:Fallback xmlns="">
          <p:pic>
            <p:nvPicPr>
              <p:cNvPr id="59" name="筆跡 17">
                <a:extLst>
                  <a:ext uri="{FF2B5EF4-FFF2-40B4-BE49-F238E27FC236}">
                    <a16:creationId xmlns:a16="http://schemas.microsoft.com/office/drawing/2014/main" id="{66532C1D-D973-8D64-7F58-011E39D5CF1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00675" y="-10506531"/>
                <a:ext cx="350557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699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6" grpId="0"/>
      <p:bldP spid="17" grpId="0"/>
      <p:bldP spid="18" grpId="0"/>
      <p:bldP spid="19" grpId="0"/>
      <p:bldP spid="25" grpId="0"/>
      <p:bldP spid="26" grpId="0"/>
      <p:bldP spid="29" grpId="0"/>
      <p:bldP spid="30" grpId="0"/>
      <p:bldP spid="31" grpId="0"/>
      <p:bldP spid="32" grpId="0"/>
      <p:bldP spid="38" grpId="0"/>
      <p:bldP spid="39" grpId="0"/>
      <p:bldP spid="40" grpId="0"/>
      <p:bldP spid="49" grpId="0"/>
      <p:bldP spid="55" grpId="0"/>
      <p:bldP spid="56" grpId="0"/>
      <p:bldP spid="57" grpId="0"/>
      <p:bldP spid="5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A41AD6C5-5213-02CA-F51A-2BA3FA3AB236}"/>
                  </a:ext>
                </a:extLst>
              </p:cNvPr>
              <p:cNvSpPr txBox="1"/>
              <p:nvPr/>
            </p:nvSpPr>
            <p:spPr>
              <a:xfrm>
                <a:off x="214493" y="278697"/>
                <a:ext cx="124402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en-HK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Q</m:t>
                      </m:r>
                      <m:r>
                        <a:rPr lang="en-US" altLang="zh-TW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6</m:t>
                      </m:r>
                      <m:r>
                        <m:rPr>
                          <m:nor/>
                        </m:rPr>
                        <a:rPr lang="en-HK" altLang="zh-HK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HK" altLang="zh-TW" sz="3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A41AD6C5-5213-02CA-F51A-2BA3FA3AB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93" y="278697"/>
                <a:ext cx="124402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87A2C8E-4CB8-FDC1-3731-1AA46CFD3BF9}"/>
                  </a:ext>
                </a:extLst>
              </p:cNvPr>
              <p:cNvSpPr txBox="1"/>
              <p:nvPr/>
            </p:nvSpPr>
            <p:spPr>
              <a:xfrm>
                <a:off x="1307108" y="102125"/>
                <a:ext cx="5399487" cy="1027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HK" altLang="zh-HK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HK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HK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HK" altLang="zh-HK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altLang="zh-HK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87A2C8E-4CB8-FDC1-3731-1AA46CFD3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108" y="102125"/>
                <a:ext cx="5399487" cy="1027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群組 22">
            <a:extLst>
              <a:ext uri="{FF2B5EF4-FFF2-40B4-BE49-F238E27FC236}">
                <a16:creationId xmlns:a16="http://schemas.microsoft.com/office/drawing/2014/main" id="{0691A204-B97F-601F-53AD-0A9F28DC915E}"/>
              </a:ext>
            </a:extLst>
          </p:cNvPr>
          <p:cNvGrpSpPr/>
          <p:nvPr/>
        </p:nvGrpSpPr>
        <p:grpSpPr>
          <a:xfrm>
            <a:off x="2536376" y="1418289"/>
            <a:ext cx="572384" cy="762711"/>
            <a:chOff x="2858274" y="4712237"/>
            <a:chExt cx="550885" cy="681112"/>
          </a:xfrm>
        </p:grpSpPr>
        <p:sp>
          <p:nvSpPr>
            <p:cNvPr id="7" name="文字方塊 23">
              <a:extLst>
                <a:ext uri="{FF2B5EF4-FFF2-40B4-BE49-F238E27FC236}">
                  <a16:creationId xmlns:a16="http://schemas.microsoft.com/office/drawing/2014/main" id="{76946326-F4B6-A22D-5766-7FA047980B50}"/>
                </a:ext>
              </a:extLst>
            </p:cNvPr>
            <p:cNvSpPr txBox="1"/>
            <p:nvPr/>
          </p:nvSpPr>
          <p:spPr>
            <a:xfrm>
              <a:off x="2858274" y="4712237"/>
              <a:ext cx="550885" cy="357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grpSp>
          <p:nvGrpSpPr>
            <p:cNvPr id="8" name="群組 24">
              <a:extLst>
                <a:ext uri="{FF2B5EF4-FFF2-40B4-BE49-F238E27FC236}">
                  <a16:creationId xmlns:a16="http://schemas.microsoft.com/office/drawing/2014/main" id="{C7C53B61-EC50-CF3C-CB88-16F6611B5F9B}"/>
                </a:ext>
              </a:extLst>
            </p:cNvPr>
            <p:cNvGrpSpPr/>
            <p:nvPr/>
          </p:nvGrpSpPr>
          <p:grpSpPr>
            <a:xfrm>
              <a:off x="2896106" y="5036045"/>
              <a:ext cx="504992" cy="357304"/>
              <a:chOff x="2896106" y="5036045"/>
              <a:chExt cx="504992" cy="357304"/>
            </a:xfrm>
          </p:grpSpPr>
          <p:cxnSp>
            <p:nvCxnSpPr>
              <p:cNvPr id="9" name="直線接點 25">
                <a:extLst>
                  <a:ext uri="{FF2B5EF4-FFF2-40B4-BE49-F238E27FC236}">
                    <a16:creationId xmlns:a16="http://schemas.microsoft.com/office/drawing/2014/main" id="{0B04C5AF-DB17-F228-BBF3-475B13B8AE7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6" y="5036045"/>
                <a:ext cx="50499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" name="文字方塊 26">
                <a:extLst>
                  <a:ext uri="{FF2B5EF4-FFF2-40B4-BE49-F238E27FC236}">
                    <a16:creationId xmlns:a16="http://schemas.microsoft.com/office/drawing/2014/main" id="{43471850-A4B6-CF0D-00BF-60C4C100B286}"/>
                  </a:ext>
                </a:extLst>
              </p:cNvPr>
              <p:cNvSpPr txBox="1"/>
              <p:nvPr/>
            </p:nvSpPr>
            <p:spPr>
              <a:xfrm>
                <a:off x="2961540" y="5036045"/>
                <a:ext cx="344352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8">
                <a:extLst>
                  <a:ext uri="{FF2B5EF4-FFF2-40B4-BE49-F238E27FC236}">
                    <a16:creationId xmlns:a16="http://schemas.microsoft.com/office/drawing/2014/main" id="{8E1F0B67-23F2-C80D-B003-5F2DFC971C76}"/>
                  </a:ext>
                </a:extLst>
              </p:cNvPr>
              <p:cNvSpPr txBox="1"/>
              <p:nvPr/>
            </p:nvSpPr>
            <p:spPr>
              <a:xfrm>
                <a:off x="3108759" y="1580835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" name="文字方塊 8">
                <a:extLst>
                  <a:ext uri="{FF2B5EF4-FFF2-40B4-BE49-F238E27FC236}">
                    <a16:creationId xmlns:a16="http://schemas.microsoft.com/office/drawing/2014/main" id="{8E1F0B67-23F2-C80D-B003-5F2DFC971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759" y="1580835"/>
                <a:ext cx="242832" cy="400110"/>
              </a:xfrm>
              <a:prstGeom prst="rect">
                <a:avLst/>
              </a:prstGeom>
              <a:blipFill>
                <a:blip r:embed="rId4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6">
                <a:extLst>
                  <a:ext uri="{FF2B5EF4-FFF2-40B4-BE49-F238E27FC236}">
                    <a16:creationId xmlns:a16="http://schemas.microsoft.com/office/drawing/2014/main" id="{BA26FD49-6FD3-0B35-21D2-B263D7EF9114}"/>
                  </a:ext>
                </a:extLst>
              </p:cNvPr>
              <p:cNvSpPr txBox="1"/>
              <p:nvPr/>
            </p:nvSpPr>
            <p:spPr>
              <a:xfrm>
                <a:off x="3351591" y="1580835"/>
                <a:ext cx="329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6">
                <a:extLst>
                  <a:ext uri="{FF2B5EF4-FFF2-40B4-BE49-F238E27FC236}">
                    <a16:creationId xmlns:a16="http://schemas.microsoft.com/office/drawing/2014/main" id="{BA26FD49-6FD3-0B35-21D2-B263D7EF9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591" y="1580835"/>
                <a:ext cx="32931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21">
                <a:extLst>
                  <a:ext uri="{FF2B5EF4-FFF2-40B4-BE49-F238E27FC236}">
                    <a16:creationId xmlns:a16="http://schemas.microsoft.com/office/drawing/2014/main" id="{2DD3A3C5-C97C-B9C8-0195-155608CC4700}"/>
                  </a:ext>
                </a:extLst>
              </p:cNvPr>
              <p:cNvSpPr txBox="1"/>
              <p:nvPr/>
            </p:nvSpPr>
            <p:spPr>
              <a:xfrm>
                <a:off x="3680903" y="15808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" name="文字方塊 21">
                <a:extLst>
                  <a:ext uri="{FF2B5EF4-FFF2-40B4-BE49-F238E27FC236}">
                    <a16:creationId xmlns:a16="http://schemas.microsoft.com/office/drawing/2014/main" id="{2DD3A3C5-C97C-B9C8-0195-155608CC4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903" y="1580835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22">
            <a:extLst>
              <a:ext uri="{FF2B5EF4-FFF2-40B4-BE49-F238E27FC236}">
                <a16:creationId xmlns:a16="http://schemas.microsoft.com/office/drawing/2014/main" id="{5300984C-AC0E-8632-D5FC-B0AEACD0ABB1}"/>
              </a:ext>
            </a:extLst>
          </p:cNvPr>
          <p:cNvGrpSpPr/>
          <p:nvPr/>
        </p:nvGrpSpPr>
        <p:grpSpPr>
          <a:xfrm>
            <a:off x="4062810" y="1418289"/>
            <a:ext cx="804944" cy="762711"/>
            <a:chOff x="2858274" y="4712237"/>
            <a:chExt cx="774710" cy="681112"/>
          </a:xfrm>
        </p:grpSpPr>
        <p:sp>
          <p:nvSpPr>
            <p:cNvPr id="15" name="文字方塊 23">
              <a:extLst>
                <a:ext uri="{FF2B5EF4-FFF2-40B4-BE49-F238E27FC236}">
                  <a16:creationId xmlns:a16="http://schemas.microsoft.com/office/drawing/2014/main" id="{FFBABC08-F4D3-9301-2F81-90A6641AFAA3}"/>
                </a:ext>
              </a:extLst>
            </p:cNvPr>
            <p:cNvSpPr txBox="1"/>
            <p:nvPr/>
          </p:nvSpPr>
          <p:spPr>
            <a:xfrm>
              <a:off x="2858274" y="4712237"/>
              <a:ext cx="774710" cy="357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grpSp>
          <p:nvGrpSpPr>
            <p:cNvPr id="16" name="群組 24">
              <a:extLst>
                <a:ext uri="{FF2B5EF4-FFF2-40B4-BE49-F238E27FC236}">
                  <a16:creationId xmlns:a16="http://schemas.microsoft.com/office/drawing/2014/main" id="{8DE459C8-4BA2-CDDF-F388-07C11684BF80}"/>
                </a:ext>
              </a:extLst>
            </p:cNvPr>
            <p:cNvGrpSpPr/>
            <p:nvPr/>
          </p:nvGrpSpPr>
          <p:grpSpPr>
            <a:xfrm>
              <a:off x="2896106" y="5036045"/>
              <a:ext cx="570426" cy="357304"/>
              <a:chOff x="2896106" y="5036045"/>
              <a:chExt cx="570426" cy="357304"/>
            </a:xfrm>
          </p:grpSpPr>
          <p:cxnSp>
            <p:nvCxnSpPr>
              <p:cNvPr id="17" name="直線接點 25">
                <a:extLst>
                  <a:ext uri="{FF2B5EF4-FFF2-40B4-BE49-F238E27FC236}">
                    <a16:creationId xmlns:a16="http://schemas.microsoft.com/office/drawing/2014/main" id="{D084FF41-5B61-62DE-FF9E-7CAE3B078C4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6" y="5036045"/>
                <a:ext cx="57042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8" name="文字方塊 26">
                <a:extLst>
                  <a:ext uri="{FF2B5EF4-FFF2-40B4-BE49-F238E27FC236}">
                    <a16:creationId xmlns:a16="http://schemas.microsoft.com/office/drawing/2014/main" id="{F68B4EF4-4575-988E-A4DE-004149DFEC1E}"/>
                  </a:ext>
                </a:extLst>
              </p:cNvPr>
              <p:cNvSpPr txBox="1"/>
              <p:nvPr/>
            </p:nvSpPr>
            <p:spPr>
              <a:xfrm>
                <a:off x="3009143" y="5036045"/>
                <a:ext cx="344352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9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8">
                <a:extLst>
                  <a:ext uri="{FF2B5EF4-FFF2-40B4-BE49-F238E27FC236}">
                    <a16:creationId xmlns:a16="http://schemas.microsoft.com/office/drawing/2014/main" id="{1F7A5D9A-4855-F251-F9E9-BE70B69C6585}"/>
                  </a:ext>
                </a:extLst>
              </p:cNvPr>
              <p:cNvSpPr txBox="1"/>
              <p:nvPr/>
            </p:nvSpPr>
            <p:spPr>
              <a:xfrm>
                <a:off x="4694806" y="1580835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9" name="文字方塊 8">
                <a:extLst>
                  <a:ext uri="{FF2B5EF4-FFF2-40B4-BE49-F238E27FC236}">
                    <a16:creationId xmlns:a16="http://schemas.microsoft.com/office/drawing/2014/main" id="{1F7A5D9A-4855-F251-F9E9-BE70B69C6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806" y="1580835"/>
                <a:ext cx="242832" cy="400110"/>
              </a:xfrm>
              <a:prstGeom prst="rect">
                <a:avLst/>
              </a:prstGeom>
              <a:blipFill>
                <a:blip r:embed="rId7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6">
                <a:extLst>
                  <a:ext uri="{FF2B5EF4-FFF2-40B4-BE49-F238E27FC236}">
                    <a16:creationId xmlns:a16="http://schemas.microsoft.com/office/drawing/2014/main" id="{367A2EFF-D091-B5BA-6D4B-8FCB3CD6FC13}"/>
                  </a:ext>
                </a:extLst>
              </p:cNvPr>
              <p:cNvSpPr txBox="1"/>
              <p:nvPr/>
            </p:nvSpPr>
            <p:spPr>
              <a:xfrm>
                <a:off x="4937638" y="1580835"/>
                <a:ext cx="329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6">
                <a:extLst>
                  <a:ext uri="{FF2B5EF4-FFF2-40B4-BE49-F238E27FC236}">
                    <a16:creationId xmlns:a16="http://schemas.microsoft.com/office/drawing/2014/main" id="{367A2EFF-D091-B5BA-6D4B-8FCB3CD6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638" y="1580835"/>
                <a:ext cx="32931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2">
            <a:extLst>
              <a:ext uri="{FF2B5EF4-FFF2-40B4-BE49-F238E27FC236}">
                <a16:creationId xmlns:a16="http://schemas.microsoft.com/office/drawing/2014/main" id="{ECFDAE91-4114-7FDE-6FEE-1548D6B3A135}"/>
              </a:ext>
            </a:extLst>
          </p:cNvPr>
          <p:cNvGrpSpPr/>
          <p:nvPr/>
        </p:nvGrpSpPr>
        <p:grpSpPr>
          <a:xfrm>
            <a:off x="2008614" y="2181000"/>
            <a:ext cx="572384" cy="762711"/>
            <a:chOff x="2858274" y="4712237"/>
            <a:chExt cx="550885" cy="681112"/>
          </a:xfrm>
        </p:grpSpPr>
        <p:sp>
          <p:nvSpPr>
            <p:cNvPr id="23" name="文字方塊 23">
              <a:extLst>
                <a:ext uri="{FF2B5EF4-FFF2-40B4-BE49-F238E27FC236}">
                  <a16:creationId xmlns:a16="http://schemas.microsoft.com/office/drawing/2014/main" id="{D2DBF668-2D14-378C-E0EE-E6247268E29C}"/>
                </a:ext>
              </a:extLst>
            </p:cNvPr>
            <p:cNvSpPr txBox="1"/>
            <p:nvPr/>
          </p:nvSpPr>
          <p:spPr>
            <a:xfrm>
              <a:off x="2858274" y="4712237"/>
              <a:ext cx="550885" cy="357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grpSp>
          <p:nvGrpSpPr>
            <p:cNvPr id="24" name="群組 24">
              <a:extLst>
                <a:ext uri="{FF2B5EF4-FFF2-40B4-BE49-F238E27FC236}">
                  <a16:creationId xmlns:a16="http://schemas.microsoft.com/office/drawing/2014/main" id="{A31B5A61-4EBF-D904-DEEF-3A0C9D7BFBC8}"/>
                </a:ext>
              </a:extLst>
            </p:cNvPr>
            <p:cNvGrpSpPr/>
            <p:nvPr/>
          </p:nvGrpSpPr>
          <p:grpSpPr>
            <a:xfrm>
              <a:off x="2896106" y="5036045"/>
              <a:ext cx="504992" cy="357304"/>
              <a:chOff x="2896106" y="5036045"/>
              <a:chExt cx="504992" cy="357304"/>
            </a:xfrm>
          </p:grpSpPr>
          <p:cxnSp>
            <p:nvCxnSpPr>
              <p:cNvPr id="25" name="直線接點 25">
                <a:extLst>
                  <a:ext uri="{FF2B5EF4-FFF2-40B4-BE49-F238E27FC236}">
                    <a16:creationId xmlns:a16="http://schemas.microsoft.com/office/drawing/2014/main" id="{DF1F2972-D1F9-A80A-6001-9E1E7657616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6" y="5036045"/>
                <a:ext cx="50499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" name="文字方塊 26">
                <a:extLst>
                  <a:ext uri="{FF2B5EF4-FFF2-40B4-BE49-F238E27FC236}">
                    <a16:creationId xmlns:a16="http://schemas.microsoft.com/office/drawing/2014/main" id="{A1A9F758-0268-6382-6EF8-8A4EE4E6308E}"/>
                  </a:ext>
                </a:extLst>
              </p:cNvPr>
              <p:cNvSpPr txBox="1"/>
              <p:nvPr/>
            </p:nvSpPr>
            <p:spPr>
              <a:xfrm>
                <a:off x="2961540" y="5036045"/>
                <a:ext cx="344352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8">
                <a:extLst>
                  <a:ext uri="{FF2B5EF4-FFF2-40B4-BE49-F238E27FC236}">
                    <a16:creationId xmlns:a16="http://schemas.microsoft.com/office/drawing/2014/main" id="{23517704-90F4-77A1-DF11-C38A9A9771A9}"/>
                  </a:ext>
                </a:extLst>
              </p:cNvPr>
              <p:cNvSpPr txBox="1"/>
              <p:nvPr/>
            </p:nvSpPr>
            <p:spPr>
              <a:xfrm>
                <a:off x="2580997" y="2343546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8">
                <a:extLst>
                  <a:ext uri="{FF2B5EF4-FFF2-40B4-BE49-F238E27FC236}">
                    <a16:creationId xmlns:a16="http://schemas.microsoft.com/office/drawing/2014/main" id="{23517704-90F4-77A1-DF11-C38A9A977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997" y="2343546"/>
                <a:ext cx="242832" cy="400110"/>
              </a:xfrm>
              <a:prstGeom prst="rect">
                <a:avLst/>
              </a:prstGeom>
              <a:blipFill>
                <a:blip r:embed="rId9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2">
            <a:extLst>
              <a:ext uri="{FF2B5EF4-FFF2-40B4-BE49-F238E27FC236}">
                <a16:creationId xmlns:a16="http://schemas.microsoft.com/office/drawing/2014/main" id="{EBA27273-5765-C91A-09B2-9166CE10C72C}"/>
              </a:ext>
            </a:extLst>
          </p:cNvPr>
          <p:cNvGrpSpPr/>
          <p:nvPr/>
        </p:nvGrpSpPr>
        <p:grpSpPr>
          <a:xfrm>
            <a:off x="2953620" y="2181000"/>
            <a:ext cx="804944" cy="762711"/>
            <a:chOff x="2858274" y="4712237"/>
            <a:chExt cx="774710" cy="681112"/>
          </a:xfrm>
        </p:grpSpPr>
        <p:sp>
          <p:nvSpPr>
            <p:cNvPr id="29" name="文字方塊 23">
              <a:extLst>
                <a:ext uri="{FF2B5EF4-FFF2-40B4-BE49-F238E27FC236}">
                  <a16:creationId xmlns:a16="http://schemas.microsoft.com/office/drawing/2014/main" id="{29346F88-DA78-C44B-CFD6-5A78BCA94BF1}"/>
                </a:ext>
              </a:extLst>
            </p:cNvPr>
            <p:cNvSpPr txBox="1"/>
            <p:nvPr/>
          </p:nvSpPr>
          <p:spPr>
            <a:xfrm>
              <a:off x="2858274" y="4712237"/>
              <a:ext cx="774710" cy="357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grpSp>
          <p:nvGrpSpPr>
            <p:cNvPr id="30" name="群組 24">
              <a:extLst>
                <a:ext uri="{FF2B5EF4-FFF2-40B4-BE49-F238E27FC236}">
                  <a16:creationId xmlns:a16="http://schemas.microsoft.com/office/drawing/2014/main" id="{72247188-8449-8223-8CD2-ACAC4BF59B90}"/>
                </a:ext>
              </a:extLst>
            </p:cNvPr>
            <p:cNvGrpSpPr/>
            <p:nvPr/>
          </p:nvGrpSpPr>
          <p:grpSpPr>
            <a:xfrm>
              <a:off x="2896106" y="5036045"/>
              <a:ext cx="570426" cy="357304"/>
              <a:chOff x="2896106" y="5036045"/>
              <a:chExt cx="570426" cy="357304"/>
            </a:xfrm>
          </p:grpSpPr>
          <p:cxnSp>
            <p:nvCxnSpPr>
              <p:cNvPr id="31" name="直線接點 25">
                <a:extLst>
                  <a:ext uri="{FF2B5EF4-FFF2-40B4-BE49-F238E27FC236}">
                    <a16:creationId xmlns:a16="http://schemas.microsoft.com/office/drawing/2014/main" id="{432CB195-0051-D908-886E-6FD606AE18E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6" y="5036045"/>
                <a:ext cx="57042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2" name="文字方塊 26">
                <a:extLst>
                  <a:ext uri="{FF2B5EF4-FFF2-40B4-BE49-F238E27FC236}">
                    <a16:creationId xmlns:a16="http://schemas.microsoft.com/office/drawing/2014/main" id="{7BAF522B-1DAB-CC3A-FD2B-27841BE3EC54}"/>
                  </a:ext>
                </a:extLst>
              </p:cNvPr>
              <p:cNvSpPr txBox="1"/>
              <p:nvPr/>
            </p:nvSpPr>
            <p:spPr>
              <a:xfrm>
                <a:off x="3009143" y="5036045"/>
                <a:ext cx="344352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9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21">
                <a:extLst>
                  <a:ext uri="{FF2B5EF4-FFF2-40B4-BE49-F238E27FC236}">
                    <a16:creationId xmlns:a16="http://schemas.microsoft.com/office/drawing/2014/main" id="{2A278C2E-6D81-0EE5-EFBB-F8BB8732FC76}"/>
                  </a:ext>
                </a:extLst>
              </p:cNvPr>
              <p:cNvSpPr txBox="1"/>
              <p:nvPr/>
            </p:nvSpPr>
            <p:spPr>
              <a:xfrm>
                <a:off x="3648965" y="23435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3" name="文字方塊 21">
                <a:extLst>
                  <a:ext uri="{FF2B5EF4-FFF2-40B4-BE49-F238E27FC236}">
                    <a16:creationId xmlns:a16="http://schemas.microsoft.com/office/drawing/2014/main" id="{2A278C2E-6D81-0EE5-EFBB-F8BB8732F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965" y="2343546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6">
                <a:extLst>
                  <a:ext uri="{FF2B5EF4-FFF2-40B4-BE49-F238E27FC236}">
                    <a16:creationId xmlns:a16="http://schemas.microsoft.com/office/drawing/2014/main" id="{3A81B593-4B2C-B3AB-5DB6-D4EDBC1BE755}"/>
                  </a:ext>
                </a:extLst>
              </p:cNvPr>
              <p:cNvSpPr txBox="1"/>
              <p:nvPr/>
            </p:nvSpPr>
            <p:spPr>
              <a:xfrm>
                <a:off x="3991151" y="2343546"/>
                <a:ext cx="329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4" name="文字方塊 6">
                <a:extLst>
                  <a:ext uri="{FF2B5EF4-FFF2-40B4-BE49-F238E27FC236}">
                    <a16:creationId xmlns:a16="http://schemas.microsoft.com/office/drawing/2014/main" id="{3A81B593-4B2C-B3AB-5DB6-D4EDBC1BE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151" y="2343546"/>
                <a:ext cx="329312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8">
                <a:extLst>
                  <a:ext uri="{FF2B5EF4-FFF2-40B4-BE49-F238E27FC236}">
                    <a16:creationId xmlns:a16="http://schemas.microsoft.com/office/drawing/2014/main" id="{9C48D2B1-9F73-50F8-925B-719098008CC8}"/>
                  </a:ext>
                </a:extLst>
              </p:cNvPr>
              <p:cNvSpPr txBox="1"/>
              <p:nvPr/>
            </p:nvSpPr>
            <p:spPr>
              <a:xfrm>
                <a:off x="4245545" y="2343546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5" name="文字方塊 8">
                <a:extLst>
                  <a:ext uri="{FF2B5EF4-FFF2-40B4-BE49-F238E27FC236}">
                    <a16:creationId xmlns:a16="http://schemas.microsoft.com/office/drawing/2014/main" id="{9C48D2B1-9F73-50F8-925B-719098008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545" y="2343546"/>
                <a:ext cx="242832" cy="400110"/>
              </a:xfrm>
              <a:prstGeom prst="rect">
                <a:avLst/>
              </a:prstGeom>
              <a:blipFill>
                <a:blip r:embed="rId12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6">
                <a:extLst>
                  <a:ext uri="{FF2B5EF4-FFF2-40B4-BE49-F238E27FC236}">
                    <a16:creationId xmlns:a16="http://schemas.microsoft.com/office/drawing/2014/main" id="{B164E7A4-C597-CBA3-D985-998328FE6288}"/>
                  </a:ext>
                </a:extLst>
              </p:cNvPr>
              <p:cNvSpPr txBox="1"/>
              <p:nvPr/>
            </p:nvSpPr>
            <p:spPr>
              <a:xfrm>
                <a:off x="4512904" y="2343546"/>
                <a:ext cx="329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6">
                <a:extLst>
                  <a:ext uri="{FF2B5EF4-FFF2-40B4-BE49-F238E27FC236}">
                    <a16:creationId xmlns:a16="http://schemas.microsoft.com/office/drawing/2014/main" id="{B164E7A4-C597-CBA3-D985-998328FE6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904" y="2343546"/>
                <a:ext cx="329312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" name="筆跡 17">
                <a:extLst>
                  <a:ext uri="{FF2B5EF4-FFF2-40B4-BE49-F238E27FC236}">
                    <a16:creationId xmlns:a16="http://schemas.microsoft.com/office/drawing/2014/main" id="{572E57B0-CFB6-83C7-7657-7702EBF2A8A3}"/>
                  </a:ext>
                </a:extLst>
              </p14:cNvPr>
              <p14:cNvContentPartPr/>
              <p14:nvPr/>
            </p14:nvContentPartPr>
            <p14:xfrm>
              <a:off x="2188522" y="2739551"/>
              <a:ext cx="242832" cy="45719"/>
            </p14:xfrm>
          </p:contentPart>
        </mc:Choice>
        <mc:Fallback xmlns="">
          <p:pic>
            <p:nvPicPr>
              <p:cNvPr id="37" name="筆跡 17">
                <a:extLst>
                  <a:ext uri="{FF2B5EF4-FFF2-40B4-BE49-F238E27FC236}">
                    <a16:creationId xmlns:a16="http://schemas.microsoft.com/office/drawing/2014/main" id="{572E57B0-CFB6-83C7-7657-7702EBF2A8A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34479" y="-10976149"/>
                <a:ext cx="350557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群組 74">
            <a:extLst>
              <a:ext uri="{FF2B5EF4-FFF2-40B4-BE49-F238E27FC236}">
                <a16:creationId xmlns:a16="http://schemas.microsoft.com/office/drawing/2014/main" id="{2388A399-BE90-4B11-27B5-B36FCF677712}"/>
              </a:ext>
            </a:extLst>
          </p:cNvPr>
          <p:cNvGrpSpPr/>
          <p:nvPr/>
        </p:nvGrpSpPr>
        <p:grpSpPr>
          <a:xfrm>
            <a:off x="1326709" y="3095444"/>
            <a:ext cx="364383" cy="777549"/>
            <a:chOff x="2896107" y="4671588"/>
            <a:chExt cx="364383" cy="777549"/>
          </a:xfrm>
        </p:grpSpPr>
        <p:sp>
          <p:nvSpPr>
            <p:cNvPr id="44" name="文字方塊 75">
              <a:extLst>
                <a:ext uri="{FF2B5EF4-FFF2-40B4-BE49-F238E27FC236}">
                  <a16:creationId xmlns:a16="http://schemas.microsoft.com/office/drawing/2014/main" id="{710D02B9-4EE9-CB90-EB29-5B9DA3CB3C3E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5" name="群組 76">
              <a:extLst>
                <a:ext uri="{FF2B5EF4-FFF2-40B4-BE49-F238E27FC236}">
                  <a16:creationId xmlns:a16="http://schemas.microsoft.com/office/drawing/2014/main" id="{62DDCFB9-1CCD-1C6F-384C-3FF2B5A7FA4B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6" name="直線接點 77">
                <a:extLst>
                  <a:ext uri="{FF2B5EF4-FFF2-40B4-BE49-F238E27FC236}">
                    <a16:creationId xmlns:a16="http://schemas.microsoft.com/office/drawing/2014/main" id="{0E90D10E-43EF-EB0B-013F-6B06434A751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7" name="文字方塊 78">
                <a:extLst>
                  <a:ext uri="{FF2B5EF4-FFF2-40B4-BE49-F238E27FC236}">
                    <a16:creationId xmlns:a16="http://schemas.microsoft.com/office/drawing/2014/main" id="{8171FCC9-399D-C9EB-B23F-0CFB633F9F2A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8" name="筆跡 17">
                <a:extLst>
                  <a:ext uri="{FF2B5EF4-FFF2-40B4-BE49-F238E27FC236}">
                    <a16:creationId xmlns:a16="http://schemas.microsoft.com/office/drawing/2014/main" id="{99B58456-7A0D-6259-0901-5BB67FC16177}"/>
                  </a:ext>
                </a:extLst>
              </p14:cNvPr>
              <p14:cNvContentPartPr/>
              <p14:nvPr/>
            </p14:nvContentPartPr>
            <p14:xfrm>
              <a:off x="1390781" y="3650078"/>
              <a:ext cx="242832" cy="45719"/>
            </p14:xfrm>
          </p:contentPart>
        </mc:Choice>
        <mc:Fallback xmlns="">
          <p:pic>
            <p:nvPicPr>
              <p:cNvPr id="48" name="筆跡 17">
                <a:extLst>
                  <a:ext uri="{FF2B5EF4-FFF2-40B4-BE49-F238E27FC236}">
                    <a16:creationId xmlns:a16="http://schemas.microsoft.com/office/drawing/2014/main" id="{99B58456-7A0D-6259-0901-5BB67FC1617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36738" y="-10065622"/>
                <a:ext cx="35055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9" name="筆跡 17">
                <a:extLst>
                  <a:ext uri="{FF2B5EF4-FFF2-40B4-BE49-F238E27FC236}">
                    <a16:creationId xmlns:a16="http://schemas.microsoft.com/office/drawing/2014/main" id="{EB8344D6-0440-6821-9E15-A4C88BA39E01}"/>
                  </a:ext>
                </a:extLst>
              </p14:cNvPr>
              <p14:cNvContentPartPr/>
              <p14:nvPr/>
            </p14:nvContentPartPr>
            <p14:xfrm>
              <a:off x="1384188" y="3292613"/>
              <a:ext cx="242832" cy="45719"/>
            </p14:xfrm>
          </p:contentPart>
        </mc:Choice>
        <mc:Fallback xmlns="">
          <p:pic>
            <p:nvPicPr>
              <p:cNvPr id="49" name="筆跡 17">
                <a:extLst>
                  <a:ext uri="{FF2B5EF4-FFF2-40B4-BE49-F238E27FC236}">
                    <a16:creationId xmlns:a16="http://schemas.microsoft.com/office/drawing/2014/main" id="{EB8344D6-0440-6821-9E15-A4C88BA39E0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30145" y="-10423087"/>
                <a:ext cx="35055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8">
                <a:extLst>
                  <a:ext uri="{FF2B5EF4-FFF2-40B4-BE49-F238E27FC236}">
                    <a16:creationId xmlns:a16="http://schemas.microsoft.com/office/drawing/2014/main" id="{75F74816-E56D-0CB8-D08A-5E3AA45D13F2}"/>
                  </a:ext>
                </a:extLst>
              </p:cNvPr>
              <p:cNvSpPr txBox="1"/>
              <p:nvPr/>
            </p:nvSpPr>
            <p:spPr>
              <a:xfrm>
                <a:off x="1684499" y="3249968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0" name="文字方塊 8">
                <a:extLst>
                  <a:ext uri="{FF2B5EF4-FFF2-40B4-BE49-F238E27FC236}">
                    <a16:creationId xmlns:a16="http://schemas.microsoft.com/office/drawing/2014/main" id="{75F74816-E56D-0CB8-D08A-5E3AA45D1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499" y="3249968"/>
                <a:ext cx="242832" cy="400110"/>
              </a:xfrm>
              <a:prstGeom prst="rect">
                <a:avLst/>
              </a:prstGeom>
              <a:blipFill>
                <a:blip r:embed="rId18"/>
                <a:stretch>
                  <a:fillRect r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群組 22">
            <a:extLst>
              <a:ext uri="{FF2B5EF4-FFF2-40B4-BE49-F238E27FC236}">
                <a16:creationId xmlns:a16="http://schemas.microsoft.com/office/drawing/2014/main" id="{C92B179E-F3A0-FE38-098A-FC896F696C78}"/>
              </a:ext>
            </a:extLst>
          </p:cNvPr>
          <p:cNvGrpSpPr/>
          <p:nvPr/>
        </p:nvGrpSpPr>
        <p:grpSpPr>
          <a:xfrm>
            <a:off x="1994054" y="3087422"/>
            <a:ext cx="572384" cy="762711"/>
            <a:chOff x="2858274" y="4712237"/>
            <a:chExt cx="550885" cy="681112"/>
          </a:xfrm>
        </p:grpSpPr>
        <p:sp>
          <p:nvSpPr>
            <p:cNvPr id="52" name="文字方塊 23">
              <a:extLst>
                <a:ext uri="{FF2B5EF4-FFF2-40B4-BE49-F238E27FC236}">
                  <a16:creationId xmlns:a16="http://schemas.microsoft.com/office/drawing/2014/main" id="{8BB37C59-ED3C-0EA6-AC11-D0A6A6C22C9D}"/>
                </a:ext>
              </a:extLst>
            </p:cNvPr>
            <p:cNvSpPr txBox="1"/>
            <p:nvPr/>
          </p:nvSpPr>
          <p:spPr>
            <a:xfrm>
              <a:off x="2858274" y="4712237"/>
              <a:ext cx="550885" cy="357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grpSp>
          <p:nvGrpSpPr>
            <p:cNvPr id="53" name="群組 24">
              <a:extLst>
                <a:ext uri="{FF2B5EF4-FFF2-40B4-BE49-F238E27FC236}">
                  <a16:creationId xmlns:a16="http://schemas.microsoft.com/office/drawing/2014/main" id="{CACD1D01-045B-BAA6-9582-3C0DA6DBAB39}"/>
                </a:ext>
              </a:extLst>
            </p:cNvPr>
            <p:cNvGrpSpPr/>
            <p:nvPr/>
          </p:nvGrpSpPr>
          <p:grpSpPr>
            <a:xfrm>
              <a:off x="2896106" y="5036045"/>
              <a:ext cx="504992" cy="357304"/>
              <a:chOff x="2896106" y="5036045"/>
              <a:chExt cx="504992" cy="357304"/>
            </a:xfrm>
          </p:grpSpPr>
          <p:cxnSp>
            <p:nvCxnSpPr>
              <p:cNvPr id="54" name="直線接點 25">
                <a:extLst>
                  <a:ext uri="{FF2B5EF4-FFF2-40B4-BE49-F238E27FC236}">
                    <a16:creationId xmlns:a16="http://schemas.microsoft.com/office/drawing/2014/main" id="{824C80C2-9D1E-3BF9-7064-AF05527FA3B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6" y="5036045"/>
                <a:ext cx="50499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5" name="文字方塊 26">
                <a:extLst>
                  <a:ext uri="{FF2B5EF4-FFF2-40B4-BE49-F238E27FC236}">
                    <a16:creationId xmlns:a16="http://schemas.microsoft.com/office/drawing/2014/main" id="{4B486A25-5A7C-E39F-398D-71B3492AE212}"/>
                  </a:ext>
                </a:extLst>
              </p:cNvPr>
              <p:cNvSpPr txBox="1"/>
              <p:nvPr/>
            </p:nvSpPr>
            <p:spPr>
              <a:xfrm>
                <a:off x="2961540" y="5036045"/>
                <a:ext cx="344352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8">
                <a:extLst>
                  <a:ext uri="{FF2B5EF4-FFF2-40B4-BE49-F238E27FC236}">
                    <a16:creationId xmlns:a16="http://schemas.microsoft.com/office/drawing/2014/main" id="{A541A2F4-7998-9931-9CC4-2676688C6722}"/>
                  </a:ext>
                </a:extLst>
              </p:cNvPr>
              <p:cNvSpPr txBox="1"/>
              <p:nvPr/>
            </p:nvSpPr>
            <p:spPr>
              <a:xfrm>
                <a:off x="2566437" y="3249968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6" name="文字方塊 8">
                <a:extLst>
                  <a:ext uri="{FF2B5EF4-FFF2-40B4-BE49-F238E27FC236}">
                    <a16:creationId xmlns:a16="http://schemas.microsoft.com/office/drawing/2014/main" id="{A541A2F4-7998-9931-9CC4-2676688C6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437" y="3249968"/>
                <a:ext cx="242832" cy="400110"/>
              </a:xfrm>
              <a:prstGeom prst="rect">
                <a:avLst/>
              </a:prstGeom>
              <a:blipFill>
                <a:blip r:embed="rId19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群組 22">
            <a:extLst>
              <a:ext uri="{FF2B5EF4-FFF2-40B4-BE49-F238E27FC236}">
                <a16:creationId xmlns:a16="http://schemas.microsoft.com/office/drawing/2014/main" id="{40808017-2A9D-79E9-5452-118BBC1A37D4}"/>
              </a:ext>
            </a:extLst>
          </p:cNvPr>
          <p:cNvGrpSpPr/>
          <p:nvPr/>
        </p:nvGrpSpPr>
        <p:grpSpPr>
          <a:xfrm>
            <a:off x="2939060" y="3087422"/>
            <a:ext cx="804944" cy="762711"/>
            <a:chOff x="2858274" y="4712237"/>
            <a:chExt cx="774710" cy="681112"/>
          </a:xfrm>
        </p:grpSpPr>
        <p:sp>
          <p:nvSpPr>
            <p:cNvPr id="58" name="文字方塊 23">
              <a:extLst>
                <a:ext uri="{FF2B5EF4-FFF2-40B4-BE49-F238E27FC236}">
                  <a16:creationId xmlns:a16="http://schemas.microsoft.com/office/drawing/2014/main" id="{25355A18-92F2-07BA-21D3-B789F2CBF29B}"/>
                </a:ext>
              </a:extLst>
            </p:cNvPr>
            <p:cNvSpPr txBox="1"/>
            <p:nvPr/>
          </p:nvSpPr>
          <p:spPr>
            <a:xfrm>
              <a:off x="2858274" y="4712237"/>
              <a:ext cx="774710" cy="357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grpSp>
          <p:nvGrpSpPr>
            <p:cNvPr id="59" name="群組 24">
              <a:extLst>
                <a:ext uri="{FF2B5EF4-FFF2-40B4-BE49-F238E27FC236}">
                  <a16:creationId xmlns:a16="http://schemas.microsoft.com/office/drawing/2014/main" id="{EE8F8021-2369-AA75-48D3-D30685433451}"/>
                </a:ext>
              </a:extLst>
            </p:cNvPr>
            <p:cNvGrpSpPr/>
            <p:nvPr/>
          </p:nvGrpSpPr>
          <p:grpSpPr>
            <a:xfrm>
              <a:off x="2896106" y="5036045"/>
              <a:ext cx="570426" cy="357304"/>
              <a:chOff x="2896106" y="5036045"/>
              <a:chExt cx="570426" cy="357304"/>
            </a:xfrm>
          </p:grpSpPr>
          <p:cxnSp>
            <p:nvCxnSpPr>
              <p:cNvPr id="60" name="直線接點 25">
                <a:extLst>
                  <a:ext uri="{FF2B5EF4-FFF2-40B4-BE49-F238E27FC236}">
                    <a16:creationId xmlns:a16="http://schemas.microsoft.com/office/drawing/2014/main" id="{42BA1AD6-D635-BB12-7BDB-2E0A521263B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6" y="5036045"/>
                <a:ext cx="57042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1" name="文字方塊 26">
                <a:extLst>
                  <a:ext uri="{FF2B5EF4-FFF2-40B4-BE49-F238E27FC236}">
                    <a16:creationId xmlns:a16="http://schemas.microsoft.com/office/drawing/2014/main" id="{B2750F44-23AD-8031-01F1-5702892D2817}"/>
                  </a:ext>
                </a:extLst>
              </p:cNvPr>
              <p:cNvSpPr txBox="1"/>
              <p:nvPr/>
            </p:nvSpPr>
            <p:spPr>
              <a:xfrm>
                <a:off x="3009143" y="5036045"/>
                <a:ext cx="344352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9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21">
                <a:extLst>
                  <a:ext uri="{FF2B5EF4-FFF2-40B4-BE49-F238E27FC236}">
                    <a16:creationId xmlns:a16="http://schemas.microsoft.com/office/drawing/2014/main" id="{C123EA88-E93E-B2D8-42F0-554BEF7660D3}"/>
                  </a:ext>
                </a:extLst>
              </p:cNvPr>
              <p:cNvSpPr txBox="1"/>
              <p:nvPr/>
            </p:nvSpPr>
            <p:spPr>
              <a:xfrm>
                <a:off x="3634405" y="324996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2" name="文字方塊 21">
                <a:extLst>
                  <a:ext uri="{FF2B5EF4-FFF2-40B4-BE49-F238E27FC236}">
                    <a16:creationId xmlns:a16="http://schemas.microsoft.com/office/drawing/2014/main" id="{C123EA88-E93E-B2D8-42F0-554BEF766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405" y="3249968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">
                <a:extLst>
                  <a:ext uri="{FF2B5EF4-FFF2-40B4-BE49-F238E27FC236}">
                    <a16:creationId xmlns:a16="http://schemas.microsoft.com/office/drawing/2014/main" id="{D555575D-44FB-FF8F-DC71-19FF9E860897}"/>
                  </a:ext>
                </a:extLst>
              </p:cNvPr>
              <p:cNvSpPr txBox="1"/>
              <p:nvPr/>
            </p:nvSpPr>
            <p:spPr>
              <a:xfrm>
                <a:off x="3976591" y="3249968"/>
                <a:ext cx="329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3" name="文字方塊 6">
                <a:extLst>
                  <a:ext uri="{FF2B5EF4-FFF2-40B4-BE49-F238E27FC236}">
                    <a16:creationId xmlns:a16="http://schemas.microsoft.com/office/drawing/2014/main" id="{D555575D-44FB-FF8F-DC71-19FF9E860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591" y="3249968"/>
                <a:ext cx="329312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8">
                <a:extLst>
                  <a:ext uri="{FF2B5EF4-FFF2-40B4-BE49-F238E27FC236}">
                    <a16:creationId xmlns:a16="http://schemas.microsoft.com/office/drawing/2014/main" id="{8E42955E-D498-06D6-FCE3-A28B089E63A6}"/>
                  </a:ext>
                </a:extLst>
              </p:cNvPr>
              <p:cNvSpPr txBox="1"/>
              <p:nvPr/>
            </p:nvSpPr>
            <p:spPr>
              <a:xfrm>
                <a:off x="4230985" y="3249968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4" name="文字方塊 8">
                <a:extLst>
                  <a:ext uri="{FF2B5EF4-FFF2-40B4-BE49-F238E27FC236}">
                    <a16:creationId xmlns:a16="http://schemas.microsoft.com/office/drawing/2014/main" id="{8E42955E-D498-06D6-FCE3-A28B089E6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985" y="3249968"/>
                <a:ext cx="242832" cy="400110"/>
              </a:xfrm>
              <a:prstGeom prst="rect">
                <a:avLst/>
              </a:prstGeom>
              <a:blipFill>
                <a:blip r:embed="rId22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">
                <a:extLst>
                  <a:ext uri="{FF2B5EF4-FFF2-40B4-BE49-F238E27FC236}">
                    <a16:creationId xmlns:a16="http://schemas.microsoft.com/office/drawing/2014/main" id="{883E063C-7AD9-5363-8AB6-EE15E3D1F7F0}"/>
                  </a:ext>
                </a:extLst>
              </p:cNvPr>
              <p:cNvSpPr txBox="1"/>
              <p:nvPr/>
            </p:nvSpPr>
            <p:spPr>
              <a:xfrm>
                <a:off x="4498344" y="3249968"/>
                <a:ext cx="329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5" name="文字方塊 6">
                <a:extLst>
                  <a:ext uri="{FF2B5EF4-FFF2-40B4-BE49-F238E27FC236}">
                    <a16:creationId xmlns:a16="http://schemas.microsoft.com/office/drawing/2014/main" id="{883E063C-7AD9-5363-8AB6-EE15E3D1F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344" y="3249968"/>
                <a:ext cx="329312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6" name="筆跡 17">
                <a:extLst>
                  <a:ext uri="{FF2B5EF4-FFF2-40B4-BE49-F238E27FC236}">
                    <a16:creationId xmlns:a16="http://schemas.microsoft.com/office/drawing/2014/main" id="{B3557B2E-602E-A2F4-E906-AB6AB606DA2D}"/>
                  </a:ext>
                </a:extLst>
              </p14:cNvPr>
              <p14:cNvContentPartPr/>
              <p14:nvPr/>
            </p14:nvContentPartPr>
            <p14:xfrm>
              <a:off x="2173962" y="3645973"/>
              <a:ext cx="242832" cy="45719"/>
            </p14:xfrm>
          </p:contentPart>
        </mc:Choice>
        <mc:Fallback xmlns="">
          <p:pic>
            <p:nvPicPr>
              <p:cNvPr id="66" name="筆跡 17">
                <a:extLst>
                  <a:ext uri="{FF2B5EF4-FFF2-40B4-BE49-F238E27FC236}">
                    <a16:creationId xmlns:a16="http://schemas.microsoft.com/office/drawing/2014/main" id="{B3557B2E-602E-A2F4-E906-AB6AB606DA2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19919" y="-10069727"/>
                <a:ext cx="350557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群組 22">
            <a:extLst>
              <a:ext uri="{FF2B5EF4-FFF2-40B4-BE49-F238E27FC236}">
                <a16:creationId xmlns:a16="http://schemas.microsoft.com/office/drawing/2014/main" id="{C70CB6F9-8A52-E4D7-2F76-12A7440C4FD3}"/>
              </a:ext>
            </a:extLst>
          </p:cNvPr>
          <p:cNvGrpSpPr/>
          <p:nvPr/>
        </p:nvGrpSpPr>
        <p:grpSpPr>
          <a:xfrm>
            <a:off x="1910514" y="3966026"/>
            <a:ext cx="712419" cy="753019"/>
            <a:chOff x="2775744" y="4720892"/>
            <a:chExt cx="685660" cy="672457"/>
          </a:xfrm>
        </p:grpSpPr>
        <p:sp>
          <p:nvSpPr>
            <p:cNvPr id="84" name="文字方塊 23">
              <a:extLst>
                <a:ext uri="{FF2B5EF4-FFF2-40B4-BE49-F238E27FC236}">
                  <a16:creationId xmlns:a16="http://schemas.microsoft.com/office/drawing/2014/main" id="{E35E96A8-56ED-3227-AE11-75749F7C7004}"/>
                </a:ext>
              </a:extLst>
            </p:cNvPr>
            <p:cNvSpPr txBox="1"/>
            <p:nvPr/>
          </p:nvSpPr>
          <p:spPr>
            <a:xfrm>
              <a:off x="2775744" y="4720892"/>
              <a:ext cx="685660" cy="357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grpSp>
          <p:nvGrpSpPr>
            <p:cNvPr id="85" name="群組 24">
              <a:extLst>
                <a:ext uri="{FF2B5EF4-FFF2-40B4-BE49-F238E27FC236}">
                  <a16:creationId xmlns:a16="http://schemas.microsoft.com/office/drawing/2014/main" id="{7090B481-FEEC-AA13-C98D-E556F9EE4F3F}"/>
                </a:ext>
              </a:extLst>
            </p:cNvPr>
            <p:cNvGrpSpPr/>
            <p:nvPr/>
          </p:nvGrpSpPr>
          <p:grpSpPr>
            <a:xfrm>
              <a:off x="2791930" y="5036045"/>
              <a:ext cx="609168" cy="357304"/>
              <a:chOff x="2791930" y="5036045"/>
              <a:chExt cx="609168" cy="357304"/>
            </a:xfrm>
          </p:grpSpPr>
          <p:cxnSp>
            <p:nvCxnSpPr>
              <p:cNvPr id="86" name="直線接點 25">
                <a:extLst>
                  <a:ext uri="{FF2B5EF4-FFF2-40B4-BE49-F238E27FC236}">
                    <a16:creationId xmlns:a16="http://schemas.microsoft.com/office/drawing/2014/main" id="{20FF1C1F-E314-AE47-BFDF-082307E1216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791930" y="5036045"/>
                <a:ext cx="60916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7" name="文字方塊 26">
                <a:extLst>
                  <a:ext uri="{FF2B5EF4-FFF2-40B4-BE49-F238E27FC236}">
                    <a16:creationId xmlns:a16="http://schemas.microsoft.com/office/drawing/2014/main" id="{AC6B3D6D-8F6C-66BF-EE98-7D15DA03D8BD}"/>
                  </a:ext>
                </a:extLst>
              </p:cNvPr>
              <p:cNvSpPr txBox="1"/>
              <p:nvPr/>
            </p:nvSpPr>
            <p:spPr>
              <a:xfrm>
                <a:off x="2911344" y="5036045"/>
                <a:ext cx="344352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9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8">
                <a:extLst>
                  <a:ext uri="{FF2B5EF4-FFF2-40B4-BE49-F238E27FC236}">
                    <a16:creationId xmlns:a16="http://schemas.microsoft.com/office/drawing/2014/main" id="{43125621-FDA7-0BE6-503E-84921B63F71A}"/>
                  </a:ext>
                </a:extLst>
              </p:cNvPr>
              <p:cNvSpPr txBox="1"/>
              <p:nvPr/>
            </p:nvSpPr>
            <p:spPr>
              <a:xfrm>
                <a:off x="2568647" y="4118881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8" name="文字方塊 8">
                <a:extLst>
                  <a:ext uri="{FF2B5EF4-FFF2-40B4-BE49-F238E27FC236}">
                    <a16:creationId xmlns:a16="http://schemas.microsoft.com/office/drawing/2014/main" id="{43125621-FDA7-0BE6-503E-84921B63F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647" y="4118881"/>
                <a:ext cx="242832" cy="400110"/>
              </a:xfrm>
              <a:prstGeom prst="rect">
                <a:avLst/>
              </a:prstGeom>
              <a:blipFill>
                <a:blip r:embed="rId25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群組 22">
            <a:extLst>
              <a:ext uri="{FF2B5EF4-FFF2-40B4-BE49-F238E27FC236}">
                <a16:creationId xmlns:a16="http://schemas.microsoft.com/office/drawing/2014/main" id="{8F089B18-39F9-1B7B-016B-957720E1806A}"/>
              </a:ext>
            </a:extLst>
          </p:cNvPr>
          <p:cNvGrpSpPr/>
          <p:nvPr/>
        </p:nvGrpSpPr>
        <p:grpSpPr>
          <a:xfrm>
            <a:off x="2941270" y="3956335"/>
            <a:ext cx="804944" cy="762711"/>
            <a:chOff x="2858274" y="4712237"/>
            <a:chExt cx="774710" cy="681112"/>
          </a:xfrm>
        </p:grpSpPr>
        <p:sp>
          <p:nvSpPr>
            <p:cNvPr id="90" name="文字方塊 23">
              <a:extLst>
                <a:ext uri="{FF2B5EF4-FFF2-40B4-BE49-F238E27FC236}">
                  <a16:creationId xmlns:a16="http://schemas.microsoft.com/office/drawing/2014/main" id="{634D4284-E64C-743E-1692-B2849BD83D86}"/>
                </a:ext>
              </a:extLst>
            </p:cNvPr>
            <p:cNvSpPr txBox="1"/>
            <p:nvPr/>
          </p:nvSpPr>
          <p:spPr>
            <a:xfrm>
              <a:off x="2858274" y="4712237"/>
              <a:ext cx="774710" cy="357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grpSp>
          <p:nvGrpSpPr>
            <p:cNvPr id="91" name="群組 24">
              <a:extLst>
                <a:ext uri="{FF2B5EF4-FFF2-40B4-BE49-F238E27FC236}">
                  <a16:creationId xmlns:a16="http://schemas.microsoft.com/office/drawing/2014/main" id="{C960ADA4-F3DA-53FB-2DBF-7F15C18958C5}"/>
                </a:ext>
              </a:extLst>
            </p:cNvPr>
            <p:cNvGrpSpPr/>
            <p:nvPr/>
          </p:nvGrpSpPr>
          <p:grpSpPr>
            <a:xfrm>
              <a:off x="2896106" y="5036045"/>
              <a:ext cx="570426" cy="357304"/>
              <a:chOff x="2896106" y="5036045"/>
              <a:chExt cx="570426" cy="357304"/>
            </a:xfrm>
          </p:grpSpPr>
          <p:cxnSp>
            <p:nvCxnSpPr>
              <p:cNvPr id="92" name="直線接點 25">
                <a:extLst>
                  <a:ext uri="{FF2B5EF4-FFF2-40B4-BE49-F238E27FC236}">
                    <a16:creationId xmlns:a16="http://schemas.microsoft.com/office/drawing/2014/main" id="{199A6B25-1566-0BBC-D5AB-460E11C6EC4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6" y="5036045"/>
                <a:ext cx="57042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3" name="文字方塊 26">
                <a:extLst>
                  <a:ext uri="{FF2B5EF4-FFF2-40B4-BE49-F238E27FC236}">
                    <a16:creationId xmlns:a16="http://schemas.microsoft.com/office/drawing/2014/main" id="{F8F5F917-CEBE-F367-C308-D883F84D57FA}"/>
                  </a:ext>
                </a:extLst>
              </p:cNvPr>
              <p:cNvSpPr txBox="1"/>
              <p:nvPr/>
            </p:nvSpPr>
            <p:spPr>
              <a:xfrm>
                <a:off x="3009143" y="5036045"/>
                <a:ext cx="344352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9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21">
                <a:extLst>
                  <a:ext uri="{FF2B5EF4-FFF2-40B4-BE49-F238E27FC236}">
                    <a16:creationId xmlns:a16="http://schemas.microsoft.com/office/drawing/2014/main" id="{984F77C0-2165-436A-0209-07E150231B16}"/>
                  </a:ext>
                </a:extLst>
              </p:cNvPr>
              <p:cNvSpPr txBox="1"/>
              <p:nvPr/>
            </p:nvSpPr>
            <p:spPr>
              <a:xfrm>
                <a:off x="3636615" y="411888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4" name="文字方塊 21">
                <a:extLst>
                  <a:ext uri="{FF2B5EF4-FFF2-40B4-BE49-F238E27FC236}">
                    <a16:creationId xmlns:a16="http://schemas.microsoft.com/office/drawing/2014/main" id="{984F77C0-2165-436A-0209-07E150231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15" y="4118881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6">
                <a:extLst>
                  <a:ext uri="{FF2B5EF4-FFF2-40B4-BE49-F238E27FC236}">
                    <a16:creationId xmlns:a16="http://schemas.microsoft.com/office/drawing/2014/main" id="{C0E99E50-5E7D-276A-7A89-55A5C2756209}"/>
                  </a:ext>
                </a:extLst>
              </p:cNvPr>
              <p:cNvSpPr txBox="1"/>
              <p:nvPr/>
            </p:nvSpPr>
            <p:spPr>
              <a:xfrm>
                <a:off x="3978801" y="4118881"/>
                <a:ext cx="329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5" name="文字方塊 6">
                <a:extLst>
                  <a:ext uri="{FF2B5EF4-FFF2-40B4-BE49-F238E27FC236}">
                    <a16:creationId xmlns:a16="http://schemas.microsoft.com/office/drawing/2014/main" id="{C0E99E50-5E7D-276A-7A89-55A5C2756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801" y="4118881"/>
                <a:ext cx="329312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8">
                <a:extLst>
                  <a:ext uri="{FF2B5EF4-FFF2-40B4-BE49-F238E27FC236}">
                    <a16:creationId xmlns:a16="http://schemas.microsoft.com/office/drawing/2014/main" id="{64E7E33A-1071-F8ED-8E51-2EACD51EC6E1}"/>
                  </a:ext>
                </a:extLst>
              </p:cNvPr>
              <p:cNvSpPr txBox="1"/>
              <p:nvPr/>
            </p:nvSpPr>
            <p:spPr>
              <a:xfrm>
                <a:off x="4233195" y="4118881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6" name="文字方塊 8">
                <a:extLst>
                  <a:ext uri="{FF2B5EF4-FFF2-40B4-BE49-F238E27FC236}">
                    <a16:creationId xmlns:a16="http://schemas.microsoft.com/office/drawing/2014/main" id="{64E7E33A-1071-F8ED-8E51-2EACD51EC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195" y="4118881"/>
                <a:ext cx="242832" cy="400110"/>
              </a:xfrm>
              <a:prstGeom prst="rect">
                <a:avLst/>
              </a:prstGeom>
              <a:blipFill>
                <a:blip r:embed="rId28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6">
                <a:extLst>
                  <a:ext uri="{FF2B5EF4-FFF2-40B4-BE49-F238E27FC236}">
                    <a16:creationId xmlns:a16="http://schemas.microsoft.com/office/drawing/2014/main" id="{00E83BEE-E0A3-DA6E-5B84-58B6994E4FF3}"/>
                  </a:ext>
                </a:extLst>
              </p:cNvPr>
              <p:cNvSpPr txBox="1"/>
              <p:nvPr/>
            </p:nvSpPr>
            <p:spPr>
              <a:xfrm>
                <a:off x="4500554" y="4118881"/>
                <a:ext cx="329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7" name="文字方塊 6">
                <a:extLst>
                  <a:ext uri="{FF2B5EF4-FFF2-40B4-BE49-F238E27FC236}">
                    <a16:creationId xmlns:a16="http://schemas.microsoft.com/office/drawing/2014/main" id="{00E83BEE-E0A3-DA6E-5B84-58B6994E4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554" y="4118881"/>
                <a:ext cx="329312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群組 22">
            <a:extLst>
              <a:ext uri="{FF2B5EF4-FFF2-40B4-BE49-F238E27FC236}">
                <a16:creationId xmlns:a16="http://schemas.microsoft.com/office/drawing/2014/main" id="{4F6F67CA-1B38-3497-134A-1F12C1061078}"/>
              </a:ext>
            </a:extLst>
          </p:cNvPr>
          <p:cNvGrpSpPr/>
          <p:nvPr/>
        </p:nvGrpSpPr>
        <p:grpSpPr>
          <a:xfrm>
            <a:off x="2978367" y="4697730"/>
            <a:ext cx="607246" cy="765190"/>
            <a:chOff x="2896106" y="4710023"/>
            <a:chExt cx="584438" cy="683326"/>
          </a:xfrm>
        </p:grpSpPr>
        <p:sp>
          <p:nvSpPr>
            <p:cNvPr id="101" name="文字方塊 23">
              <a:extLst>
                <a:ext uri="{FF2B5EF4-FFF2-40B4-BE49-F238E27FC236}">
                  <a16:creationId xmlns:a16="http://schemas.microsoft.com/office/drawing/2014/main" id="{FCBA82CD-45D6-FA45-775F-B9ED8A774618}"/>
                </a:ext>
              </a:extLst>
            </p:cNvPr>
            <p:cNvSpPr txBox="1"/>
            <p:nvPr/>
          </p:nvSpPr>
          <p:spPr>
            <a:xfrm>
              <a:off x="2910119" y="4710023"/>
              <a:ext cx="570425" cy="357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grpSp>
          <p:nvGrpSpPr>
            <p:cNvPr id="102" name="群組 24">
              <a:extLst>
                <a:ext uri="{FF2B5EF4-FFF2-40B4-BE49-F238E27FC236}">
                  <a16:creationId xmlns:a16="http://schemas.microsoft.com/office/drawing/2014/main" id="{390F14B1-BBB2-FD14-5F85-18818941826D}"/>
                </a:ext>
              </a:extLst>
            </p:cNvPr>
            <p:cNvGrpSpPr/>
            <p:nvPr/>
          </p:nvGrpSpPr>
          <p:grpSpPr>
            <a:xfrm>
              <a:off x="2896106" y="5036045"/>
              <a:ext cx="570426" cy="357304"/>
              <a:chOff x="2896106" y="5036045"/>
              <a:chExt cx="570426" cy="357304"/>
            </a:xfrm>
          </p:grpSpPr>
          <p:cxnSp>
            <p:nvCxnSpPr>
              <p:cNvPr id="103" name="直線接點 25">
                <a:extLst>
                  <a:ext uri="{FF2B5EF4-FFF2-40B4-BE49-F238E27FC236}">
                    <a16:creationId xmlns:a16="http://schemas.microsoft.com/office/drawing/2014/main" id="{43B52633-85B8-FB4E-C3B9-FE0B316D05F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6" y="5036045"/>
                <a:ext cx="57042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4" name="文字方塊 26">
                <a:extLst>
                  <a:ext uri="{FF2B5EF4-FFF2-40B4-BE49-F238E27FC236}">
                    <a16:creationId xmlns:a16="http://schemas.microsoft.com/office/drawing/2014/main" id="{F3D1BF90-8799-00F5-79EF-88FAC98507A2}"/>
                  </a:ext>
                </a:extLst>
              </p:cNvPr>
              <p:cNvSpPr txBox="1"/>
              <p:nvPr/>
            </p:nvSpPr>
            <p:spPr>
              <a:xfrm>
                <a:off x="3009143" y="5036045"/>
                <a:ext cx="344352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9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字方塊 21">
                <a:extLst>
                  <a:ext uri="{FF2B5EF4-FFF2-40B4-BE49-F238E27FC236}">
                    <a16:creationId xmlns:a16="http://schemas.microsoft.com/office/drawing/2014/main" id="{D40B7C41-D26E-2A36-C8DE-DC9A57197BD7}"/>
                  </a:ext>
                </a:extLst>
              </p:cNvPr>
              <p:cNvSpPr txBox="1"/>
              <p:nvPr/>
            </p:nvSpPr>
            <p:spPr>
              <a:xfrm>
                <a:off x="3634405" y="48627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5" name="文字方塊 21">
                <a:extLst>
                  <a:ext uri="{FF2B5EF4-FFF2-40B4-BE49-F238E27FC236}">
                    <a16:creationId xmlns:a16="http://schemas.microsoft.com/office/drawing/2014/main" id="{D40B7C41-D26E-2A36-C8DE-DC9A57197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405" y="4862757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字方塊 6">
                <a:extLst>
                  <a:ext uri="{FF2B5EF4-FFF2-40B4-BE49-F238E27FC236}">
                    <a16:creationId xmlns:a16="http://schemas.microsoft.com/office/drawing/2014/main" id="{60F519D3-D1DA-6B43-CE14-81BBAC6FF365}"/>
                  </a:ext>
                </a:extLst>
              </p:cNvPr>
              <p:cNvSpPr txBox="1"/>
              <p:nvPr/>
            </p:nvSpPr>
            <p:spPr>
              <a:xfrm>
                <a:off x="3976591" y="4862757"/>
                <a:ext cx="329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5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6" name="文字方塊 6">
                <a:extLst>
                  <a:ext uri="{FF2B5EF4-FFF2-40B4-BE49-F238E27FC236}">
                    <a16:creationId xmlns:a16="http://schemas.microsoft.com/office/drawing/2014/main" id="{60F519D3-D1DA-6B43-CE14-81BBAC6FF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591" y="4862757"/>
                <a:ext cx="329312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字方塊 6">
                <a:extLst>
                  <a:ext uri="{FF2B5EF4-FFF2-40B4-BE49-F238E27FC236}">
                    <a16:creationId xmlns:a16="http://schemas.microsoft.com/office/drawing/2014/main" id="{7AC6331F-97A2-3086-B8BD-13D898A90A0F}"/>
                  </a:ext>
                </a:extLst>
              </p:cNvPr>
              <p:cNvSpPr txBox="1"/>
              <p:nvPr/>
            </p:nvSpPr>
            <p:spPr>
              <a:xfrm>
                <a:off x="3275123" y="5494106"/>
                <a:ext cx="329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8" name="文字方塊 6">
                <a:extLst>
                  <a:ext uri="{FF2B5EF4-FFF2-40B4-BE49-F238E27FC236}">
                    <a16:creationId xmlns:a16="http://schemas.microsoft.com/office/drawing/2014/main" id="{7AC6331F-97A2-3086-B8BD-13D898A90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123" y="5494106"/>
                <a:ext cx="329312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21">
                <a:extLst>
                  <a:ext uri="{FF2B5EF4-FFF2-40B4-BE49-F238E27FC236}">
                    <a16:creationId xmlns:a16="http://schemas.microsoft.com/office/drawing/2014/main" id="{4F0BDF8E-488A-5AB8-899E-1FC332385F73}"/>
                  </a:ext>
                </a:extLst>
              </p:cNvPr>
              <p:cNvSpPr txBox="1"/>
              <p:nvPr/>
            </p:nvSpPr>
            <p:spPr>
              <a:xfrm>
                <a:off x="3634405" y="549410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9" name="文字方塊 21">
                <a:extLst>
                  <a:ext uri="{FF2B5EF4-FFF2-40B4-BE49-F238E27FC236}">
                    <a16:creationId xmlns:a16="http://schemas.microsoft.com/office/drawing/2014/main" id="{4F0BDF8E-488A-5AB8-899E-1FC332385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405" y="5494106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6">
                <a:extLst>
                  <a:ext uri="{FF2B5EF4-FFF2-40B4-BE49-F238E27FC236}">
                    <a16:creationId xmlns:a16="http://schemas.microsoft.com/office/drawing/2014/main" id="{EEB658DF-D083-9BED-31D8-527EF4E41105}"/>
                  </a:ext>
                </a:extLst>
              </p:cNvPr>
              <p:cNvSpPr txBox="1"/>
              <p:nvPr/>
            </p:nvSpPr>
            <p:spPr>
              <a:xfrm>
                <a:off x="3976591" y="5494106"/>
                <a:ext cx="329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5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0" name="文字方塊 6">
                <a:extLst>
                  <a:ext uri="{FF2B5EF4-FFF2-40B4-BE49-F238E27FC236}">
                    <a16:creationId xmlns:a16="http://schemas.microsoft.com/office/drawing/2014/main" id="{EEB658DF-D083-9BED-31D8-527EF4E41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591" y="5494106"/>
                <a:ext cx="329312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字方塊 8">
                <a:extLst>
                  <a:ext uri="{FF2B5EF4-FFF2-40B4-BE49-F238E27FC236}">
                    <a16:creationId xmlns:a16="http://schemas.microsoft.com/office/drawing/2014/main" id="{CEC2E8B4-07CF-9B92-622F-82E9004A95DE}"/>
                  </a:ext>
                </a:extLst>
              </p:cNvPr>
              <p:cNvSpPr txBox="1"/>
              <p:nvPr/>
            </p:nvSpPr>
            <p:spPr>
              <a:xfrm>
                <a:off x="4243095" y="5480007"/>
                <a:ext cx="242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1" name="文字方塊 8">
                <a:extLst>
                  <a:ext uri="{FF2B5EF4-FFF2-40B4-BE49-F238E27FC236}">
                    <a16:creationId xmlns:a16="http://schemas.microsoft.com/office/drawing/2014/main" id="{CEC2E8B4-07CF-9B92-622F-82E9004A9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095" y="5480007"/>
                <a:ext cx="242832" cy="400110"/>
              </a:xfrm>
              <a:prstGeom prst="rect">
                <a:avLst/>
              </a:prstGeom>
              <a:blipFill>
                <a:blip r:embed="rId35"/>
                <a:stretch>
                  <a:fillRect r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" name="群組 74">
            <a:extLst>
              <a:ext uri="{FF2B5EF4-FFF2-40B4-BE49-F238E27FC236}">
                <a16:creationId xmlns:a16="http://schemas.microsoft.com/office/drawing/2014/main" id="{A7B8C18F-0C95-FBF0-7B46-D27413C8DDB5}"/>
              </a:ext>
            </a:extLst>
          </p:cNvPr>
          <p:cNvGrpSpPr/>
          <p:nvPr/>
        </p:nvGrpSpPr>
        <p:grpSpPr>
          <a:xfrm>
            <a:off x="4645464" y="5305386"/>
            <a:ext cx="364383" cy="777549"/>
            <a:chOff x="2896107" y="4671588"/>
            <a:chExt cx="364383" cy="777549"/>
          </a:xfrm>
        </p:grpSpPr>
        <p:sp>
          <p:nvSpPr>
            <p:cNvPr id="113" name="文字方塊 75">
              <a:extLst>
                <a:ext uri="{FF2B5EF4-FFF2-40B4-BE49-F238E27FC236}">
                  <a16:creationId xmlns:a16="http://schemas.microsoft.com/office/drawing/2014/main" id="{E044F0C4-25C8-A746-D851-5040B7FB95F0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9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14" name="群組 76">
              <a:extLst>
                <a:ext uri="{FF2B5EF4-FFF2-40B4-BE49-F238E27FC236}">
                  <a16:creationId xmlns:a16="http://schemas.microsoft.com/office/drawing/2014/main" id="{DF9283AB-6945-B6C0-AD51-CAE6FBB52527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15" name="直線接點 77">
                <a:extLst>
                  <a:ext uri="{FF2B5EF4-FFF2-40B4-BE49-F238E27FC236}">
                    <a16:creationId xmlns:a16="http://schemas.microsoft.com/office/drawing/2014/main" id="{EE155646-5E9F-CE83-BF61-DFFFC73E5EA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6" name="文字方塊 78">
                <a:extLst>
                  <a:ext uri="{FF2B5EF4-FFF2-40B4-BE49-F238E27FC236}">
                    <a16:creationId xmlns:a16="http://schemas.microsoft.com/office/drawing/2014/main" id="{209C08CD-74D3-58E2-09DA-5D3D9CCA1185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字方塊 6">
                <a:extLst>
                  <a:ext uri="{FF2B5EF4-FFF2-40B4-BE49-F238E27FC236}">
                    <a16:creationId xmlns:a16="http://schemas.microsoft.com/office/drawing/2014/main" id="{92A5950A-E739-CEAD-C92E-B20048E38457}"/>
                  </a:ext>
                </a:extLst>
              </p:cNvPr>
              <p:cNvSpPr txBox="1"/>
              <p:nvPr/>
            </p:nvSpPr>
            <p:spPr>
              <a:xfrm>
                <a:off x="3294994" y="6023826"/>
                <a:ext cx="329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7" name="文字方塊 6">
                <a:extLst>
                  <a:ext uri="{FF2B5EF4-FFF2-40B4-BE49-F238E27FC236}">
                    <a16:creationId xmlns:a16="http://schemas.microsoft.com/office/drawing/2014/main" id="{92A5950A-E739-CEAD-C92E-B20048E38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994" y="6023826"/>
                <a:ext cx="329312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字方塊 21">
                <a:extLst>
                  <a:ext uri="{FF2B5EF4-FFF2-40B4-BE49-F238E27FC236}">
                    <a16:creationId xmlns:a16="http://schemas.microsoft.com/office/drawing/2014/main" id="{46B92D5D-9932-3263-7861-21C9D4642EB5}"/>
                  </a:ext>
                </a:extLst>
              </p:cNvPr>
              <p:cNvSpPr txBox="1"/>
              <p:nvPr/>
            </p:nvSpPr>
            <p:spPr>
              <a:xfrm>
                <a:off x="3654276" y="60238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8" name="文字方塊 21">
                <a:extLst>
                  <a:ext uri="{FF2B5EF4-FFF2-40B4-BE49-F238E27FC236}">
                    <a16:creationId xmlns:a16="http://schemas.microsoft.com/office/drawing/2014/main" id="{46B92D5D-9932-3263-7861-21C9D4642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276" y="6023826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字方塊 6">
                <a:extLst>
                  <a:ext uri="{FF2B5EF4-FFF2-40B4-BE49-F238E27FC236}">
                    <a16:creationId xmlns:a16="http://schemas.microsoft.com/office/drawing/2014/main" id="{A376CD37-2F73-EC7C-3ABA-C2EB80087FCA}"/>
                  </a:ext>
                </a:extLst>
              </p:cNvPr>
              <p:cNvSpPr txBox="1"/>
              <p:nvPr/>
            </p:nvSpPr>
            <p:spPr>
              <a:xfrm>
                <a:off x="3996462" y="6023826"/>
                <a:ext cx="329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9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9" name="文字方塊 6">
                <a:extLst>
                  <a:ext uri="{FF2B5EF4-FFF2-40B4-BE49-F238E27FC236}">
                    <a16:creationId xmlns:a16="http://schemas.microsoft.com/office/drawing/2014/main" id="{A376CD37-2F73-EC7C-3ABA-C2EB80087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462" y="6023826"/>
                <a:ext cx="329312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530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9" grpId="0"/>
      <p:bldP spid="20" grpId="0"/>
      <p:bldP spid="27" grpId="0"/>
      <p:bldP spid="33" grpId="0"/>
      <p:bldP spid="34" grpId="0"/>
      <p:bldP spid="35" grpId="0"/>
      <p:bldP spid="36" grpId="0"/>
      <p:bldP spid="50" grpId="0"/>
      <p:bldP spid="56" grpId="0"/>
      <p:bldP spid="62" grpId="0"/>
      <p:bldP spid="63" grpId="0"/>
      <p:bldP spid="64" grpId="0"/>
      <p:bldP spid="65" grpId="0"/>
      <p:bldP spid="88" grpId="0"/>
      <p:bldP spid="94" grpId="0"/>
      <p:bldP spid="95" grpId="0"/>
      <p:bldP spid="96" grpId="0"/>
      <p:bldP spid="97" grpId="0"/>
      <p:bldP spid="105" grpId="0"/>
      <p:bldP spid="106" grpId="0"/>
      <p:bldP spid="108" grpId="0"/>
      <p:bldP spid="109" grpId="0"/>
      <p:bldP spid="110" grpId="0"/>
      <p:bldP spid="111" grpId="0"/>
      <p:bldP spid="117" grpId="0"/>
      <p:bldP spid="118" grpId="0"/>
      <p:bldP spid="1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27553147-1806-2F08-0684-108DCEE952C6}"/>
                  </a:ext>
                </a:extLst>
              </p:cNvPr>
              <p:cNvSpPr txBox="1"/>
              <p:nvPr/>
            </p:nvSpPr>
            <p:spPr>
              <a:xfrm>
                <a:off x="214493" y="278697"/>
                <a:ext cx="124402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en-HK" altLang="zh-TW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Q</m:t>
                      </m:r>
                      <m:r>
                        <a:rPr lang="en-US" altLang="zh-TW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9</m:t>
                      </m:r>
                      <m:r>
                        <m:rPr>
                          <m:nor/>
                        </m:rPr>
                        <a:rPr lang="en-HK" altLang="zh-HK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HK" altLang="zh-TW" sz="3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27553147-1806-2F08-0684-108DCEE95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93" y="278697"/>
                <a:ext cx="124402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70E1B87-18D4-A100-A62D-1F21E7613A9C}"/>
                  </a:ext>
                </a:extLst>
              </p:cNvPr>
              <p:cNvSpPr txBox="1"/>
              <p:nvPr/>
            </p:nvSpPr>
            <p:spPr>
              <a:xfrm>
                <a:off x="1307108" y="102125"/>
                <a:ext cx="5399487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lang="en-HK" altLang="zh-HK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HK" sz="3200" i="1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altLang="zh-HK" sz="3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HK" altLang="zh-HK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num>
                        <m:den>
                          <m:r>
                            <a:rPr lang="en-US" altLang="zh-HK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HK" sz="32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3 (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70E1B87-18D4-A100-A62D-1F21E7613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108" y="102125"/>
                <a:ext cx="5399487" cy="10157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8558BC-928E-3C62-B2C1-F584325350F9}"/>
                  </a:ext>
                </a:extLst>
              </p:cNvPr>
              <p:cNvSpPr txBox="1"/>
              <p:nvPr/>
            </p:nvSpPr>
            <p:spPr>
              <a:xfrm>
                <a:off x="2380795" y="3195537"/>
                <a:ext cx="411303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14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7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21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42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8558BC-928E-3C62-B2C1-F58432535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795" y="3195537"/>
                <a:ext cx="411303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DBFFD97-F552-B203-5142-82156E30A6DF}"/>
                  </a:ext>
                </a:extLst>
              </p:cNvPr>
              <p:cNvSpPr txBox="1"/>
              <p:nvPr/>
            </p:nvSpPr>
            <p:spPr>
              <a:xfrm>
                <a:off x="3008231" y="3910155"/>
                <a:ext cx="411303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14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21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42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7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DBFFD97-F552-B203-5142-82156E30A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31" y="3910155"/>
                <a:ext cx="4113030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36BC4C-D37C-45CA-56A9-CCAA724800F5}"/>
                  </a:ext>
                </a:extLst>
              </p:cNvPr>
              <p:cNvSpPr txBox="1"/>
              <p:nvPr/>
            </p:nvSpPr>
            <p:spPr>
              <a:xfrm>
                <a:off x="4122172" y="4557939"/>
                <a:ext cx="16828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49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33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36BC4C-D37C-45CA-56A9-CCAA72480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172" y="4557939"/>
                <a:ext cx="168288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群組 74">
            <a:extLst>
              <a:ext uri="{FF2B5EF4-FFF2-40B4-BE49-F238E27FC236}">
                <a16:creationId xmlns:a16="http://schemas.microsoft.com/office/drawing/2014/main" id="{B093545D-D17B-F675-7BAD-AF68DFF41242}"/>
              </a:ext>
            </a:extLst>
          </p:cNvPr>
          <p:cNvGrpSpPr/>
          <p:nvPr/>
        </p:nvGrpSpPr>
        <p:grpSpPr>
          <a:xfrm>
            <a:off x="4122025" y="5131364"/>
            <a:ext cx="653060" cy="772252"/>
            <a:chOff x="2807646" y="4919488"/>
            <a:chExt cx="653060" cy="7722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75">
                  <a:extLst>
                    <a:ext uri="{FF2B5EF4-FFF2-40B4-BE49-F238E27FC236}">
                      <a16:creationId xmlns:a16="http://schemas.microsoft.com/office/drawing/2014/main" id="{C04C8348-379A-909D-4368-EF519F23575A}"/>
                    </a:ext>
                  </a:extLst>
                </p:cNvPr>
                <p:cNvSpPr txBox="1"/>
                <p:nvPr/>
              </p:nvSpPr>
              <p:spPr>
                <a:xfrm>
                  <a:off x="2807646" y="4919488"/>
                  <a:ext cx="58673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49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" name="文字方塊 75">
                  <a:extLst>
                    <a:ext uri="{FF2B5EF4-FFF2-40B4-BE49-F238E27FC236}">
                      <a16:creationId xmlns:a16="http://schemas.microsoft.com/office/drawing/2014/main" id="{C04C8348-379A-909D-4368-EF519F2357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7646" y="4919488"/>
                  <a:ext cx="586734" cy="400110"/>
                </a:xfrm>
                <a:prstGeom prst="rect">
                  <a:avLst/>
                </a:prstGeom>
                <a:blipFill>
                  <a:blip r:embed="rId8"/>
                  <a:stretch>
                    <a:fillRect r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群組 76">
              <a:extLst>
                <a:ext uri="{FF2B5EF4-FFF2-40B4-BE49-F238E27FC236}">
                  <a16:creationId xmlns:a16="http://schemas.microsoft.com/office/drawing/2014/main" id="{439FDE6B-6F55-546E-0AE8-1763C9753701}"/>
                </a:ext>
              </a:extLst>
            </p:cNvPr>
            <p:cNvGrpSpPr/>
            <p:nvPr/>
          </p:nvGrpSpPr>
          <p:grpSpPr>
            <a:xfrm>
              <a:off x="2854980" y="5291629"/>
              <a:ext cx="605726" cy="400111"/>
              <a:chOff x="2854980" y="5291629"/>
              <a:chExt cx="605726" cy="400111"/>
            </a:xfrm>
          </p:grpSpPr>
          <p:cxnSp>
            <p:nvCxnSpPr>
              <p:cNvPr id="15" name="直線接點 77">
                <a:extLst>
                  <a:ext uri="{FF2B5EF4-FFF2-40B4-BE49-F238E27FC236}">
                    <a16:creationId xmlns:a16="http://schemas.microsoft.com/office/drawing/2014/main" id="{515044A7-4D1C-6E0A-DFBE-06B3124E00E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54980" y="5291629"/>
                <a:ext cx="60572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6" name="文字方塊 78">
                <a:extLst>
                  <a:ext uri="{FF2B5EF4-FFF2-40B4-BE49-F238E27FC236}">
                    <a16:creationId xmlns:a16="http://schemas.microsoft.com/office/drawing/2014/main" id="{413B6A08-2176-48C4-70C8-F250FFB63BF8}"/>
                  </a:ext>
                </a:extLst>
              </p:cNvPr>
              <p:cNvSpPr txBox="1"/>
              <p:nvPr/>
            </p:nvSpPr>
            <p:spPr>
              <a:xfrm>
                <a:off x="2928723" y="5291630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7726F8-1A6D-BAEC-150E-7E89596A991A}"/>
                  </a:ext>
                </a:extLst>
              </p:cNvPr>
              <p:cNvSpPr txBox="1"/>
              <p:nvPr/>
            </p:nvSpPr>
            <p:spPr>
              <a:xfrm>
                <a:off x="4774017" y="5303450"/>
                <a:ext cx="3643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7726F8-1A6D-BAEC-150E-7E89596A9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4017" y="5303450"/>
                <a:ext cx="364383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75">
                <a:extLst>
                  <a:ext uri="{FF2B5EF4-FFF2-40B4-BE49-F238E27FC236}">
                    <a16:creationId xmlns:a16="http://schemas.microsoft.com/office/drawing/2014/main" id="{1BF70F3E-AF7B-BD85-BDBA-04540142BBE9}"/>
                  </a:ext>
                </a:extLst>
              </p:cNvPr>
              <p:cNvSpPr txBox="1"/>
              <p:nvPr/>
            </p:nvSpPr>
            <p:spPr>
              <a:xfrm>
                <a:off x="5011565" y="5309090"/>
                <a:ext cx="5867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19" name="文字方塊 75">
                <a:extLst>
                  <a:ext uri="{FF2B5EF4-FFF2-40B4-BE49-F238E27FC236}">
                    <a16:creationId xmlns:a16="http://schemas.microsoft.com/office/drawing/2014/main" id="{1BF70F3E-AF7B-BD85-BDBA-04540142B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565" y="5309090"/>
                <a:ext cx="58673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群組 74">
            <a:extLst>
              <a:ext uri="{FF2B5EF4-FFF2-40B4-BE49-F238E27FC236}">
                <a16:creationId xmlns:a16="http://schemas.microsoft.com/office/drawing/2014/main" id="{C1105D0B-A5AA-BF9F-305F-B73B6D00535E}"/>
              </a:ext>
            </a:extLst>
          </p:cNvPr>
          <p:cNvGrpSpPr/>
          <p:nvPr/>
        </p:nvGrpSpPr>
        <p:grpSpPr>
          <a:xfrm>
            <a:off x="5199256" y="5909886"/>
            <a:ext cx="653060" cy="772252"/>
            <a:chOff x="2807646" y="4919488"/>
            <a:chExt cx="653060" cy="7722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75">
                  <a:extLst>
                    <a:ext uri="{FF2B5EF4-FFF2-40B4-BE49-F238E27FC236}">
                      <a16:creationId xmlns:a16="http://schemas.microsoft.com/office/drawing/2014/main" id="{9FC9B977-B934-F577-08B4-11F34453C2F9}"/>
                    </a:ext>
                  </a:extLst>
                </p:cNvPr>
                <p:cNvSpPr txBox="1"/>
                <p:nvPr/>
              </p:nvSpPr>
              <p:spPr>
                <a:xfrm>
                  <a:off x="2807646" y="4919488"/>
                  <a:ext cx="58673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49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5" name="文字方塊 75">
                  <a:extLst>
                    <a:ext uri="{FF2B5EF4-FFF2-40B4-BE49-F238E27FC236}">
                      <a16:creationId xmlns:a16="http://schemas.microsoft.com/office/drawing/2014/main" id="{9FC9B977-B934-F577-08B4-11F34453C2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7646" y="4919488"/>
                  <a:ext cx="586734" cy="400110"/>
                </a:xfrm>
                <a:prstGeom prst="rect">
                  <a:avLst/>
                </a:prstGeom>
                <a:blipFill>
                  <a:blip r:embed="rId11"/>
                  <a:stretch>
                    <a:fillRect r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" name="群組 76">
              <a:extLst>
                <a:ext uri="{FF2B5EF4-FFF2-40B4-BE49-F238E27FC236}">
                  <a16:creationId xmlns:a16="http://schemas.microsoft.com/office/drawing/2014/main" id="{DB24D630-F0AF-928D-28EB-57F517D2502F}"/>
                </a:ext>
              </a:extLst>
            </p:cNvPr>
            <p:cNvGrpSpPr/>
            <p:nvPr/>
          </p:nvGrpSpPr>
          <p:grpSpPr>
            <a:xfrm>
              <a:off x="2854980" y="5291629"/>
              <a:ext cx="605726" cy="400111"/>
              <a:chOff x="2854980" y="5291629"/>
              <a:chExt cx="605726" cy="400111"/>
            </a:xfrm>
          </p:grpSpPr>
          <p:cxnSp>
            <p:nvCxnSpPr>
              <p:cNvPr id="27" name="直線接點 77">
                <a:extLst>
                  <a:ext uri="{FF2B5EF4-FFF2-40B4-BE49-F238E27FC236}">
                    <a16:creationId xmlns:a16="http://schemas.microsoft.com/office/drawing/2014/main" id="{561FCF35-1A09-2855-4ABF-9B24799F16A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54980" y="5291629"/>
                <a:ext cx="60572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" name="文字方塊 78">
                <a:extLst>
                  <a:ext uri="{FF2B5EF4-FFF2-40B4-BE49-F238E27FC236}">
                    <a16:creationId xmlns:a16="http://schemas.microsoft.com/office/drawing/2014/main" id="{8647E793-A7D8-17DA-FB23-5C967AF41995}"/>
                  </a:ext>
                </a:extLst>
              </p:cNvPr>
              <p:cNvSpPr txBox="1"/>
              <p:nvPr/>
            </p:nvSpPr>
            <p:spPr>
              <a:xfrm>
                <a:off x="2928723" y="5291630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6F2FF89-BF16-1676-BE40-8FD20F9F3D2A}"/>
                  </a:ext>
                </a:extLst>
              </p:cNvPr>
              <p:cNvSpPr txBox="1"/>
              <p:nvPr/>
            </p:nvSpPr>
            <p:spPr>
              <a:xfrm>
                <a:off x="4761219" y="6061782"/>
                <a:ext cx="3643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6F2FF89-BF16-1676-BE40-8FD20F9F3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219" y="6061782"/>
                <a:ext cx="364383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75">
                <a:extLst>
                  <a:ext uri="{FF2B5EF4-FFF2-40B4-BE49-F238E27FC236}">
                    <a16:creationId xmlns:a16="http://schemas.microsoft.com/office/drawing/2014/main" id="{19B59083-126D-C7AE-08DF-A67FFC8C7ED4}"/>
                  </a:ext>
                </a:extLst>
              </p:cNvPr>
              <p:cNvSpPr txBox="1"/>
              <p:nvPr/>
            </p:nvSpPr>
            <p:spPr>
              <a:xfrm>
                <a:off x="4278130" y="6070723"/>
                <a:ext cx="5867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30" name="文字方塊 75">
                <a:extLst>
                  <a:ext uri="{FF2B5EF4-FFF2-40B4-BE49-F238E27FC236}">
                    <a16:creationId xmlns:a16="http://schemas.microsoft.com/office/drawing/2014/main" id="{19B59083-126D-C7AE-08DF-A67FFC8C7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130" y="6070723"/>
                <a:ext cx="586734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筆跡 17">
                <a:extLst>
                  <a:ext uri="{FF2B5EF4-FFF2-40B4-BE49-F238E27FC236}">
                    <a16:creationId xmlns:a16="http://schemas.microsoft.com/office/drawing/2014/main" id="{C17EA76A-A666-C66D-7E20-CD149F57EBB7}"/>
                  </a:ext>
                </a:extLst>
              </p14:cNvPr>
              <p14:cNvContentPartPr/>
              <p14:nvPr/>
            </p14:nvContentPartPr>
            <p14:xfrm>
              <a:off x="2483725" y="929690"/>
              <a:ext cx="170984" cy="45719"/>
            </p14:xfrm>
          </p:contentPart>
        </mc:Choice>
        <mc:Fallback xmlns="">
          <p:pic>
            <p:nvPicPr>
              <p:cNvPr id="31" name="筆跡 17">
                <a:extLst>
                  <a:ext uri="{FF2B5EF4-FFF2-40B4-BE49-F238E27FC236}">
                    <a16:creationId xmlns:a16="http://schemas.microsoft.com/office/drawing/2014/main" id="{C17EA76A-A666-C66D-7E20-CD149F57EBB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29730" y="-12786010"/>
                <a:ext cx="2786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筆跡 17">
                <a:extLst>
                  <a:ext uri="{FF2B5EF4-FFF2-40B4-BE49-F238E27FC236}">
                    <a16:creationId xmlns:a16="http://schemas.microsoft.com/office/drawing/2014/main" id="{064A135F-5FD7-9D55-9B15-1597A88A7D8A}"/>
                  </a:ext>
                </a:extLst>
              </p14:cNvPr>
              <p14:cNvContentPartPr/>
              <p14:nvPr/>
            </p14:nvContentPartPr>
            <p14:xfrm>
              <a:off x="3548067" y="921952"/>
              <a:ext cx="170984" cy="45719"/>
            </p14:xfrm>
          </p:contentPart>
        </mc:Choice>
        <mc:Fallback xmlns="">
          <p:pic>
            <p:nvPicPr>
              <p:cNvPr id="32" name="筆跡 17">
                <a:extLst>
                  <a:ext uri="{FF2B5EF4-FFF2-40B4-BE49-F238E27FC236}">
                    <a16:creationId xmlns:a16="http://schemas.microsoft.com/office/drawing/2014/main" id="{064A135F-5FD7-9D55-9B15-1597A88A7D8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94072" y="-12793748"/>
                <a:ext cx="2786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FB6A03-DD4F-DABB-04F2-592A3311C8A7}"/>
                  </a:ext>
                </a:extLst>
              </p:cNvPr>
              <p:cNvSpPr txBox="1"/>
              <p:nvPr/>
            </p:nvSpPr>
            <p:spPr>
              <a:xfrm>
                <a:off x="193856" y="1618181"/>
                <a:ext cx="1007919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7</m:t>
                      </m:r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FB6A03-DD4F-DABB-04F2-592A3311C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56" y="1618181"/>
                <a:ext cx="1007919" cy="40395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1D9FC6B-AC1A-E91C-9AA2-ADF5A45BFD8A}"/>
                  </a:ext>
                </a:extLst>
              </p:cNvPr>
              <p:cNvSpPr txBox="1"/>
              <p:nvPr/>
            </p:nvSpPr>
            <p:spPr>
              <a:xfrm>
                <a:off x="1124206" y="1602224"/>
                <a:ext cx="3429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1D9FC6B-AC1A-E91C-9AA2-ADF5A45BF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206" y="1602224"/>
                <a:ext cx="342900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群組 74">
            <a:extLst>
              <a:ext uri="{FF2B5EF4-FFF2-40B4-BE49-F238E27FC236}">
                <a16:creationId xmlns:a16="http://schemas.microsoft.com/office/drawing/2014/main" id="{452851E0-DB59-F1BE-BBAA-B300594ACA5E}"/>
              </a:ext>
            </a:extLst>
          </p:cNvPr>
          <p:cNvGrpSpPr/>
          <p:nvPr/>
        </p:nvGrpSpPr>
        <p:grpSpPr>
          <a:xfrm>
            <a:off x="1496836" y="1436737"/>
            <a:ext cx="452368" cy="777549"/>
            <a:chOff x="2896107" y="4671588"/>
            <a:chExt cx="452368" cy="7775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字方塊 75">
                  <a:extLst>
                    <a:ext uri="{FF2B5EF4-FFF2-40B4-BE49-F238E27FC236}">
                      <a16:creationId xmlns:a16="http://schemas.microsoft.com/office/drawing/2014/main" id="{12D89A58-C304-83E2-662F-61554953F51D}"/>
                    </a:ext>
                  </a:extLst>
                </p:cNvPr>
                <p:cNvSpPr txBox="1"/>
                <p:nvPr/>
              </p:nvSpPr>
              <p:spPr>
                <a:xfrm>
                  <a:off x="2896107" y="4671588"/>
                  <a:ext cx="45236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x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0" name="文字方塊 75">
                  <a:extLst>
                    <a:ext uri="{FF2B5EF4-FFF2-40B4-BE49-F238E27FC236}">
                      <a16:creationId xmlns:a16="http://schemas.microsoft.com/office/drawing/2014/main" id="{12D89A58-C304-83E2-662F-61554953F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6107" y="4671588"/>
                  <a:ext cx="452368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" name="群組 76">
              <a:extLst>
                <a:ext uri="{FF2B5EF4-FFF2-40B4-BE49-F238E27FC236}">
                  <a16:creationId xmlns:a16="http://schemas.microsoft.com/office/drawing/2014/main" id="{94E61822-7EEA-6133-40FA-21122B6C9274}"/>
                </a:ext>
              </a:extLst>
            </p:cNvPr>
            <p:cNvGrpSpPr/>
            <p:nvPr/>
          </p:nvGrpSpPr>
          <p:grpSpPr>
            <a:xfrm>
              <a:off x="2902700" y="5047436"/>
              <a:ext cx="442749" cy="401701"/>
              <a:chOff x="2902700" y="5047436"/>
              <a:chExt cx="442749" cy="401701"/>
            </a:xfrm>
          </p:grpSpPr>
          <p:cxnSp>
            <p:nvCxnSpPr>
              <p:cNvPr id="42" name="直線接點 77">
                <a:extLst>
                  <a:ext uri="{FF2B5EF4-FFF2-40B4-BE49-F238E27FC236}">
                    <a16:creationId xmlns:a16="http://schemas.microsoft.com/office/drawing/2014/main" id="{63C11917-A72B-53F4-14C8-388496A91AE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946975" y="5047436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字方塊 78">
                    <a:extLst>
                      <a:ext uri="{FF2B5EF4-FFF2-40B4-BE49-F238E27FC236}">
                        <a16:creationId xmlns:a16="http://schemas.microsoft.com/office/drawing/2014/main" id="{6ADC05A5-3785-2C0C-6792-4ED83271FCF2}"/>
                      </a:ext>
                    </a:extLst>
                  </p:cNvPr>
                  <p:cNvSpPr txBox="1"/>
                  <p:nvPr/>
                </p:nvSpPr>
                <p:spPr>
                  <a:xfrm>
                    <a:off x="2902700" y="5049027"/>
                    <a:ext cx="442749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zh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Lucida Handwriting" panose="03010101010101010101" pitchFamily="66" charset="0"/>
                            </a:rPr>
                            <m:t>7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43" name="文字方塊 78">
                    <a:extLst>
                      <a:ext uri="{FF2B5EF4-FFF2-40B4-BE49-F238E27FC236}">
                        <a16:creationId xmlns:a16="http://schemas.microsoft.com/office/drawing/2014/main" id="{6ADC05A5-3785-2C0C-6792-4ED83271FC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700" y="5049027"/>
                    <a:ext cx="442749" cy="400110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67CA9C8-3784-CAF1-77E1-F5F375201600}"/>
                  </a:ext>
                </a:extLst>
              </p:cNvPr>
              <p:cNvSpPr txBox="1"/>
              <p:nvPr/>
            </p:nvSpPr>
            <p:spPr>
              <a:xfrm>
                <a:off x="1860915" y="1654097"/>
                <a:ext cx="1007919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7</m:t>
                      </m:r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67CA9C8-3784-CAF1-77E1-F5F375201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915" y="1654097"/>
                <a:ext cx="1007919" cy="40395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2774D15-C08A-6565-79E0-B8A364BD9AD1}"/>
                  </a:ext>
                </a:extLst>
              </p:cNvPr>
              <p:cNvSpPr txBox="1"/>
              <p:nvPr/>
            </p:nvSpPr>
            <p:spPr>
              <a:xfrm>
                <a:off x="2798332" y="1591973"/>
                <a:ext cx="3429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2774D15-C08A-6565-79E0-B8A364BD9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332" y="1591973"/>
                <a:ext cx="342900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群組 74">
            <a:extLst>
              <a:ext uri="{FF2B5EF4-FFF2-40B4-BE49-F238E27FC236}">
                <a16:creationId xmlns:a16="http://schemas.microsoft.com/office/drawing/2014/main" id="{900AE09F-FC57-3C6C-FC17-CF16C06E11E7}"/>
              </a:ext>
            </a:extLst>
          </p:cNvPr>
          <p:cNvGrpSpPr/>
          <p:nvPr/>
        </p:nvGrpSpPr>
        <p:grpSpPr>
          <a:xfrm>
            <a:off x="3133962" y="1476881"/>
            <a:ext cx="843996" cy="734395"/>
            <a:chOff x="2767714" y="4946096"/>
            <a:chExt cx="843996" cy="7343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75">
                  <a:extLst>
                    <a:ext uri="{FF2B5EF4-FFF2-40B4-BE49-F238E27FC236}">
                      <a16:creationId xmlns:a16="http://schemas.microsoft.com/office/drawing/2014/main" id="{29A9D5F6-19C7-3354-658A-1CA0C0EAB736}"/>
                    </a:ext>
                  </a:extLst>
                </p:cNvPr>
                <p:cNvSpPr txBox="1"/>
                <p:nvPr/>
              </p:nvSpPr>
              <p:spPr>
                <a:xfrm>
                  <a:off x="2767714" y="4946096"/>
                  <a:ext cx="8439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x</m:t>
                        </m:r>
                        <m:r>
                          <a:rPr lang="en-US" sz="2000" b="1" i="1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3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7" name="文字方塊 75">
                  <a:extLst>
                    <a:ext uri="{FF2B5EF4-FFF2-40B4-BE49-F238E27FC236}">
                      <a16:creationId xmlns:a16="http://schemas.microsoft.com/office/drawing/2014/main" id="{29A9D5F6-19C7-3354-658A-1CA0C0EAB7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7714" y="4946096"/>
                  <a:ext cx="843996" cy="40011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群組 76">
              <a:extLst>
                <a:ext uri="{FF2B5EF4-FFF2-40B4-BE49-F238E27FC236}">
                  <a16:creationId xmlns:a16="http://schemas.microsoft.com/office/drawing/2014/main" id="{EE83A475-CD11-708D-7A77-B0F605BABFE0}"/>
                </a:ext>
              </a:extLst>
            </p:cNvPr>
            <p:cNvGrpSpPr/>
            <p:nvPr/>
          </p:nvGrpSpPr>
          <p:grpSpPr>
            <a:xfrm>
              <a:off x="2854980" y="5280381"/>
              <a:ext cx="605726" cy="400110"/>
              <a:chOff x="2854980" y="5280381"/>
              <a:chExt cx="605726" cy="400110"/>
            </a:xfrm>
          </p:grpSpPr>
          <p:cxnSp>
            <p:nvCxnSpPr>
              <p:cNvPr id="49" name="直線接點 77">
                <a:extLst>
                  <a:ext uri="{FF2B5EF4-FFF2-40B4-BE49-F238E27FC236}">
                    <a16:creationId xmlns:a16="http://schemas.microsoft.com/office/drawing/2014/main" id="{E305F863-69E7-C1FF-8371-9D6F7BDBF9D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54980" y="5291629"/>
                <a:ext cx="60572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0" name="文字方塊 78">
                <a:extLst>
                  <a:ext uri="{FF2B5EF4-FFF2-40B4-BE49-F238E27FC236}">
                    <a16:creationId xmlns:a16="http://schemas.microsoft.com/office/drawing/2014/main" id="{704581AD-8627-2D1E-A463-CA3D55570F73}"/>
                  </a:ext>
                </a:extLst>
              </p:cNvPr>
              <p:cNvSpPr txBox="1"/>
              <p:nvPr/>
            </p:nvSpPr>
            <p:spPr>
              <a:xfrm>
                <a:off x="3013448" y="5280381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AD2982F-8E5D-4A4F-89D0-BEECACC871CC}"/>
                  </a:ext>
                </a:extLst>
              </p:cNvPr>
              <p:cNvSpPr txBox="1"/>
              <p:nvPr/>
            </p:nvSpPr>
            <p:spPr>
              <a:xfrm>
                <a:off x="3826954" y="1638253"/>
                <a:ext cx="1007919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7</m:t>
                      </m:r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AD2982F-8E5D-4A4F-89D0-BEECACC87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954" y="1638253"/>
                <a:ext cx="1007919" cy="40395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E893A1E-C2E2-351F-C6B3-7235E9977A4B}"/>
                  </a:ext>
                </a:extLst>
              </p:cNvPr>
              <p:cNvSpPr txBox="1"/>
              <p:nvPr/>
            </p:nvSpPr>
            <p:spPr>
              <a:xfrm>
                <a:off x="4834873" y="1611111"/>
                <a:ext cx="3643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E893A1E-C2E2-351F-C6B3-7235E9977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873" y="1611111"/>
                <a:ext cx="364383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C27D363-7522-79DC-6728-42A423E00CA5}"/>
                  </a:ext>
                </a:extLst>
              </p:cNvPr>
              <p:cNvSpPr txBox="1"/>
              <p:nvPr/>
            </p:nvSpPr>
            <p:spPr>
              <a:xfrm>
                <a:off x="5162716" y="1618180"/>
                <a:ext cx="1225852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C27D363-7522-79DC-6728-42A423E00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16" y="1618180"/>
                <a:ext cx="1225852" cy="40395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1B76C18-7CE8-D384-5147-99F066031F55}"/>
                  </a:ext>
                </a:extLst>
              </p:cNvPr>
              <p:cNvSpPr txBox="1"/>
              <p:nvPr/>
            </p:nvSpPr>
            <p:spPr>
              <a:xfrm>
                <a:off x="6212451" y="1607264"/>
                <a:ext cx="1007919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7</m:t>
                      </m:r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1B76C18-7CE8-D384-5147-99F066031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451" y="1607264"/>
                <a:ext cx="1007919" cy="40395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5" name="筆跡 17">
                <a:extLst>
                  <a:ext uri="{FF2B5EF4-FFF2-40B4-BE49-F238E27FC236}">
                    <a16:creationId xmlns:a16="http://schemas.microsoft.com/office/drawing/2014/main" id="{F0FE5CAD-6E96-1651-EB77-CC7E9AC8B802}"/>
                  </a:ext>
                </a:extLst>
              </p14:cNvPr>
              <p14:cNvContentPartPr/>
              <p14:nvPr/>
            </p14:nvContentPartPr>
            <p14:xfrm>
              <a:off x="432620" y="1831272"/>
              <a:ext cx="137160" cy="45719"/>
            </p14:xfrm>
          </p:contentPart>
        </mc:Choice>
        <mc:Fallback xmlns="">
          <p:pic>
            <p:nvPicPr>
              <p:cNvPr id="55" name="筆跡 17">
                <a:extLst>
                  <a:ext uri="{FF2B5EF4-FFF2-40B4-BE49-F238E27FC236}">
                    <a16:creationId xmlns:a16="http://schemas.microsoft.com/office/drawing/2014/main" id="{F0FE5CAD-6E96-1651-EB77-CC7E9AC8B80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78620" y="-11884428"/>
                <a:ext cx="2448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6" name="筆跡 17">
                <a:extLst>
                  <a:ext uri="{FF2B5EF4-FFF2-40B4-BE49-F238E27FC236}">
                    <a16:creationId xmlns:a16="http://schemas.microsoft.com/office/drawing/2014/main" id="{DC7ECD6B-8858-A8EE-B7E0-1B74F4412B16}"/>
                  </a:ext>
                </a:extLst>
              </p14:cNvPr>
              <p14:cNvContentPartPr/>
              <p14:nvPr/>
            </p14:nvContentPartPr>
            <p14:xfrm>
              <a:off x="1678404" y="1986056"/>
              <a:ext cx="137160" cy="45719"/>
            </p14:xfrm>
          </p:contentPart>
        </mc:Choice>
        <mc:Fallback xmlns="">
          <p:pic>
            <p:nvPicPr>
              <p:cNvPr id="56" name="筆跡 17">
                <a:extLst>
                  <a:ext uri="{FF2B5EF4-FFF2-40B4-BE49-F238E27FC236}">
                    <a16:creationId xmlns:a16="http://schemas.microsoft.com/office/drawing/2014/main" id="{DC7ECD6B-8858-A8EE-B7E0-1B74F4412B1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624404" y="-11729644"/>
                <a:ext cx="2448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7" name="筆跡 17">
                <a:extLst>
                  <a:ext uri="{FF2B5EF4-FFF2-40B4-BE49-F238E27FC236}">
                    <a16:creationId xmlns:a16="http://schemas.microsoft.com/office/drawing/2014/main" id="{2FC5297A-C326-61DA-B9D9-1F618CA406A5}"/>
                  </a:ext>
                </a:extLst>
              </p14:cNvPr>
              <p14:cNvContentPartPr/>
              <p14:nvPr/>
            </p14:nvContentPartPr>
            <p14:xfrm>
              <a:off x="2061226" y="1822122"/>
              <a:ext cx="137160" cy="45719"/>
            </p14:xfrm>
          </p:contentPart>
        </mc:Choice>
        <mc:Fallback xmlns="">
          <p:pic>
            <p:nvPicPr>
              <p:cNvPr id="57" name="筆跡 17">
                <a:extLst>
                  <a:ext uri="{FF2B5EF4-FFF2-40B4-BE49-F238E27FC236}">
                    <a16:creationId xmlns:a16="http://schemas.microsoft.com/office/drawing/2014/main" id="{2FC5297A-C326-61DA-B9D9-1F618CA406A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007226" y="-11893578"/>
                <a:ext cx="2448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8" name="筆跡 17">
                <a:extLst>
                  <a:ext uri="{FF2B5EF4-FFF2-40B4-BE49-F238E27FC236}">
                    <a16:creationId xmlns:a16="http://schemas.microsoft.com/office/drawing/2014/main" id="{916AF902-93CA-9412-FEB2-462D2AC28893}"/>
                  </a:ext>
                </a:extLst>
              </p14:cNvPr>
              <p14:cNvContentPartPr/>
              <p14:nvPr/>
            </p14:nvContentPartPr>
            <p14:xfrm>
              <a:off x="4053592" y="1840230"/>
              <a:ext cx="137160" cy="45719"/>
            </p14:xfrm>
          </p:contentPart>
        </mc:Choice>
        <mc:Fallback xmlns="">
          <p:pic>
            <p:nvPicPr>
              <p:cNvPr id="58" name="筆跡 17">
                <a:extLst>
                  <a:ext uri="{FF2B5EF4-FFF2-40B4-BE49-F238E27FC236}">
                    <a16:creationId xmlns:a16="http://schemas.microsoft.com/office/drawing/2014/main" id="{916AF902-93CA-9412-FEB2-462D2AC2889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999592" y="-11875470"/>
                <a:ext cx="2448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9" name="筆跡 17">
                <a:extLst>
                  <a:ext uri="{FF2B5EF4-FFF2-40B4-BE49-F238E27FC236}">
                    <a16:creationId xmlns:a16="http://schemas.microsoft.com/office/drawing/2014/main" id="{A22E7B4C-45D4-F5E2-E86B-ED8ACEE14F93}"/>
                  </a:ext>
                </a:extLst>
              </p14:cNvPr>
              <p14:cNvContentPartPr/>
              <p14:nvPr/>
            </p14:nvContentPartPr>
            <p14:xfrm>
              <a:off x="6425245" y="1794511"/>
              <a:ext cx="137160" cy="45719"/>
            </p14:xfrm>
          </p:contentPart>
        </mc:Choice>
        <mc:Fallback xmlns="">
          <p:pic>
            <p:nvPicPr>
              <p:cNvPr id="59" name="筆跡 17">
                <a:extLst>
                  <a:ext uri="{FF2B5EF4-FFF2-40B4-BE49-F238E27FC236}">
                    <a16:creationId xmlns:a16="http://schemas.microsoft.com/office/drawing/2014/main" id="{A22E7B4C-45D4-F5E2-E86B-ED8ACEE14F9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371245" y="-11921189"/>
                <a:ext cx="2448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1" name="筆跡 17">
                <a:extLst>
                  <a:ext uri="{FF2B5EF4-FFF2-40B4-BE49-F238E27FC236}">
                    <a16:creationId xmlns:a16="http://schemas.microsoft.com/office/drawing/2014/main" id="{64C24C2C-DAD0-F868-F329-1E0D7E3C314C}"/>
                  </a:ext>
                </a:extLst>
              </p14:cNvPr>
              <p14:cNvContentPartPr/>
              <p14:nvPr/>
            </p14:nvContentPartPr>
            <p14:xfrm>
              <a:off x="887029" y="1799263"/>
              <a:ext cx="137160" cy="45719"/>
            </p14:xfrm>
          </p:contentPart>
        </mc:Choice>
        <mc:Fallback xmlns="">
          <p:pic>
            <p:nvPicPr>
              <p:cNvPr id="61" name="筆跡 17">
                <a:extLst>
                  <a:ext uri="{FF2B5EF4-FFF2-40B4-BE49-F238E27FC236}">
                    <a16:creationId xmlns:a16="http://schemas.microsoft.com/office/drawing/2014/main" id="{64C24C2C-DAD0-F868-F329-1E0D7E3C314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33029" y="-11916437"/>
                <a:ext cx="2448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3" name="筆跡 17">
                <a:extLst>
                  <a:ext uri="{FF2B5EF4-FFF2-40B4-BE49-F238E27FC236}">
                    <a16:creationId xmlns:a16="http://schemas.microsoft.com/office/drawing/2014/main" id="{5E624615-F12B-D6E2-4789-28388B06C8F4}"/>
                  </a:ext>
                </a:extLst>
              </p14:cNvPr>
              <p14:cNvContentPartPr/>
              <p14:nvPr/>
            </p14:nvContentPartPr>
            <p14:xfrm>
              <a:off x="2565831" y="1840230"/>
              <a:ext cx="137160" cy="45719"/>
            </p14:xfrm>
          </p:contentPart>
        </mc:Choice>
        <mc:Fallback xmlns="">
          <p:pic>
            <p:nvPicPr>
              <p:cNvPr id="63" name="筆跡 17">
                <a:extLst>
                  <a:ext uri="{FF2B5EF4-FFF2-40B4-BE49-F238E27FC236}">
                    <a16:creationId xmlns:a16="http://schemas.microsoft.com/office/drawing/2014/main" id="{5E624615-F12B-D6E2-4789-28388B06C8F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511831" y="-11875470"/>
                <a:ext cx="2448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4" name="筆跡 17">
                <a:extLst>
                  <a:ext uri="{FF2B5EF4-FFF2-40B4-BE49-F238E27FC236}">
                    <a16:creationId xmlns:a16="http://schemas.microsoft.com/office/drawing/2014/main" id="{C73E935D-75C3-BB25-9DB7-809F597487B1}"/>
                  </a:ext>
                </a:extLst>
              </p14:cNvPr>
              <p14:cNvContentPartPr/>
              <p14:nvPr/>
            </p14:nvContentPartPr>
            <p14:xfrm>
              <a:off x="3499111" y="1986056"/>
              <a:ext cx="137160" cy="45719"/>
            </p14:xfrm>
          </p:contentPart>
        </mc:Choice>
        <mc:Fallback xmlns="">
          <p:pic>
            <p:nvPicPr>
              <p:cNvPr id="64" name="筆跡 17">
                <a:extLst>
                  <a:ext uri="{FF2B5EF4-FFF2-40B4-BE49-F238E27FC236}">
                    <a16:creationId xmlns:a16="http://schemas.microsoft.com/office/drawing/2014/main" id="{C73E935D-75C3-BB25-9DB7-809F597487B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445111" y="-11729644"/>
                <a:ext cx="2448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65" name="筆跡 17">
                <a:extLst>
                  <a:ext uri="{FF2B5EF4-FFF2-40B4-BE49-F238E27FC236}">
                    <a16:creationId xmlns:a16="http://schemas.microsoft.com/office/drawing/2014/main" id="{11870EEE-558A-96CE-E4DF-718286FD04B3}"/>
                  </a:ext>
                </a:extLst>
              </p14:cNvPr>
              <p14:cNvContentPartPr/>
              <p14:nvPr/>
            </p14:nvContentPartPr>
            <p14:xfrm>
              <a:off x="4518959" y="1840482"/>
              <a:ext cx="137160" cy="45719"/>
            </p14:xfrm>
          </p:contentPart>
        </mc:Choice>
        <mc:Fallback xmlns="">
          <p:pic>
            <p:nvPicPr>
              <p:cNvPr id="65" name="筆跡 17">
                <a:extLst>
                  <a:ext uri="{FF2B5EF4-FFF2-40B4-BE49-F238E27FC236}">
                    <a16:creationId xmlns:a16="http://schemas.microsoft.com/office/drawing/2014/main" id="{11870EEE-558A-96CE-E4DF-718286FD04B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464959" y="-11875218"/>
                <a:ext cx="2448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6" name="筆跡 17">
                <a:extLst>
                  <a:ext uri="{FF2B5EF4-FFF2-40B4-BE49-F238E27FC236}">
                    <a16:creationId xmlns:a16="http://schemas.microsoft.com/office/drawing/2014/main" id="{753C20AC-DC52-1B3C-CD90-4DB012796E3D}"/>
                  </a:ext>
                </a:extLst>
              </p14:cNvPr>
              <p14:cNvContentPartPr/>
              <p14:nvPr/>
            </p14:nvContentPartPr>
            <p14:xfrm>
              <a:off x="6906668" y="1817370"/>
              <a:ext cx="137160" cy="45719"/>
            </p14:xfrm>
          </p:contentPart>
        </mc:Choice>
        <mc:Fallback xmlns="">
          <p:pic>
            <p:nvPicPr>
              <p:cNvPr id="66" name="筆跡 17">
                <a:extLst>
                  <a:ext uri="{FF2B5EF4-FFF2-40B4-BE49-F238E27FC236}">
                    <a16:creationId xmlns:a16="http://schemas.microsoft.com/office/drawing/2014/main" id="{753C20AC-DC52-1B3C-CD90-4DB012796E3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852668" y="-11898330"/>
                <a:ext cx="244800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1383EF7-D878-0168-DE9C-C754B3C7A046}"/>
              </a:ext>
            </a:extLst>
          </p:cNvPr>
          <p:cNvCxnSpPr>
            <a:cxnSpLocks/>
          </p:cNvCxnSpPr>
          <p:nvPr/>
        </p:nvCxnSpPr>
        <p:spPr>
          <a:xfrm flipV="1">
            <a:off x="1610583" y="1868737"/>
            <a:ext cx="255877" cy="2503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231B331-FD88-4C8B-F531-944BAD8309FC}"/>
              </a:ext>
            </a:extLst>
          </p:cNvPr>
          <p:cNvCxnSpPr>
            <a:cxnSpLocks/>
          </p:cNvCxnSpPr>
          <p:nvPr/>
        </p:nvCxnSpPr>
        <p:spPr>
          <a:xfrm flipV="1">
            <a:off x="2030027" y="1709912"/>
            <a:ext cx="255877" cy="2503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0EDAAA8-A92F-014D-4CBF-3E5F2D7C3416}"/>
              </a:ext>
            </a:extLst>
          </p:cNvPr>
          <p:cNvCxnSpPr>
            <a:cxnSpLocks/>
          </p:cNvCxnSpPr>
          <p:nvPr/>
        </p:nvCxnSpPr>
        <p:spPr>
          <a:xfrm flipV="1">
            <a:off x="3424180" y="1875468"/>
            <a:ext cx="255877" cy="2503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D9558F2-A5A8-5C74-AA21-16DF55412217}"/>
              </a:ext>
            </a:extLst>
          </p:cNvPr>
          <p:cNvCxnSpPr>
            <a:cxnSpLocks/>
          </p:cNvCxnSpPr>
          <p:nvPr/>
        </p:nvCxnSpPr>
        <p:spPr>
          <a:xfrm flipV="1">
            <a:off x="4416298" y="1709911"/>
            <a:ext cx="255877" cy="2503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8E44590-0785-D91E-D759-6A75DA703E49}"/>
                  </a:ext>
                </a:extLst>
              </p:cNvPr>
              <p:cNvSpPr txBox="1"/>
              <p:nvPr/>
            </p:nvSpPr>
            <p:spPr>
              <a:xfrm>
                <a:off x="2380795" y="2423835"/>
                <a:ext cx="411303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14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7</m:t>
                      </m:r>
                      <m:r>
                        <m:rPr>
                          <m:nor/>
                        </m:rP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)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8E44590-0785-D91E-D759-6A75DA703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795" y="2423835"/>
                <a:ext cx="4113030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3" name="筆跡 17">
                <a:extLst>
                  <a:ext uri="{FF2B5EF4-FFF2-40B4-BE49-F238E27FC236}">
                    <a16:creationId xmlns:a16="http://schemas.microsoft.com/office/drawing/2014/main" id="{709EB59F-9071-7051-3588-DABB3BB923CF}"/>
                  </a:ext>
                </a:extLst>
              </p14:cNvPr>
              <p14:cNvContentPartPr/>
              <p14:nvPr/>
            </p14:nvContentPartPr>
            <p14:xfrm>
              <a:off x="3197702" y="2623890"/>
              <a:ext cx="137160" cy="45719"/>
            </p14:xfrm>
          </p:contentPart>
        </mc:Choice>
        <mc:Fallback xmlns="">
          <p:pic>
            <p:nvPicPr>
              <p:cNvPr id="73" name="筆跡 17">
                <a:extLst>
                  <a:ext uri="{FF2B5EF4-FFF2-40B4-BE49-F238E27FC236}">
                    <a16:creationId xmlns:a16="http://schemas.microsoft.com/office/drawing/2014/main" id="{709EB59F-9071-7051-3588-DABB3BB923C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143702" y="-11091810"/>
                <a:ext cx="2448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74" name="筆跡 17">
                <a:extLst>
                  <a:ext uri="{FF2B5EF4-FFF2-40B4-BE49-F238E27FC236}">
                    <a16:creationId xmlns:a16="http://schemas.microsoft.com/office/drawing/2014/main" id="{C79B6B38-F70A-F757-CDF4-C29A17212BA1}"/>
                  </a:ext>
                </a:extLst>
              </p14:cNvPr>
              <p14:cNvContentPartPr/>
              <p14:nvPr/>
            </p14:nvContentPartPr>
            <p14:xfrm>
              <a:off x="3869691" y="2623890"/>
              <a:ext cx="137160" cy="45719"/>
            </p14:xfrm>
          </p:contentPart>
        </mc:Choice>
        <mc:Fallback xmlns="">
          <p:pic>
            <p:nvPicPr>
              <p:cNvPr id="74" name="筆跡 17">
                <a:extLst>
                  <a:ext uri="{FF2B5EF4-FFF2-40B4-BE49-F238E27FC236}">
                    <a16:creationId xmlns:a16="http://schemas.microsoft.com/office/drawing/2014/main" id="{C79B6B38-F70A-F757-CDF4-C29A17212BA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815691" y="-11091810"/>
                <a:ext cx="244800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037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  <p:bldP spid="17" grpId="0"/>
      <p:bldP spid="19" grpId="0"/>
      <p:bldP spid="29" grpId="0"/>
      <p:bldP spid="30" grpId="0"/>
      <p:bldP spid="34" grpId="0"/>
      <p:bldP spid="38" grpId="0"/>
      <p:bldP spid="44" grpId="0"/>
      <p:bldP spid="45" grpId="0"/>
      <p:bldP spid="51" grpId="0"/>
      <p:bldP spid="52" grpId="0"/>
      <p:bldP spid="53" grpId="0"/>
      <p:bldP spid="54" grpId="0"/>
      <p:bldP spid="7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/>
              <p:nvPr/>
            </p:nvSpPr>
            <p:spPr>
              <a:xfrm>
                <a:off x="265176" y="186854"/>
                <a:ext cx="5830824" cy="990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TW" sz="4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m:rPr>
                        <m:nor/>
                      </m:rPr>
                      <a:rPr lang="en-HK" altLang="zh-TW" sz="4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a:rPr lang="en-US" altLang="zh-TW" sz="4000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sz="4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n-HK" altLang="zh-HK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HK" altLang="zh-TW" sz="4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HK" altLang="en-US" sz="4000"/>
                  <a:t>	</a:t>
                </a:r>
                <a:r>
                  <a:rPr lang="en-HK" altLang="zh-HK" sz="400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HK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+5</m:t>
                        </m:r>
                      </m:num>
                      <m:den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4000" i="1"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HK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11−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zh-HK" altLang="en-US" sz="400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6E10566-9381-4EC7-A90C-3CA8DC95D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186854"/>
                <a:ext cx="5830824" cy="9906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筆跡 17">
                <a:extLst>
                  <a:ext uri="{FF2B5EF4-FFF2-40B4-BE49-F238E27FC236}">
                    <a16:creationId xmlns:a16="http://schemas.microsoft.com/office/drawing/2014/main" id="{C15105D0-A4D6-9DB6-6360-91CADA40C70F}"/>
                  </a:ext>
                </a:extLst>
              </p14:cNvPr>
              <p14:cNvContentPartPr/>
              <p14:nvPr/>
            </p14:nvContentPartPr>
            <p14:xfrm>
              <a:off x="3555547" y="991387"/>
              <a:ext cx="275790" cy="45719"/>
            </p14:xfrm>
          </p:contentPart>
        </mc:Choice>
        <mc:Fallback xmlns="">
          <p:pic>
            <p:nvPicPr>
              <p:cNvPr id="10" name="筆跡 17">
                <a:extLst>
                  <a:ext uri="{FF2B5EF4-FFF2-40B4-BE49-F238E27FC236}">
                    <a16:creationId xmlns:a16="http://schemas.microsoft.com/office/drawing/2014/main" id="{C15105D0-A4D6-9DB6-6360-91CADA40C7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1541" y="-12724313"/>
                <a:ext cx="38344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筆跡 17">
                <a:extLst>
                  <a:ext uri="{FF2B5EF4-FFF2-40B4-BE49-F238E27FC236}">
                    <a16:creationId xmlns:a16="http://schemas.microsoft.com/office/drawing/2014/main" id="{BA4ABBE4-3B32-CF78-CB4A-40F20D49903F}"/>
                  </a:ext>
                </a:extLst>
              </p14:cNvPr>
              <p14:cNvContentPartPr/>
              <p14:nvPr/>
            </p14:nvContentPartPr>
            <p14:xfrm>
              <a:off x="5289859" y="992173"/>
              <a:ext cx="275790" cy="45719"/>
            </p14:xfrm>
          </p:contentPart>
        </mc:Choice>
        <mc:Fallback xmlns="">
          <p:pic>
            <p:nvPicPr>
              <p:cNvPr id="11" name="筆跡 17">
                <a:extLst>
                  <a:ext uri="{FF2B5EF4-FFF2-40B4-BE49-F238E27FC236}">
                    <a16:creationId xmlns:a16="http://schemas.microsoft.com/office/drawing/2014/main" id="{BA4ABBE4-3B32-CF78-CB4A-40F20D4990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35853" y="-12723527"/>
                <a:ext cx="383442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群組 74">
            <a:extLst>
              <a:ext uri="{FF2B5EF4-FFF2-40B4-BE49-F238E27FC236}">
                <a16:creationId xmlns:a16="http://schemas.microsoft.com/office/drawing/2014/main" id="{934A15A2-C145-2AFF-E573-8541D3BDD569}"/>
              </a:ext>
            </a:extLst>
          </p:cNvPr>
          <p:cNvGrpSpPr/>
          <p:nvPr/>
        </p:nvGrpSpPr>
        <p:grpSpPr>
          <a:xfrm>
            <a:off x="2155742" y="1421204"/>
            <a:ext cx="1277783" cy="763449"/>
            <a:chOff x="2536132" y="4859726"/>
            <a:chExt cx="1277783" cy="7634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75">
                  <a:extLst>
                    <a:ext uri="{FF2B5EF4-FFF2-40B4-BE49-F238E27FC236}">
                      <a16:creationId xmlns:a16="http://schemas.microsoft.com/office/drawing/2014/main" id="{C3BA58E3-A145-D935-5B5E-C4A9C99211DB}"/>
                    </a:ext>
                  </a:extLst>
                </p:cNvPr>
                <p:cNvSpPr txBox="1"/>
                <p:nvPr/>
              </p:nvSpPr>
              <p:spPr>
                <a:xfrm>
                  <a:off x="2536132" y="4859726"/>
                  <a:ext cx="12777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x</m:t>
                        </m:r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5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1" name="文字方塊 75">
                  <a:extLst>
                    <a:ext uri="{FF2B5EF4-FFF2-40B4-BE49-F238E27FC236}">
                      <a16:creationId xmlns:a16="http://schemas.microsoft.com/office/drawing/2014/main" id="{C3BA58E3-A145-D935-5B5E-C4A9C9921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6132" y="4859726"/>
                  <a:ext cx="1277783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群組 76">
              <a:extLst>
                <a:ext uri="{FF2B5EF4-FFF2-40B4-BE49-F238E27FC236}">
                  <a16:creationId xmlns:a16="http://schemas.microsoft.com/office/drawing/2014/main" id="{9B6354DB-F456-BBBA-B116-C41E6AE64CD2}"/>
                </a:ext>
              </a:extLst>
            </p:cNvPr>
            <p:cNvGrpSpPr/>
            <p:nvPr/>
          </p:nvGrpSpPr>
          <p:grpSpPr>
            <a:xfrm>
              <a:off x="2684979" y="5223065"/>
              <a:ext cx="1014727" cy="400110"/>
              <a:chOff x="2684979" y="5223065"/>
              <a:chExt cx="1014727" cy="400110"/>
            </a:xfrm>
          </p:grpSpPr>
          <p:cxnSp>
            <p:nvCxnSpPr>
              <p:cNvPr id="31" name="直線接點 77">
                <a:extLst>
                  <a:ext uri="{FF2B5EF4-FFF2-40B4-BE49-F238E27FC236}">
                    <a16:creationId xmlns:a16="http://schemas.microsoft.com/office/drawing/2014/main" id="{7AADA4D9-EC00-6441-EFF3-2C8A317B107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684979" y="5230443"/>
                <a:ext cx="1014727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4" name="文字方塊 78">
                <a:extLst>
                  <a:ext uri="{FF2B5EF4-FFF2-40B4-BE49-F238E27FC236}">
                    <a16:creationId xmlns:a16="http://schemas.microsoft.com/office/drawing/2014/main" id="{09ED30F0-C5B1-61CA-6025-E2CEE371E4AF}"/>
                  </a:ext>
                </a:extLst>
              </p:cNvPr>
              <p:cNvSpPr txBox="1"/>
              <p:nvPr/>
            </p:nvSpPr>
            <p:spPr>
              <a:xfrm>
                <a:off x="3081929" y="5223065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0CBC9F3-C782-E977-A2BE-CE12409DD882}"/>
                  </a:ext>
                </a:extLst>
              </p:cNvPr>
              <p:cNvSpPr txBox="1"/>
              <p:nvPr/>
            </p:nvSpPr>
            <p:spPr>
              <a:xfrm>
                <a:off x="3569424" y="1601452"/>
                <a:ext cx="1007919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0CBC9F3-C782-E977-A2BE-CE12409DD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424" y="1601452"/>
                <a:ext cx="1007919" cy="4039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DBC439B-A16F-8B20-D2C8-7415C272F31A}"/>
                  </a:ext>
                </a:extLst>
              </p:cNvPr>
              <p:cNvSpPr txBox="1"/>
              <p:nvPr/>
            </p:nvSpPr>
            <p:spPr>
              <a:xfrm>
                <a:off x="4496471" y="1603375"/>
                <a:ext cx="3643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DBC439B-A16F-8B20-D2C8-7415C272F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471" y="1603375"/>
                <a:ext cx="364383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9" name="筆跡 17">
                <a:extLst>
                  <a:ext uri="{FF2B5EF4-FFF2-40B4-BE49-F238E27FC236}">
                    <a16:creationId xmlns:a16="http://schemas.microsoft.com/office/drawing/2014/main" id="{67C2A87E-51B4-2583-7EE2-ACB8D9700D37}"/>
                  </a:ext>
                </a:extLst>
              </p14:cNvPr>
              <p14:cNvContentPartPr/>
              <p14:nvPr/>
            </p14:nvContentPartPr>
            <p14:xfrm>
              <a:off x="2851490" y="1977533"/>
              <a:ext cx="137160" cy="45719"/>
            </p14:xfrm>
          </p:contentPart>
        </mc:Choice>
        <mc:Fallback xmlns="">
          <p:pic>
            <p:nvPicPr>
              <p:cNvPr id="49" name="筆跡 17">
                <a:extLst>
                  <a:ext uri="{FF2B5EF4-FFF2-40B4-BE49-F238E27FC236}">
                    <a16:creationId xmlns:a16="http://schemas.microsoft.com/office/drawing/2014/main" id="{67C2A87E-51B4-2583-7EE2-ACB8D9700D3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97490" y="-11738167"/>
                <a:ext cx="2448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筆跡 17">
                <a:extLst>
                  <a:ext uri="{FF2B5EF4-FFF2-40B4-BE49-F238E27FC236}">
                    <a16:creationId xmlns:a16="http://schemas.microsoft.com/office/drawing/2014/main" id="{15E0EA7D-811E-8BD0-E6DE-56BD033DE545}"/>
                  </a:ext>
                </a:extLst>
              </p14:cNvPr>
              <p14:cNvContentPartPr/>
              <p14:nvPr/>
            </p14:nvContentPartPr>
            <p14:xfrm>
              <a:off x="3750053" y="1815832"/>
              <a:ext cx="137160" cy="45719"/>
            </p14:xfrm>
          </p:contentPart>
        </mc:Choice>
        <mc:Fallback xmlns="">
          <p:pic>
            <p:nvPicPr>
              <p:cNvPr id="53" name="筆跡 17">
                <a:extLst>
                  <a:ext uri="{FF2B5EF4-FFF2-40B4-BE49-F238E27FC236}">
                    <a16:creationId xmlns:a16="http://schemas.microsoft.com/office/drawing/2014/main" id="{15E0EA7D-811E-8BD0-E6DE-56BD033DE54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96053" y="-11899868"/>
                <a:ext cx="2448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筆跡 17">
                <a:extLst>
                  <a:ext uri="{FF2B5EF4-FFF2-40B4-BE49-F238E27FC236}">
                    <a16:creationId xmlns:a16="http://schemas.microsoft.com/office/drawing/2014/main" id="{5EB1EC40-943D-D0D7-9BBB-027034FF4A87}"/>
                  </a:ext>
                </a:extLst>
              </p14:cNvPr>
              <p14:cNvContentPartPr/>
              <p14:nvPr/>
            </p14:nvContentPartPr>
            <p14:xfrm>
              <a:off x="4229550" y="1822799"/>
              <a:ext cx="137160" cy="45719"/>
            </p14:xfrm>
          </p:contentPart>
        </mc:Choice>
        <mc:Fallback xmlns="">
          <p:pic>
            <p:nvPicPr>
              <p:cNvPr id="54" name="筆跡 17">
                <a:extLst>
                  <a:ext uri="{FF2B5EF4-FFF2-40B4-BE49-F238E27FC236}">
                    <a16:creationId xmlns:a16="http://schemas.microsoft.com/office/drawing/2014/main" id="{5EB1EC40-943D-D0D7-9BBB-027034FF4A8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175550" y="-11892901"/>
                <a:ext cx="244800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646B624-660F-5977-21F3-D684249D855F}"/>
              </a:ext>
            </a:extLst>
          </p:cNvPr>
          <p:cNvCxnSpPr>
            <a:cxnSpLocks/>
          </p:cNvCxnSpPr>
          <p:nvPr/>
        </p:nvCxnSpPr>
        <p:spPr>
          <a:xfrm flipV="1">
            <a:off x="2738350" y="1868518"/>
            <a:ext cx="252576" cy="22047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75CA65A-8A6F-5D6E-EA9E-0E46E9F3E937}"/>
              </a:ext>
            </a:extLst>
          </p:cNvPr>
          <p:cNvCxnSpPr>
            <a:cxnSpLocks/>
          </p:cNvCxnSpPr>
          <p:nvPr/>
        </p:nvCxnSpPr>
        <p:spPr>
          <a:xfrm flipV="1">
            <a:off x="3754085" y="1708731"/>
            <a:ext cx="225237" cy="2322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53B1008-CEBD-79C7-75A1-358EF797029B}"/>
                  </a:ext>
                </a:extLst>
              </p:cNvPr>
              <p:cNvSpPr txBox="1"/>
              <p:nvPr/>
            </p:nvSpPr>
            <p:spPr>
              <a:xfrm>
                <a:off x="3309437" y="1617459"/>
                <a:ext cx="38414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53B1008-CEBD-79C7-75A1-358EF7970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9437" y="1617459"/>
                <a:ext cx="384142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群組 74">
            <a:extLst>
              <a:ext uri="{FF2B5EF4-FFF2-40B4-BE49-F238E27FC236}">
                <a16:creationId xmlns:a16="http://schemas.microsoft.com/office/drawing/2014/main" id="{11214A67-9E2B-59F7-9DA8-04EE8BFA5783}"/>
              </a:ext>
            </a:extLst>
          </p:cNvPr>
          <p:cNvGrpSpPr/>
          <p:nvPr/>
        </p:nvGrpSpPr>
        <p:grpSpPr>
          <a:xfrm>
            <a:off x="4748706" y="1425004"/>
            <a:ext cx="1277783" cy="763449"/>
            <a:chOff x="2536132" y="4859726"/>
            <a:chExt cx="1277783" cy="7634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75">
                  <a:extLst>
                    <a:ext uri="{FF2B5EF4-FFF2-40B4-BE49-F238E27FC236}">
                      <a16:creationId xmlns:a16="http://schemas.microsoft.com/office/drawing/2014/main" id="{00D0CC39-1FD6-E65E-8A29-18ECAE3B9ACF}"/>
                    </a:ext>
                  </a:extLst>
                </p:cNvPr>
                <p:cNvSpPr txBox="1"/>
                <p:nvPr/>
              </p:nvSpPr>
              <p:spPr>
                <a:xfrm>
                  <a:off x="2536132" y="4859726"/>
                  <a:ext cx="12777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11</m:t>
                        </m:r>
                        <m:r>
                          <a:rPr lang="en-US" sz="2000" b="1" i="1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x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5" name="文字方塊 75">
                  <a:extLst>
                    <a:ext uri="{FF2B5EF4-FFF2-40B4-BE49-F238E27FC236}">
                      <a16:creationId xmlns:a16="http://schemas.microsoft.com/office/drawing/2014/main" id="{00D0CC39-1FD6-E65E-8A29-18ECAE3B9A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6132" y="4859726"/>
                  <a:ext cx="1277783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6" name="群組 76">
              <a:extLst>
                <a:ext uri="{FF2B5EF4-FFF2-40B4-BE49-F238E27FC236}">
                  <a16:creationId xmlns:a16="http://schemas.microsoft.com/office/drawing/2014/main" id="{AF04C99A-FF5D-7C66-7E85-2AFC6469C0EB}"/>
                </a:ext>
              </a:extLst>
            </p:cNvPr>
            <p:cNvGrpSpPr/>
            <p:nvPr/>
          </p:nvGrpSpPr>
          <p:grpSpPr>
            <a:xfrm>
              <a:off x="2684979" y="5223065"/>
              <a:ext cx="1014727" cy="400110"/>
              <a:chOff x="2684979" y="5223065"/>
              <a:chExt cx="1014727" cy="400110"/>
            </a:xfrm>
          </p:grpSpPr>
          <p:cxnSp>
            <p:nvCxnSpPr>
              <p:cNvPr id="67" name="直線接點 77">
                <a:extLst>
                  <a:ext uri="{FF2B5EF4-FFF2-40B4-BE49-F238E27FC236}">
                    <a16:creationId xmlns:a16="http://schemas.microsoft.com/office/drawing/2014/main" id="{EE0CAAF9-44F7-35E0-6E01-0C4E1FD94E8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684979" y="5230443"/>
                <a:ext cx="1014727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8" name="文字方塊 78">
                <a:extLst>
                  <a:ext uri="{FF2B5EF4-FFF2-40B4-BE49-F238E27FC236}">
                    <a16:creationId xmlns:a16="http://schemas.microsoft.com/office/drawing/2014/main" id="{DFE24E81-2077-C967-036E-69FBCAA3EA69}"/>
                  </a:ext>
                </a:extLst>
              </p:cNvPr>
              <p:cNvSpPr txBox="1"/>
              <p:nvPr/>
            </p:nvSpPr>
            <p:spPr>
              <a:xfrm>
                <a:off x="3081929" y="5223065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296D15C-F93B-1741-8E1A-F0B98FECF432}"/>
                  </a:ext>
                </a:extLst>
              </p:cNvPr>
              <p:cNvSpPr txBox="1"/>
              <p:nvPr/>
            </p:nvSpPr>
            <p:spPr>
              <a:xfrm>
                <a:off x="6162388" y="1605252"/>
                <a:ext cx="1007919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296D15C-F93B-1741-8E1A-F0B98FECF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388" y="1605252"/>
                <a:ext cx="1007919" cy="40395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0" name="筆跡 17">
                <a:extLst>
                  <a:ext uri="{FF2B5EF4-FFF2-40B4-BE49-F238E27FC236}">
                    <a16:creationId xmlns:a16="http://schemas.microsoft.com/office/drawing/2014/main" id="{931D4A3B-EA46-239E-804B-EA7F0F3613BA}"/>
                  </a:ext>
                </a:extLst>
              </p14:cNvPr>
              <p14:cNvContentPartPr/>
              <p14:nvPr/>
            </p14:nvContentPartPr>
            <p14:xfrm>
              <a:off x="5435810" y="1971850"/>
              <a:ext cx="137160" cy="45719"/>
            </p14:xfrm>
          </p:contentPart>
        </mc:Choice>
        <mc:Fallback xmlns="">
          <p:pic>
            <p:nvPicPr>
              <p:cNvPr id="70" name="筆跡 17">
                <a:extLst>
                  <a:ext uri="{FF2B5EF4-FFF2-40B4-BE49-F238E27FC236}">
                    <a16:creationId xmlns:a16="http://schemas.microsoft.com/office/drawing/2014/main" id="{931D4A3B-EA46-239E-804B-EA7F0F3613B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81810" y="-11743850"/>
                <a:ext cx="2448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1" name="筆跡 17">
                <a:extLst>
                  <a:ext uri="{FF2B5EF4-FFF2-40B4-BE49-F238E27FC236}">
                    <a16:creationId xmlns:a16="http://schemas.microsoft.com/office/drawing/2014/main" id="{F536ECA9-5B42-1C78-C3D6-952E7343568D}"/>
                  </a:ext>
                </a:extLst>
              </p14:cNvPr>
              <p14:cNvContentPartPr/>
              <p14:nvPr/>
            </p14:nvContentPartPr>
            <p14:xfrm>
              <a:off x="6369453" y="1792972"/>
              <a:ext cx="137160" cy="45719"/>
            </p14:xfrm>
          </p:contentPart>
        </mc:Choice>
        <mc:Fallback xmlns="">
          <p:pic>
            <p:nvPicPr>
              <p:cNvPr id="71" name="筆跡 17">
                <a:extLst>
                  <a:ext uri="{FF2B5EF4-FFF2-40B4-BE49-F238E27FC236}">
                    <a16:creationId xmlns:a16="http://schemas.microsoft.com/office/drawing/2014/main" id="{F536ECA9-5B42-1C78-C3D6-952E7343568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15453" y="-11922728"/>
                <a:ext cx="2448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2" name="筆跡 17">
                <a:extLst>
                  <a:ext uri="{FF2B5EF4-FFF2-40B4-BE49-F238E27FC236}">
                    <a16:creationId xmlns:a16="http://schemas.microsoft.com/office/drawing/2014/main" id="{FF8916A7-5291-A3BC-D46C-A3509C90357A}"/>
                  </a:ext>
                </a:extLst>
              </p14:cNvPr>
              <p14:cNvContentPartPr/>
              <p14:nvPr/>
            </p14:nvContentPartPr>
            <p14:xfrm>
              <a:off x="6839044" y="1803430"/>
              <a:ext cx="137160" cy="45719"/>
            </p14:xfrm>
          </p:contentPart>
        </mc:Choice>
        <mc:Fallback xmlns="">
          <p:pic>
            <p:nvPicPr>
              <p:cNvPr id="72" name="筆跡 17">
                <a:extLst>
                  <a:ext uri="{FF2B5EF4-FFF2-40B4-BE49-F238E27FC236}">
                    <a16:creationId xmlns:a16="http://schemas.microsoft.com/office/drawing/2014/main" id="{FF8916A7-5291-A3BC-D46C-A3509C90357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85044" y="-11912270"/>
                <a:ext cx="2448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79F087E-6773-F89E-5C9F-8BE48AB0A817}"/>
                  </a:ext>
                </a:extLst>
              </p:cNvPr>
              <p:cNvSpPr txBox="1"/>
              <p:nvPr/>
            </p:nvSpPr>
            <p:spPr>
              <a:xfrm>
                <a:off x="5902401" y="1621259"/>
                <a:ext cx="38414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79F087E-6773-F89E-5C9F-8BE48AB0A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401" y="1621259"/>
                <a:ext cx="384142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DA6ED84-C331-4437-929B-3122788174A0}"/>
              </a:ext>
            </a:extLst>
          </p:cNvPr>
          <p:cNvCxnSpPr>
            <a:cxnSpLocks/>
          </p:cNvCxnSpPr>
          <p:nvPr/>
        </p:nvCxnSpPr>
        <p:spPr>
          <a:xfrm flipV="1">
            <a:off x="5389299" y="1832492"/>
            <a:ext cx="252819" cy="22257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9E00D9-78FA-C3B8-90A5-89AF06D32CDA}"/>
              </a:ext>
            </a:extLst>
          </p:cNvPr>
          <p:cNvCxnSpPr>
            <a:cxnSpLocks/>
          </p:cNvCxnSpPr>
          <p:nvPr/>
        </p:nvCxnSpPr>
        <p:spPr>
          <a:xfrm flipV="1">
            <a:off x="6794464" y="1708731"/>
            <a:ext cx="181740" cy="24891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F561E64-3CE9-B87C-D512-19740645ED9D}"/>
                  </a:ext>
                </a:extLst>
              </p:cNvPr>
              <p:cNvSpPr txBox="1"/>
              <p:nvPr/>
            </p:nvSpPr>
            <p:spPr>
              <a:xfrm>
                <a:off x="2616135" y="2685349"/>
                <a:ext cx="3955609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(</m:t>
                    </m:r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m:t>3</m:t>
                    </m:r>
                    <m:r>
                      <m:rPr>
                        <m:nor/>
                      </m:rPr>
                      <a:rPr lang="en-US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x</m:t>
                    </m:r>
                    <m:r>
                      <a:rPr lang="en-US" sz="2000" b="1" i="1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m:t>5</m:t>
                    </m:r>
                    <m:r>
                      <m:rPr>
                        <m:nor/>
                      </m:rPr>
                      <a:rPr lang="en-US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)</m:t>
                    </m:r>
                    <m:r>
                      <a:rPr lang="en-US" sz="2000" b="1" i="1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m:t>3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m:rPr>
                        <m:nor/>
                      </m:rP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m:t>11</m:t>
                    </m:r>
                    <m:r>
                      <a:rPr lang="en-US" sz="2000" b="1" i="1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r>
                  <a:rPr lang="en-US" sz="2000" b="1">
                    <a:ln>
                      <a:solidFill>
                        <a:schemeClr val="tx1"/>
                      </a:solidFill>
                    </a:ln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m:t>2</m:t>
                    </m:r>
                  </m:oMath>
                </a14:m>
                <a:endParaRPr lang="en-US" sz="200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F561E64-3CE9-B87C-D512-19740645E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135" y="2685349"/>
                <a:ext cx="3955609" cy="40395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2" name="筆跡 17">
                <a:extLst>
                  <a:ext uri="{FF2B5EF4-FFF2-40B4-BE49-F238E27FC236}">
                    <a16:creationId xmlns:a16="http://schemas.microsoft.com/office/drawing/2014/main" id="{8F3B236D-7F02-8893-9D45-754056ACF818}"/>
                  </a:ext>
                </a:extLst>
              </p14:cNvPr>
              <p14:cNvContentPartPr/>
              <p14:nvPr/>
            </p14:nvContentPartPr>
            <p14:xfrm>
              <a:off x="4385747" y="2892120"/>
              <a:ext cx="137160" cy="45719"/>
            </p14:xfrm>
          </p:contentPart>
        </mc:Choice>
        <mc:Fallback xmlns="">
          <p:pic>
            <p:nvPicPr>
              <p:cNvPr id="82" name="筆跡 17">
                <a:extLst>
                  <a:ext uri="{FF2B5EF4-FFF2-40B4-BE49-F238E27FC236}">
                    <a16:creationId xmlns:a16="http://schemas.microsoft.com/office/drawing/2014/main" id="{8F3B236D-7F02-8893-9D45-754056ACF81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331747" y="-10823580"/>
                <a:ext cx="2448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3" name="筆跡 17">
                <a:extLst>
                  <a:ext uri="{FF2B5EF4-FFF2-40B4-BE49-F238E27FC236}">
                    <a16:creationId xmlns:a16="http://schemas.microsoft.com/office/drawing/2014/main" id="{FF8E398A-F779-3862-38C0-80A93E05960A}"/>
                  </a:ext>
                </a:extLst>
              </p14:cNvPr>
              <p14:cNvContentPartPr/>
              <p14:nvPr/>
            </p14:nvContentPartPr>
            <p14:xfrm>
              <a:off x="6154624" y="2914979"/>
              <a:ext cx="137160" cy="45719"/>
            </p14:xfrm>
          </p:contentPart>
        </mc:Choice>
        <mc:Fallback xmlns="">
          <p:pic>
            <p:nvPicPr>
              <p:cNvPr id="83" name="筆跡 17">
                <a:extLst>
                  <a:ext uri="{FF2B5EF4-FFF2-40B4-BE49-F238E27FC236}">
                    <a16:creationId xmlns:a16="http://schemas.microsoft.com/office/drawing/2014/main" id="{FF8E398A-F779-3862-38C0-80A93E05960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00624" y="-10800721"/>
                <a:ext cx="2448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F1CBC42-2472-3D48-67FF-518FEF92B1B9}"/>
                  </a:ext>
                </a:extLst>
              </p:cNvPr>
              <p:cNvSpPr txBox="1"/>
              <p:nvPr/>
            </p:nvSpPr>
            <p:spPr>
              <a:xfrm>
                <a:off x="3206437" y="3559607"/>
                <a:ext cx="274181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9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15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22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F1CBC42-2472-3D48-67FF-518FEF92B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437" y="3559607"/>
                <a:ext cx="2741812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08F8606-BC4F-F3DF-4A91-BF9B3FC8952C}"/>
                  </a:ext>
                </a:extLst>
              </p:cNvPr>
              <p:cNvSpPr txBox="1"/>
              <p:nvPr/>
            </p:nvSpPr>
            <p:spPr>
              <a:xfrm>
                <a:off x="1938811" y="4391706"/>
                <a:ext cx="294512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9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15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15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08F8606-BC4F-F3DF-4A91-BF9B3FC89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811" y="4391706"/>
                <a:ext cx="2945122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6" name="筆跡 17">
                <a:extLst>
                  <a:ext uri="{FF2B5EF4-FFF2-40B4-BE49-F238E27FC236}">
                    <a16:creationId xmlns:a16="http://schemas.microsoft.com/office/drawing/2014/main" id="{0313684F-FC0E-BBDE-C4F5-4F7A2DB53A1C}"/>
                  </a:ext>
                </a:extLst>
              </p14:cNvPr>
              <p14:cNvContentPartPr/>
              <p14:nvPr/>
            </p14:nvContentPartPr>
            <p14:xfrm>
              <a:off x="5289859" y="3753286"/>
              <a:ext cx="622421" cy="45719"/>
            </p14:xfrm>
          </p:contentPart>
        </mc:Choice>
        <mc:Fallback xmlns="">
          <p:pic>
            <p:nvPicPr>
              <p:cNvPr id="86" name="筆跡 17">
                <a:extLst>
                  <a:ext uri="{FF2B5EF4-FFF2-40B4-BE49-F238E27FC236}">
                    <a16:creationId xmlns:a16="http://schemas.microsoft.com/office/drawing/2014/main" id="{0313684F-FC0E-BBDE-C4F5-4F7A2DB53A1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235767" y="-9962414"/>
                <a:ext cx="73024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7" name="筆跡 17">
                <a:extLst>
                  <a:ext uri="{FF2B5EF4-FFF2-40B4-BE49-F238E27FC236}">
                    <a16:creationId xmlns:a16="http://schemas.microsoft.com/office/drawing/2014/main" id="{72F6F0C1-09C6-1F05-9C12-D08EA7B1CC16}"/>
                  </a:ext>
                </a:extLst>
              </p14:cNvPr>
              <p14:cNvContentPartPr/>
              <p14:nvPr/>
            </p14:nvContentPartPr>
            <p14:xfrm>
              <a:off x="3989044" y="3759662"/>
              <a:ext cx="533863" cy="45719"/>
            </p14:xfrm>
          </p:contentPart>
        </mc:Choice>
        <mc:Fallback xmlns="">
          <p:pic>
            <p:nvPicPr>
              <p:cNvPr id="87" name="筆跡 17">
                <a:extLst>
                  <a:ext uri="{FF2B5EF4-FFF2-40B4-BE49-F238E27FC236}">
                    <a16:creationId xmlns:a16="http://schemas.microsoft.com/office/drawing/2014/main" id="{72F6F0C1-09C6-1F05-9C12-D08EA7B1CC1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934973" y="-9956038"/>
                <a:ext cx="64164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8" name="筆跡 17">
                <a:extLst>
                  <a:ext uri="{FF2B5EF4-FFF2-40B4-BE49-F238E27FC236}">
                    <a16:creationId xmlns:a16="http://schemas.microsoft.com/office/drawing/2014/main" id="{D83C0623-74A2-B55C-59CE-79908F616B1E}"/>
                  </a:ext>
                </a:extLst>
              </p14:cNvPr>
              <p14:cNvContentPartPr/>
              <p14:nvPr/>
            </p14:nvContentPartPr>
            <p14:xfrm>
              <a:off x="3379981" y="4587961"/>
              <a:ext cx="474436" cy="45719"/>
            </p14:xfrm>
          </p:contentPart>
        </mc:Choice>
        <mc:Fallback xmlns="">
          <p:pic>
            <p:nvPicPr>
              <p:cNvPr id="88" name="筆跡 17">
                <a:extLst>
                  <a:ext uri="{FF2B5EF4-FFF2-40B4-BE49-F238E27FC236}">
                    <a16:creationId xmlns:a16="http://schemas.microsoft.com/office/drawing/2014/main" id="{D83C0623-74A2-B55C-59CE-79908F616B1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325904" y="-9127739"/>
                <a:ext cx="58223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DC4F510-F214-BF4D-7368-217E179F141D}"/>
                  </a:ext>
                </a:extLst>
              </p:cNvPr>
              <p:cNvSpPr txBox="1"/>
              <p:nvPr/>
            </p:nvSpPr>
            <p:spPr>
              <a:xfrm>
                <a:off x="4678662" y="4409083"/>
                <a:ext cx="26755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22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15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DC4F510-F214-BF4D-7368-217E179F1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662" y="4409083"/>
                <a:ext cx="2675565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1" name="筆跡 17">
                <a:extLst>
                  <a:ext uri="{FF2B5EF4-FFF2-40B4-BE49-F238E27FC236}">
                    <a16:creationId xmlns:a16="http://schemas.microsoft.com/office/drawing/2014/main" id="{CBA75718-10E2-5292-C15F-E1CFC93C7909}"/>
                  </a:ext>
                </a:extLst>
              </p14:cNvPr>
              <p14:cNvContentPartPr/>
              <p14:nvPr/>
            </p14:nvContentPartPr>
            <p14:xfrm>
              <a:off x="4054219" y="4586278"/>
              <a:ext cx="465332" cy="45719"/>
            </p14:xfrm>
          </p:contentPart>
        </mc:Choice>
        <mc:Fallback xmlns="">
          <p:pic>
            <p:nvPicPr>
              <p:cNvPr id="91" name="筆跡 17">
                <a:extLst>
                  <a:ext uri="{FF2B5EF4-FFF2-40B4-BE49-F238E27FC236}">
                    <a16:creationId xmlns:a16="http://schemas.microsoft.com/office/drawing/2014/main" id="{CBA75718-10E2-5292-C15F-E1CFC93C790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000153" y="-9129422"/>
                <a:ext cx="57310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92" name="筆跡 17">
                <a:extLst>
                  <a:ext uri="{FF2B5EF4-FFF2-40B4-BE49-F238E27FC236}">
                    <a16:creationId xmlns:a16="http://schemas.microsoft.com/office/drawing/2014/main" id="{096821A7-3C9A-FC3E-AE49-3C678A9CB872}"/>
                  </a:ext>
                </a:extLst>
              </p14:cNvPr>
              <p14:cNvContentPartPr/>
              <p14:nvPr/>
            </p14:nvContentPartPr>
            <p14:xfrm>
              <a:off x="5990677" y="4633680"/>
              <a:ext cx="474436" cy="45719"/>
            </p14:xfrm>
          </p:contentPart>
        </mc:Choice>
        <mc:Fallback xmlns="">
          <p:pic>
            <p:nvPicPr>
              <p:cNvPr id="92" name="筆跡 17">
                <a:extLst>
                  <a:ext uri="{FF2B5EF4-FFF2-40B4-BE49-F238E27FC236}">
                    <a16:creationId xmlns:a16="http://schemas.microsoft.com/office/drawing/2014/main" id="{096821A7-3C9A-FC3E-AE49-3C678A9CB87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936600" y="-9082020"/>
                <a:ext cx="58223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93" name="筆跡 17">
                <a:extLst>
                  <a:ext uri="{FF2B5EF4-FFF2-40B4-BE49-F238E27FC236}">
                    <a16:creationId xmlns:a16="http://schemas.microsoft.com/office/drawing/2014/main" id="{3D1CED16-B56D-E9F9-A3F4-AB0F2C685EBB}"/>
                  </a:ext>
                </a:extLst>
              </p14:cNvPr>
              <p14:cNvContentPartPr/>
              <p14:nvPr/>
            </p14:nvContentPartPr>
            <p14:xfrm>
              <a:off x="6640092" y="4609137"/>
              <a:ext cx="465332" cy="45719"/>
            </p14:xfrm>
          </p:contentPart>
        </mc:Choice>
        <mc:Fallback xmlns="">
          <p:pic>
            <p:nvPicPr>
              <p:cNvPr id="93" name="筆跡 17">
                <a:extLst>
                  <a:ext uri="{FF2B5EF4-FFF2-40B4-BE49-F238E27FC236}">
                    <a16:creationId xmlns:a16="http://schemas.microsoft.com/office/drawing/2014/main" id="{3D1CED16-B56D-E9F9-A3F4-AB0F2C685EB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586026" y="-9106563"/>
                <a:ext cx="57310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65D424F-34B6-B6E8-BAB3-FBC5C193D8BE}"/>
                  </a:ext>
                </a:extLst>
              </p:cNvPr>
              <p:cNvSpPr txBox="1"/>
              <p:nvPr/>
            </p:nvSpPr>
            <p:spPr>
              <a:xfrm>
                <a:off x="3678110" y="5149269"/>
                <a:ext cx="16828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7</m:t>
                      </m:r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7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65D424F-34B6-B6E8-BAB3-FBC5C193D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110" y="5149269"/>
                <a:ext cx="1682882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8FB968-EAE0-C94E-F74F-91A9C459211A}"/>
                  </a:ext>
                </a:extLst>
              </p:cNvPr>
              <p:cNvSpPr txBox="1"/>
              <p:nvPr/>
            </p:nvSpPr>
            <p:spPr>
              <a:xfrm>
                <a:off x="3854417" y="5865827"/>
                <a:ext cx="16828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C8FB968-EAE0-C94E-F74F-91A9C4592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417" y="5865827"/>
                <a:ext cx="1682882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851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5" grpId="0"/>
      <p:bldP spid="43" grpId="0"/>
      <p:bldP spid="63" grpId="0"/>
      <p:bldP spid="69" grpId="0"/>
      <p:bldP spid="73" grpId="0"/>
      <p:bldP spid="81" grpId="0"/>
      <p:bldP spid="84" grpId="0"/>
      <p:bldP spid="85" grpId="0"/>
      <p:bldP spid="90" grpId="0"/>
      <p:bldP spid="94" grpId="0"/>
      <p:bldP spid="96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703969-f457-4a88-8c40-86a712be61e1" xsi:nil="true"/>
    <lcf76f155ced4ddcb4097134ff3c332f xmlns="1d17fa38-d5b6-4a8b-82e7-5ce3b2398ac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39B4195558549BAA2D9ED0F600B76" ma:contentTypeVersion="18" ma:contentTypeDescription="Create a new document." ma:contentTypeScope="" ma:versionID="ec6c30f03388732c909f8cb84600a8b2">
  <xsd:schema xmlns:xsd="http://www.w3.org/2001/XMLSchema" xmlns:xs="http://www.w3.org/2001/XMLSchema" xmlns:p="http://schemas.microsoft.com/office/2006/metadata/properties" xmlns:ns2="1d17fa38-d5b6-4a8b-82e7-5ce3b2398ac5" xmlns:ns3="53703969-f457-4a88-8c40-86a712be61e1" targetNamespace="http://schemas.microsoft.com/office/2006/metadata/properties" ma:root="true" ma:fieldsID="2fdee7867666b091263649bbf66f5c57" ns2:_="" ns3:_="">
    <xsd:import namespace="1d17fa38-d5b6-4a8b-82e7-5ce3b2398ac5"/>
    <xsd:import namespace="53703969-f457-4a88-8c40-86a712be6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17fa38-d5b6-4a8b-82e7-5ce3b2398a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03969-f457-4a88-8c40-86a712be61e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fe542f8-823f-433b-b226-4f6bee85bbe1}" ma:internalName="TaxCatchAll" ma:showField="CatchAllData" ma:web="53703969-f457-4a88-8c40-86a712be6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AD5849-C5D9-4B51-ABE4-774CABC09325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1d17fa38-d5b6-4a8b-82e7-5ce3b2398ac5"/>
    <ds:schemaRef ds:uri="http://purl.org/dc/elements/1.1/"/>
    <ds:schemaRef ds:uri="53703969-f457-4a88-8c40-86a712be61e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3E0BCD4-FB65-4382-B24E-645D79CF78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BC11D2-BE7D-4623-BB48-F7BE6FD4B225}"/>
</file>

<file path=docMetadata/LabelInfo.xml><?xml version="1.0" encoding="utf-8"?>
<clbl:labelList xmlns:clbl="http://schemas.microsoft.com/office/2020/mipLabelMetadata">
  <clbl:label id="{484143f7-cfb3-4418-8737-2355b236cf4f}" enabled="0" method="" siteId="{484143f7-cfb3-4418-8737-2355b236cf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825</Words>
  <Application>Microsoft Office PowerPoint</Application>
  <PresentationFormat>Widescreen</PresentationFormat>
  <Paragraphs>422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華康超特楷體</vt:lpstr>
      <vt:lpstr>Arial</vt:lpstr>
      <vt:lpstr>Calibri</vt:lpstr>
      <vt:lpstr>Calibri Light</vt:lpstr>
      <vt:lpstr>Cambria Math</vt:lpstr>
      <vt:lpstr>Lucida Calligraphy</vt:lpstr>
      <vt:lpstr>Lucida Handwriting</vt:lpstr>
      <vt:lpstr>Times New Roman</vt:lpstr>
      <vt:lpstr>Office 佈景主題</vt:lpstr>
      <vt:lpstr>F.3 Summer Mathematics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Tai Sura</dc:creator>
  <cp:lastModifiedBy>CSPT02</cp:lastModifiedBy>
  <cp:revision>1</cp:revision>
  <dcterms:created xsi:type="dcterms:W3CDTF">2022-07-28T06:10:20Z</dcterms:created>
  <dcterms:modified xsi:type="dcterms:W3CDTF">2025-08-26T07:28:07Z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0x010100C1F39B4195558549BAA2D9ED0F600B76</vt:lpwstr>
  </property>
  <property fmtid="{D5CDD505-2E9C-101B-9397-08002B2CF9AE}" pid="3" name="MediaServiceImageTags">
    <vt:lpwstr/>
  </property>
</Properties>
</file>