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7" autoAdjust="0"/>
  </p:normalViewPr>
  <p:slideViewPr>
    <p:cSldViewPr snapToGrid="0">
      <p:cViewPr>
        <p:scale>
          <a:sx n="79" d="100"/>
          <a:sy n="79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00:04.19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0,'7443'0,"-7350"0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00:24.460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0,'2214'0,"-2187"0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26:20.012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0,'1727'0,"-1705"0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26:25.99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0,'1727'0,"-1705"0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09:52.5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0:00.7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0:07.45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0:25.3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349 0 3232,'-4'7'4820,"4"-7"-4689,-1 6 464,-22 32 1561,-30 52-173,39-66-1645,-1-1 0,-1 0 1,-22 22-1,22-25-368,-16 15-1084,-71 59 0,85-78-994,2 0-20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0:25.36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6720,'6'9'3040,"5"4"-2624,-8-8 896,3 3-800,3 6 480,2 2-544,3 6-256,1 0-128,10 5-160,-1 4 64,10 4 224,7 3-96,2 6-160,12 1 0,-6-6-2016,0 1 1152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56:10.252"/>
    </inkml:context>
    <inkml:brush xml:id="br0">
      <inkml:brushProperty name="width" value="0.3" units="cm"/>
      <inkml:brushProperty name="height" value="0.6" units="cm"/>
      <inkml:brushProperty name="color" value="#00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0,'1237'0,"-1222"0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56:15.501"/>
    </inkml:context>
    <inkml:brush xml:id="br0">
      <inkml:brushProperty name="width" value="0.3" units="cm"/>
      <inkml:brushProperty name="height" value="0.6" units="cm"/>
      <inkml:brushProperty name="color" value="#66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0,'1237'0,"-1222"0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57:12.455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0,'3964'0,"-3915"0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7:57:25.51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0,'2038'0,"-2012"0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1:38.66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11:50.79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24:39.1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0 306 2144,'10'-1'16294,"-9"2"-16327,0-1 0,0 1 0,0 0 0,0 0 0,0 0 0,0 0 0,0 0-1,0 0 1,0 0 0,0 1 0,0 1 62,0 1-1,0-1 1,-1 0 0,1 1-1,-1-1 1,0 6-1,0-7-16,0 1-1,0-1 1,0 1-1,0-1 1,0 0-1,0 1 1,1-1-1,-1 1 1,1-1-1,0 0 1,0 0-1,0 1 1,0-1-1,0 0 1,3 4-1,-2-3-29,0-1-1,1 0 1,-1 0-1,1 0 1,-1 0-1,1 0 1,4 1-1,-6-2 19,1 0 0,0-1 0,0 0 0,0 0 0,0 1 0,1-1 0,-1 0 0,0-1-1,0 1 1,0 0 0,0 0 0,0-1 0,0 0 0,1 0 0,10-3 56,-2-1 0,1-1 0,0 1 0,-1-2 0,0 0 0,-1 0 0,0-1 0,14-13 0,6-10-158,32-42 0,-53 61 42,16-22-562,30-58-1,-10 17-4964,-32 60 3182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28:29.18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349 0 3232,'-4'7'4820,"4"-7"-4689,-1 6 464,-22 32 1561,-30 52-173,39-66-1645,-1-1 0,-1 0 1,-22 22-1,22-25-368,-16 15-1084,-71 59 0,85-78-994,2 0-20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6T08:28:29.18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6720,'6'9'3040,"5"4"-2624,-8-8 896,3 3-800,3 6 480,2 2-544,3 6-256,1 0-128,10 5-160,-1 4 64,10 4 224,7 3-96,2 6-160,12 1 0,-6-6-2016,0 1 1152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53:50.80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0,'2218'0,"-2190"0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9:20:37.66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0,'251'0,"-248"0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9:20:37.66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9:35:14.23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0,'4801'0,"-4741"0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9:51:01.79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0,'251'0,"-248"0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09:51:01.79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05:51.89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0,'4801'0,"-4741"0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10:08.46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0,'5486'0,"-5417"0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10:21.36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0,'7949'0,"-7850"0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20:14.57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0,'251'0,"-248"0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20:14.57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20:20.88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0,'125'0,"-123"0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6T10:39:27.47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0,'5486'0,"-5417"0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0BB0F-0C06-4769-BAFF-3BD5C0795061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0699A-0662-43DA-94F3-C1E606E066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89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F0699A-0662-43DA-94F3-C1E606E066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07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52236-8737-4514-E319-BF9447E44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2ADA6-254F-6282-C86A-36C35AA39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65A20-1314-7E76-D38A-B42DB65F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9B9E6-1A48-6638-D56A-4031F6527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89638-0C4D-AA54-AE75-37601155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9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7A508-F08B-B87C-EE2D-059C8EAF5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EC88-57AB-8F22-1EA3-05E6E85DF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97E7E-D6CD-9101-7D21-4D0EE2689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42392-FDE4-32B7-0AE2-9C39C364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F3CB1-D4D4-CE33-7BD5-00D3E607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84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E128-0EBC-72BC-EC7B-CFDCC8556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FB27A-0775-D5C5-4429-7CA37EFBA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26C48-39B5-5F00-E927-52BF2E1A6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3CEC-01CF-AB5E-066A-A46344038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C045E-DD2C-9E13-0D40-CAD30318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18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4B62-2417-EEE5-8DB6-92D1148A0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687B4-4959-7989-7BED-8A8FCD9A8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1608E-4849-ED7A-DD46-037658C21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DCCD3-4423-F612-E343-A6E479FC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4EACEF-EA8B-7761-031C-E3D8DB2D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E0F3F-4883-AA29-977C-1F2A4256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1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C2DD-B3C5-4E3B-87E1-AC82B6FC5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23EE6-7B19-0E22-5F70-DF5A809C3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EFC6-F97F-C4CB-1B48-EEB8BC903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A6B35-19BD-8FE3-3716-233EDC027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721E2-C97A-C615-828D-7F86BEA53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82203-9BB1-63BB-4ABF-7B5D1E1A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38F72-102D-3897-D8B4-8DE7B43C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1EE1F-86F4-347A-0EB2-A6A9110E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2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EFE83-9E92-E2DF-E32E-A54780CF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D06642-641D-D8FF-658A-AEB34622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2B651-7B2F-D9C4-D6AA-8E07312B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CB791-0A87-067E-ACBF-E3D0F4ED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4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AA83C-FE53-F11B-7E65-6F8C1BCF9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F38E8-5631-E67E-74C2-7AE124E1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F7E6C-3D82-AE4A-9EA2-0BBE6EF9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9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1A26-B96D-5809-9510-6F0A976C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8B9C9-2241-ADAF-E19B-13DE7CF9A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1074F0-01DB-A589-67DA-85E7B8A77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778EC-F364-95D7-061F-FE2C2515E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74D6E-830C-04DA-E8F8-9D51C3B2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B05D-2F3C-722D-83ED-FE8A9FAE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17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4EAD-A8E2-64B3-F933-C86F5635E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055FA-77BE-B513-CC1F-17A2CD3EDD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6910B-83D4-1AFC-01CB-ECB54F4FF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8FB82-3546-A076-91C0-38095E37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A92C0-6DA2-BD59-1522-ACD98CAA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1FCB6-1AE4-E452-B598-07374042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964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618A-0EA5-6582-23C7-6BAD65A7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995551-AA02-3F39-735B-B94898207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EC6D-A601-5261-E43D-91BD7D49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B77E-599F-4F1A-6331-14B03EA0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CA0FD-5FEF-43DD-29F8-B9D7C2BB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3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9AAF5F-E024-6B3D-BD26-13B87C91E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02A99-D732-55FC-2C98-BBD6AE4DF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8B4C2-3879-F8EA-F0B5-B79D5554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A939-4BAA-BB61-6AFE-F69EDC391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C82C8-964C-AF7C-3C07-B7EA6FF4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14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9BE62-5247-8CD4-44D1-5C847F0C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4C8A3-9F9A-ECA7-FD99-D5E4473D2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64C05-F2EF-3502-BA77-1515902E6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CAACA-E270-4896-8CDB-71C716FF22ED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22E42-3848-EAB6-4A27-FF5410827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37A03-F42D-6FDC-C277-5A680F4B0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7EC59C-F70C-42A1-A8C8-9CA4EE7ABC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4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39" Type="http://schemas.openxmlformats.org/officeDocument/2006/relationships/image" Target="../media/image15.png"/><Relationship Id="rId3" Type="http://schemas.openxmlformats.org/officeDocument/2006/relationships/image" Target="../media/image2.png"/><Relationship Id="rId42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38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41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8.png"/><Relationship Id="rId37" Type="http://schemas.openxmlformats.org/officeDocument/2006/relationships/image" Target="../media/image26.png"/><Relationship Id="rId40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4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43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png"/><Relationship Id="rId21" Type="http://schemas.openxmlformats.org/officeDocument/2006/relationships/image" Target="../media/image38.png"/><Relationship Id="rId42" Type="http://schemas.openxmlformats.org/officeDocument/2006/relationships/image" Target="../media/image59.png"/><Relationship Id="rId47" Type="http://schemas.openxmlformats.org/officeDocument/2006/relationships/image" Target="../media/image64.png"/><Relationship Id="rId63" Type="http://schemas.openxmlformats.org/officeDocument/2006/relationships/image" Target="../media/image80.png"/><Relationship Id="rId68" Type="http://schemas.openxmlformats.org/officeDocument/2006/relationships/customXml" Target="../ink/ink8.xml"/><Relationship Id="rId7" Type="http://schemas.openxmlformats.org/officeDocument/2006/relationships/image" Target="../media/image23.png"/><Relationship Id="rId71" Type="http://schemas.openxmlformats.org/officeDocument/2006/relationships/image" Target="../media/image7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3.png"/><Relationship Id="rId29" Type="http://schemas.openxmlformats.org/officeDocument/2006/relationships/image" Target="../media/image46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37" Type="http://schemas.openxmlformats.org/officeDocument/2006/relationships/image" Target="../media/image54.png"/><Relationship Id="rId40" Type="http://schemas.openxmlformats.org/officeDocument/2006/relationships/image" Target="../media/image57.png"/><Relationship Id="rId45" Type="http://schemas.openxmlformats.org/officeDocument/2006/relationships/image" Target="../media/image62.png"/><Relationship Id="rId53" Type="http://schemas.openxmlformats.org/officeDocument/2006/relationships/image" Target="../media/image70.png"/><Relationship Id="rId58" Type="http://schemas.openxmlformats.org/officeDocument/2006/relationships/image" Target="../media/image75.png"/><Relationship Id="rId66" Type="http://schemas.openxmlformats.org/officeDocument/2006/relationships/customXml" Target="../ink/ink6.xml"/><Relationship Id="rId5" Type="http://schemas.openxmlformats.org/officeDocument/2006/relationships/image" Target="../media/image22.png"/><Relationship Id="rId61" Type="http://schemas.openxmlformats.org/officeDocument/2006/relationships/image" Target="../media/image78.png"/><Relationship Id="rId19" Type="http://schemas.openxmlformats.org/officeDocument/2006/relationships/image" Target="../media/image36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43" Type="http://schemas.openxmlformats.org/officeDocument/2006/relationships/image" Target="../media/image60.png"/><Relationship Id="rId48" Type="http://schemas.openxmlformats.org/officeDocument/2006/relationships/image" Target="../media/image65.png"/><Relationship Id="rId56" Type="http://schemas.openxmlformats.org/officeDocument/2006/relationships/image" Target="../media/image73.png"/><Relationship Id="rId64" Type="http://schemas.openxmlformats.org/officeDocument/2006/relationships/customXml" Target="../ink/ink5.xml"/><Relationship Id="rId69" Type="http://schemas.openxmlformats.org/officeDocument/2006/relationships/image" Target="../media/image720.png"/><Relationship Id="rId8" Type="http://schemas.openxmlformats.org/officeDocument/2006/relationships/image" Target="../media/image24.png"/><Relationship Id="rId51" Type="http://schemas.openxmlformats.org/officeDocument/2006/relationships/image" Target="../media/image68.png"/><Relationship Id="rId3" Type="http://schemas.openxmlformats.org/officeDocument/2006/relationships/image" Target="../media/image21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image" Target="../media/image55.png"/><Relationship Id="rId46" Type="http://schemas.openxmlformats.org/officeDocument/2006/relationships/image" Target="../media/image63.png"/><Relationship Id="rId59" Type="http://schemas.openxmlformats.org/officeDocument/2006/relationships/image" Target="../media/image76.png"/><Relationship Id="rId67" Type="http://schemas.openxmlformats.org/officeDocument/2006/relationships/customXml" Target="../ink/ink7.xml"/><Relationship Id="rId20" Type="http://schemas.openxmlformats.org/officeDocument/2006/relationships/image" Target="../media/image37.png"/><Relationship Id="rId41" Type="http://schemas.openxmlformats.org/officeDocument/2006/relationships/image" Target="../media/image58.png"/><Relationship Id="rId54" Type="http://schemas.openxmlformats.org/officeDocument/2006/relationships/image" Target="../media/image71.png"/><Relationship Id="rId62" Type="http://schemas.openxmlformats.org/officeDocument/2006/relationships/image" Target="../media/image79.png"/><Relationship Id="rId70" Type="http://schemas.openxmlformats.org/officeDocument/2006/relationships/customXml" Target="../ink/ink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36" Type="http://schemas.openxmlformats.org/officeDocument/2006/relationships/image" Target="../media/image53.png"/><Relationship Id="rId49" Type="http://schemas.openxmlformats.org/officeDocument/2006/relationships/image" Target="../media/image66.png"/><Relationship Id="rId57" Type="http://schemas.openxmlformats.org/officeDocument/2006/relationships/image" Target="../media/image74.png"/><Relationship Id="rId10" Type="http://schemas.openxmlformats.org/officeDocument/2006/relationships/image" Target="../media/image27.png"/><Relationship Id="rId31" Type="http://schemas.openxmlformats.org/officeDocument/2006/relationships/image" Target="../media/image48.png"/><Relationship Id="rId44" Type="http://schemas.openxmlformats.org/officeDocument/2006/relationships/image" Target="../media/image61.png"/><Relationship Id="rId52" Type="http://schemas.openxmlformats.org/officeDocument/2006/relationships/image" Target="../media/image69.png"/><Relationship Id="rId60" Type="http://schemas.openxmlformats.org/officeDocument/2006/relationships/image" Target="../media/image77.png"/><Relationship Id="rId65" Type="http://schemas.openxmlformats.org/officeDocument/2006/relationships/image" Target="../media/image81.png"/><Relationship Id="rId4" Type="http://schemas.openxmlformats.org/officeDocument/2006/relationships/customXml" Target="../ink/ink3.xml"/><Relationship Id="rId9" Type="http://schemas.openxmlformats.org/officeDocument/2006/relationships/image" Target="../media/image25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9" Type="http://schemas.openxmlformats.org/officeDocument/2006/relationships/image" Target="../media/image56.png"/><Relationship Id="rId34" Type="http://schemas.openxmlformats.org/officeDocument/2006/relationships/image" Target="../media/image51.png"/><Relationship Id="rId50" Type="http://schemas.openxmlformats.org/officeDocument/2006/relationships/image" Target="../media/image67.png"/><Relationship Id="rId55" Type="http://schemas.openxmlformats.org/officeDocument/2006/relationships/image" Target="../media/image72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2.png"/><Relationship Id="rId21" Type="http://schemas.openxmlformats.org/officeDocument/2006/relationships/image" Target="../media/image97.png"/><Relationship Id="rId42" Type="http://schemas.openxmlformats.org/officeDocument/2006/relationships/image" Target="../media/image115.png"/><Relationship Id="rId47" Type="http://schemas.openxmlformats.org/officeDocument/2006/relationships/image" Target="../media/image120.png"/><Relationship Id="rId63" Type="http://schemas.openxmlformats.org/officeDocument/2006/relationships/image" Target="../media/image136.png"/><Relationship Id="rId68" Type="http://schemas.openxmlformats.org/officeDocument/2006/relationships/image" Target="../media/image141.png"/><Relationship Id="rId84" Type="http://schemas.openxmlformats.org/officeDocument/2006/relationships/image" Target="../media/image730.png"/><Relationship Id="rId16" Type="http://schemas.openxmlformats.org/officeDocument/2006/relationships/image" Target="../media/image92.png"/><Relationship Id="rId11" Type="http://schemas.openxmlformats.org/officeDocument/2006/relationships/image" Target="../media/image87.png"/><Relationship Id="rId32" Type="http://schemas.openxmlformats.org/officeDocument/2006/relationships/image" Target="../media/image108.png"/><Relationship Id="rId37" Type="http://schemas.openxmlformats.org/officeDocument/2006/relationships/image" Target="../media/image81.png"/><Relationship Id="rId53" Type="http://schemas.openxmlformats.org/officeDocument/2006/relationships/image" Target="../media/image126.png"/><Relationship Id="rId58" Type="http://schemas.openxmlformats.org/officeDocument/2006/relationships/image" Target="../media/image131.png"/><Relationship Id="rId74" Type="http://schemas.openxmlformats.org/officeDocument/2006/relationships/image" Target="../media/image147.png"/><Relationship Id="rId79" Type="http://schemas.openxmlformats.org/officeDocument/2006/relationships/image" Target="../media/image151.png"/><Relationship Id="rId5" Type="http://schemas.openxmlformats.org/officeDocument/2006/relationships/customXml" Target="../ink/ink11.xml"/><Relationship Id="rId61" Type="http://schemas.openxmlformats.org/officeDocument/2006/relationships/image" Target="../media/image134.png"/><Relationship Id="rId82" Type="http://schemas.openxmlformats.org/officeDocument/2006/relationships/image" Target="../media/image720.png"/><Relationship Id="rId19" Type="http://schemas.openxmlformats.org/officeDocument/2006/relationships/image" Target="../media/image95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Relationship Id="rId27" Type="http://schemas.openxmlformats.org/officeDocument/2006/relationships/image" Target="../media/image103.png"/><Relationship Id="rId30" Type="http://schemas.openxmlformats.org/officeDocument/2006/relationships/image" Target="../media/image106.png"/><Relationship Id="rId35" Type="http://schemas.openxmlformats.org/officeDocument/2006/relationships/image" Target="../media/image111.png"/><Relationship Id="rId43" Type="http://schemas.openxmlformats.org/officeDocument/2006/relationships/image" Target="../media/image116.png"/><Relationship Id="rId48" Type="http://schemas.openxmlformats.org/officeDocument/2006/relationships/image" Target="../media/image121.png"/><Relationship Id="rId56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openxmlformats.org/officeDocument/2006/relationships/image" Target="../media/image142.png"/><Relationship Id="rId77" Type="http://schemas.openxmlformats.org/officeDocument/2006/relationships/image" Target="../media/image149.png"/><Relationship Id="rId8" Type="http://schemas.openxmlformats.org/officeDocument/2006/relationships/image" Target="../media/image85.png"/><Relationship Id="rId51" Type="http://schemas.openxmlformats.org/officeDocument/2006/relationships/image" Target="../media/image124.png"/><Relationship Id="rId72" Type="http://schemas.openxmlformats.org/officeDocument/2006/relationships/image" Target="../media/image145.png"/><Relationship Id="rId80" Type="http://schemas.openxmlformats.org/officeDocument/2006/relationships/image" Target="../media/image152.png"/><Relationship Id="rId3" Type="http://schemas.openxmlformats.org/officeDocument/2006/relationships/customXml" Target="../ink/ink10.xml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33" Type="http://schemas.openxmlformats.org/officeDocument/2006/relationships/image" Target="../media/image109.png"/><Relationship Id="rId38" Type="http://schemas.openxmlformats.org/officeDocument/2006/relationships/customXml" Target="../ink/ink15.xml"/><Relationship Id="rId46" Type="http://schemas.openxmlformats.org/officeDocument/2006/relationships/image" Target="../media/image119.png"/><Relationship Id="rId59" Type="http://schemas.openxmlformats.org/officeDocument/2006/relationships/image" Target="../media/image132.png"/><Relationship Id="rId67" Type="http://schemas.openxmlformats.org/officeDocument/2006/relationships/image" Target="../media/image140.png"/><Relationship Id="rId20" Type="http://schemas.openxmlformats.org/officeDocument/2006/relationships/image" Target="../media/image96.png"/><Relationship Id="rId41" Type="http://schemas.openxmlformats.org/officeDocument/2006/relationships/image" Target="../media/image114.png"/><Relationship Id="rId54" Type="http://schemas.openxmlformats.org/officeDocument/2006/relationships/image" Target="../media/image127.png"/><Relationship Id="rId62" Type="http://schemas.openxmlformats.org/officeDocument/2006/relationships/image" Target="../media/image135.png"/><Relationship Id="rId70" Type="http://schemas.openxmlformats.org/officeDocument/2006/relationships/image" Target="../media/image143.png"/><Relationship Id="rId75" Type="http://schemas.openxmlformats.org/officeDocument/2006/relationships/customXml" Target="../ink/ink16.xml"/><Relationship Id="rId83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28" Type="http://schemas.openxmlformats.org/officeDocument/2006/relationships/image" Target="../media/image104.png"/><Relationship Id="rId36" Type="http://schemas.openxmlformats.org/officeDocument/2006/relationships/customXml" Target="../ink/ink14.xml"/><Relationship Id="rId49" Type="http://schemas.openxmlformats.org/officeDocument/2006/relationships/image" Target="../media/image122.png"/><Relationship Id="rId57" Type="http://schemas.openxmlformats.org/officeDocument/2006/relationships/image" Target="../media/image130.png"/><Relationship Id="rId10" Type="http://schemas.openxmlformats.org/officeDocument/2006/relationships/image" Target="../media/image86.png"/><Relationship Id="rId31" Type="http://schemas.openxmlformats.org/officeDocument/2006/relationships/image" Target="../media/image107.png"/><Relationship Id="rId44" Type="http://schemas.openxmlformats.org/officeDocument/2006/relationships/image" Target="../media/image117.png"/><Relationship Id="rId52" Type="http://schemas.openxmlformats.org/officeDocument/2006/relationships/image" Target="../media/image125.png"/><Relationship Id="rId60" Type="http://schemas.openxmlformats.org/officeDocument/2006/relationships/image" Target="../media/image133.png"/><Relationship Id="rId65" Type="http://schemas.openxmlformats.org/officeDocument/2006/relationships/image" Target="../media/image138.png"/><Relationship Id="rId73" Type="http://schemas.openxmlformats.org/officeDocument/2006/relationships/image" Target="../media/image146.png"/><Relationship Id="rId78" Type="http://schemas.openxmlformats.org/officeDocument/2006/relationships/image" Target="../media/image150.png"/><Relationship Id="rId81" Type="http://schemas.openxmlformats.org/officeDocument/2006/relationships/customXml" Target="../ink/ink17.xml"/><Relationship Id="rId4" Type="http://schemas.openxmlformats.org/officeDocument/2006/relationships/image" Target="../media/image83.png"/><Relationship Id="rId9" Type="http://schemas.openxmlformats.org/officeDocument/2006/relationships/customXml" Target="../ink/ink13.xml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9" Type="http://schemas.openxmlformats.org/officeDocument/2006/relationships/image" Target="../media/image112.png"/><Relationship Id="rId34" Type="http://schemas.openxmlformats.org/officeDocument/2006/relationships/image" Target="../media/image110.png"/><Relationship Id="rId50" Type="http://schemas.openxmlformats.org/officeDocument/2006/relationships/image" Target="../media/image123.png"/><Relationship Id="rId55" Type="http://schemas.openxmlformats.org/officeDocument/2006/relationships/image" Target="../media/image128.png"/><Relationship Id="rId76" Type="http://schemas.openxmlformats.org/officeDocument/2006/relationships/image" Target="../media/image148.png"/><Relationship Id="rId7" Type="http://schemas.openxmlformats.org/officeDocument/2006/relationships/customXml" Target="../ink/ink12.xml"/><Relationship Id="rId71" Type="http://schemas.openxmlformats.org/officeDocument/2006/relationships/image" Target="../media/image144.png"/><Relationship Id="rId2" Type="http://schemas.openxmlformats.org/officeDocument/2006/relationships/image" Target="../media/image82.png"/><Relationship Id="rId29" Type="http://schemas.openxmlformats.org/officeDocument/2006/relationships/image" Target="../media/image105.png"/><Relationship Id="rId24" Type="http://schemas.openxmlformats.org/officeDocument/2006/relationships/image" Target="../media/image100.png"/><Relationship Id="rId40" Type="http://schemas.openxmlformats.org/officeDocument/2006/relationships/image" Target="../media/image113.png"/><Relationship Id="rId45" Type="http://schemas.openxmlformats.org/officeDocument/2006/relationships/image" Target="../media/image118.png"/><Relationship Id="rId66" Type="http://schemas.openxmlformats.org/officeDocument/2006/relationships/image" Target="../media/image13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26" Type="http://schemas.openxmlformats.org/officeDocument/2006/relationships/image" Target="../media/image177.png"/><Relationship Id="rId3" Type="http://schemas.openxmlformats.org/officeDocument/2006/relationships/image" Target="../media/image154.png"/><Relationship Id="rId21" Type="http://schemas.openxmlformats.org/officeDocument/2006/relationships/image" Target="../media/image172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5" Type="http://schemas.openxmlformats.org/officeDocument/2006/relationships/image" Target="../media/image176.png"/><Relationship Id="rId2" Type="http://schemas.openxmlformats.org/officeDocument/2006/relationships/image" Target="../media/image153.png"/><Relationship Id="rId16" Type="http://schemas.openxmlformats.org/officeDocument/2006/relationships/image" Target="../media/image167.png"/><Relationship Id="rId20" Type="http://schemas.openxmlformats.org/officeDocument/2006/relationships/image" Target="../media/image171.png"/><Relationship Id="rId29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24" Type="http://schemas.openxmlformats.org/officeDocument/2006/relationships/image" Target="../media/image175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23" Type="http://schemas.openxmlformats.org/officeDocument/2006/relationships/image" Target="../media/image174.png"/><Relationship Id="rId28" Type="http://schemas.openxmlformats.org/officeDocument/2006/relationships/image" Target="../media/image179.png"/><Relationship Id="rId10" Type="http://schemas.openxmlformats.org/officeDocument/2006/relationships/image" Target="../media/image161.png"/><Relationship Id="rId19" Type="http://schemas.openxmlformats.org/officeDocument/2006/relationships/image" Target="../media/image170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Relationship Id="rId22" Type="http://schemas.openxmlformats.org/officeDocument/2006/relationships/image" Target="../media/image173.png"/><Relationship Id="rId27" Type="http://schemas.openxmlformats.org/officeDocument/2006/relationships/image" Target="../media/image178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2.png"/><Relationship Id="rId18" Type="http://schemas.openxmlformats.org/officeDocument/2006/relationships/image" Target="../media/image197.png"/><Relationship Id="rId26" Type="http://schemas.openxmlformats.org/officeDocument/2006/relationships/image" Target="../media/image205.png"/><Relationship Id="rId39" Type="http://schemas.openxmlformats.org/officeDocument/2006/relationships/customXml" Target="../ink/ink19.xml"/><Relationship Id="rId21" Type="http://schemas.openxmlformats.org/officeDocument/2006/relationships/image" Target="../media/image200.png"/><Relationship Id="rId34" Type="http://schemas.openxmlformats.org/officeDocument/2006/relationships/image" Target="../media/image213.png"/><Relationship Id="rId7" Type="http://schemas.openxmlformats.org/officeDocument/2006/relationships/image" Target="../media/image186.png"/><Relationship Id="rId12" Type="http://schemas.openxmlformats.org/officeDocument/2006/relationships/image" Target="../media/image191.png"/><Relationship Id="rId17" Type="http://schemas.openxmlformats.org/officeDocument/2006/relationships/image" Target="../media/image196.png"/><Relationship Id="rId25" Type="http://schemas.openxmlformats.org/officeDocument/2006/relationships/image" Target="../media/image204.png"/><Relationship Id="rId33" Type="http://schemas.openxmlformats.org/officeDocument/2006/relationships/image" Target="../media/image212.png"/><Relationship Id="rId38" Type="http://schemas.openxmlformats.org/officeDocument/2006/relationships/image" Target="../media/image217.png"/><Relationship Id="rId2" Type="http://schemas.openxmlformats.org/officeDocument/2006/relationships/image" Target="../media/image181.png"/><Relationship Id="rId16" Type="http://schemas.openxmlformats.org/officeDocument/2006/relationships/image" Target="../media/image195.png"/><Relationship Id="rId20" Type="http://schemas.openxmlformats.org/officeDocument/2006/relationships/image" Target="../media/image199.png"/><Relationship Id="rId29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11" Type="http://schemas.openxmlformats.org/officeDocument/2006/relationships/image" Target="../media/image190.png"/><Relationship Id="rId24" Type="http://schemas.openxmlformats.org/officeDocument/2006/relationships/image" Target="../media/image203.png"/><Relationship Id="rId32" Type="http://schemas.openxmlformats.org/officeDocument/2006/relationships/image" Target="../media/image211.png"/><Relationship Id="rId37" Type="http://schemas.openxmlformats.org/officeDocument/2006/relationships/image" Target="../media/image216.png"/><Relationship Id="rId40" Type="http://schemas.openxmlformats.org/officeDocument/2006/relationships/image" Target="../media/image218.png"/><Relationship Id="rId5" Type="http://schemas.openxmlformats.org/officeDocument/2006/relationships/image" Target="../media/image184.png"/><Relationship Id="rId15" Type="http://schemas.openxmlformats.org/officeDocument/2006/relationships/image" Target="../media/image194.png"/><Relationship Id="rId23" Type="http://schemas.openxmlformats.org/officeDocument/2006/relationships/image" Target="../media/image202.png"/><Relationship Id="rId28" Type="http://schemas.openxmlformats.org/officeDocument/2006/relationships/image" Target="../media/image207.png"/><Relationship Id="rId36" Type="http://schemas.openxmlformats.org/officeDocument/2006/relationships/image" Target="../media/image215.png"/><Relationship Id="rId10" Type="http://schemas.openxmlformats.org/officeDocument/2006/relationships/image" Target="../media/image189.png"/><Relationship Id="rId19" Type="http://schemas.openxmlformats.org/officeDocument/2006/relationships/image" Target="../media/image198.png"/><Relationship Id="rId31" Type="http://schemas.openxmlformats.org/officeDocument/2006/relationships/image" Target="../media/image210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Relationship Id="rId14" Type="http://schemas.openxmlformats.org/officeDocument/2006/relationships/image" Target="../media/image193.png"/><Relationship Id="rId22" Type="http://schemas.openxmlformats.org/officeDocument/2006/relationships/image" Target="../media/image201.png"/><Relationship Id="rId27" Type="http://schemas.openxmlformats.org/officeDocument/2006/relationships/image" Target="../media/image206.png"/><Relationship Id="rId30" Type="http://schemas.openxmlformats.org/officeDocument/2006/relationships/image" Target="../media/image209.png"/><Relationship Id="rId35" Type="http://schemas.openxmlformats.org/officeDocument/2006/relationships/image" Target="../media/image214.png"/><Relationship Id="rId8" Type="http://schemas.openxmlformats.org/officeDocument/2006/relationships/image" Target="../media/image187.png"/><Relationship Id="rId3" Type="http://schemas.openxmlformats.org/officeDocument/2006/relationships/image" Target="../media/image182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26" Type="http://schemas.openxmlformats.org/officeDocument/2006/relationships/image" Target="../media/image241.png"/><Relationship Id="rId39" Type="http://schemas.openxmlformats.org/officeDocument/2006/relationships/image" Target="../media/image254.png"/><Relationship Id="rId21" Type="http://schemas.openxmlformats.org/officeDocument/2006/relationships/image" Target="../media/image236.png"/><Relationship Id="rId34" Type="http://schemas.openxmlformats.org/officeDocument/2006/relationships/image" Target="../media/image249.png"/><Relationship Id="rId42" Type="http://schemas.openxmlformats.org/officeDocument/2006/relationships/image" Target="../media/image257.png"/><Relationship Id="rId47" Type="http://schemas.openxmlformats.org/officeDocument/2006/relationships/image" Target="../media/image261.png"/><Relationship Id="rId7" Type="http://schemas.openxmlformats.org/officeDocument/2006/relationships/image" Target="../media/image224.png"/><Relationship Id="rId2" Type="http://schemas.openxmlformats.org/officeDocument/2006/relationships/image" Target="../media/image219.png"/><Relationship Id="rId16" Type="http://schemas.openxmlformats.org/officeDocument/2006/relationships/image" Target="../media/image231.png"/><Relationship Id="rId29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11" Type="http://schemas.openxmlformats.org/officeDocument/2006/relationships/image" Target="../media/image227.png"/><Relationship Id="rId24" Type="http://schemas.openxmlformats.org/officeDocument/2006/relationships/image" Target="../media/image239.png"/><Relationship Id="rId32" Type="http://schemas.openxmlformats.org/officeDocument/2006/relationships/image" Target="../media/image247.png"/><Relationship Id="rId37" Type="http://schemas.openxmlformats.org/officeDocument/2006/relationships/image" Target="../media/image252.png"/><Relationship Id="rId40" Type="http://schemas.openxmlformats.org/officeDocument/2006/relationships/image" Target="../media/image255.png"/><Relationship Id="rId45" Type="http://schemas.openxmlformats.org/officeDocument/2006/relationships/image" Target="../media/image260.png"/><Relationship Id="rId5" Type="http://schemas.openxmlformats.org/officeDocument/2006/relationships/image" Target="../media/image222.png"/><Relationship Id="rId15" Type="http://schemas.openxmlformats.org/officeDocument/2006/relationships/image" Target="../media/image230.png"/><Relationship Id="rId23" Type="http://schemas.openxmlformats.org/officeDocument/2006/relationships/image" Target="../media/image238.png"/><Relationship Id="rId28" Type="http://schemas.openxmlformats.org/officeDocument/2006/relationships/image" Target="../media/image243.png"/><Relationship Id="rId36" Type="http://schemas.openxmlformats.org/officeDocument/2006/relationships/image" Target="../media/image251.png"/><Relationship Id="rId10" Type="http://schemas.openxmlformats.org/officeDocument/2006/relationships/customXml" Target="../ink/ink20.xml"/><Relationship Id="rId19" Type="http://schemas.openxmlformats.org/officeDocument/2006/relationships/image" Target="../media/image234.png"/><Relationship Id="rId31" Type="http://schemas.openxmlformats.org/officeDocument/2006/relationships/image" Target="../media/image246.png"/><Relationship Id="rId44" Type="http://schemas.openxmlformats.org/officeDocument/2006/relationships/image" Target="../media/image259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Relationship Id="rId14" Type="http://schemas.openxmlformats.org/officeDocument/2006/relationships/image" Target="../media/image229.png"/><Relationship Id="rId22" Type="http://schemas.openxmlformats.org/officeDocument/2006/relationships/image" Target="../media/image237.png"/><Relationship Id="rId27" Type="http://schemas.openxmlformats.org/officeDocument/2006/relationships/image" Target="../media/image242.png"/><Relationship Id="rId30" Type="http://schemas.openxmlformats.org/officeDocument/2006/relationships/image" Target="../media/image245.png"/><Relationship Id="rId35" Type="http://schemas.openxmlformats.org/officeDocument/2006/relationships/image" Target="../media/image250.png"/><Relationship Id="rId43" Type="http://schemas.openxmlformats.org/officeDocument/2006/relationships/image" Target="../media/image258.png"/><Relationship Id="rId8" Type="http://schemas.openxmlformats.org/officeDocument/2006/relationships/image" Target="../media/image225.png"/><Relationship Id="rId3" Type="http://schemas.openxmlformats.org/officeDocument/2006/relationships/image" Target="../media/image220.png"/><Relationship Id="rId12" Type="http://schemas.openxmlformats.org/officeDocument/2006/relationships/customXml" Target="../ink/ink21.xml"/><Relationship Id="rId17" Type="http://schemas.openxmlformats.org/officeDocument/2006/relationships/image" Target="../media/image232.png"/><Relationship Id="rId25" Type="http://schemas.openxmlformats.org/officeDocument/2006/relationships/image" Target="../media/image240.png"/><Relationship Id="rId33" Type="http://schemas.openxmlformats.org/officeDocument/2006/relationships/image" Target="../media/image248.png"/><Relationship Id="rId38" Type="http://schemas.openxmlformats.org/officeDocument/2006/relationships/image" Target="../media/image253.png"/><Relationship Id="rId46" Type="http://schemas.openxmlformats.org/officeDocument/2006/relationships/customXml" Target="../ink/ink22.xml"/><Relationship Id="rId20" Type="http://schemas.openxmlformats.org/officeDocument/2006/relationships/image" Target="../media/image235.png"/><Relationship Id="rId41" Type="http://schemas.openxmlformats.org/officeDocument/2006/relationships/image" Target="../media/image25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9.png"/><Relationship Id="rId18" Type="http://schemas.openxmlformats.org/officeDocument/2006/relationships/image" Target="../media/image274.png"/><Relationship Id="rId26" Type="http://schemas.openxmlformats.org/officeDocument/2006/relationships/image" Target="../media/image282.png"/><Relationship Id="rId39" Type="http://schemas.openxmlformats.org/officeDocument/2006/relationships/image" Target="../media/image295.png"/><Relationship Id="rId21" Type="http://schemas.openxmlformats.org/officeDocument/2006/relationships/image" Target="../media/image277.png"/><Relationship Id="rId34" Type="http://schemas.openxmlformats.org/officeDocument/2006/relationships/image" Target="../media/image290.png"/><Relationship Id="rId42" Type="http://schemas.openxmlformats.org/officeDocument/2006/relationships/image" Target="../media/image298.png"/><Relationship Id="rId7" Type="http://schemas.openxmlformats.org/officeDocument/2006/relationships/image" Target="../media/image267.png"/><Relationship Id="rId2" Type="http://schemas.openxmlformats.org/officeDocument/2006/relationships/image" Target="../media/image262.png"/><Relationship Id="rId16" Type="http://schemas.openxmlformats.org/officeDocument/2006/relationships/image" Target="../media/image272.png"/><Relationship Id="rId29" Type="http://schemas.openxmlformats.org/officeDocument/2006/relationships/image" Target="../media/image2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6.png"/><Relationship Id="rId11" Type="http://schemas.openxmlformats.org/officeDocument/2006/relationships/image" Target="../media/image228.png"/><Relationship Id="rId24" Type="http://schemas.openxmlformats.org/officeDocument/2006/relationships/image" Target="../media/image280.png"/><Relationship Id="rId32" Type="http://schemas.openxmlformats.org/officeDocument/2006/relationships/image" Target="../media/image288.png"/><Relationship Id="rId37" Type="http://schemas.openxmlformats.org/officeDocument/2006/relationships/image" Target="../media/image293.png"/><Relationship Id="rId40" Type="http://schemas.openxmlformats.org/officeDocument/2006/relationships/image" Target="../media/image296.png"/><Relationship Id="rId45" Type="http://schemas.openxmlformats.org/officeDocument/2006/relationships/image" Target="../media/image261.png"/><Relationship Id="rId5" Type="http://schemas.openxmlformats.org/officeDocument/2006/relationships/image" Target="../media/image265.png"/><Relationship Id="rId15" Type="http://schemas.openxmlformats.org/officeDocument/2006/relationships/image" Target="../media/image271.png"/><Relationship Id="rId23" Type="http://schemas.openxmlformats.org/officeDocument/2006/relationships/image" Target="../media/image279.png"/><Relationship Id="rId28" Type="http://schemas.openxmlformats.org/officeDocument/2006/relationships/image" Target="../media/image284.png"/><Relationship Id="rId36" Type="http://schemas.openxmlformats.org/officeDocument/2006/relationships/image" Target="../media/image292.png"/><Relationship Id="rId10" Type="http://schemas.openxmlformats.org/officeDocument/2006/relationships/customXml" Target="../ink/ink24.xml"/><Relationship Id="rId19" Type="http://schemas.openxmlformats.org/officeDocument/2006/relationships/image" Target="../media/image275.png"/><Relationship Id="rId31" Type="http://schemas.openxmlformats.org/officeDocument/2006/relationships/image" Target="../media/image287.png"/><Relationship Id="rId44" Type="http://schemas.openxmlformats.org/officeDocument/2006/relationships/customXml" Target="../ink/ink25.xml"/><Relationship Id="rId4" Type="http://schemas.openxmlformats.org/officeDocument/2006/relationships/image" Target="../media/image264.png"/><Relationship Id="rId9" Type="http://schemas.openxmlformats.org/officeDocument/2006/relationships/image" Target="../media/image227.png"/><Relationship Id="rId14" Type="http://schemas.openxmlformats.org/officeDocument/2006/relationships/image" Target="../media/image270.png"/><Relationship Id="rId22" Type="http://schemas.openxmlformats.org/officeDocument/2006/relationships/image" Target="../media/image278.png"/><Relationship Id="rId27" Type="http://schemas.openxmlformats.org/officeDocument/2006/relationships/image" Target="../media/image283.png"/><Relationship Id="rId30" Type="http://schemas.openxmlformats.org/officeDocument/2006/relationships/image" Target="../media/image286.png"/><Relationship Id="rId35" Type="http://schemas.openxmlformats.org/officeDocument/2006/relationships/image" Target="../media/image291.png"/><Relationship Id="rId43" Type="http://schemas.openxmlformats.org/officeDocument/2006/relationships/image" Target="../media/image299.png"/><Relationship Id="rId8" Type="http://schemas.openxmlformats.org/officeDocument/2006/relationships/customXml" Target="../ink/ink23.xml"/><Relationship Id="rId3" Type="http://schemas.openxmlformats.org/officeDocument/2006/relationships/image" Target="../media/image263.png"/><Relationship Id="rId12" Type="http://schemas.openxmlformats.org/officeDocument/2006/relationships/image" Target="../media/image268.png"/><Relationship Id="rId17" Type="http://schemas.openxmlformats.org/officeDocument/2006/relationships/image" Target="../media/image273.png"/><Relationship Id="rId25" Type="http://schemas.openxmlformats.org/officeDocument/2006/relationships/image" Target="../media/image281.png"/><Relationship Id="rId33" Type="http://schemas.openxmlformats.org/officeDocument/2006/relationships/image" Target="../media/image289.png"/><Relationship Id="rId38" Type="http://schemas.openxmlformats.org/officeDocument/2006/relationships/image" Target="../media/image294.png"/><Relationship Id="rId20" Type="http://schemas.openxmlformats.org/officeDocument/2006/relationships/image" Target="../media/image276.png"/><Relationship Id="rId41" Type="http://schemas.openxmlformats.org/officeDocument/2006/relationships/image" Target="../media/image297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7.png"/><Relationship Id="rId21" Type="http://schemas.openxmlformats.org/officeDocument/2006/relationships/image" Target="../media/image312.png"/><Relationship Id="rId42" Type="http://schemas.openxmlformats.org/officeDocument/2006/relationships/image" Target="../media/image333.png"/><Relationship Id="rId47" Type="http://schemas.openxmlformats.org/officeDocument/2006/relationships/image" Target="../media/image338.png"/><Relationship Id="rId63" Type="http://schemas.openxmlformats.org/officeDocument/2006/relationships/image" Target="../media/image354.png"/><Relationship Id="rId68" Type="http://schemas.openxmlformats.org/officeDocument/2006/relationships/image" Target="../media/image359.png"/><Relationship Id="rId84" Type="http://schemas.openxmlformats.org/officeDocument/2006/relationships/image" Target="../media/image374.png"/><Relationship Id="rId16" Type="http://schemas.openxmlformats.org/officeDocument/2006/relationships/image" Target="../media/image227.png"/><Relationship Id="rId11" Type="http://schemas.openxmlformats.org/officeDocument/2006/relationships/image" Target="../media/image307.png"/><Relationship Id="rId32" Type="http://schemas.openxmlformats.org/officeDocument/2006/relationships/image" Target="../media/image323.png"/><Relationship Id="rId37" Type="http://schemas.openxmlformats.org/officeDocument/2006/relationships/image" Target="../media/image328.png"/><Relationship Id="rId53" Type="http://schemas.openxmlformats.org/officeDocument/2006/relationships/image" Target="../media/image344.png"/><Relationship Id="rId58" Type="http://schemas.openxmlformats.org/officeDocument/2006/relationships/image" Target="../media/image349.png"/><Relationship Id="rId74" Type="http://schemas.openxmlformats.org/officeDocument/2006/relationships/image" Target="../media/image364.png"/><Relationship Id="rId79" Type="http://schemas.openxmlformats.org/officeDocument/2006/relationships/image" Target="../media/image369.png"/><Relationship Id="rId5" Type="http://schemas.openxmlformats.org/officeDocument/2006/relationships/customXml" Target="../ink/ink27.xml"/><Relationship Id="rId19" Type="http://schemas.openxmlformats.org/officeDocument/2006/relationships/customXml" Target="../ink/ink30.xml"/><Relationship Id="rId14" Type="http://schemas.openxmlformats.org/officeDocument/2006/relationships/image" Target="../media/image310.png"/><Relationship Id="rId22" Type="http://schemas.openxmlformats.org/officeDocument/2006/relationships/image" Target="../media/image313.png"/><Relationship Id="rId27" Type="http://schemas.openxmlformats.org/officeDocument/2006/relationships/image" Target="../media/image318.png"/><Relationship Id="rId30" Type="http://schemas.openxmlformats.org/officeDocument/2006/relationships/image" Target="../media/image321.png"/><Relationship Id="rId35" Type="http://schemas.openxmlformats.org/officeDocument/2006/relationships/image" Target="../media/image326.png"/><Relationship Id="rId43" Type="http://schemas.openxmlformats.org/officeDocument/2006/relationships/image" Target="../media/image334.png"/><Relationship Id="rId48" Type="http://schemas.openxmlformats.org/officeDocument/2006/relationships/image" Target="../media/image339.png"/><Relationship Id="rId56" Type="http://schemas.openxmlformats.org/officeDocument/2006/relationships/image" Target="../media/image347.png"/><Relationship Id="rId64" Type="http://schemas.openxmlformats.org/officeDocument/2006/relationships/image" Target="../media/image355.png"/><Relationship Id="rId69" Type="http://schemas.openxmlformats.org/officeDocument/2006/relationships/image" Target="../media/image360.png"/><Relationship Id="rId77" Type="http://schemas.openxmlformats.org/officeDocument/2006/relationships/image" Target="../media/image367.png"/><Relationship Id="rId8" Type="http://schemas.openxmlformats.org/officeDocument/2006/relationships/image" Target="../media/image304.png"/><Relationship Id="rId51" Type="http://schemas.openxmlformats.org/officeDocument/2006/relationships/image" Target="../media/image342.png"/><Relationship Id="rId72" Type="http://schemas.openxmlformats.org/officeDocument/2006/relationships/image" Target="../media/image362.png"/><Relationship Id="rId80" Type="http://schemas.openxmlformats.org/officeDocument/2006/relationships/image" Target="../media/image370.png"/><Relationship Id="rId85" Type="http://schemas.openxmlformats.org/officeDocument/2006/relationships/image" Target="../media/image375.png"/><Relationship Id="rId3" Type="http://schemas.openxmlformats.org/officeDocument/2006/relationships/customXml" Target="../ink/ink26.xml"/><Relationship Id="rId12" Type="http://schemas.openxmlformats.org/officeDocument/2006/relationships/image" Target="../media/image308.png"/><Relationship Id="rId17" Type="http://schemas.openxmlformats.org/officeDocument/2006/relationships/customXml" Target="../ink/ink29.xml"/><Relationship Id="rId25" Type="http://schemas.openxmlformats.org/officeDocument/2006/relationships/image" Target="../media/image316.png"/><Relationship Id="rId33" Type="http://schemas.openxmlformats.org/officeDocument/2006/relationships/image" Target="../media/image324.png"/><Relationship Id="rId38" Type="http://schemas.openxmlformats.org/officeDocument/2006/relationships/image" Target="../media/image329.png"/><Relationship Id="rId46" Type="http://schemas.openxmlformats.org/officeDocument/2006/relationships/image" Target="../media/image337.png"/><Relationship Id="rId59" Type="http://schemas.openxmlformats.org/officeDocument/2006/relationships/image" Target="../media/image350.png"/><Relationship Id="rId67" Type="http://schemas.openxmlformats.org/officeDocument/2006/relationships/image" Target="../media/image358.png"/><Relationship Id="rId20" Type="http://schemas.openxmlformats.org/officeDocument/2006/relationships/image" Target="../media/image311.png"/><Relationship Id="rId41" Type="http://schemas.openxmlformats.org/officeDocument/2006/relationships/image" Target="../media/image332.png"/><Relationship Id="rId54" Type="http://schemas.openxmlformats.org/officeDocument/2006/relationships/image" Target="../media/image345.png"/><Relationship Id="rId62" Type="http://schemas.openxmlformats.org/officeDocument/2006/relationships/image" Target="../media/image353.png"/><Relationship Id="rId70" Type="http://schemas.openxmlformats.org/officeDocument/2006/relationships/image" Target="../media/image361.png"/><Relationship Id="rId75" Type="http://schemas.openxmlformats.org/officeDocument/2006/relationships/image" Target="../media/image365.png"/><Relationship Id="rId83" Type="http://schemas.openxmlformats.org/officeDocument/2006/relationships/image" Target="../media/image3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2.png"/><Relationship Id="rId15" Type="http://schemas.openxmlformats.org/officeDocument/2006/relationships/customXml" Target="../ink/ink28.xml"/><Relationship Id="rId23" Type="http://schemas.openxmlformats.org/officeDocument/2006/relationships/image" Target="../media/image314.png"/><Relationship Id="rId28" Type="http://schemas.openxmlformats.org/officeDocument/2006/relationships/image" Target="../media/image319.png"/><Relationship Id="rId36" Type="http://schemas.openxmlformats.org/officeDocument/2006/relationships/image" Target="../media/image327.png"/><Relationship Id="rId49" Type="http://schemas.openxmlformats.org/officeDocument/2006/relationships/image" Target="../media/image340.png"/><Relationship Id="rId57" Type="http://schemas.openxmlformats.org/officeDocument/2006/relationships/image" Target="../media/image348.png"/><Relationship Id="rId10" Type="http://schemas.openxmlformats.org/officeDocument/2006/relationships/image" Target="../media/image306.png"/><Relationship Id="rId31" Type="http://schemas.openxmlformats.org/officeDocument/2006/relationships/image" Target="../media/image322.png"/><Relationship Id="rId44" Type="http://schemas.openxmlformats.org/officeDocument/2006/relationships/image" Target="../media/image335.png"/><Relationship Id="rId52" Type="http://schemas.openxmlformats.org/officeDocument/2006/relationships/image" Target="../media/image343.png"/><Relationship Id="rId60" Type="http://schemas.openxmlformats.org/officeDocument/2006/relationships/image" Target="../media/image351.png"/><Relationship Id="rId65" Type="http://schemas.openxmlformats.org/officeDocument/2006/relationships/image" Target="../media/image356.png"/><Relationship Id="rId73" Type="http://schemas.openxmlformats.org/officeDocument/2006/relationships/image" Target="../media/image363.png"/><Relationship Id="rId78" Type="http://schemas.openxmlformats.org/officeDocument/2006/relationships/image" Target="../media/image368.png"/><Relationship Id="rId81" Type="http://schemas.openxmlformats.org/officeDocument/2006/relationships/image" Target="../media/image371.png"/><Relationship Id="rId86" Type="http://schemas.openxmlformats.org/officeDocument/2006/relationships/image" Target="../media/image376.png"/><Relationship Id="rId4" Type="http://schemas.openxmlformats.org/officeDocument/2006/relationships/image" Target="../media/image301.png"/><Relationship Id="rId9" Type="http://schemas.openxmlformats.org/officeDocument/2006/relationships/image" Target="../media/image305.png"/><Relationship Id="rId13" Type="http://schemas.openxmlformats.org/officeDocument/2006/relationships/image" Target="../media/image309.png"/><Relationship Id="rId18" Type="http://schemas.openxmlformats.org/officeDocument/2006/relationships/image" Target="../media/image228.png"/><Relationship Id="rId39" Type="http://schemas.openxmlformats.org/officeDocument/2006/relationships/image" Target="../media/image330.png"/><Relationship Id="rId34" Type="http://schemas.openxmlformats.org/officeDocument/2006/relationships/image" Target="../media/image325.png"/><Relationship Id="rId50" Type="http://schemas.openxmlformats.org/officeDocument/2006/relationships/image" Target="../media/image341.png"/><Relationship Id="rId55" Type="http://schemas.openxmlformats.org/officeDocument/2006/relationships/image" Target="../media/image346.png"/><Relationship Id="rId76" Type="http://schemas.openxmlformats.org/officeDocument/2006/relationships/image" Target="../media/image366.png"/><Relationship Id="rId7" Type="http://schemas.openxmlformats.org/officeDocument/2006/relationships/image" Target="../media/image303.png"/><Relationship Id="rId71" Type="http://schemas.openxmlformats.org/officeDocument/2006/relationships/customXml" Target="../ink/ink31.xml"/><Relationship Id="rId2" Type="http://schemas.openxmlformats.org/officeDocument/2006/relationships/image" Target="../media/image300.png"/><Relationship Id="rId29" Type="http://schemas.openxmlformats.org/officeDocument/2006/relationships/image" Target="../media/image320.png"/><Relationship Id="rId24" Type="http://schemas.openxmlformats.org/officeDocument/2006/relationships/image" Target="../media/image315.png"/><Relationship Id="rId40" Type="http://schemas.openxmlformats.org/officeDocument/2006/relationships/image" Target="../media/image331.png"/><Relationship Id="rId45" Type="http://schemas.openxmlformats.org/officeDocument/2006/relationships/image" Target="../media/image336.png"/><Relationship Id="rId66" Type="http://schemas.openxmlformats.org/officeDocument/2006/relationships/image" Target="../media/image357.png"/><Relationship Id="rId61" Type="http://schemas.openxmlformats.org/officeDocument/2006/relationships/image" Target="../media/image352.png"/><Relationship Id="rId82" Type="http://schemas.openxmlformats.org/officeDocument/2006/relationships/image" Target="../media/image3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04">
            <a:extLst>
              <a:ext uri="{FF2B5EF4-FFF2-40B4-BE49-F238E27FC236}">
                <a16:creationId xmlns:a16="http://schemas.microsoft.com/office/drawing/2014/main" id="{C713D488-F1C6-732F-941E-D1356501E4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250"/>
          <a:stretch>
            <a:fillRect/>
          </a:stretch>
        </p:blipFill>
        <p:spPr>
          <a:xfrm>
            <a:off x="377324" y="237701"/>
            <a:ext cx="7826423" cy="16613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593228-7DA1-947E-E5A6-E521BA432308}"/>
                  </a:ext>
                </a:extLst>
              </p:cNvPr>
              <p:cNvSpPr txBox="1"/>
              <p:nvPr/>
            </p:nvSpPr>
            <p:spPr>
              <a:xfrm>
                <a:off x="2759666" y="88763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593228-7DA1-947E-E5A6-E521BA432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666" y="887636"/>
                <a:ext cx="32609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E64989-4A2F-9C1A-CC79-4A09C6B88809}"/>
                  </a:ext>
                </a:extLst>
              </p:cNvPr>
              <p:cNvSpPr txBox="1"/>
              <p:nvPr/>
            </p:nvSpPr>
            <p:spPr>
              <a:xfrm>
                <a:off x="3067326" y="86244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EE64989-4A2F-9C1A-CC79-4A09C6B88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326" y="862444"/>
                <a:ext cx="250488" cy="400110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FD0254-83F4-C91B-31C5-85CD823BF3AD}"/>
                  </a:ext>
                </a:extLst>
              </p:cNvPr>
              <p:cNvSpPr txBox="1"/>
              <p:nvPr/>
            </p:nvSpPr>
            <p:spPr>
              <a:xfrm>
                <a:off x="3382901" y="881831"/>
                <a:ext cx="6443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FFD0254-83F4-C91B-31C5-85CD823B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901" y="881831"/>
                <a:ext cx="64434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筆跡 7">
                <a:extLst>
                  <a:ext uri="{FF2B5EF4-FFF2-40B4-BE49-F238E27FC236}">
                    <a16:creationId xmlns:a16="http://schemas.microsoft.com/office/drawing/2014/main" id="{29FFA73F-9457-2133-A81D-A56A086A0DB4}"/>
                  </a:ext>
                </a:extLst>
              </p14:cNvPr>
              <p14:cNvContentPartPr/>
              <p14:nvPr/>
            </p14:nvContentPartPr>
            <p14:xfrm>
              <a:off x="1709870" y="422876"/>
              <a:ext cx="2714912" cy="45719"/>
            </p14:xfrm>
          </p:contentPart>
        </mc:Choice>
        <mc:Fallback>
          <p:pic>
            <p:nvPicPr>
              <p:cNvPr id="11" name="筆跡 7">
                <a:extLst>
                  <a:ext uri="{FF2B5EF4-FFF2-40B4-BE49-F238E27FC236}">
                    <a16:creationId xmlns:a16="http://schemas.microsoft.com/office/drawing/2014/main" id="{29FFA73F-9457-2133-A81D-A56A086A0D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55838" y="-13292824"/>
                <a:ext cx="282261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筆跡 7">
                <a:extLst>
                  <a:ext uri="{FF2B5EF4-FFF2-40B4-BE49-F238E27FC236}">
                    <a16:creationId xmlns:a16="http://schemas.microsoft.com/office/drawing/2014/main" id="{B02D88AD-E572-E23C-69F5-5589A0D5F1AB}"/>
                  </a:ext>
                </a:extLst>
              </p14:cNvPr>
              <p14:cNvContentPartPr/>
              <p14:nvPr/>
            </p14:nvContentPartPr>
            <p14:xfrm>
              <a:off x="7235489" y="400017"/>
              <a:ext cx="807396" cy="45719"/>
            </p14:xfrm>
          </p:contentPart>
        </mc:Choice>
        <mc:Fallback>
          <p:pic>
            <p:nvPicPr>
              <p:cNvPr id="12" name="筆跡 7">
                <a:extLst>
                  <a:ext uri="{FF2B5EF4-FFF2-40B4-BE49-F238E27FC236}">
                    <a16:creationId xmlns:a16="http://schemas.microsoft.com/office/drawing/2014/main" id="{B02D88AD-E572-E23C-69F5-5589A0D5F1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81471" y="-13315683"/>
                <a:ext cx="91507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808B79-977F-1A21-D8B7-138020D283FD}"/>
                  </a:ext>
                </a:extLst>
              </p:cNvPr>
              <p:cNvSpPr txBox="1"/>
              <p:nvPr/>
            </p:nvSpPr>
            <p:spPr>
              <a:xfrm>
                <a:off x="2759666" y="138072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808B79-977F-1A21-D8B7-138020D28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666" y="1380724"/>
                <a:ext cx="3260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C0BD2C-768C-E18B-B652-D697879855DD}"/>
                  </a:ext>
                </a:extLst>
              </p:cNvPr>
              <p:cNvSpPr txBox="1"/>
              <p:nvPr/>
            </p:nvSpPr>
            <p:spPr>
              <a:xfrm>
                <a:off x="3067326" y="135553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C0BD2C-768C-E18B-B652-D69787985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7326" y="1355532"/>
                <a:ext cx="250488" cy="400110"/>
              </a:xfrm>
              <a:prstGeom prst="rect">
                <a:avLst/>
              </a:prstGeom>
              <a:blipFill>
                <a:blip r:embed="rId1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B70252-7DBC-D2C1-77E5-114A708BAFD7}"/>
                  </a:ext>
                </a:extLst>
              </p:cNvPr>
              <p:cNvSpPr txBox="1"/>
              <p:nvPr/>
            </p:nvSpPr>
            <p:spPr>
              <a:xfrm>
                <a:off x="3382901" y="1374919"/>
                <a:ext cx="12667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6.28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∙∙∙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4B70252-7DBC-D2C1-77E5-114A708BA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901" y="1374919"/>
                <a:ext cx="126673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2">
            <a:extLst>
              <a:ext uri="{FF2B5EF4-FFF2-40B4-BE49-F238E27FC236}">
                <a16:creationId xmlns:a16="http://schemas.microsoft.com/office/drawing/2014/main" id="{6B455D1C-9477-1EC8-4230-A1D7148A69EC}"/>
              </a:ext>
            </a:extLst>
          </p:cNvPr>
          <p:cNvGrpSpPr/>
          <p:nvPr/>
        </p:nvGrpSpPr>
        <p:grpSpPr>
          <a:xfrm>
            <a:off x="1990089" y="1996606"/>
            <a:ext cx="7831352" cy="782972"/>
            <a:chOff x="980248" y="4227526"/>
            <a:chExt cx="7592721" cy="7829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3">
                  <a:extLst>
                    <a:ext uri="{FF2B5EF4-FFF2-40B4-BE49-F238E27FC236}">
                      <a16:creationId xmlns:a16="http://schemas.microsoft.com/office/drawing/2014/main" id="{4BA4B616-632B-18F2-5AC8-F02E14621BE6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" name="文字方塊 3">
                  <a:extLst>
                    <a:ext uri="{FF2B5EF4-FFF2-40B4-BE49-F238E27FC236}">
                      <a16:creationId xmlns:a16="http://schemas.microsoft.com/office/drawing/2014/main" id="{4BA4B616-632B-18F2-5AC8-F02E14621B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13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5">
                  <a:extLst>
                    <a:ext uri="{FF2B5EF4-FFF2-40B4-BE49-F238E27FC236}">
                      <a16:creationId xmlns:a16="http://schemas.microsoft.com/office/drawing/2014/main" id="{A91FBDCC-FC05-40DE-9887-34A8B004A2F8}"/>
                    </a:ext>
                  </a:extLst>
                </p:cNvPr>
                <p:cNvSpPr txBox="1"/>
                <p:nvPr/>
              </p:nvSpPr>
              <p:spPr>
                <a:xfrm>
                  <a:off x="1358586" y="4295622"/>
                  <a:ext cx="7214383" cy="7148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The negative integers satisfying the inequality are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6,</m:t>
                      </m:r>
                    </m:oMath>
                  </a14:m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,</m:t>
                      </m:r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,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,</m:t>
                      </m:r>
                    </m:oMath>
                  </a14:m>
                  <a:r>
                    <a:rPr lang="en-US" sz="2000" dirty="0"/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2 </m:t>
                      </m:r>
                      <m:r>
                        <m:rPr>
                          <m:nor/>
                        </m:rPr>
                        <a:rPr lang="en-US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nd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1.</m:t>
                      </m:r>
                    </m:oMath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18" name="文字方塊 5">
                  <a:extLst>
                    <a:ext uri="{FF2B5EF4-FFF2-40B4-BE49-F238E27FC236}">
                      <a16:creationId xmlns:a16="http://schemas.microsoft.com/office/drawing/2014/main" id="{A91FBDCC-FC05-40DE-9887-34A8B004A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586" y="4295622"/>
                  <a:ext cx="7214383" cy="71487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群組 2">
            <a:extLst>
              <a:ext uri="{FF2B5EF4-FFF2-40B4-BE49-F238E27FC236}">
                <a16:creationId xmlns:a16="http://schemas.microsoft.com/office/drawing/2014/main" id="{9049DCB1-7412-54C2-BC10-EEB1A0C5D3F8}"/>
              </a:ext>
            </a:extLst>
          </p:cNvPr>
          <p:cNvGrpSpPr/>
          <p:nvPr/>
        </p:nvGrpSpPr>
        <p:grpSpPr>
          <a:xfrm>
            <a:off x="2020031" y="3033739"/>
            <a:ext cx="2967987" cy="461665"/>
            <a:chOff x="980248" y="4227526"/>
            <a:chExt cx="2967987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字方塊 3">
                  <a:extLst>
                    <a:ext uri="{FF2B5EF4-FFF2-40B4-BE49-F238E27FC236}">
                      <a16:creationId xmlns:a16="http://schemas.microsoft.com/office/drawing/2014/main" id="{9F756ED8-4A3C-C3D4-A6FF-3841E0565F23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1" name="文字方塊 3">
                  <a:extLst>
                    <a:ext uri="{FF2B5EF4-FFF2-40B4-BE49-F238E27FC236}">
                      <a16:creationId xmlns:a16="http://schemas.microsoft.com/office/drawing/2014/main" id="{9F756ED8-4A3C-C3D4-A6FF-3841E0565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15"/>
                  <a:stretch>
                    <a:fillRect r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字方塊 5">
              <a:extLst>
                <a:ext uri="{FF2B5EF4-FFF2-40B4-BE49-F238E27FC236}">
                  <a16:creationId xmlns:a16="http://schemas.microsoft.com/office/drawing/2014/main" id="{24008DBE-FCBA-07C4-88F0-1820099D21A5}"/>
                </a:ext>
              </a:extLst>
            </p:cNvPr>
            <p:cNvSpPr txBox="1"/>
            <p:nvPr/>
          </p:nvSpPr>
          <p:spPr>
            <a:xfrm>
              <a:off x="1344396" y="4251613"/>
              <a:ext cx="260383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The required sum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BEBBB5-700A-30B3-D31C-030166D099A4}"/>
                  </a:ext>
                </a:extLst>
              </p:cNvPr>
              <p:cNvSpPr txBox="1"/>
              <p:nvPr/>
            </p:nvSpPr>
            <p:spPr>
              <a:xfrm>
                <a:off x="4851348" y="3042738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BEBBB5-700A-30B3-D31C-030166D09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348" y="3042738"/>
                <a:ext cx="38276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133">
            <a:extLst>
              <a:ext uri="{FF2B5EF4-FFF2-40B4-BE49-F238E27FC236}">
                <a16:creationId xmlns:a16="http://schemas.microsoft.com/office/drawing/2014/main" id="{34946581-A313-C82B-E17C-BD4D77F1C3F4}"/>
              </a:ext>
            </a:extLst>
          </p:cNvPr>
          <p:cNvGrpSpPr/>
          <p:nvPr/>
        </p:nvGrpSpPr>
        <p:grpSpPr>
          <a:xfrm>
            <a:off x="5142931" y="3047518"/>
            <a:ext cx="783522" cy="423470"/>
            <a:chOff x="1151524" y="1365813"/>
            <a:chExt cx="783522" cy="423470"/>
          </a:xfrm>
        </p:grpSpPr>
        <p:grpSp>
          <p:nvGrpSpPr>
            <p:cNvPr id="25" name="群組 134">
              <a:extLst>
                <a:ext uri="{FF2B5EF4-FFF2-40B4-BE49-F238E27FC236}">
                  <a16:creationId xmlns:a16="http://schemas.microsoft.com/office/drawing/2014/main" id="{E2437415-AADF-D0DD-A743-772310C6E0B6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27" name="文字方塊 136">
                <a:extLst>
                  <a:ext uri="{FF2B5EF4-FFF2-40B4-BE49-F238E27FC236}">
                    <a16:creationId xmlns:a16="http://schemas.microsoft.com/office/drawing/2014/main" id="{C647E3A7-6B3B-4651-325D-1E78A201FAB8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28" name="文字方塊 137">
                <a:extLst>
                  <a:ext uri="{FF2B5EF4-FFF2-40B4-BE49-F238E27FC236}">
                    <a16:creationId xmlns:a16="http://schemas.microsoft.com/office/drawing/2014/main" id="{3CC1972B-7DB5-1967-001B-C0086A1D93EE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135">
                  <a:extLst>
                    <a:ext uri="{FF2B5EF4-FFF2-40B4-BE49-F238E27FC236}">
                      <a16:creationId xmlns:a16="http://schemas.microsoft.com/office/drawing/2014/main" id="{3948E137-CC2F-88CF-9C95-CCFDF328C9B7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6">
                <a:extLst>
                  <a:ext uri="{FF2B5EF4-FFF2-40B4-BE49-F238E27FC236}">
                    <a16:creationId xmlns:a16="http://schemas.microsoft.com/office/drawing/2014/main" id="{E5D67FAA-BE2F-010D-8DAD-A403AE3DBB97}"/>
                  </a:ext>
                </a:extLst>
              </p:cNvPr>
              <p:cNvSpPr txBox="1"/>
              <p:nvPr/>
            </p:nvSpPr>
            <p:spPr>
              <a:xfrm>
                <a:off x="5840139" y="30485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6">
                <a:extLst>
                  <a:ext uri="{FF2B5EF4-FFF2-40B4-BE49-F238E27FC236}">
                    <a16:creationId xmlns:a16="http://schemas.microsoft.com/office/drawing/2014/main" id="{E5D67FAA-BE2F-010D-8DAD-A403AE3DB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139" y="3048562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33">
            <a:extLst>
              <a:ext uri="{FF2B5EF4-FFF2-40B4-BE49-F238E27FC236}">
                <a16:creationId xmlns:a16="http://schemas.microsoft.com/office/drawing/2014/main" id="{099477F7-CDD5-A8A5-CF25-A268DA71F619}"/>
              </a:ext>
            </a:extLst>
          </p:cNvPr>
          <p:cNvGrpSpPr/>
          <p:nvPr/>
        </p:nvGrpSpPr>
        <p:grpSpPr>
          <a:xfrm>
            <a:off x="6103401" y="3051716"/>
            <a:ext cx="783522" cy="423470"/>
            <a:chOff x="1151524" y="1365813"/>
            <a:chExt cx="783522" cy="423470"/>
          </a:xfrm>
        </p:grpSpPr>
        <p:grpSp>
          <p:nvGrpSpPr>
            <p:cNvPr id="31" name="群組 134">
              <a:extLst>
                <a:ext uri="{FF2B5EF4-FFF2-40B4-BE49-F238E27FC236}">
                  <a16:creationId xmlns:a16="http://schemas.microsoft.com/office/drawing/2014/main" id="{1CCC5D28-4F2C-B06E-4CD1-C2C14C8A91F0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33" name="文字方塊 136">
                <a:extLst>
                  <a:ext uri="{FF2B5EF4-FFF2-40B4-BE49-F238E27FC236}">
                    <a16:creationId xmlns:a16="http://schemas.microsoft.com/office/drawing/2014/main" id="{805BCCF0-4261-34AC-F566-EB5CC64D2E20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34" name="文字方塊 137">
                <a:extLst>
                  <a:ext uri="{FF2B5EF4-FFF2-40B4-BE49-F238E27FC236}">
                    <a16:creationId xmlns:a16="http://schemas.microsoft.com/office/drawing/2014/main" id="{CE5CCC1E-ED72-A995-7726-B6F14FE59326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135">
                  <a:extLst>
                    <a:ext uri="{FF2B5EF4-FFF2-40B4-BE49-F238E27FC236}">
                      <a16:creationId xmlns:a16="http://schemas.microsoft.com/office/drawing/2014/main" id="{4A831CFB-420C-C8B2-0A33-DDDFA683BC9E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F3EF2124-B323-B96A-901E-9AE155111856}"/>
                  </a:ext>
                </a:extLst>
              </p:cNvPr>
              <p:cNvSpPr txBox="1"/>
              <p:nvPr/>
            </p:nvSpPr>
            <p:spPr>
              <a:xfrm>
                <a:off x="6800609" y="30469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F3EF2124-B323-B96A-901E-9AE155111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0609" y="3046936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133">
            <a:extLst>
              <a:ext uri="{FF2B5EF4-FFF2-40B4-BE49-F238E27FC236}">
                <a16:creationId xmlns:a16="http://schemas.microsoft.com/office/drawing/2014/main" id="{916E86F6-752E-3B5A-7663-3E28F3462CC4}"/>
              </a:ext>
            </a:extLst>
          </p:cNvPr>
          <p:cNvGrpSpPr/>
          <p:nvPr/>
        </p:nvGrpSpPr>
        <p:grpSpPr>
          <a:xfrm>
            <a:off x="7099278" y="3047518"/>
            <a:ext cx="783522" cy="423470"/>
            <a:chOff x="1151524" y="1365813"/>
            <a:chExt cx="783522" cy="423470"/>
          </a:xfrm>
        </p:grpSpPr>
        <p:grpSp>
          <p:nvGrpSpPr>
            <p:cNvPr id="37" name="群組 134">
              <a:extLst>
                <a:ext uri="{FF2B5EF4-FFF2-40B4-BE49-F238E27FC236}">
                  <a16:creationId xmlns:a16="http://schemas.microsoft.com/office/drawing/2014/main" id="{507320E0-EAB1-2042-A25E-7AA619DFA649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39" name="文字方塊 136">
                <a:extLst>
                  <a:ext uri="{FF2B5EF4-FFF2-40B4-BE49-F238E27FC236}">
                    <a16:creationId xmlns:a16="http://schemas.microsoft.com/office/drawing/2014/main" id="{44DCF862-2234-1CF3-BA5D-657483DFC27B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40" name="文字方塊 137">
                <a:extLst>
                  <a:ext uri="{FF2B5EF4-FFF2-40B4-BE49-F238E27FC236}">
                    <a16:creationId xmlns:a16="http://schemas.microsoft.com/office/drawing/2014/main" id="{44BE960F-D038-1936-B96F-60C0575A0DC3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135">
                  <a:extLst>
                    <a:ext uri="{FF2B5EF4-FFF2-40B4-BE49-F238E27FC236}">
                      <a16:creationId xmlns:a16="http://schemas.microsoft.com/office/drawing/2014/main" id="{7BA9C696-B925-5BA4-D689-960BB97BF602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16">
                <a:extLst>
                  <a:ext uri="{FF2B5EF4-FFF2-40B4-BE49-F238E27FC236}">
                    <a16:creationId xmlns:a16="http://schemas.microsoft.com/office/drawing/2014/main" id="{9B850DD2-1EC3-D805-7DE4-67594AB3DE4F}"/>
                  </a:ext>
                </a:extLst>
              </p:cNvPr>
              <p:cNvSpPr txBox="1"/>
              <p:nvPr/>
            </p:nvSpPr>
            <p:spPr>
              <a:xfrm>
                <a:off x="7796486" y="30427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16">
                <a:extLst>
                  <a:ext uri="{FF2B5EF4-FFF2-40B4-BE49-F238E27FC236}">
                    <a16:creationId xmlns:a16="http://schemas.microsoft.com/office/drawing/2014/main" id="{9B850DD2-1EC3-D805-7DE4-67594AB3D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486" y="3042738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133">
            <a:extLst>
              <a:ext uri="{FF2B5EF4-FFF2-40B4-BE49-F238E27FC236}">
                <a16:creationId xmlns:a16="http://schemas.microsoft.com/office/drawing/2014/main" id="{C15DD3E9-E3A6-C512-A7C0-C7B4928DE496}"/>
              </a:ext>
            </a:extLst>
          </p:cNvPr>
          <p:cNvGrpSpPr/>
          <p:nvPr/>
        </p:nvGrpSpPr>
        <p:grpSpPr>
          <a:xfrm>
            <a:off x="8042885" y="3054995"/>
            <a:ext cx="783522" cy="423470"/>
            <a:chOff x="1151524" y="1365813"/>
            <a:chExt cx="783522" cy="423470"/>
          </a:xfrm>
        </p:grpSpPr>
        <p:grpSp>
          <p:nvGrpSpPr>
            <p:cNvPr id="43" name="群組 134">
              <a:extLst>
                <a:ext uri="{FF2B5EF4-FFF2-40B4-BE49-F238E27FC236}">
                  <a16:creationId xmlns:a16="http://schemas.microsoft.com/office/drawing/2014/main" id="{772CBD62-795B-6C2C-C1CD-4C64A29DA4F4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45" name="文字方塊 136">
                <a:extLst>
                  <a:ext uri="{FF2B5EF4-FFF2-40B4-BE49-F238E27FC236}">
                    <a16:creationId xmlns:a16="http://schemas.microsoft.com/office/drawing/2014/main" id="{2BE9A838-2FCC-7AA7-7C6B-97D85C1293C0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46" name="文字方塊 137">
                <a:extLst>
                  <a:ext uri="{FF2B5EF4-FFF2-40B4-BE49-F238E27FC236}">
                    <a16:creationId xmlns:a16="http://schemas.microsoft.com/office/drawing/2014/main" id="{A7F58F21-4105-03A8-F7B9-BC00877DAC4B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135">
                  <a:extLst>
                    <a:ext uri="{FF2B5EF4-FFF2-40B4-BE49-F238E27FC236}">
                      <a16:creationId xmlns:a16="http://schemas.microsoft.com/office/drawing/2014/main" id="{53E212F1-AFAE-F775-80B2-A39A026F0C09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6">
                <a:extLst>
                  <a:ext uri="{FF2B5EF4-FFF2-40B4-BE49-F238E27FC236}">
                    <a16:creationId xmlns:a16="http://schemas.microsoft.com/office/drawing/2014/main" id="{0AE94924-1EF4-3330-C5AD-2C711F8C5021}"/>
                  </a:ext>
                </a:extLst>
              </p:cNvPr>
              <p:cNvSpPr txBox="1"/>
              <p:nvPr/>
            </p:nvSpPr>
            <p:spPr>
              <a:xfrm>
                <a:off x="8740093" y="30502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6">
                <a:extLst>
                  <a:ext uri="{FF2B5EF4-FFF2-40B4-BE49-F238E27FC236}">
                    <a16:creationId xmlns:a16="http://schemas.microsoft.com/office/drawing/2014/main" id="{0AE94924-1EF4-3330-C5AD-2C711F8C5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093" y="3050215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133">
            <a:extLst>
              <a:ext uri="{FF2B5EF4-FFF2-40B4-BE49-F238E27FC236}">
                <a16:creationId xmlns:a16="http://schemas.microsoft.com/office/drawing/2014/main" id="{FB7072D1-B09F-A32A-EAED-481313F4EAC6}"/>
              </a:ext>
            </a:extLst>
          </p:cNvPr>
          <p:cNvGrpSpPr/>
          <p:nvPr/>
        </p:nvGrpSpPr>
        <p:grpSpPr>
          <a:xfrm>
            <a:off x="9020259" y="3062606"/>
            <a:ext cx="783522" cy="423470"/>
            <a:chOff x="1151524" y="1365813"/>
            <a:chExt cx="783522" cy="423470"/>
          </a:xfrm>
        </p:grpSpPr>
        <p:grpSp>
          <p:nvGrpSpPr>
            <p:cNvPr id="55" name="群組 134">
              <a:extLst>
                <a:ext uri="{FF2B5EF4-FFF2-40B4-BE49-F238E27FC236}">
                  <a16:creationId xmlns:a16="http://schemas.microsoft.com/office/drawing/2014/main" id="{3EA111C1-0B46-27BE-50C6-AB9F3F88FC59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57" name="文字方塊 136">
                <a:extLst>
                  <a:ext uri="{FF2B5EF4-FFF2-40B4-BE49-F238E27FC236}">
                    <a16:creationId xmlns:a16="http://schemas.microsoft.com/office/drawing/2014/main" id="{F65539A4-8525-0DBC-B209-721AC0E2E880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58" name="文字方塊 137">
                <a:extLst>
                  <a:ext uri="{FF2B5EF4-FFF2-40B4-BE49-F238E27FC236}">
                    <a16:creationId xmlns:a16="http://schemas.microsoft.com/office/drawing/2014/main" id="{C9956C7D-A59E-9CDE-6A0C-83C1E195DA5E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135">
                  <a:extLst>
                    <a:ext uri="{FF2B5EF4-FFF2-40B4-BE49-F238E27FC236}">
                      <a16:creationId xmlns:a16="http://schemas.microsoft.com/office/drawing/2014/main" id="{E6E38DB9-1B86-A770-DB29-FA079E307B91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B043300D-2CCE-28F0-1B93-A7143CBE0261}"/>
                  </a:ext>
                </a:extLst>
              </p:cNvPr>
              <p:cNvSpPr txBox="1"/>
              <p:nvPr/>
            </p:nvSpPr>
            <p:spPr>
              <a:xfrm>
                <a:off x="9717467" y="30578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B043300D-2CCE-28F0-1B93-A7143CBE0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467" y="3057826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群組 133">
            <a:extLst>
              <a:ext uri="{FF2B5EF4-FFF2-40B4-BE49-F238E27FC236}">
                <a16:creationId xmlns:a16="http://schemas.microsoft.com/office/drawing/2014/main" id="{F6066893-88A3-A5A6-9B3B-C54145AC8159}"/>
              </a:ext>
            </a:extLst>
          </p:cNvPr>
          <p:cNvGrpSpPr/>
          <p:nvPr/>
        </p:nvGrpSpPr>
        <p:grpSpPr>
          <a:xfrm>
            <a:off x="9992229" y="3067035"/>
            <a:ext cx="783522" cy="423470"/>
            <a:chOff x="1151524" y="1365813"/>
            <a:chExt cx="783522" cy="423470"/>
          </a:xfrm>
        </p:grpSpPr>
        <p:grpSp>
          <p:nvGrpSpPr>
            <p:cNvPr id="61" name="群組 134">
              <a:extLst>
                <a:ext uri="{FF2B5EF4-FFF2-40B4-BE49-F238E27FC236}">
                  <a16:creationId xmlns:a16="http://schemas.microsoft.com/office/drawing/2014/main" id="{93637D00-03CA-9652-7336-B31D5E77B3A0}"/>
                </a:ext>
              </a:extLst>
            </p:cNvPr>
            <p:cNvGrpSpPr/>
            <p:nvPr/>
          </p:nvGrpSpPr>
          <p:grpSpPr>
            <a:xfrm>
              <a:off x="1151524" y="1377853"/>
              <a:ext cx="783522" cy="411430"/>
              <a:chOff x="1151524" y="1377853"/>
              <a:chExt cx="783522" cy="411430"/>
            </a:xfrm>
          </p:grpSpPr>
          <p:sp>
            <p:nvSpPr>
              <p:cNvPr id="63" name="文字方塊 136">
                <a:extLst>
                  <a:ext uri="{FF2B5EF4-FFF2-40B4-BE49-F238E27FC236}">
                    <a16:creationId xmlns:a16="http://schemas.microsoft.com/office/drawing/2014/main" id="{C3B28181-40D9-110E-A318-0842C4C56B4B}"/>
                  </a:ext>
                </a:extLst>
              </p:cNvPr>
              <p:cNvSpPr txBox="1"/>
              <p:nvPr/>
            </p:nvSpPr>
            <p:spPr>
              <a:xfrm>
                <a:off x="1151524" y="1377853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64" name="文字方塊 137">
                <a:extLst>
                  <a:ext uri="{FF2B5EF4-FFF2-40B4-BE49-F238E27FC236}">
                    <a16:creationId xmlns:a16="http://schemas.microsoft.com/office/drawing/2014/main" id="{7B423B23-C8DB-F9A0-1CC9-FDCD624AA8ED}"/>
                  </a:ext>
                </a:extLst>
              </p:cNvPr>
              <p:cNvSpPr txBox="1"/>
              <p:nvPr/>
            </p:nvSpPr>
            <p:spPr>
              <a:xfrm>
                <a:off x="1487488" y="1389173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135">
                  <a:extLst>
                    <a:ext uri="{FF2B5EF4-FFF2-40B4-BE49-F238E27FC236}">
                      <a16:creationId xmlns:a16="http://schemas.microsoft.com/office/drawing/2014/main" id="{CDB321D1-702B-471D-BF39-D7C27DAE3D1C}"/>
                    </a:ext>
                  </a:extLst>
                </p:cNvPr>
                <p:cNvSpPr txBox="1"/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6" name="文字方塊 135">
                  <a:extLst>
                    <a:ext uri="{FF2B5EF4-FFF2-40B4-BE49-F238E27FC236}">
                      <a16:creationId xmlns:a16="http://schemas.microsoft.com/office/drawing/2014/main" id="{DEB21E23-C19A-3EB0-6F02-B8FF2125D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4891" y="1365813"/>
                  <a:ext cx="295688" cy="40011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2915C4-3831-FC67-B6E6-7F0AF84B23E7}"/>
                  </a:ext>
                </a:extLst>
              </p:cNvPr>
              <p:cNvSpPr txBox="1"/>
              <p:nvPr/>
            </p:nvSpPr>
            <p:spPr>
              <a:xfrm>
                <a:off x="4851348" y="3626459"/>
                <a:ext cx="3827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2915C4-3831-FC67-B6E6-7F0AF84B2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348" y="3626459"/>
                <a:ext cx="382766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F83F773-038F-17AC-9DB3-16668EF99115}"/>
                  </a:ext>
                </a:extLst>
              </p:cNvPr>
              <p:cNvSpPr txBox="1"/>
              <p:nvPr/>
            </p:nvSpPr>
            <p:spPr>
              <a:xfrm>
                <a:off x="5096437" y="3625325"/>
                <a:ext cx="8875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21</m:t>
                      </m:r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7F83F773-038F-17AC-9DB3-16668EF99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437" y="3625325"/>
                <a:ext cx="887542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C7BD2324-87AA-DF02-9BC4-4698FD454166}"/>
              </a:ext>
            </a:extLst>
          </p:cNvPr>
          <p:cNvGrpSpPr/>
          <p:nvPr/>
        </p:nvGrpSpPr>
        <p:grpSpPr>
          <a:xfrm>
            <a:off x="7590265" y="3614252"/>
            <a:ext cx="436843" cy="422255"/>
            <a:chOff x="10223770" y="1733059"/>
            <a:chExt cx="436843" cy="422255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29E8BD7-C6AE-D735-64DB-07601957FA59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F378159-FC3E-E8D3-8670-4EB370A3502A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736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/>
      <p:bldP spid="14" grpId="0"/>
      <p:bldP spid="15" grpId="0"/>
      <p:bldP spid="23" grpId="0"/>
      <p:bldP spid="29" grpId="0"/>
      <p:bldP spid="35" grpId="0"/>
      <p:bldP spid="41" grpId="0"/>
      <p:bldP spid="47" grpId="0"/>
      <p:bldP spid="59" grpId="0"/>
      <p:bldP spid="65" grpId="0"/>
      <p:bldP spid="7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9DE941BF-BBA8-8C91-EC2B-3A3BDFFD83A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5426"/>
          <a:stretch>
            <a:fillRect/>
          </a:stretch>
        </p:blipFill>
        <p:spPr>
          <a:xfrm>
            <a:off x="299837" y="252651"/>
            <a:ext cx="4770533" cy="199638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筆跡 7">
                <a:extLst>
                  <a:ext uri="{FF2B5EF4-FFF2-40B4-BE49-F238E27FC236}">
                    <a16:creationId xmlns:a16="http://schemas.microsoft.com/office/drawing/2014/main" id="{C7A9DC55-989D-B47B-0625-4165F885E6F7}"/>
                  </a:ext>
                </a:extLst>
              </p14:cNvPr>
              <p14:cNvContentPartPr/>
              <p14:nvPr/>
            </p14:nvContentPartPr>
            <p14:xfrm>
              <a:off x="1144655" y="415516"/>
              <a:ext cx="629901" cy="45719"/>
            </p14:xfrm>
          </p:contentPart>
        </mc:Choice>
        <mc:Fallback>
          <p:pic>
            <p:nvPicPr>
              <p:cNvPr id="4" name="筆跡 7">
                <a:extLst>
                  <a:ext uri="{FF2B5EF4-FFF2-40B4-BE49-F238E27FC236}">
                    <a16:creationId xmlns:a16="http://schemas.microsoft.com/office/drawing/2014/main" id="{C7A9DC55-989D-B47B-0625-4165F885E6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0663" y="-13300184"/>
                <a:ext cx="7375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筆跡 7">
                <a:extLst>
                  <a:ext uri="{FF2B5EF4-FFF2-40B4-BE49-F238E27FC236}">
                    <a16:creationId xmlns:a16="http://schemas.microsoft.com/office/drawing/2014/main" id="{13566538-161B-762D-B361-AC6274EFB4DB}"/>
                  </a:ext>
                </a:extLst>
              </p14:cNvPr>
              <p14:cNvContentPartPr/>
              <p14:nvPr/>
            </p14:nvContentPartPr>
            <p14:xfrm>
              <a:off x="4319043" y="415515"/>
              <a:ext cx="629900" cy="45719"/>
            </p14:xfrm>
          </p:contentPart>
        </mc:Choice>
        <mc:Fallback>
          <p:pic>
            <p:nvPicPr>
              <p:cNvPr id="5" name="筆跡 7">
                <a:extLst>
                  <a:ext uri="{FF2B5EF4-FFF2-40B4-BE49-F238E27FC236}">
                    <a16:creationId xmlns:a16="http://schemas.microsoft.com/office/drawing/2014/main" id="{13566538-161B-762D-B361-AC6274EFB4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65052" y="-13300185"/>
                <a:ext cx="73752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文字方塊 29">
            <a:extLst>
              <a:ext uri="{FF2B5EF4-FFF2-40B4-BE49-F238E27FC236}">
                <a16:creationId xmlns:a16="http://schemas.microsoft.com/office/drawing/2014/main" id="{0B775BE5-B6B8-DF78-81C5-67D134319F9D}"/>
              </a:ext>
            </a:extLst>
          </p:cNvPr>
          <p:cNvSpPr txBox="1"/>
          <p:nvPr/>
        </p:nvSpPr>
        <p:spPr>
          <a:xfrm>
            <a:off x="667694" y="2513592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17C916-CEF1-F87A-22CA-3F661BCEAFE4}"/>
                  </a:ext>
                </a:extLst>
              </p:cNvPr>
              <p:cNvSpPr txBox="1"/>
              <p:nvPr/>
            </p:nvSpPr>
            <p:spPr>
              <a:xfrm>
                <a:off x="1458138" y="2520441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17C916-CEF1-F87A-22CA-3F661BCEAF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138" y="2520441"/>
                <a:ext cx="485887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33A78F-564D-C748-65EB-159DE116F292}"/>
                  </a:ext>
                </a:extLst>
              </p:cNvPr>
              <p:cNvSpPr txBox="1"/>
              <p:nvPr/>
            </p:nvSpPr>
            <p:spPr>
              <a:xfrm>
                <a:off x="1944026" y="249524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633A78F-564D-C748-65EB-159DE116F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026" y="2495249"/>
                <a:ext cx="250488" cy="400110"/>
              </a:xfrm>
              <a:prstGeom prst="rect">
                <a:avLst/>
              </a:prstGeom>
              <a:blipFill>
                <a:blip r:embed="rId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62395D-7CE5-370B-3F36-0CFDF087507D}"/>
                  </a:ext>
                </a:extLst>
              </p:cNvPr>
              <p:cNvSpPr txBox="1"/>
              <p:nvPr/>
            </p:nvSpPr>
            <p:spPr>
              <a:xfrm>
                <a:off x="2259602" y="251463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62395D-7CE5-370B-3F36-0CFDF0875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602" y="2514636"/>
                <a:ext cx="32609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27FBA-487F-7DFC-8F6C-A8C4C330D0CF}"/>
                  </a:ext>
                </a:extLst>
              </p:cNvPr>
              <p:cNvSpPr txBox="1"/>
              <p:nvPr/>
            </p:nvSpPr>
            <p:spPr>
              <a:xfrm>
                <a:off x="777182" y="296705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27FBA-487F-7DFC-8F6C-A8C4C330D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82" y="2967053"/>
                <a:ext cx="485887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6">
                <a:extLst>
                  <a:ext uri="{FF2B5EF4-FFF2-40B4-BE49-F238E27FC236}">
                    <a16:creationId xmlns:a16="http://schemas.microsoft.com/office/drawing/2014/main" id="{BD4EC75C-60E4-D427-CBA0-CDE1AD219925}"/>
                  </a:ext>
                </a:extLst>
              </p:cNvPr>
              <p:cNvSpPr txBox="1"/>
              <p:nvPr/>
            </p:nvSpPr>
            <p:spPr>
              <a:xfrm>
                <a:off x="1210678" y="29437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16">
                <a:extLst>
                  <a:ext uri="{FF2B5EF4-FFF2-40B4-BE49-F238E27FC236}">
                    <a16:creationId xmlns:a16="http://schemas.microsoft.com/office/drawing/2014/main" id="{BD4EC75C-60E4-D427-CBA0-CDE1AD2199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78" y="294370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17E83-2832-37B7-2CC4-990FB568F855}"/>
                  </a:ext>
                </a:extLst>
              </p:cNvPr>
              <p:cNvSpPr txBox="1"/>
              <p:nvPr/>
            </p:nvSpPr>
            <p:spPr>
              <a:xfrm>
                <a:off x="1444961" y="296705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17E83-2832-37B7-2CC4-990FB568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961" y="2967053"/>
                <a:ext cx="48588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78605F-3BD4-9973-9C52-717472F7B03C}"/>
                  </a:ext>
                </a:extLst>
              </p:cNvPr>
              <p:cNvSpPr txBox="1"/>
              <p:nvPr/>
            </p:nvSpPr>
            <p:spPr>
              <a:xfrm>
                <a:off x="1930867" y="296705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778605F-3BD4-9973-9C52-717472F7B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67" y="2967053"/>
                <a:ext cx="250488" cy="400110"/>
              </a:xfrm>
              <a:prstGeom prst="rect">
                <a:avLst/>
              </a:prstGeom>
              <a:blipFill>
                <a:blip r:embed="rId1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D51A9A-A6B0-31A6-8BCF-8D022936D8D2}"/>
                  </a:ext>
                </a:extLst>
              </p:cNvPr>
              <p:cNvSpPr txBox="1"/>
              <p:nvPr/>
            </p:nvSpPr>
            <p:spPr>
              <a:xfrm>
                <a:off x="2283106" y="296705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9D51A9A-A6B0-31A6-8BCF-8D022936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106" y="2967053"/>
                <a:ext cx="485887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6">
                <a:extLst>
                  <a:ext uri="{FF2B5EF4-FFF2-40B4-BE49-F238E27FC236}">
                    <a16:creationId xmlns:a16="http://schemas.microsoft.com/office/drawing/2014/main" id="{1EDF11F4-5A42-B84E-7B5D-E880315E83B3}"/>
                  </a:ext>
                </a:extLst>
              </p:cNvPr>
              <p:cNvSpPr txBox="1"/>
              <p:nvPr/>
            </p:nvSpPr>
            <p:spPr>
              <a:xfrm>
                <a:off x="2716602" y="29437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6">
                <a:extLst>
                  <a:ext uri="{FF2B5EF4-FFF2-40B4-BE49-F238E27FC236}">
                    <a16:creationId xmlns:a16="http://schemas.microsoft.com/office/drawing/2014/main" id="{1EDF11F4-5A42-B84E-7B5D-E880315E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602" y="294370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665318-5A20-D95D-2D13-DAFD6EB94D33}"/>
                  </a:ext>
                </a:extLst>
              </p:cNvPr>
              <p:cNvSpPr txBox="1"/>
              <p:nvPr/>
            </p:nvSpPr>
            <p:spPr>
              <a:xfrm>
                <a:off x="2903993" y="296705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665318-5A20-D95D-2D13-DAFD6EB9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993" y="2967053"/>
                <a:ext cx="485887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1A39A8-C310-17DC-1EAC-1FA64CD49F93}"/>
                  </a:ext>
                </a:extLst>
              </p:cNvPr>
              <p:cNvSpPr txBox="1"/>
              <p:nvPr/>
            </p:nvSpPr>
            <p:spPr>
              <a:xfrm>
                <a:off x="1444961" y="341567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1A39A8-C310-17DC-1EAC-1FA64CD49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961" y="3415675"/>
                <a:ext cx="485887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C4491C-514A-4418-25C9-E2AE6F8A0657}"/>
                  </a:ext>
                </a:extLst>
              </p:cNvPr>
              <p:cNvSpPr txBox="1"/>
              <p:nvPr/>
            </p:nvSpPr>
            <p:spPr>
              <a:xfrm>
                <a:off x="1930867" y="3415675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C4491C-514A-4418-25C9-E2AE6F8A0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0867" y="3415675"/>
                <a:ext cx="250488" cy="400110"/>
              </a:xfrm>
              <a:prstGeom prst="rect">
                <a:avLst/>
              </a:prstGeom>
              <a:blipFill>
                <a:blip r:embed="rId1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0C78E-AF31-5623-5957-662417251485}"/>
                  </a:ext>
                </a:extLst>
              </p:cNvPr>
              <p:cNvSpPr txBox="1"/>
              <p:nvPr/>
            </p:nvSpPr>
            <p:spPr>
              <a:xfrm>
                <a:off x="2283106" y="341567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EE0C78E-AF31-5623-5957-662417251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106" y="3415675"/>
                <a:ext cx="485887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6">
                <a:extLst>
                  <a:ext uri="{FF2B5EF4-FFF2-40B4-BE49-F238E27FC236}">
                    <a16:creationId xmlns:a16="http://schemas.microsoft.com/office/drawing/2014/main" id="{8B13117C-29FD-C938-8BF0-1BF18B7470B6}"/>
                  </a:ext>
                </a:extLst>
              </p:cNvPr>
              <p:cNvSpPr txBox="1"/>
              <p:nvPr/>
            </p:nvSpPr>
            <p:spPr>
              <a:xfrm>
                <a:off x="2716602" y="33923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6">
                <a:extLst>
                  <a:ext uri="{FF2B5EF4-FFF2-40B4-BE49-F238E27FC236}">
                    <a16:creationId xmlns:a16="http://schemas.microsoft.com/office/drawing/2014/main" id="{8B13117C-29FD-C938-8BF0-1BF18B747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602" y="339233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DEC429-585C-5A41-82B8-4C20684E568A}"/>
                  </a:ext>
                </a:extLst>
              </p:cNvPr>
              <p:cNvSpPr txBox="1"/>
              <p:nvPr/>
            </p:nvSpPr>
            <p:spPr>
              <a:xfrm>
                <a:off x="2903993" y="341567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DEC429-585C-5A41-82B8-4C20684E5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993" y="3415675"/>
                <a:ext cx="485887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9">
            <a:extLst>
              <a:ext uri="{FF2B5EF4-FFF2-40B4-BE49-F238E27FC236}">
                <a16:creationId xmlns:a16="http://schemas.microsoft.com/office/drawing/2014/main" id="{571F700F-14ED-D7D3-02A7-F5104D4F7269}"/>
              </a:ext>
            </a:extLst>
          </p:cNvPr>
          <p:cNvSpPr txBox="1"/>
          <p:nvPr/>
        </p:nvSpPr>
        <p:spPr>
          <a:xfrm>
            <a:off x="667694" y="4128692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5DAE23-20CC-C9B2-2C8F-664D492AD6B3}"/>
                  </a:ext>
                </a:extLst>
              </p:cNvPr>
              <p:cNvSpPr txBox="1"/>
              <p:nvPr/>
            </p:nvSpPr>
            <p:spPr>
              <a:xfrm>
                <a:off x="1458138" y="4135541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5DAE23-20CC-C9B2-2C8F-664D492AD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138" y="4135541"/>
                <a:ext cx="485887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5FE7FA-A488-E0A0-83E5-AEA4C0F47FA4}"/>
                  </a:ext>
                </a:extLst>
              </p:cNvPr>
              <p:cNvSpPr txBox="1"/>
              <p:nvPr/>
            </p:nvSpPr>
            <p:spPr>
              <a:xfrm>
                <a:off x="1944026" y="411034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F5FE7FA-A488-E0A0-83E5-AEA4C0F47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026" y="4110349"/>
                <a:ext cx="250488" cy="400110"/>
              </a:xfrm>
              <a:prstGeom prst="rect">
                <a:avLst/>
              </a:prstGeom>
              <a:blipFill>
                <a:blip r:embed="rId2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97AA16-841E-818B-D0BD-5BA6FEF02034}"/>
                  </a:ext>
                </a:extLst>
              </p:cNvPr>
              <p:cNvSpPr txBox="1"/>
              <p:nvPr/>
            </p:nvSpPr>
            <p:spPr>
              <a:xfrm>
                <a:off x="2259602" y="412973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597AA16-841E-818B-D0BD-5BA6FEF02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602" y="4129736"/>
                <a:ext cx="326092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BFB9D9-D2E6-7134-F637-C955F0CE4F99}"/>
                  </a:ext>
                </a:extLst>
              </p:cNvPr>
              <p:cNvSpPr txBox="1"/>
              <p:nvPr/>
            </p:nvSpPr>
            <p:spPr>
              <a:xfrm>
                <a:off x="1263070" y="4579161"/>
                <a:ext cx="68095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BFB9D9-D2E6-7134-F637-C955F0CE4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3070" y="4579161"/>
                <a:ext cx="680956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C6242A-2951-8DD1-35A3-69A576805845}"/>
                  </a:ext>
                </a:extLst>
              </p:cNvPr>
              <p:cNvSpPr txBox="1"/>
              <p:nvPr/>
            </p:nvSpPr>
            <p:spPr>
              <a:xfrm>
                <a:off x="1944026" y="455396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8C6242A-2951-8DD1-35A3-69A576805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026" y="4553969"/>
                <a:ext cx="250488" cy="400110"/>
              </a:xfrm>
              <a:prstGeom prst="rect">
                <a:avLst/>
              </a:prstGeom>
              <a:blipFill>
                <a:blip r:embed="rId27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45ED9E-D266-1A24-5CD0-3DA6300A74AC}"/>
                  </a:ext>
                </a:extLst>
              </p:cNvPr>
              <p:cNvSpPr txBox="1"/>
              <p:nvPr/>
            </p:nvSpPr>
            <p:spPr>
              <a:xfrm>
                <a:off x="2259602" y="457335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45ED9E-D266-1A24-5CD0-3DA6300A7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9602" y="4573356"/>
                <a:ext cx="326092" cy="400110"/>
              </a:xfrm>
              <a:prstGeom prst="rect">
                <a:avLst/>
              </a:prstGeom>
              <a:blipFill>
                <a:blip r:embed="rId28"/>
                <a:stretch>
                  <a:fillRect r="-39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1D3F8B-1451-BFA6-4BBC-7726E3ABF212}"/>
                  </a:ext>
                </a:extLst>
              </p:cNvPr>
              <p:cNvSpPr txBox="1"/>
              <p:nvPr/>
            </p:nvSpPr>
            <p:spPr>
              <a:xfrm>
                <a:off x="877235" y="5039805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11D3F8B-1451-BFA6-4BBC-7726E3ABF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235" y="5039805"/>
                <a:ext cx="315981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16">
                <a:extLst>
                  <a:ext uri="{FF2B5EF4-FFF2-40B4-BE49-F238E27FC236}">
                    <a16:creationId xmlns:a16="http://schemas.microsoft.com/office/drawing/2014/main" id="{8B050B43-17FA-7F8B-77A5-BD4EEE2A0EE6}"/>
                  </a:ext>
                </a:extLst>
              </p:cNvPr>
              <p:cNvSpPr txBox="1"/>
              <p:nvPr/>
            </p:nvSpPr>
            <p:spPr>
              <a:xfrm>
                <a:off x="1159660" y="50314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16">
                <a:extLst>
                  <a:ext uri="{FF2B5EF4-FFF2-40B4-BE49-F238E27FC236}">
                    <a16:creationId xmlns:a16="http://schemas.microsoft.com/office/drawing/2014/main" id="{8B050B43-17FA-7F8B-77A5-BD4EEE2A0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660" y="5031416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D83B87A-4FB9-91C5-F0D3-2CB462D2E5B2}"/>
                  </a:ext>
                </a:extLst>
              </p:cNvPr>
              <p:cNvSpPr txBox="1"/>
              <p:nvPr/>
            </p:nvSpPr>
            <p:spPr>
              <a:xfrm>
                <a:off x="1450953" y="503157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D83B87A-4FB9-91C5-F0D3-2CB462D2E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953" y="5031573"/>
                <a:ext cx="485887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038090-CFA8-3F63-A11B-E5DD4EF7B9F6}"/>
                  </a:ext>
                </a:extLst>
              </p:cNvPr>
              <p:cNvSpPr txBox="1"/>
              <p:nvPr/>
            </p:nvSpPr>
            <p:spPr>
              <a:xfrm>
                <a:off x="1941236" y="5014638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038090-CFA8-3F63-A11B-E5DD4EF7B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1236" y="5014638"/>
                <a:ext cx="250488" cy="400110"/>
              </a:xfrm>
              <a:prstGeom prst="rect">
                <a:avLst/>
              </a:prstGeom>
              <a:blipFill>
                <a:blip r:embed="rId32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A7F28C-34B9-C9C5-A006-502DBEE2B10D}"/>
                  </a:ext>
                </a:extLst>
              </p:cNvPr>
              <p:cNvSpPr txBox="1"/>
              <p:nvPr/>
            </p:nvSpPr>
            <p:spPr>
              <a:xfrm>
                <a:off x="2251080" y="5034864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7A7F28C-34B9-C9C5-A006-502DBEE2B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080" y="5034864"/>
                <a:ext cx="315981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16">
                <a:extLst>
                  <a:ext uri="{FF2B5EF4-FFF2-40B4-BE49-F238E27FC236}">
                    <a16:creationId xmlns:a16="http://schemas.microsoft.com/office/drawing/2014/main" id="{4F446F6B-C83A-59FB-5596-7AF9FB004313}"/>
                  </a:ext>
                </a:extLst>
              </p:cNvPr>
              <p:cNvSpPr txBox="1"/>
              <p:nvPr/>
            </p:nvSpPr>
            <p:spPr>
              <a:xfrm>
                <a:off x="2533505" y="50176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16">
                <a:extLst>
                  <a:ext uri="{FF2B5EF4-FFF2-40B4-BE49-F238E27FC236}">
                    <a16:creationId xmlns:a16="http://schemas.microsoft.com/office/drawing/2014/main" id="{4F446F6B-C83A-59FB-5596-7AF9FB00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505" y="5017683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53954D-C75C-7E0C-9754-053DA12C5746}"/>
                  </a:ext>
                </a:extLst>
              </p:cNvPr>
              <p:cNvSpPr txBox="1"/>
              <p:nvPr/>
            </p:nvSpPr>
            <p:spPr>
              <a:xfrm>
                <a:off x="2798421" y="5039285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353954D-C75C-7E0C-9754-053DA12C5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421" y="5039285"/>
                <a:ext cx="315981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B2C24-9D25-8AA2-E6EC-8BA10BC06260}"/>
                  </a:ext>
                </a:extLst>
              </p:cNvPr>
              <p:cNvSpPr txBox="1"/>
              <p:nvPr/>
            </p:nvSpPr>
            <p:spPr>
              <a:xfrm>
                <a:off x="880258" y="5470971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DBB2C24-9D25-8AA2-E6EC-8BA10BC06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258" y="5470971"/>
                <a:ext cx="315981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16">
                <a:extLst>
                  <a:ext uri="{FF2B5EF4-FFF2-40B4-BE49-F238E27FC236}">
                    <a16:creationId xmlns:a16="http://schemas.microsoft.com/office/drawing/2014/main" id="{FB462360-824F-0A3A-9772-33F7E306DB7C}"/>
                  </a:ext>
                </a:extLst>
              </p:cNvPr>
              <p:cNvSpPr txBox="1"/>
              <p:nvPr/>
            </p:nvSpPr>
            <p:spPr>
              <a:xfrm>
                <a:off x="1162683" y="54625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16">
                <a:extLst>
                  <a:ext uri="{FF2B5EF4-FFF2-40B4-BE49-F238E27FC236}">
                    <a16:creationId xmlns:a16="http://schemas.microsoft.com/office/drawing/2014/main" id="{FB462360-824F-0A3A-9772-33F7E306D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83" y="5462582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DFF277-743A-D42A-F609-3ACC047BCCF5}"/>
                  </a:ext>
                </a:extLst>
              </p:cNvPr>
              <p:cNvSpPr txBox="1"/>
              <p:nvPr/>
            </p:nvSpPr>
            <p:spPr>
              <a:xfrm>
                <a:off x="1453976" y="5462739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1DFF277-743A-D42A-F609-3ACC047BC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976" y="5462739"/>
                <a:ext cx="485887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9033D-5387-1E24-9336-8667DC66EAE5}"/>
                  </a:ext>
                </a:extLst>
              </p:cNvPr>
              <p:cNvSpPr txBox="1"/>
              <p:nvPr/>
            </p:nvSpPr>
            <p:spPr>
              <a:xfrm>
                <a:off x="1944259" y="544580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139033D-5387-1E24-9336-8667DC66E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259" y="5445804"/>
                <a:ext cx="250488" cy="400110"/>
              </a:xfrm>
              <a:prstGeom prst="rect">
                <a:avLst/>
              </a:prstGeom>
              <a:blipFill>
                <a:blip r:embed="rId39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540B669-1257-FEEC-2266-16BC9A2DEC47}"/>
                  </a:ext>
                </a:extLst>
              </p:cNvPr>
              <p:cNvSpPr txBox="1"/>
              <p:nvPr/>
            </p:nvSpPr>
            <p:spPr>
              <a:xfrm>
                <a:off x="2254103" y="5466030"/>
                <a:ext cx="54431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540B669-1257-FEEC-2266-16BC9A2DE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103" y="5466030"/>
                <a:ext cx="54431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2">
            <a:extLst>
              <a:ext uri="{FF2B5EF4-FFF2-40B4-BE49-F238E27FC236}">
                <a16:creationId xmlns:a16="http://schemas.microsoft.com/office/drawing/2014/main" id="{3A5F2BBC-E052-F7BB-D059-699836DDDBCE}"/>
              </a:ext>
            </a:extLst>
          </p:cNvPr>
          <p:cNvGrpSpPr/>
          <p:nvPr/>
        </p:nvGrpSpPr>
        <p:grpSpPr>
          <a:xfrm>
            <a:off x="500770" y="5818966"/>
            <a:ext cx="4133223" cy="775982"/>
            <a:chOff x="980248" y="4227526"/>
            <a:chExt cx="3996410" cy="7759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3">
                  <a:extLst>
                    <a:ext uri="{FF2B5EF4-FFF2-40B4-BE49-F238E27FC236}">
                      <a16:creationId xmlns:a16="http://schemas.microsoft.com/office/drawing/2014/main" id="{D393D34E-24F8-42C0-33DE-8CFB59DB0EED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7" name="文字方塊 3">
                  <a:extLst>
                    <a:ext uri="{FF2B5EF4-FFF2-40B4-BE49-F238E27FC236}">
                      <a16:creationId xmlns:a16="http://schemas.microsoft.com/office/drawing/2014/main" id="{D393D34E-24F8-42C0-33DE-8CFB59DB0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41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字方塊 5">
              <a:extLst>
                <a:ext uri="{FF2B5EF4-FFF2-40B4-BE49-F238E27FC236}">
                  <a16:creationId xmlns:a16="http://schemas.microsoft.com/office/drawing/2014/main" id="{F73D26F2-51E6-F4EB-1906-C52B6700D4A3}"/>
                </a:ext>
              </a:extLst>
            </p:cNvPr>
            <p:cNvSpPr txBox="1"/>
            <p:nvPr/>
          </p:nvSpPr>
          <p:spPr>
            <a:xfrm>
              <a:off x="1358587" y="4295622"/>
              <a:ext cx="36180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given inequality is not true</a:t>
              </a:r>
              <a:endParaRPr lang="en-US" sz="2000" dirty="0"/>
            </a:p>
          </p:txBody>
        </p:sp>
      </p:grpSp>
      <p:sp>
        <p:nvSpPr>
          <p:cNvPr id="49" name="文字方塊 29">
            <a:extLst>
              <a:ext uri="{FF2B5EF4-FFF2-40B4-BE49-F238E27FC236}">
                <a16:creationId xmlns:a16="http://schemas.microsoft.com/office/drawing/2014/main" id="{79238D32-3B7F-0AD9-1A8A-AF9628CB992E}"/>
              </a:ext>
            </a:extLst>
          </p:cNvPr>
          <p:cNvSpPr txBox="1"/>
          <p:nvPr/>
        </p:nvSpPr>
        <p:spPr>
          <a:xfrm>
            <a:off x="5213943" y="2482495"/>
            <a:ext cx="429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8C64809-31DD-660A-0E48-2612B0A55217}"/>
                  </a:ext>
                </a:extLst>
              </p:cNvPr>
              <p:cNvSpPr txBox="1"/>
              <p:nvPr/>
            </p:nvSpPr>
            <p:spPr>
              <a:xfrm>
                <a:off x="6004387" y="2489344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8C64809-31DD-660A-0E48-2612B0A55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87" y="2489344"/>
                <a:ext cx="485887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D1A0A0-AB0E-BA5F-662C-8781EA65A8A8}"/>
                  </a:ext>
                </a:extLst>
              </p:cNvPr>
              <p:cNvSpPr txBox="1"/>
              <p:nvPr/>
            </p:nvSpPr>
            <p:spPr>
              <a:xfrm>
                <a:off x="6490275" y="246415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9D1A0A0-AB0E-BA5F-662C-8781EA65A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275" y="2464152"/>
                <a:ext cx="250488" cy="400110"/>
              </a:xfrm>
              <a:prstGeom prst="rect">
                <a:avLst/>
              </a:prstGeom>
              <a:blipFill>
                <a:blip r:embed="rId4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A59D00-8D45-6135-AD06-627868A149C3}"/>
                  </a:ext>
                </a:extLst>
              </p:cNvPr>
              <p:cNvSpPr txBox="1"/>
              <p:nvPr/>
            </p:nvSpPr>
            <p:spPr>
              <a:xfrm>
                <a:off x="6805851" y="248353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EA59D00-8D45-6135-AD06-627868A14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851" y="2483539"/>
                <a:ext cx="326092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CF5B664-92A2-3FC4-DBD9-F8755BB77F75}"/>
                  </a:ext>
                </a:extLst>
              </p:cNvPr>
              <p:cNvSpPr txBox="1"/>
              <p:nvPr/>
            </p:nvSpPr>
            <p:spPr>
              <a:xfrm>
                <a:off x="5426947" y="2935956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CF5B664-92A2-3FC4-DBD9-F8755BB77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947" y="2935956"/>
                <a:ext cx="485887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16">
                <a:extLst>
                  <a:ext uri="{FF2B5EF4-FFF2-40B4-BE49-F238E27FC236}">
                    <a16:creationId xmlns:a16="http://schemas.microsoft.com/office/drawing/2014/main" id="{F440606A-9E7A-7788-B228-97234047B584}"/>
                  </a:ext>
                </a:extLst>
              </p:cNvPr>
              <p:cNvSpPr txBox="1"/>
              <p:nvPr/>
            </p:nvSpPr>
            <p:spPr>
              <a:xfrm>
                <a:off x="5860443" y="29126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16">
                <a:extLst>
                  <a:ext uri="{FF2B5EF4-FFF2-40B4-BE49-F238E27FC236}">
                    <a16:creationId xmlns:a16="http://schemas.microsoft.com/office/drawing/2014/main" id="{F440606A-9E7A-7788-B228-97234047B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443" y="2912611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22FE30-63AD-F65C-0068-4F7341101082}"/>
                  </a:ext>
                </a:extLst>
              </p:cNvPr>
              <p:cNvSpPr txBox="1"/>
              <p:nvPr/>
            </p:nvSpPr>
            <p:spPr>
              <a:xfrm>
                <a:off x="6127617" y="2935956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A22FE30-63AD-F65C-0068-4F7341101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617" y="2935956"/>
                <a:ext cx="349480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44D1AFB-A557-C2A9-5A0A-6EBEA55986FE}"/>
                  </a:ext>
                </a:extLst>
              </p:cNvPr>
              <p:cNvSpPr txBox="1"/>
              <p:nvPr/>
            </p:nvSpPr>
            <p:spPr>
              <a:xfrm>
                <a:off x="6477116" y="293595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44D1AFB-A557-C2A9-5A0A-6EBEA5598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116" y="2935956"/>
                <a:ext cx="250488" cy="400110"/>
              </a:xfrm>
              <a:prstGeom prst="rect">
                <a:avLst/>
              </a:prstGeom>
              <a:blipFill>
                <a:blip r:embed="rId48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5B57A4-8F15-E966-6307-B756883C22A0}"/>
                  </a:ext>
                </a:extLst>
              </p:cNvPr>
              <p:cNvSpPr txBox="1"/>
              <p:nvPr/>
            </p:nvSpPr>
            <p:spPr>
              <a:xfrm>
                <a:off x="6829356" y="293595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5B57A4-8F15-E966-6307-B756883C2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356" y="2935956"/>
                <a:ext cx="326092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16">
                <a:extLst>
                  <a:ext uri="{FF2B5EF4-FFF2-40B4-BE49-F238E27FC236}">
                    <a16:creationId xmlns:a16="http://schemas.microsoft.com/office/drawing/2014/main" id="{6EDBE1FC-42EC-A5AE-382D-B831EF8DCC25}"/>
                  </a:ext>
                </a:extLst>
              </p:cNvPr>
              <p:cNvSpPr txBox="1"/>
              <p:nvPr/>
            </p:nvSpPr>
            <p:spPr>
              <a:xfrm>
                <a:off x="7142082" y="29126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16">
                <a:extLst>
                  <a:ext uri="{FF2B5EF4-FFF2-40B4-BE49-F238E27FC236}">
                    <a16:creationId xmlns:a16="http://schemas.microsoft.com/office/drawing/2014/main" id="{6EDBE1FC-42EC-A5AE-382D-B831EF8DC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082" y="2912611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4B51DE8-8756-F994-8691-557BBE20131A}"/>
                  </a:ext>
                </a:extLst>
              </p:cNvPr>
              <p:cNvSpPr txBox="1"/>
              <p:nvPr/>
            </p:nvSpPr>
            <p:spPr>
              <a:xfrm>
                <a:off x="7355351" y="2935956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4B51DE8-8756-F994-8691-557BBE201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351" y="2935956"/>
                <a:ext cx="485887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344173-299A-4DAD-DEC4-BE1F93647A39}"/>
                  </a:ext>
                </a:extLst>
              </p:cNvPr>
              <p:cNvSpPr txBox="1"/>
              <p:nvPr/>
            </p:nvSpPr>
            <p:spPr>
              <a:xfrm>
                <a:off x="5435573" y="340131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6344173-299A-4DAD-DEC4-BE1F93647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573" y="3401310"/>
                <a:ext cx="485887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16">
                <a:extLst>
                  <a:ext uri="{FF2B5EF4-FFF2-40B4-BE49-F238E27FC236}">
                    <a16:creationId xmlns:a16="http://schemas.microsoft.com/office/drawing/2014/main" id="{1FF239BA-2307-656E-AAA7-A44BBCE5CB2D}"/>
                  </a:ext>
                </a:extLst>
              </p:cNvPr>
              <p:cNvSpPr txBox="1"/>
              <p:nvPr/>
            </p:nvSpPr>
            <p:spPr>
              <a:xfrm>
                <a:off x="5869069" y="33779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16">
                <a:extLst>
                  <a:ext uri="{FF2B5EF4-FFF2-40B4-BE49-F238E27FC236}">
                    <a16:creationId xmlns:a16="http://schemas.microsoft.com/office/drawing/2014/main" id="{1FF239BA-2307-656E-AAA7-A44BBCE5C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069" y="3377965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3B0C96E-92A7-964C-8EFF-9E7FA7BA255E}"/>
                  </a:ext>
                </a:extLst>
              </p:cNvPr>
              <p:cNvSpPr txBox="1"/>
              <p:nvPr/>
            </p:nvSpPr>
            <p:spPr>
              <a:xfrm>
                <a:off x="6136243" y="340131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3B0C96E-92A7-964C-8EFF-9E7FA7BA2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243" y="3401310"/>
                <a:ext cx="349480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BFFEF51-6BA9-C836-46BC-DBE6ED4CD3FD}"/>
                  </a:ext>
                </a:extLst>
              </p:cNvPr>
              <p:cNvSpPr txBox="1"/>
              <p:nvPr/>
            </p:nvSpPr>
            <p:spPr>
              <a:xfrm>
                <a:off x="6485742" y="340131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BFFEF51-6BA9-C836-46BC-DBE6ED4CD3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742" y="3401310"/>
                <a:ext cx="250488" cy="400110"/>
              </a:xfrm>
              <a:prstGeom prst="rect">
                <a:avLst/>
              </a:prstGeom>
              <a:blipFill>
                <a:blip r:embed="rId5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FD2EA0-AEBB-A348-A1F4-C6A14A0043B7}"/>
                  </a:ext>
                </a:extLst>
              </p:cNvPr>
              <p:cNvSpPr txBox="1"/>
              <p:nvPr/>
            </p:nvSpPr>
            <p:spPr>
              <a:xfrm>
                <a:off x="6837982" y="340131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FFD2EA0-AEBB-A348-A1F4-C6A14A004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7982" y="3401310"/>
                <a:ext cx="326092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29">
            <a:extLst>
              <a:ext uri="{FF2B5EF4-FFF2-40B4-BE49-F238E27FC236}">
                <a16:creationId xmlns:a16="http://schemas.microsoft.com/office/drawing/2014/main" id="{44FF5B77-76A7-8174-343C-04C4B936D66D}"/>
              </a:ext>
            </a:extLst>
          </p:cNvPr>
          <p:cNvSpPr txBox="1"/>
          <p:nvPr/>
        </p:nvSpPr>
        <p:spPr>
          <a:xfrm>
            <a:off x="5213943" y="4144903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DA247B4-50A1-0F08-BFF9-714430424EE3}"/>
                  </a:ext>
                </a:extLst>
              </p:cNvPr>
              <p:cNvSpPr txBox="1"/>
              <p:nvPr/>
            </p:nvSpPr>
            <p:spPr>
              <a:xfrm>
                <a:off x="6004387" y="4151752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DA247B4-50A1-0F08-BFF9-714430424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387" y="4151752"/>
                <a:ext cx="485887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08CBCA5-DD5C-BEB6-D3B3-019BBB9AB783}"/>
                  </a:ext>
                </a:extLst>
              </p:cNvPr>
              <p:cNvSpPr txBox="1"/>
              <p:nvPr/>
            </p:nvSpPr>
            <p:spPr>
              <a:xfrm>
                <a:off x="6490275" y="412656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08CBCA5-DD5C-BEB6-D3B3-019BBB9AB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275" y="4126560"/>
                <a:ext cx="250488" cy="400110"/>
              </a:xfrm>
              <a:prstGeom prst="rect">
                <a:avLst/>
              </a:prstGeom>
              <a:blipFill>
                <a:blip r:embed="rId5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C5CADE-4F17-0FB2-0B37-C8FA8E58756C}"/>
                  </a:ext>
                </a:extLst>
              </p:cNvPr>
              <p:cNvSpPr txBox="1"/>
              <p:nvPr/>
            </p:nvSpPr>
            <p:spPr>
              <a:xfrm>
                <a:off x="6805851" y="4145947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C5CADE-4F17-0FB2-0B37-C8FA8E587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5851" y="4145947"/>
                <a:ext cx="326092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74">
            <a:extLst>
              <a:ext uri="{FF2B5EF4-FFF2-40B4-BE49-F238E27FC236}">
                <a16:creationId xmlns:a16="http://schemas.microsoft.com/office/drawing/2014/main" id="{3AF6A394-7A14-C3C3-48D1-E93900991FCD}"/>
              </a:ext>
            </a:extLst>
          </p:cNvPr>
          <p:cNvGrpSpPr/>
          <p:nvPr/>
        </p:nvGrpSpPr>
        <p:grpSpPr>
          <a:xfrm>
            <a:off x="5913368" y="4591030"/>
            <a:ext cx="586734" cy="758961"/>
            <a:chOff x="2835556" y="4932778"/>
            <a:chExt cx="586734" cy="758961"/>
          </a:xfrm>
        </p:grpSpPr>
        <p:sp>
          <p:nvSpPr>
            <p:cNvPr id="70" name="文字方塊 75">
              <a:extLst>
                <a:ext uri="{FF2B5EF4-FFF2-40B4-BE49-F238E27FC236}">
                  <a16:creationId xmlns:a16="http://schemas.microsoft.com/office/drawing/2014/main" id="{A7146369-7402-C5A2-EA5A-ABA6438D2084}"/>
                </a:ext>
              </a:extLst>
            </p:cNvPr>
            <p:cNvSpPr txBox="1"/>
            <p:nvPr/>
          </p:nvSpPr>
          <p:spPr>
            <a:xfrm>
              <a:off x="2835556" y="4932778"/>
              <a:ext cx="58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grpSp>
          <p:nvGrpSpPr>
            <p:cNvPr id="71" name="群組 76">
              <a:extLst>
                <a:ext uri="{FF2B5EF4-FFF2-40B4-BE49-F238E27FC236}">
                  <a16:creationId xmlns:a16="http://schemas.microsoft.com/office/drawing/2014/main" id="{03F23161-1354-C1FA-F689-E8C033BFB683}"/>
                </a:ext>
              </a:extLst>
            </p:cNvPr>
            <p:cNvGrpSpPr/>
            <p:nvPr/>
          </p:nvGrpSpPr>
          <p:grpSpPr>
            <a:xfrm>
              <a:off x="2854980" y="5291629"/>
              <a:ext cx="493876" cy="400110"/>
              <a:chOff x="2854980" y="5291629"/>
              <a:chExt cx="493876" cy="400110"/>
            </a:xfrm>
          </p:grpSpPr>
          <p:cxnSp>
            <p:nvCxnSpPr>
              <p:cNvPr id="72" name="直線接點 77">
                <a:extLst>
                  <a:ext uri="{FF2B5EF4-FFF2-40B4-BE49-F238E27FC236}">
                    <a16:creationId xmlns:a16="http://schemas.microsoft.com/office/drawing/2014/main" id="{867825DC-88D3-D031-97FC-E7FF3C9437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49387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3" name="文字方塊 78">
                <a:extLst>
                  <a:ext uri="{FF2B5EF4-FFF2-40B4-BE49-F238E27FC236}">
                    <a16:creationId xmlns:a16="http://schemas.microsoft.com/office/drawing/2014/main" id="{5A1635BD-5253-F905-4D68-D63CA9F148CE}"/>
                  </a:ext>
                </a:extLst>
              </p:cNvPr>
              <p:cNvSpPr txBox="1"/>
              <p:nvPr/>
            </p:nvSpPr>
            <p:spPr>
              <a:xfrm>
                <a:off x="2923023" y="529162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BC49DC-1418-0917-B706-8569DE490D09}"/>
                  </a:ext>
                </a:extLst>
              </p:cNvPr>
              <p:cNvSpPr txBox="1"/>
              <p:nvPr/>
            </p:nvSpPr>
            <p:spPr>
              <a:xfrm>
                <a:off x="6485742" y="475829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9BC49DC-1418-0917-B706-8569DE490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742" y="4758292"/>
                <a:ext cx="250488" cy="400110"/>
              </a:xfrm>
              <a:prstGeom prst="rect">
                <a:avLst/>
              </a:prstGeom>
              <a:blipFill>
                <a:blip r:embed="rId6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群組 294">
            <a:extLst>
              <a:ext uri="{FF2B5EF4-FFF2-40B4-BE49-F238E27FC236}">
                <a16:creationId xmlns:a16="http://schemas.microsoft.com/office/drawing/2014/main" id="{FC8308B9-DD5D-E7E0-DD89-E04E1510A144}"/>
              </a:ext>
            </a:extLst>
          </p:cNvPr>
          <p:cNvGrpSpPr/>
          <p:nvPr/>
        </p:nvGrpSpPr>
        <p:grpSpPr>
          <a:xfrm>
            <a:off x="6938515" y="4578781"/>
            <a:ext cx="364383" cy="777549"/>
            <a:chOff x="2896107" y="4671588"/>
            <a:chExt cx="364383" cy="777549"/>
          </a:xfrm>
        </p:grpSpPr>
        <p:sp>
          <p:nvSpPr>
            <p:cNvPr id="82" name="文字方塊 295">
              <a:extLst>
                <a:ext uri="{FF2B5EF4-FFF2-40B4-BE49-F238E27FC236}">
                  <a16:creationId xmlns:a16="http://schemas.microsoft.com/office/drawing/2014/main" id="{597010C3-43BF-03D9-4F2D-5856A3B2CFA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3" name="群組 296">
              <a:extLst>
                <a:ext uri="{FF2B5EF4-FFF2-40B4-BE49-F238E27FC236}">
                  <a16:creationId xmlns:a16="http://schemas.microsoft.com/office/drawing/2014/main" id="{16B59D56-A687-4001-93C9-E1FD1F5C072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4" name="直線接點 297">
                <a:extLst>
                  <a:ext uri="{FF2B5EF4-FFF2-40B4-BE49-F238E27FC236}">
                    <a16:creationId xmlns:a16="http://schemas.microsoft.com/office/drawing/2014/main" id="{F36F7BBE-A0DE-1E0E-D9B7-E08E491BB3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5" name="文字方塊 300">
                <a:extLst>
                  <a:ext uri="{FF2B5EF4-FFF2-40B4-BE49-F238E27FC236}">
                    <a16:creationId xmlns:a16="http://schemas.microsoft.com/office/drawing/2014/main" id="{067DE09F-DAD3-CC79-AED6-EF16F39EC36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86" name="群組 74">
            <a:extLst>
              <a:ext uri="{FF2B5EF4-FFF2-40B4-BE49-F238E27FC236}">
                <a16:creationId xmlns:a16="http://schemas.microsoft.com/office/drawing/2014/main" id="{88EFAB70-E49F-C864-47F6-D8D2EBE099D0}"/>
              </a:ext>
            </a:extLst>
          </p:cNvPr>
          <p:cNvGrpSpPr/>
          <p:nvPr/>
        </p:nvGrpSpPr>
        <p:grpSpPr>
          <a:xfrm>
            <a:off x="5913368" y="5371261"/>
            <a:ext cx="586734" cy="758961"/>
            <a:chOff x="2835556" y="4932778"/>
            <a:chExt cx="586734" cy="758961"/>
          </a:xfrm>
        </p:grpSpPr>
        <p:sp>
          <p:nvSpPr>
            <p:cNvPr id="87" name="文字方塊 75">
              <a:extLst>
                <a:ext uri="{FF2B5EF4-FFF2-40B4-BE49-F238E27FC236}">
                  <a16:creationId xmlns:a16="http://schemas.microsoft.com/office/drawing/2014/main" id="{0499252E-AA85-5BB1-41F5-C155D42E8BAA}"/>
                </a:ext>
              </a:extLst>
            </p:cNvPr>
            <p:cNvSpPr txBox="1"/>
            <p:nvPr/>
          </p:nvSpPr>
          <p:spPr>
            <a:xfrm>
              <a:off x="2835556" y="4932778"/>
              <a:ext cx="5867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</a:p>
          </p:txBody>
        </p:sp>
        <p:grpSp>
          <p:nvGrpSpPr>
            <p:cNvPr id="88" name="群組 76">
              <a:extLst>
                <a:ext uri="{FF2B5EF4-FFF2-40B4-BE49-F238E27FC236}">
                  <a16:creationId xmlns:a16="http://schemas.microsoft.com/office/drawing/2014/main" id="{A1B936DF-0038-2C46-699D-EB8E1DE724FE}"/>
                </a:ext>
              </a:extLst>
            </p:cNvPr>
            <p:cNvGrpSpPr/>
            <p:nvPr/>
          </p:nvGrpSpPr>
          <p:grpSpPr>
            <a:xfrm>
              <a:off x="2854980" y="5291629"/>
              <a:ext cx="493876" cy="400110"/>
              <a:chOff x="2854980" y="5291629"/>
              <a:chExt cx="493876" cy="400110"/>
            </a:xfrm>
          </p:grpSpPr>
          <p:cxnSp>
            <p:nvCxnSpPr>
              <p:cNvPr id="89" name="直線接點 77">
                <a:extLst>
                  <a:ext uri="{FF2B5EF4-FFF2-40B4-BE49-F238E27FC236}">
                    <a16:creationId xmlns:a16="http://schemas.microsoft.com/office/drawing/2014/main" id="{6537668A-3EF1-5C25-8AE4-DF9C0A36B28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54980" y="5291629"/>
                <a:ext cx="49387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" name="文字方塊 78">
                <a:extLst>
                  <a:ext uri="{FF2B5EF4-FFF2-40B4-BE49-F238E27FC236}">
                    <a16:creationId xmlns:a16="http://schemas.microsoft.com/office/drawing/2014/main" id="{C16C5C5F-A3A3-30B9-519F-32D8170BEE8E}"/>
                  </a:ext>
                </a:extLst>
              </p:cNvPr>
              <p:cNvSpPr txBox="1"/>
              <p:nvPr/>
            </p:nvSpPr>
            <p:spPr>
              <a:xfrm>
                <a:off x="2923023" y="529162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E10425-FD47-57A6-2D61-5177412A429D}"/>
                  </a:ext>
                </a:extLst>
              </p:cNvPr>
              <p:cNvSpPr txBox="1"/>
              <p:nvPr/>
            </p:nvSpPr>
            <p:spPr>
              <a:xfrm>
                <a:off x="6485742" y="553852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E10425-FD47-57A6-2D61-5177412A4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742" y="5538523"/>
                <a:ext cx="250488" cy="400110"/>
              </a:xfrm>
              <a:prstGeom prst="rect">
                <a:avLst/>
              </a:prstGeom>
              <a:blipFill>
                <a:blip r:embed="rId6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4729CB-D055-E9E9-4D63-28A8852A4A15}"/>
                  </a:ext>
                </a:extLst>
              </p:cNvPr>
              <p:cNvSpPr txBox="1"/>
              <p:nvPr/>
            </p:nvSpPr>
            <p:spPr>
              <a:xfrm>
                <a:off x="6829356" y="553852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34729CB-D055-E9E9-4D63-28A8852A4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356" y="5538523"/>
                <a:ext cx="326092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群組 2">
            <a:extLst>
              <a:ext uri="{FF2B5EF4-FFF2-40B4-BE49-F238E27FC236}">
                <a16:creationId xmlns:a16="http://schemas.microsoft.com/office/drawing/2014/main" id="{28E3D4B1-6146-7B03-4562-A2157F145CE2}"/>
              </a:ext>
            </a:extLst>
          </p:cNvPr>
          <p:cNvGrpSpPr/>
          <p:nvPr/>
        </p:nvGrpSpPr>
        <p:grpSpPr>
          <a:xfrm>
            <a:off x="5397462" y="6139951"/>
            <a:ext cx="2294121" cy="468206"/>
            <a:chOff x="980248" y="4227526"/>
            <a:chExt cx="2218184" cy="46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字方塊 3">
                  <a:extLst>
                    <a:ext uri="{FF2B5EF4-FFF2-40B4-BE49-F238E27FC236}">
                      <a16:creationId xmlns:a16="http://schemas.microsoft.com/office/drawing/2014/main" id="{0BB11477-50DE-9040-123E-4962E13C0F57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9" name="文字方塊 3">
                  <a:extLst>
                    <a:ext uri="{FF2B5EF4-FFF2-40B4-BE49-F238E27FC236}">
                      <a16:creationId xmlns:a16="http://schemas.microsoft.com/office/drawing/2014/main" id="{0BB11477-50DE-9040-123E-4962E13C0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63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文字方塊 5">
              <a:extLst>
                <a:ext uri="{FF2B5EF4-FFF2-40B4-BE49-F238E27FC236}">
                  <a16:creationId xmlns:a16="http://schemas.microsoft.com/office/drawing/2014/main" id="{DD8691F5-11F4-D9EB-5E4A-73EA58E7CD10}"/>
                </a:ext>
              </a:extLst>
            </p:cNvPr>
            <p:cNvSpPr txBox="1"/>
            <p:nvPr/>
          </p:nvSpPr>
          <p:spPr>
            <a:xfrm>
              <a:off x="1358587" y="4295622"/>
              <a:ext cx="18398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 is not true</a:t>
              </a:r>
              <a:endParaRPr lang="en-US" sz="20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8EF6896-1C78-9708-212A-3558200F124D}"/>
              </a:ext>
            </a:extLst>
          </p:cNvPr>
          <p:cNvGrpSpPr/>
          <p:nvPr/>
        </p:nvGrpSpPr>
        <p:grpSpPr>
          <a:xfrm>
            <a:off x="8906072" y="6172693"/>
            <a:ext cx="436843" cy="422255"/>
            <a:chOff x="10223770" y="1733059"/>
            <a:chExt cx="436843" cy="422255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7C982FB-C441-CF79-2C76-2D85CE4E3125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E2135D5-17AB-9724-C395-F920D4222122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5" name="筆跡 16">
                <a:extLst>
                  <a:ext uri="{FF2B5EF4-FFF2-40B4-BE49-F238E27FC236}">
                    <a16:creationId xmlns:a16="http://schemas.microsoft.com/office/drawing/2014/main" id="{05105987-CB71-CBAF-4765-611F345FCD4C}"/>
                  </a:ext>
                </a:extLst>
              </p14:cNvPr>
              <p14:cNvContentPartPr/>
              <p14:nvPr/>
            </p14:nvContentPartPr>
            <p14:xfrm>
              <a:off x="2784346" y="725911"/>
              <a:ext cx="160200" cy="146520"/>
            </p14:xfrm>
          </p:contentPart>
        </mc:Choice>
        <mc:Fallback>
          <p:pic>
            <p:nvPicPr>
              <p:cNvPr id="105" name="筆跡 16">
                <a:extLst>
                  <a:ext uri="{FF2B5EF4-FFF2-40B4-BE49-F238E27FC236}">
                    <a16:creationId xmlns:a16="http://schemas.microsoft.com/office/drawing/2014/main" id="{05105987-CB71-CBAF-4765-611F345FCD4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66346" y="707911"/>
                <a:ext cx="195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6" name="筆跡 16">
                <a:extLst>
                  <a:ext uri="{FF2B5EF4-FFF2-40B4-BE49-F238E27FC236}">
                    <a16:creationId xmlns:a16="http://schemas.microsoft.com/office/drawing/2014/main" id="{C970B65F-2CEA-2301-DE3D-82907D93E2F4}"/>
                  </a:ext>
                </a:extLst>
              </p14:cNvPr>
              <p14:cNvContentPartPr/>
              <p14:nvPr/>
            </p14:nvContentPartPr>
            <p14:xfrm>
              <a:off x="2784346" y="1366947"/>
              <a:ext cx="160200" cy="146520"/>
            </p14:xfrm>
          </p:contentPart>
        </mc:Choice>
        <mc:Fallback>
          <p:pic>
            <p:nvPicPr>
              <p:cNvPr id="106" name="筆跡 16">
                <a:extLst>
                  <a:ext uri="{FF2B5EF4-FFF2-40B4-BE49-F238E27FC236}">
                    <a16:creationId xmlns:a16="http://schemas.microsoft.com/office/drawing/2014/main" id="{C970B65F-2CEA-2301-DE3D-82907D93E2F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66346" y="1348947"/>
                <a:ext cx="195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7" name="筆跡 16">
                <a:extLst>
                  <a:ext uri="{FF2B5EF4-FFF2-40B4-BE49-F238E27FC236}">
                    <a16:creationId xmlns:a16="http://schemas.microsoft.com/office/drawing/2014/main" id="{B644C2D9-4159-E5E0-9E12-9B9795709D9F}"/>
                  </a:ext>
                </a:extLst>
              </p14:cNvPr>
              <p14:cNvContentPartPr/>
              <p14:nvPr/>
            </p14:nvContentPartPr>
            <p14:xfrm>
              <a:off x="2784346" y="1839261"/>
              <a:ext cx="160200" cy="146520"/>
            </p14:xfrm>
          </p:contentPart>
        </mc:Choice>
        <mc:Fallback>
          <p:pic>
            <p:nvPicPr>
              <p:cNvPr id="107" name="筆跡 16">
                <a:extLst>
                  <a:ext uri="{FF2B5EF4-FFF2-40B4-BE49-F238E27FC236}">
                    <a16:creationId xmlns:a16="http://schemas.microsoft.com/office/drawing/2014/main" id="{B644C2D9-4159-E5E0-9E12-9B9795709D9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766346" y="1821261"/>
                <a:ext cx="19584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群組 13">
            <a:extLst>
              <a:ext uri="{FF2B5EF4-FFF2-40B4-BE49-F238E27FC236}">
                <a16:creationId xmlns:a16="http://schemas.microsoft.com/office/drawing/2014/main" id="{3AB0201A-BF71-3E62-49D3-B7ED7E6A2C1E}"/>
              </a:ext>
            </a:extLst>
          </p:cNvPr>
          <p:cNvGrpSpPr/>
          <p:nvPr/>
        </p:nvGrpSpPr>
        <p:grpSpPr>
          <a:xfrm>
            <a:off x="2784346" y="1037978"/>
            <a:ext cx="160200" cy="157680"/>
            <a:chOff x="2520252" y="3648142"/>
            <a:chExt cx="16020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9" name="筆跡 14">
                  <a:extLst>
                    <a:ext uri="{FF2B5EF4-FFF2-40B4-BE49-F238E27FC236}">
                      <a16:creationId xmlns:a16="http://schemas.microsoft.com/office/drawing/2014/main" id="{64A49F87-96BF-605F-EB18-9B5F14423B88}"/>
                    </a:ext>
                  </a:extLst>
                </p14:cNvPr>
                <p14:cNvContentPartPr/>
                <p14:nvPr/>
              </p14:nvContentPartPr>
              <p14:xfrm>
                <a:off x="2520252" y="3648142"/>
                <a:ext cx="126000" cy="15768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ECF1CDC6-159A-C424-ACF3-95B33EF20B8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02252" y="3630142"/>
                  <a:ext cx="161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0" name="筆跡 15">
                  <a:extLst>
                    <a:ext uri="{FF2B5EF4-FFF2-40B4-BE49-F238E27FC236}">
                      <a16:creationId xmlns:a16="http://schemas.microsoft.com/office/drawing/2014/main" id="{40925DF9-724D-18E4-4370-085944D19C70}"/>
                    </a:ext>
                  </a:extLst>
                </p14:cNvPr>
                <p14:cNvContentPartPr/>
                <p14:nvPr/>
              </p14:nvContentPartPr>
              <p14:xfrm>
                <a:off x="2537892" y="3657142"/>
                <a:ext cx="142560" cy="14724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853C3144-1F86-27D4-E591-1D833AABA2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19892" y="3639142"/>
                  <a:ext cx="178200" cy="18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3826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5" grpId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4" grpId="0"/>
      <p:bldP spid="91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3">
            <a:extLst>
              <a:ext uri="{FF2B5EF4-FFF2-40B4-BE49-F238E27FC236}">
                <a16:creationId xmlns:a16="http://schemas.microsoft.com/office/drawing/2014/main" id="{3F087014-B995-44DA-0421-3C9ABB3D1FE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59" y="204611"/>
            <a:ext cx="8664691" cy="20423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7">
                <a:extLst>
                  <a:ext uri="{FF2B5EF4-FFF2-40B4-BE49-F238E27FC236}">
                    <a16:creationId xmlns:a16="http://schemas.microsoft.com/office/drawing/2014/main" id="{B2125EAE-1782-A627-7AAC-F34B5AB8A421}"/>
                  </a:ext>
                </a:extLst>
              </p14:cNvPr>
              <p14:cNvContentPartPr/>
              <p14:nvPr/>
            </p14:nvContentPartPr>
            <p14:xfrm>
              <a:off x="1144655" y="415516"/>
              <a:ext cx="451063" cy="45719"/>
            </p14:xfrm>
          </p:contentPart>
        </mc:Choice>
        <mc:Fallback>
          <p:pic>
            <p:nvPicPr>
              <p:cNvPr id="6" name="筆跡 7">
                <a:extLst>
                  <a:ext uri="{FF2B5EF4-FFF2-40B4-BE49-F238E27FC236}">
                    <a16:creationId xmlns:a16="http://schemas.microsoft.com/office/drawing/2014/main" id="{B2125EAE-1782-A627-7AAC-F34B5AB8A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0657" y="-13300184"/>
                <a:ext cx="5586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7">
                <a:extLst>
                  <a:ext uri="{FF2B5EF4-FFF2-40B4-BE49-F238E27FC236}">
                    <a16:creationId xmlns:a16="http://schemas.microsoft.com/office/drawing/2014/main" id="{F66B847B-BCFB-259E-5E2A-93C95193FC95}"/>
                  </a:ext>
                </a:extLst>
              </p14:cNvPr>
              <p14:cNvContentPartPr/>
              <p14:nvPr/>
            </p14:nvContentPartPr>
            <p14:xfrm>
              <a:off x="2283173" y="438375"/>
              <a:ext cx="451063" cy="45719"/>
            </p14:xfrm>
          </p:contentPart>
        </mc:Choice>
        <mc:Fallback>
          <p:pic>
            <p:nvPicPr>
              <p:cNvPr id="7" name="筆跡 7">
                <a:extLst>
                  <a:ext uri="{FF2B5EF4-FFF2-40B4-BE49-F238E27FC236}">
                    <a16:creationId xmlns:a16="http://schemas.microsoft.com/office/drawing/2014/main" id="{F66B847B-BCFB-259E-5E2A-93C95193FC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9175" y="-13277325"/>
                <a:ext cx="5586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5EFC66A6-AA26-583B-288E-182DF265F536}"/>
                  </a:ext>
                </a:extLst>
              </p14:cNvPr>
              <p14:cNvContentPartPr/>
              <p14:nvPr/>
            </p14:nvContentPartPr>
            <p14:xfrm>
              <a:off x="4202057" y="438374"/>
              <a:ext cx="1445707" cy="45719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5EFC66A6-AA26-583B-288E-182DF265F5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148032" y="-13277326"/>
                <a:ext cx="15533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B7770954-17D5-1284-8F9E-632733CEB816}"/>
                  </a:ext>
                </a:extLst>
              </p14:cNvPr>
              <p14:cNvContentPartPr/>
              <p14:nvPr/>
            </p14:nvContentPartPr>
            <p14:xfrm>
              <a:off x="8204981" y="415516"/>
              <a:ext cx="743398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B7770954-17D5-1284-8F9E-632733CEB81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50981" y="-13300184"/>
                <a:ext cx="85103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29">
            <a:extLst>
              <a:ext uri="{FF2B5EF4-FFF2-40B4-BE49-F238E27FC236}">
                <a16:creationId xmlns:a16="http://schemas.microsoft.com/office/drawing/2014/main" id="{856D6B35-6D3D-EFC2-8F58-601BF6A2C08C}"/>
              </a:ext>
            </a:extLst>
          </p:cNvPr>
          <p:cNvSpPr txBox="1"/>
          <p:nvPr/>
        </p:nvSpPr>
        <p:spPr>
          <a:xfrm>
            <a:off x="667694" y="2375944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2EA7B0F9-2D3E-AA66-2694-FB2619455608}"/>
                  </a:ext>
                </a:extLst>
              </p:cNvPr>
              <p:cNvSpPr txBox="1"/>
              <p:nvPr/>
            </p:nvSpPr>
            <p:spPr>
              <a:xfrm>
                <a:off x="1447874" y="2345166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2EA7B0F9-2D3E-AA66-2694-FB2619455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74" y="2345166"/>
                <a:ext cx="29568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0F4F0C-7109-B13E-3485-6CD3520E5511}"/>
                  </a:ext>
                </a:extLst>
              </p:cNvPr>
              <p:cNvSpPr txBox="1"/>
              <p:nvPr/>
            </p:nvSpPr>
            <p:spPr>
              <a:xfrm>
                <a:off x="1766475" y="2367531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0F4F0C-7109-B13E-3485-6CD3520E5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475" y="2367531"/>
                <a:ext cx="32609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CF014B-2D65-EFC3-2E2E-54831B6771FB}"/>
                  </a:ext>
                </a:extLst>
              </p:cNvPr>
              <p:cNvSpPr txBox="1"/>
              <p:nvPr/>
            </p:nvSpPr>
            <p:spPr>
              <a:xfrm>
                <a:off x="2092568" y="234233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CF014B-2D65-EFC3-2E2E-54831B677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568" y="2342339"/>
                <a:ext cx="250488" cy="400110"/>
              </a:xfrm>
              <a:prstGeom prst="rect">
                <a:avLst/>
              </a:prstGeom>
              <a:blipFill>
                <a:blip r:embed="rId1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D3EAA7-7A36-0342-A058-142762FBE2E8}"/>
                  </a:ext>
                </a:extLst>
              </p:cNvPr>
              <p:cNvSpPr txBox="1"/>
              <p:nvPr/>
            </p:nvSpPr>
            <p:spPr>
              <a:xfrm>
                <a:off x="2408144" y="2343064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D3EAA7-7A36-0342-A058-142762FBE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144" y="2343064"/>
                <a:ext cx="326092" cy="4178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29">
            <a:extLst>
              <a:ext uri="{FF2B5EF4-FFF2-40B4-BE49-F238E27FC236}">
                <a16:creationId xmlns:a16="http://schemas.microsoft.com/office/drawing/2014/main" id="{E967EBB5-E669-EFFD-6ACA-900D56394BFB}"/>
              </a:ext>
            </a:extLst>
          </p:cNvPr>
          <p:cNvSpPr txBox="1"/>
          <p:nvPr/>
        </p:nvSpPr>
        <p:spPr>
          <a:xfrm>
            <a:off x="2734236" y="2361001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6917B5-7B92-F4F7-3701-60F9948C10DA}"/>
                  </a:ext>
                </a:extLst>
              </p:cNvPr>
              <p:cNvSpPr txBox="1"/>
              <p:nvPr/>
            </p:nvSpPr>
            <p:spPr>
              <a:xfrm>
                <a:off x="3472680" y="2342339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46917B5-7B92-F4F7-3701-60F9948C1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2680" y="2342339"/>
                <a:ext cx="326092" cy="4178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F9452F-57A4-F63E-7677-CE7B0D56FC2D}"/>
                  </a:ext>
                </a:extLst>
              </p:cNvPr>
              <p:cNvSpPr txBox="1"/>
              <p:nvPr/>
            </p:nvSpPr>
            <p:spPr>
              <a:xfrm>
                <a:off x="3761489" y="2322263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66FFFF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6F9452F-57A4-F63E-7677-CE7B0D56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489" y="2322263"/>
                <a:ext cx="32609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EC2432-0ADB-1C9A-DED3-0222E8599D3D}"/>
                  </a:ext>
                </a:extLst>
              </p:cNvPr>
              <p:cNvSpPr txBox="1"/>
              <p:nvPr/>
            </p:nvSpPr>
            <p:spPr>
              <a:xfrm>
                <a:off x="4049889" y="235104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0EC2432-0ADB-1C9A-DED3-0222E8599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889" y="2351040"/>
                <a:ext cx="326092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3">
                <a:extLst>
                  <a:ext uri="{FF2B5EF4-FFF2-40B4-BE49-F238E27FC236}">
                    <a16:creationId xmlns:a16="http://schemas.microsoft.com/office/drawing/2014/main" id="{A4236BF1-E6EE-2C99-FEDD-AEB7437F4887}"/>
                  </a:ext>
                </a:extLst>
              </p:cNvPr>
              <p:cNvSpPr txBox="1"/>
              <p:nvPr/>
            </p:nvSpPr>
            <p:spPr>
              <a:xfrm>
                <a:off x="1447874" y="2846579"/>
                <a:ext cx="2465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3">
                <a:extLst>
                  <a:ext uri="{FF2B5EF4-FFF2-40B4-BE49-F238E27FC236}">
                    <a16:creationId xmlns:a16="http://schemas.microsoft.com/office/drawing/2014/main" id="{A4236BF1-E6EE-2C99-FEDD-AEB7437F4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74" y="2846579"/>
                <a:ext cx="246581" cy="461665"/>
              </a:xfrm>
              <a:prstGeom prst="rect">
                <a:avLst/>
              </a:prstGeom>
              <a:blipFill>
                <a:blip r:embed="rId18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3F1870-9BFF-C0E4-9F3B-F5E37DC035EF}"/>
                  </a:ext>
                </a:extLst>
              </p:cNvPr>
              <p:cNvSpPr txBox="1"/>
              <p:nvPr/>
            </p:nvSpPr>
            <p:spPr>
              <a:xfrm>
                <a:off x="1763791" y="2871578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C3F1870-9BFF-C0E4-9F3B-F5E37DC03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791" y="2871578"/>
                <a:ext cx="326092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F3CCD5-7C5A-4623-E78D-0F10FE322BEA}"/>
                  </a:ext>
                </a:extLst>
              </p:cNvPr>
              <p:cNvSpPr txBox="1"/>
              <p:nvPr/>
            </p:nvSpPr>
            <p:spPr>
              <a:xfrm>
                <a:off x="2089884" y="284638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F3CCD5-7C5A-4623-E78D-0F10FE322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884" y="2846386"/>
                <a:ext cx="250488" cy="400110"/>
              </a:xfrm>
              <a:prstGeom prst="rect">
                <a:avLst/>
              </a:prstGeom>
              <a:blipFill>
                <a:blip r:embed="rId2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78097D-86CF-2E6A-B8E7-E67136FF4330}"/>
                  </a:ext>
                </a:extLst>
              </p:cNvPr>
              <p:cNvSpPr txBox="1"/>
              <p:nvPr/>
            </p:nvSpPr>
            <p:spPr>
              <a:xfrm>
                <a:off x="2405460" y="2847111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B78097D-86CF-2E6A-B8E7-E67136FF4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460" y="2847111"/>
                <a:ext cx="326092" cy="41780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F7191B-0685-B9C2-AFBA-F766FE0CE7CB}"/>
                  </a:ext>
                </a:extLst>
              </p:cNvPr>
              <p:cNvSpPr txBox="1"/>
              <p:nvPr/>
            </p:nvSpPr>
            <p:spPr>
              <a:xfrm>
                <a:off x="2713688" y="2829787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F7191B-0685-B9C2-AFBA-F766FE0CE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88" y="2829787"/>
                <a:ext cx="32609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01D212-0CCF-B836-F452-8257C3E610D7}"/>
                  </a:ext>
                </a:extLst>
              </p:cNvPr>
              <p:cNvSpPr txBox="1"/>
              <p:nvPr/>
            </p:nvSpPr>
            <p:spPr>
              <a:xfrm>
                <a:off x="3002088" y="285856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401D212-0CCF-B836-F452-8257C3E61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088" y="2858564"/>
                <a:ext cx="326092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9">
            <a:extLst>
              <a:ext uri="{FF2B5EF4-FFF2-40B4-BE49-F238E27FC236}">
                <a16:creationId xmlns:a16="http://schemas.microsoft.com/office/drawing/2014/main" id="{EE6926CE-9935-9D4E-C44A-76A72AE77ECF}"/>
              </a:ext>
            </a:extLst>
          </p:cNvPr>
          <p:cNvSpPr txBox="1"/>
          <p:nvPr/>
        </p:nvSpPr>
        <p:spPr>
          <a:xfrm>
            <a:off x="639388" y="3618930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54">
                <a:extLst>
                  <a:ext uri="{FF2B5EF4-FFF2-40B4-BE49-F238E27FC236}">
                    <a16:creationId xmlns:a16="http://schemas.microsoft.com/office/drawing/2014/main" id="{A5EFB0C7-FC0B-5F64-9792-E86F6E43AB7A}"/>
                  </a:ext>
                </a:extLst>
              </p:cNvPr>
              <p:cNvSpPr txBox="1"/>
              <p:nvPr/>
            </p:nvSpPr>
            <p:spPr>
              <a:xfrm>
                <a:off x="1445190" y="358430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54">
                <a:extLst>
                  <a:ext uri="{FF2B5EF4-FFF2-40B4-BE49-F238E27FC236}">
                    <a16:creationId xmlns:a16="http://schemas.microsoft.com/office/drawing/2014/main" id="{A5EFB0C7-FC0B-5F64-9792-E86F6E43A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190" y="3584307"/>
                <a:ext cx="295688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FE0D4F-D269-48B8-A70C-8A113583A680}"/>
                  </a:ext>
                </a:extLst>
              </p:cNvPr>
              <p:cNvSpPr txBox="1"/>
              <p:nvPr/>
            </p:nvSpPr>
            <p:spPr>
              <a:xfrm>
                <a:off x="2420769" y="3626336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9FE0D4F-D269-48B8-A70C-8A113583A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769" y="3626336"/>
                <a:ext cx="326092" cy="4178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AAF554-9932-83DD-FD3A-496899A59040}"/>
                  </a:ext>
                </a:extLst>
              </p:cNvPr>
              <p:cNvSpPr txBox="1"/>
              <p:nvPr/>
            </p:nvSpPr>
            <p:spPr>
              <a:xfrm>
                <a:off x="2746862" y="360114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66FFFF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3AAF554-9932-83DD-FD3A-496899A59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6862" y="3601144"/>
                <a:ext cx="250488" cy="400110"/>
              </a:xfrm>
              <a:prstGeom prst="rect">
                <a:avLst/>
              </a:prstGeom>
              <a:blipFill>
                <a:blip r:embed="rId2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12563B-2AE3-2EE1-9810-F7844B3C885B}"/>
                  </a:ext>
                </a:extLst>
              </p:cNvPr>
              <p:cNvSpPr txBox="1"/>
              <p:nvPr/>
            </p:nvSpPr>
            <p:spPr>
              <a:xfrm>
                <a:off x="3062438" y="3620341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12563B-2AE3-2EE1-9810-F7844B3C8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438" y="3620341"/>
                <a:ext cx="32609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">
                <a:extLst>
                  <a:ext uri="{FF2B5EF4-FFF2-40B4-BE49-F238E27FC236}">
                    <a16:creationId xmlns:a16="http://schemas.microsoft.com/office/drawing/2014/main" id="{78543630-78D0-5676-0763-74945E73DFEB}"/>
                  </a:ext>
                </a:extLst>
              </p:cNvPr>
              <p:cNvSpPr txBox="1"/>
              <p:nvPr/>
            </p:nvSpPr>
            <p:spPr>
              <a:xfrm>
                <a:off x="1447874" y="4070169"/>
                <a:ext cx="2465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3">
                <a:extLst>
                  <a:ext uri="{FF2B5EF4-FFF2-40B4-BE49-F238E27FC236}">
                    <a16:creationId xmlns:a16="http://schemas.microsoft.com/office/drawing/2014/main" id="{78543630-78D0-5676-0763-74945E73D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74" y="4070169"/>
                <a:ext cx="246581" cy="461665"/>
              </a:xfrm>
              <a:prstGeom prst="rect">
                <a:avLst/>
              </a:prstGeom>
              <a:blipFill>
                <a:blip r:embed="rId28"/>
                <a:stretch>
                  <a:fillRect r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CD613D-8882-963A-E6BB-4154A266DC09}"/>
                  </a:ext>
                </a:extLst>
              </p:cNvPr>
              <p:cNvSpPr txBox="1"/>
              <p:nvPr/>
            </p:nvSpPr>
            <p:spPr>
              <a:xfrm>
                <a:off x="1783455" y="4095168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BCD613D-8882-963A-E6BB-4154A266D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455" y="4095168"/>
                <a:ext cx="326092" cy="41780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E778DDD8-5EDE-3660-1BBE-8C0C3302A67E}"/>
                  </a:ext>
                </a:extLst>
              </p:cNvPr>
              <p:cNvSpPr txBox="1"/>
              <p:nvPr/>
            </p:nvSpPr>
            <p:spPr>
              <a:xfrm>
                <a:off x="2102775" y="40839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E778DDD8-5EDE-3660-1BBE-8C0C3302A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775" y="4083927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F3AD7E-9191-5DAB-C929-701BE842F0EF}"/>
                  </a:ext>
                </a:extLst>
              </p:cNvPr>
              <p:cNvSpPr txBox="1"/>
              <p:nvPr/>
            </p:nvSpPr>
            <p:spPr>
              <a:xfrm>
                <a:off x="2394068" y="4100268"/>
                <a:ext cx="2956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9F3AD7E-9191-5DAB-C929-701BE842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068" y="4100268"/>
                <a:ext cx="295689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2CF20-29BB-6CD3-FDD7-E7B202DD00B5}"/>
                  </a:ext>
                </a:extLst>
              </p:cNvPr>
              <p:cNvSpPr txBox="1"/>
              <p:nvPr/>
            </p:nvSpPr>
            <p:spPr>
              <a:xfrm>
                <a:off x="2750393" y="407016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592CF20-29BB-6CD3-FDD7-E7B202DD0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93" y="4070169"/>
                <a:ext cx="250488" cy="400110"/>
              </a:xfrm>
              <a:prstGeom prst="rect">
                <a:avLst/>
              </a:prstGeom>
              <a:blipFill>
                <a:blip r:embed="rId32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57372D-A9EC-D9E4-0671-B71B3B179149}"/>
                  </a:ext>
                </a:extLst>
              </p:cNvPr>
              <p:cNvSpPr txBox="1"/>
              <p:nvPr/>
            </p:nvSpPr>
            <p:spPr>
              <a:xfrm>
                <a:off x="3097686" y="410459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957372D-A9EC-D9E4-0671-B71B3B179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686" y="4104595"/>
                <a:ext cx="326092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16">
                <a:extLst>
                  <a:ext uri="{FF2B5EF4-FFF2-40B4-BE49-F238E27FC236}">
                    <a16:creationId xmlns:a16="http://schemas.microsoft.com/office/drawing/2014/main" id="{74CE5B8A-D95E-0161-D938-FCEC300A3D32}"/>
                  </a:ext>
                </a:extLst>
              </p:cNvPr>
              <p:cNvSpPr txBox="1"/>
              <p:nvPr/>
            </p:nvSpPr>
            <p:spPr>
              <a:xfrm>
                <a:off x="3417006" y="40933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16">
                <a:extLst>
                  <a:ext uri="{FF2B5EF4-FFF2-40B4-BE49-F238E27FC236}">
                    <a16:creationId xmlns:a16="http://schemas.microsoft.com/office/drawing/2014/main" id="{74CE5B8A-D95E-0161-D938-FCEC300A3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06" y="4093354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383367-621C-9BB9-9C87-BF3E3263F1DB}"/>
                  </a:ext>
                </a:extLst>
              </p:cNvPr>
              <p:cNvSpPr txBox="1"/>
              <p:nvPr/>
            </p:nvSpPr>
            <p:spPr>
              <a:xfrm>
                <a:off x="3708299" y="4109695"/>
                <a:ext cx="29568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1383367-621C-9BB9-9C87-BF3E3263F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8299" y="4109695"/>
                <a:ext cx="295689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1" name="筆跡 16">
                <a:extLst>
                  <a:ext uri="{FF2B5EF4-FFF2-40B4-BE49-F238E27FC236}">
                    <a16:creationId xmlns:a16="http://schemas.microsoft.com/office/drawing/2014/main" id="{AB4988D8-0C99-9968-7323-0C8FAD9384DA}"/>
                  </a:ext>
                </a:extLst>
              </p14:cNvPr>
              <p14:cNvContentPartPr/>
              <p14:nvPr/>
            </p14:nvContentPartPr>
            <p14:xfrm>
              <a:off x="2792006" y="664525"/>
              <a:ext cx="160200" cy="146520"/>
            </p14:xfrm>
          </p:contentPart>
        </mc:Choice>
        <mc:Fallback>
          <p:pic>
            <p:nvPicPr>
              <p:cNvPr id="41" name="筆跡 16">
                <a:extLst>
                  <a:ext uri="{FF2B5EF4-FFF2-40B4-BE49-F238E27FC236}">
                    <a16:creationId xmlns:a16="http://schemas.microsoft.com/office/drawing/2014/main" id="{AB4988D8-0C99-9968-7323-0C8FAD9384D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4006" y="646525"/>
                <a:ext cx="195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2" name="筆跡 16">
                <a:extLst>
                  <a:ext uri="{FF2B5EF4-FFF2-40B4-BE49-F238E27FC236}">
                    <a16:creationId xmlns:a16="http://schemas.microsoft.com/office/drawing/2014/main" id="{536E804A-40E8-ABD3-E047-7B5E918A8FA1}"/>
                  </a:ext>
                </a:extLst>
              </p14:cNvPr>
              <p14:cNvContentPartPr/>
              <p14:nvPr/>
            </p14:nvContentPartPr>
            <p14:xfrm>
              <a:off x="2792006" y="969640"/>
              <a:ext cx="160200" cy="146520"/>
            </p14:xfrm>
          </p:contentPart>
        </mc:Choice>
        <mc:Fallback>
          <p:pic>
            <p:nvPicPr>
              <p:cNvPr id="42" name="筆跡 16">
                <a:extLst>
                  <a:ext uri="{FF2B5EF4-FFF2-40B4-BE49-F238E27FC236}">
                    <a16:creationId xmlns:a16="http://schemas.microsoft.com/office/drawing/2014/main" id="{536E804A-40E8-ABD3-E047-7B5E918A8FA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4006" y="951640"/>
                <a:ext cx="195840" cy="18216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文字方塊 29">
            <a:extLst>
              <a:ext uri="{FF2B5EF4-FFF2-40B4-BE49-F238E27FC236}">
                <a16:creationId xmlns:a16="http://schemas.microsoft.com/office/drawing/2014/main" id="{4777F0D0-EBFE-6D3C-0675-8747D5E4F1DE}"/>
              </a:ext>
            </a:extLst>
          </p:cNvPr>
          <p:cNvSpPr txBox="1"/>
          <p:nvPr/>
        </p:nvSpPr>
        <p:spPr>
          <a:xfrm>
            <a:off x="623030" y="4842682"/>
            <a:ext cx="429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54">
                <a:extLst>
                  <a:ext uri="{FF2B5EF4-FFF2-40B4-BE49-F238E27FC236}">
                    <a16:creationId xmlns:a16="http://schemas.microsoft.com/office/drawing/2014/main" id="{8233BED9-E032-95FC-D1AF-6E9FB6C38E32}"/>
                  </a:ext>
                </a:extLst>
              </p:cNvPr>
              <p:cNvSpPr txBox="1"/>
              <p:nvPr/>
            </p:nvSpPr>
            <p:spPr>
              <a:xfrm>
                <a:off x="1428832" y="4808059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54">
                <a:extLst>
                  <a:ext uri="{FF2B5EF4-FFF2-40B4-BE49-F238E27FC236}">
                    <a16:creationId xmlns:a16="http://schemas.microsoft.com/office/drawing/2014/main" id="{8233BED9-E032-95FC-D1AF-6E9FB6C38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832" y="4808059"/>
                <a:ext cx="295688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5721AD-200C-3EBF-FADF-788E70224496}"/>
                  </a:ext>
                </a:extLst>
              </p:cNvPr>
              <p:cNvSpPr txBox="1"/>
              <p:nvPr/>
            </p:nvSpPr>
            <p:spPr>
              <a:xfrm>
                <a:off x="1763791" y="4832958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5721AD-200C-3EBF-FADF-788E70224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791" y="4832958"/>
                <a:ext cx="326092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34DDC5-CBCF-33E1-45F3-1BC6495A7B26}"/>
                  </a:ext>
                </a:extLst>
              </p:cNvPr>
              <p:cNvSpPr txBox="1"/>
              <p:nvPr/>
            </p:nvSpPr>
            <p:spPr>
              <a:xfrm>
                <a:off x="2089884" y="480776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834DDC5-CBCF-33E1-45F3-1BC6495A7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884" y="4807766"/>
                <a:ext cx="250488" cy="400110"/>
              </a:xfrm>
              <a:prstGeom prst="rect">
                <a:avLst/>
              </a:prstGeom>
              <a:blipFill>
                <a:blip r:embed="rId4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CBF505F-EBE7-B145-698C-C8EBDCA24419}"/>
                  </a:ext>
                </a:extLst>
              </p:cNvPr>
              <p:cNvSpPr txBox="1"/>
              <p:nvPr/>
            </p:nvSpPr>
            <p:spPr>
              <a:xfrm>
                <a:off x="2405460" y="4808491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CBF505F-EBE7-B145-698C-C8EBDCA24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460" y="4808491"/>
                <a:ext cx="326092" cy="41780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34C18D4-3425-ECE5-C3AB-A28940818549}"/>
                  </a:ext>
                </a:extLst>
              </p:cNvPr>
              <p:cNvSpPr txBox="1"/>
              <p:nvPr/>
            </p:nvSpPr>
            <p:spPr>
              <a:xfrm>
                <a:off x="2713688" y="4791167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34C18D4-3425-ECE5-C3AB-A28940818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688" y="4791167"/>
                <a:ext cx="326091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92C4A3-43E8-B9EA-7D5F-7850E9C12AE7}"/>
                  </a:ext>
                </a:extLst>
              </p:cNvPr>
              <p:cNvSpPr txBox="1"/>
              <p:nvPr/>
            </p:nvSpPr>
            <p:spPr>
              <a:xfrm>
                <a:off x="3002088" y="481994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192C4A3-43E8-B9EA-7D5F-7850E9C12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088" y="4819944"/>
                <a:ext cx="326092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29">
            <a:extLst>
              <a:ext uri="{FF2B5EF4-FFF2-40B4-BE49-F238E27FC236}">
                <a16:creationId xmlns:a16="http://schemas.microsoft.com/office/drawing/2014/main" id="{F53538A8-B329-BB16-3CFD-6EC90468F346}"/>
              </a:ext>
            </a:extLst>
          </p:cNvPr>
          <p:cNvSpPr txBox="1"/>
          <p:nvPr/>
        </p:nvSpPr>
        <p:spPr>
          <a:xfrm>
            <a:off x="3297843" y="4832958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EA9B1D-0606-3842-B02A-E393A5478879}"/>
                  </a:ext>
                </a:extLst>
              </p:cNvPr>
              <p:cNvSpPr txBox="1"/>
              <p:nvPr/>
            </p:nvSpPr>
            <p:spPr>
              <a:xfrm>
                <a:off x="4036287" y="4824128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7EA9B1D-0606-3842-B02A-E393A54788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6287" y="4824128"/>
                <a:ext cx="326092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448F8EB-9C86-DD04-736C-147582B7CEFB}"/>
                  </a:ext>
                </a:extLst>
              </p:cNvPr>
              <p:cNvSpPr txBox="1"/>
              <p:nvPr/>
            </p:nvSpPr>
            <p:spPr>
              <a:xfrm>
                <a:off x="4325096" y="4804052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448F8EB-9C86-DD04-736C-147582B7C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096" y="4804052"/>
                <a:ext cx="32609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C42C93F-CBEF-7CC3-E880-DA14DC5FF361}"/>
                  </a:ext>
                </a:extLst>
              </p:cNvPr>
              <p:cNvSpPr txBox="1"/>
              <p:nvPr/>
            </p:nvSpPr>
            <p:spPr>
              <a:xfrm>
                <a:off x="4613496" y="483282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C42C93F-CBEF-7CC3-E880-DA14DC5FF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496" y="4832829"/>
                <a:ext cx="326092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4">
                <a:extLst>
                  <a:ext uri="{FF2B5EF4-FFF2-40B4-BE49-F238E27FC236}">
                    <a16:creationId xmlns:a16="http://schemas.microsoft.com/office/drawing/2014/main" id="{9CA2F092-BA73-1A93-C9B4-F749E1DAF8B2}"/>
                  </a:ext>
                </a:extLst>
              </p:cNvPr>
              <p:cNvSpPr txBox="1"/>
              <p:nvPr/>
            </p:nvSpPr>
            <p:spPr>
              <a:xfrm>
                <a:off x="1428477" y="5266956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4">
                <a:extLst>
                  <a:ext uri="{FF2B5EF4-FFF2-40B4-BE49-F238E27FC236}">
                    <a16:creationId xmlns:a16="http://schemas.microsoft.com/office/drawing/2014/main" id="{9CA2F092-BA73-1A93-C9B4-F749E1DA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77" y="5266956"/>
                <a:ext cx="295688" cy="461665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642F1E-7AFC-5848-4B8E-0D781545D165}"/>
                  </a:ext>
                </a:extLst>
              </p:cNvPr>
              <p:cNvSpPr txBox="1"/>
              <p:nvPr/>
            </p:nvSpPr>
            <p:spPr>
              <a:xfrm>
                <a:off x="1763436" y="529185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5642F1E-7AFC-5848-4B8E-0D781545D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36" y="5291855"/>
                <a:ext cx="326092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DDAB43-3FCA-C9BA-E19C-CDDBCF08B443}"/>
                  </a:ext>
                </a:extLst>
              </p:cNvPr>
              <p:cNvSpPr txBox="1"/>
              <p:nvPr/>
            </p:nvSpPr>
            <p:spPr>
              <a:xfrm>
                <a:off x="2089529" y="526666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FDDAB43-3FCA-C9BA-E19C-CDDBCF08B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529" y="5266663"/>
                <a:ext cx="250488" cy="400110"/>
              </a:xfrm>
              <a:prstGeom prst="rect">
                <a:avLst/>
              </a:prstGeom>
              <a:blipFill>
                <a:blip r:embed="rId5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2B18718-9ED2-E7AB-9279-E367F5ED6848}"/>
                  </a:ext>
                </a:extLst>
              </p:cNvPr>
              <p:cNvSpPr txBox="1"/>
              <p:nvPr/>
            </p:nvSpPr>
            <p:spPr>
              <a:xfrm>
                <a:off x="2405105" y="5306716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2B18718-9ED2-E7AB-9279-E367F5ED6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105" y="5306716"/>
                <a:ext cx="326092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4">
                <a:extLst>
                  <a:ext uri="{FF2B5EF4-FFF2-40B4-BE49-F238E27FC236}">
                    <a16:creationId xmlns:a16="http://schemas.microsoft.com/office/drawing/2014/main" id="{A3100EF3-A0FA-1C59-FA91-4E393AD27D33}"/>
                  </a:ext>
                </a:extLst>
              </p:cNvPr>
              <p:cNvSpPr txBox="1"/>
              <p:nvPr/>
            </p:nvSpPr>
            <p:spPr>
              <a:xfrm>
                <a:off x="1431271" y="5693250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54">
                <a:extLst>
                  <a:ext uri="{FF2B5EF4-FFF2-40B4-BE49-F238E27FC236}">
                    <a16:creationId xmlns:a16="http://schemas.microsoft.com/office/drawing/2014/main" id="{A3100EF3-A0FA-1C59-FA91-4E393AD27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271" y="5693250"/>
                <a:ext cx="295688" cy="461665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BF4F4B7-F743-7D42-81EA-EB714D8201AB}"/>
                  </a:ext>
                </a:extLst>
              </p:cNvPr>
              <p:cNvSpPr txBox="1"/>
              <p:nvPr/>
            </p:nvSpPr>
            <p:spPr>
              <a:xfrm>
                <a:off x="1749872" y="5715615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BF4F4B7-F743-7D42-81EA-EB714D820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872" y="5715615"/>
                <a:ext cx="326092" cy="417807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20AC6CD-F4E3-E6E9-E135-5F7DCF9E627A}"/>
                  </a:ext>
                </a:extLst>
              </p:cNvPr>
              <p:cNvSpPr txBox="1"/>
              <p:nvPr/>
            </p:nvSpPr>
            <p:spPr>
              <a:xfrm>
                <a:off x="2075965" y="569042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66FFFF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20AC6CD-F4E3-E6E9-E135-5F7DCF9E6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965" y="5690423"/>
                <a:ext cx="250488" cy="400110"/>
              </a:xfrm>
              <a:prstGeom prst="rect">
                <a:avLst/>
              </a:prstGeom>
              <a:blipFill>
                <a:blip r:embed="rId54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2AAC75-C253-36E6-778A-E8EC804FC351}"/>
                  </a:ext>
                </a:extLst>
              </p:cNvPr>
              <p:cNvSpPr txBox="1"/>
              <p:nvPr/>
            </p:nvSpPr>
            <p:spPr>
              <a:xfrm>
                <a:off x="2391541" y="5700980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66FFFF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2AAC75-C253-36E6-778A-E8EC804FC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1541" y="5700980"/>
                <a:ext cx="326092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29">
            <a:extLst>
              <a:ext uri="{FF2B5EF4-FFF2-40B4-BE49-F238E27FC236}">
                <a16:creationId xmlns:a16="http://schemas.microsoft.com/office/drawing/2014/main" id="{757B9304-3C3C-3CEC-6C6A-46C6782E70BA}"/>
              </a:ext>
            </a:extLst>
          </p:cNvPr>
          <p:cNvSpPr txBox="1"/>
          <p:nvPr/>
        </p:nvSpPr>
        <p:spPr>
          <a:xfrm>
            <a:off x="2689757" y="5703143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5A4706-6163-040C-2A2A-53527B0661A6}"/>
                  </a:ext>
                </a:extLst>
              </p:cNvPr>
              <p:cNvSpPr txBox="1"/>
              <p:nvPr/>
            </p:nvSpPr>
            <p:spPr>
              <a:xfrm>
                <a:off x="3428201" y="569431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D55A4706-6163-040C-2A2A-53527B066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201" y="5694313"/>
                <a:ext cx="326092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FD8DA6C-62AF-C519-4B27-9AE93EC2B1D3}"/>
                  </a:ext>
                </a:extLst>
              </p:cNvPr>
              <p:cNvSpPr txBox="1"/>
              <p:nvPr/>
            </p:nvSpPr>
            <p:spPr>
              <a:xfrm>
                <a:off x="3717010" y="5674237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0FD8DA6C-62AF-C519-4B27-9AE93EC2B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7010" y="5674237"/>
                <a:ext cx="326091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27177BF-8502-DEE9-765E-1B400E2A68DC}"/>
                  </a:ext>
                </a:extLst>
              </p:cNvPr>
              <p:cNvSpPr txBox="1"/>
              <p:nvPr/>
            </p:nvSpPr>
            <p:spPr>
              <a:xfrm>
                <a:off x="4005410" y="5703014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27177BF-8502-DEE9-765E-1B400E2A6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410" y="5703014"/>
                <a:ext cx="326092" cy="400110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54">
                <a:extLst>
                  <a:ext uri="{FF2B5EF4-FFF2-40B4-BE49-F238E27FC236}">
                    <a16:creationId xmlns:a16="http://schemas.microsoft.com/office/drawing/2014/main" id="{95F390DF-7032-770B-0459-814F9B79E7E5}"/>
                  </a:ext>
                </a:extLst>
              </p:cNvPr>
              <p:cNvSpPr txBox="1"/>
              <p:nvPr/>
            </p:nvSpPr>
            <p:spPr>
              <a:xfrm>
                <a:off x="1428477" y="6158776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54">
                <a:extLst>
                  <a:ext uri="{FF2B5EF4-FFF2-40B4-BE49-F238E27FC236}">
                    <a16:creationId xmlns:a16="http://schemas.microsoft.com/office/drawing/2014/main" id="{95F390DF-7032-770B-0459-814F9B79E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8477" y="6158776"/>
                <a:ext cx="295688" cy="461665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C659D4-DF4D-BE8F-553F-475EAF72BA3A}"/>
                  </a:ext>
                </a:extLst>
              </p:cNvPr>
              <p:cNvSpPr txBox="1"/>
              <p:nvPr/>
            </p:nvSpPr>
            <p:spPr>
              <a:xfrm>
                <a:off x="1763436" y="6183675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6C659D4-DF4D-BE8F-553F-475EAF72B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436" y="6183675"/>
                <a:ext cx="326092" cy="400110"/>
              </a:xfrm>
              <a:prstGeom prst="rect">
                <a:avLst/>
              </a:prstGeom>
              <a:blipFill>
                <a:blip r:embed="rId60"/>
                <a:stretch>
                  <a:fillRect r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8536A1F-ABBF-3240-4AF5-A1E5694E2B28}"/>
                  </a:ext>
                </a:extLst>
              </p:cNvPr>
              <p:cNvSpPr txBox="1"/>
              <p:nvPr/>
            </p:nvSpPr>
            <p:spPr>
              <a:xfrm>
                <a:off x="2290835" y="617863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8536A1F-ABBF-3240-4AF5-A1E5694E2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835" y="6178639"/>
                <a:ext cx="250488" cy="400110"/>
              </a:xfrm>
              <a:prstGeom prst="rect">
                <a:avLst/>
              </a:prstGeom>
              <a:blipFill>
                <a:blip r:embed="rId6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0A8A65E-ABF9-84D3-60D8-09D6EA2B21BD}"/>
                  </a:ext>
                </a:extLst>
              </p:cNvPr>
              <p:cNvSpPr txBox="1"/>
              <p:nvPr/>
            </p:nvSpPr>
            <p:spPr>
              <a:xfrm>
                <a:off x="2648894" y="6163190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0A8A65E-ABF9-84D3-60D8-09D6EA2B2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8894" y="6163190"/>
                <a:ext cx="326092" cy="417807"/>
              </a:xfrm>
              <a:prstGeom prst="rect">
                <a:avLst/>
              </a:prstGeom>
              <a:blipFill>
                <a:blip r:embed="rId62"/>
                <a:stretch>
                  <a:fillRect r="-45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文字方塊 29">
            <a:extLst>
              <a:ext uri="{FF2B5EF4-FFF2-40B4-BE49-F238E27FC236}">
                <a16:creationId xmlns:a16="http://schemas.microsoft.com/office/drawing/2014/main" id="{349D2F74-C5B4-E90D-22F2-B038CB0ABCF9}"/>
              </a:ext>
            </a:extLst>
          </p:cNvPr>
          <p:cNvSpPr txBox="1"/>
          <p:nvPr/>
        </p:nvSpPr>
        <p:spPr>
          <a:xfrm>
            <a:off x="5468541" y="2358267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D: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54">
                <a:extLst>
                  <a:ext uri="{FF2B5EF4-FFF2-40B4-BE49-F238E27FC236}">
                    <a16:creationId xmlns:a16="http://schemas.microsoft.com/office/drawing/2014/main" id="{56DD543A-8CA6-8385-BB4E-F55C3C671CC6}"/>
                  </a:ext>
                </a:extLst>
              </p:cNvPr>
              <p:cNvSpPr txBox="1"/>
              <p:nvPr/>
            </p:nvSpPr>
            <p:spPr>
              <a:xfrm>
                <a:off x="6274343" y="2323644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" name="文字方塊 54">
                <a:extLst>
                  <a:ext uri="{FF2B5EF4-FFF2-40B4-BE49-F238E27FC236}">
                    <a16:creationId xmlns:a16="http://schemas.microsoft.com/office/drawing/2014/main" id="{56DD543A-8CA6-8385-BB4E-F55C3C671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343" y="2323644"/>
                <a:ext cx="295688" cy="461665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B1C5F3D-960A-0A64-89F4-98B7D33BCBE9}"/>
                  </a:ext>
                </a:extLst>
              </p:cNvPr>
              <p:cNvSpPr txBox="1"/>
              <p:nvPr/>
            </p:nvSpPr>
            <p:spPr>
              <a:xfrm>
                <a:off x="6609302" y="2348543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B1C5F3D-960A-0A64-89F4-98B7D33BC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9302" y="2348543"/>
                <a:ext cx="326092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FBDDA75-BAC1-BDF0-26F5-4FBD9524692D}"/>
                  </a:ext>
                </a:extLst>
              </p:cNvPr>
              <p:cNvSpPr txBox="1"/>
              <p:nvPr/>
            </p:nvSpPr>
            <p:spPr>
              <a:xfrm>
                <a:off x="6935395" y="2323351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FBDDA75-BAC1-BDF0-26F5-4FBD952469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5395" y="2323351"/>
                <a:ext cx="250488" cy="400110"/>
              </a:xfrm>
              <a:prstGeom prst="rect">
                <a:avLst/>
              </a:prstGeom>
              <a:blipFill>
                <a:blip r:embed="rId6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450E7-6E6D-A16B-CF5E-F8F563037269}"/>
                  </a:ext>
                </a:extLst>
              </p:cNvPr>
              <p:cNvSpPr txBox="1"/>
              <p:nvPr/>
            </p:nvSpPr>
            <p:spPr>
              <a:xfrm>
                <a:off x="7250971" y="2324076"/>
                <a:ext cx="326092" cy="41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4B450E7-6E6D-A16B-CF5E-F8F563037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971" y="2324076"/>
                <a:ext cx="326092" cy="417807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B1D3FB-50C7-E8D5-1B29-5CBC98015F38}"/>
                  </a:ext>
                </a:extLst>
              </p:cNvPr>
              <p:cNvSpPr txBox="1"/>
              <p:nvPr/>
            </p:nvSpPr>
            <p:spPr>
              <a:xfrm>
                <a:off x="7559199" y="2306752"/>
                <a:ext cx="3260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5B1D3FB-50C7-E8D5-1B29-5CBC98015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99" y="2306752"/>
                <a:ext cx="326091" cy="400110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7C8410A-E0B0-B308-34C1-70109D875028}"/>
                  </a:ext>
                </a:extLst>
              </p:cNvPr>
              <p:cNvSpPr txBox="1"/>
              <p:nvPr/>
            </p:nvSpPr>
            <p:spPr>
              <a:xfrm>
                <a:off x="7847599" y="2335529"/>
                <a:ext cx="32609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7C8410A-E0B0-B308-34C1-70109D875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7599" y="2335529"/>
                <a:ext cx="326092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54">
                <a:extLst>
                  <a:ext uri="{FF2B5EF4-FFF2-40B4-BE49-F238E27FC236}">
                    <a16:creationId xmlns:a16="http://schemas.microsoft.com/office/drawing/2014/main" id="{CE411708-2464-FF52-CE12-C28C2CC9F94A}"/>
                  </a:ext>
                </a:extLst>
              </p:cNvPr>
              <p:cNvSpPr txBox="1"/>
              <p:nvPr/>
            </p:nvSpPr>
            <p:spPr>
              <a:xfrm>
                <a:off x="6277650" y="2794463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54">
                <a:extLst>
                  <a:ext uri="{FF2B5EF4-FFF2-40B4-BE49-F238E27FC236}">
                    <a16:creationId xmlns:a16="http://schemas.microsoft.com/office/drawing/2014/main" id="{CE411708-2464-FF52-CE12-C28C2CC9F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650" y="2794463"/>
                <a:ext cx="295688" cy="461665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A6ACC17-696C-F26B-2600-917BEB3145D8}"/>
                  </a:ext>
                </a:extLst>
              </p:cNvPr>
              <p:cNvSpPr txBox="1"/>
              <p:nvPr/>
            </p:nvSpPr>
            <p:spPr>
              <a:xfrm>
                <a:off x="6612609" y="2819362"/>
                <a:ext cx="51270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A6ACC17-696C-F26B-2600-917BEB314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609" y="2819362"/>
                <a:ext cx="512708" cy="400110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AE4303D-83F3-153E-8CCB-DB912A6D5F98}"/>
                  </a:ext>
                </a:extLst>
              </p:cNvPr>
              <p:cNvSpPr txBox="1"/>
              <p:nvPr/>
            </p:nvSpPr>
            <p:spPr>
              <a:xfrm>
                <a:off x="7125317" y="281283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AE4303D-83F3-153E-8CCB-DB912A6D5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5317" y="2812832"/>
                <a:ext cx="250488" cy="400110"/>
              </a:xfrm>
              <a:prstGeom prst="rect">
                <a:avLst/>
              </a:prstGeom>
              <a:blipFill>
                <a:blip r:embed="rId7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CF927E4-156A-9F0D-0481-638AFD2871E1}"/>
                  </a:ext>
                </a:extLst>
              </p:cNvPr>
              <p:cNvSpPr txBox="1"/>
              <p:nvPr/>
            </p:nvSpPr>
            <p:spPr>
              <a:xfrm>
                <a:off x="7422231" y="2815561"/>
                <a:ext cx="4715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z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CF927E4-156A-9F0D-0481-638AFD287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231" y="2815561"/>
                <a:ext cx="471536" cy="40011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16">
                <a:extLst>
                  <a:ext uri="{FF2B5EF4-FFF2-40B4-BE49-F238E27FC236}">
                    <a16:creationId xmlns:a16="http://schemas.microsoft.com/office/drawing/2014/main" id="{D433BDC8-072E-C1AE-8BF3-A306269FDA6E}"/>
                  </a:ext>
                </a:extLst>
              </p:cNvPr>
              <p:cNvSpPr txBox="1"/>
              <p:nvPr/>
            </p:nvSpPr>
            <p:spPr>
              <a:xfrm>
                <a:off x="6361707" y="33514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" name="文字方塊 16">
                <a:extLst>
                  <a:ext uri="{FF2B5EF4-FFF2-40B4-BE49-F238E27FC236}">
                    <a16:creationId xmlns:a16="http://schemas.microsoft.com/office/drawing/2014/main" id="{D433BDC8-072E-C1AE-8BF3-A306269FD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707" y="3351421"/>
                <a:ext cx="295688" cy="400110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群組 294">
            <a:extLst>
              <a:ext uri="{FF2B5EF4-FFF2-40B4-BE49-F238E27FC236}">
                <a16:creationId xmlns:a16="http://schemas.microsoft.com/office/drawing/2014/main" id="{2896A3BF-ADF3-DA06-41FF-290E0399463D}"/>
              </a:ext>
            </a:extLst>
          </p:cNvPr>
          <p:cNvGrpSpPr/>
          <p:nvPr/>
        </p:nvGrpSpPr>
        <p:grpSpPr>
          <a:xfrm>
            <a:off x="6682280" y="3187672"/>
            <a:ext cx="452368" cy="777549"/>
            <a:chOff x="2858783" y="4671588"/>
            <a:chExt cx="452368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文字方塊 295">
                  <a:extLst>
                    <a:ext uri="{FF2B5EF4-FFF2-40B4-BE49-F238E27FC236}">
                      <a16:creationId xmlns:a16="http://schemas.microsoft.com/office/drawing/2014/main" id="{3C04280B-A8FA-EDC9-9029-2BA3A0F23CF7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85" name="文字方塊 295">
                  <a:extLst>
                    <a:ext uri="{FF2B5EF4-FFF2-40B4-BE49-F238E27FC236}">
                      <a16:creationId xmlns:a16="http://schemas.microsoft.com/office/drawing/2014/main" id="{3C04280B-A8FA-EDC9-9029-2BA3A0F23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blipFill>
                  <a:blip r:embed="rId7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6" name="群組 296">
              <a:extLst>
                <a:ext uri="{FF2B5EF4-FFF2-40B4-BE49-F238E27FC236}">
                  <a16:creationId xmlns:a16="http://schemas.microsoft.com/office/drawing/2014/main" id="{AE4902D8-3898-502E-CD86-50F023251BB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7" name="直線接點 297">
                <a:extLst>
                  <a:ext uri="{FF2B5EF4-FFF2-40B4-BE49-F238E27FC236}">
                    <a16:creationId xmlns:a16="http://schemas.microsoft.com/office/drawing/2014/main" id="{092B9E60-D2F5-2F28-7E08-74CA4114ECC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8" name="文字方塊 300">
                <a:extLst>
                  <a:ext uri="{FF2B5EF4-FFF2-40B4-BE49-F238E27FC236}">
                    <a16:creationId xmlns:a16="http://schemas.microsoft.com/office/drawing/2014/main" id="{794DCF12-5162-BBB8-A210-B41A394017C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9" name="筆跡 16">
                <a:extLst>
                  <a:ext uri="{FF2B5EF4-FFF2-40B4-BE49-F238E27FC236}">
                    <a16:creationId xmlns:a16="http://schemas.microsoft.com/office/drawing/2014/main" id="{049A8AE0-E89D-24DF-84EF-443311A19290}"/>
                  </a:ext>
                </a:extLst>
              </p14:cNvPr>
              <p14:cNvContentPartPr/>
              <p14:nvPr/>
            </p14:nvContentPartPr>
            <p14:xfrm>
              <a:off x="2784673" y="1325995"/>
              <a:ext cx="160200" cy="146520"/>
            </p14:xfrm>
          </p:contentPart>
        </mc:Choice>
        <mc:Fallback>
          <p:pic>
            <p:nvPicPr>
              <p:cNvPr id="89" name="筆跡 16">
                <a:extLst>
                  <a:ext uri="{FF2B5EF4-FFF2-40B4-BE49-F238E27FC236}">
                    <a16:creationId xmlns:a16="http://schemas.microsoft.com/office/drawing/2014/main" id="{049A8AE0-E89D-24DF-84EF-443311A1929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66673" y="1307995"/>
                <a:ext cx="1958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BAD7CB6-8F2D-D275-5E04-634D7240F436}"/>
                  </a:ext>
                </a:extLst>
              </p:cNvPr>
              <p:cNvSpPr txBox="1"/>
              <p:nvPr/>
            </p:nvSpPr>
            <p:spPr>
              <a:xfrm>
                <a:off x="7134293" y="333576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BAD7CB6-8F2D-D275-5E04-634D7240F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293" y="3335760"/>
                <a:ext cx="250488" cy="400110"/>
              </a:xfrm>
              <a:prstGeom prst="rect">
                <a:avLst/>
              </a:prstGeom>
              <a:blipFill>
                <a:blip r:embed="rId7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字方塊 16">
                <a:extLst>
                  <a:ext uri="{FF2B5EF4-FFF2-40B4-BE49-F238E27FC236}">
                    <a16:creationId xmlns:a16="http://schemas.microsoft.com/office/drawing/2014/main" id="{FD6A4CA3-06C0-035B-280F-95FA46490A50}"/>
                  </a:ext>
                </a:extLst>
              </p:cNvPr>
              <p:cNvSpPr txBox="1"/>
              <p:nvPr/>
            </p:nvSpPr>
            <p:spPr>
              <a:xfrm>
                <a:off x="7425776" y="33498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1" name="文字方塊 16">
                <a:extLst>
                  <a:ext uri="{FF2B5EF4-FFF2-40B4-BE49-F238E27FC236}">
                    <a16:creationId xmlns:a16="http://schemas.microsoft.com/office/drawing/2014/main" id="{FD6A4CA3-06C0-035B-280F-95FA46490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776" y="3349835"/>
                <a:ext cx="295688" cy="400110"/>
              </a:xfrm>
              <a:prstGeom prst="rect">
                <a:avLst/>
              </a:prstGeom>
              <a:blipFill>
                <a:blip r:embed="rId7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群組 294">
            <a:extLst>
              <a:ext uri="{FF2B5EF4-FFF2-40B4-BE49-F238E27FC236}">
                <a16:creationId xmlns:a16="http://schemas.microsoft.com/office/drawing/2014/main" id="{666493F8-772C-6E8E-FD01-8DE3170F2DA9}"/>
              </a:ext>
            </a:extLst>
          </p:cNvPr>
          <p:cNvGrpSpPr/>
          <p:nvPr/>
        </p:nvGrpSpPr>
        <p:grpSpPr>
          <a:xfrm>
            <a:off x="7746349" y="3195417"/>
            <a:ext cx="425116" cy="777549"/>
            <a:chOff x="2858783" y="4671588"/>
            <a:chExt cx="425116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文字方塊 295">
                  <a:extLst>
                    <a:ext uri="{FF2B5EF4-FFF2-40B4-BE49-F238E27FC236}">
                      <a16:creationId xmlns:a16="http://schemas.microsoft.com/office/drawing/2014/main" id="{9F53C289-1C31-300D-845B-BF3E8F6314D1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2511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z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3" name="文字方塊 295">
                  <a:extLst>
                    <a:ext uri="{FF2B5EF4-FFF2-40B4-BE49-F238E27FC236}">
                      <a16:creationId xmlns:a16="http://schemas.microsoft.com/office/drawing/2014/main" id="{9F53C289-1C31-300D-845B-BF3E8F6314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25116" cy="400110"/>
                </a:xfrm>
                <a:prstGeom prst="rect">
                  <a:avLst/>
                </a:prstGeom>
                <a:blipFill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4" name="群組 296">
              <a:extLst>
                <a:ext uri="{FF2B5EF4-FFF2-40B4-BE49-F238E27FC236}">
                  <a16:creationId xmlns:a16="http://schemas.microsoft.com/office/drawing/2014/main" id="{81836771-990D-C24E-E346-10EA6658B2F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5" name="直線接點 297">
                <a:extLst>
                  <a:ext uri="{FF2B5EF4-FFF2-40B4-BE49-F238E27FC236}">
                    <a16:creationId xmlns:a16="http://schemas.microsoft.com/office/drawing/2014/main" id="{601BEAED-454D-BE8B-9129-B4309B208B5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6" name="文字方塊 300">
                <a:extLst>
                  <a:ext uri="{FF2B5EF4-FFF2-40B4-BE49-F238E27FC236}">
                    <a16:creationId xmlns:a16="http://schemas.microsoft.com/office/drawing/2014/main" id="{A0AE1920-2D7C-9340-D368-284404D715D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97" name="群組 2">
            <a:extLst>
              <a:ext uri="{FF2B5EF4-FFF2-40B4-BE49-F238E27FC236}">
                <a16:creationId xmlns:a16="http://schemas.microsoft.com/office/drawing/2014/main" id="{0A774947-1530-87F7-B4CB-530D21F13E9B}"/>
              </a:ext>
            </a:extLst>
          </p:cNvPr>
          <p:cNvGrpSpPr/>
          <p:nvPr/>
        </p:nvGrpSpPr>
        <p:grpSpPr>
          <a:xfrm>
            <a:off x="6274343" y="3970085"/>
            <a:ext cx="4895359" cy="468206"/>
            <a:chOff x="980248" y="4227526"/>
            <a:chExt cx="4733319" cy="46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文字方塊 3">
                  <a:extLst>
                    <a:ext uri="{FF2B5EF4-FFF2-40B4-BE49-F238E27FC236}">
                      <a16:creationId xmlns:a16="http://schemas.microsoft.com/office/drawing/2014/main" id="{9153CDD9-38C0-BB84-9AF4-A85662BDBB64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8" name="文字方塊 3">
                  <a:extLst>
                    <a:ext uri="{FF2B5EF4-FFF2-40B4-BE49-F238E27FC236}">
                      <a16:creationId xmlns:a16="http://schemas.microsoft.com/office/drawing/2014/main" id="{9153CDD9-38C0-BB84-9AF4-A85662BDBB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79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文字方塊 5">
              <a:extLst>
                <a:ext uri="{FF2B5EF4-FFF2-40B4-BE49-F238E27FC236}">
                  <a16:creationId xmlns:a16="http://schemas.microsoft.com/office/drawing/2014/main" id="{738E8C84-BA2E-7AA9-861F-439E1F56DDEC}"/>
                </a:ext>
              </a:extLst>
            </p:cNvPr>
            <p:cNvSpPr txBox="1"/>
            <p:nvPr/>
          </p:nvSpPr>
          <p:spPr>
            <a:xfrm>
              <a:off x="1358587" y="4295622"/>
              <a:ext cx="43549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given inequality is not true</a:t>
              </a:r>
              <a:endParaRPr lang="en-US" sz="2000" dirty="0"/>
            </a:p>
          </p:txBody>
        </p:sp>
      </p:grpSp>
      <p:grpSp>
        <p:nvGrpSpPr>
          <p:cNvPr id="100" name="群組 2">
            <a:extLst>
              <a:ext uri="{FF2B5EF4-FFF2-40B4-BE49-F238E27FC236}">
                <a16:creationId xmlns:a16="http://schemas.microsoft.com/office/drawing/2014/main" id="{818DFD9A-F3EE-8087-31FA-637186E11AF4}"/>
              </a:ext>
            </a:extLst>
          </p:cNvPr>
          <p:cNvGrpSpPr/>
          <p:nvPr/>
        </p:nvGrpSpPr>
        <p:grpSpPr>
          <a:xfrm>
            <a:off x="6274343" y="4547033"/>
            <a:ext cx="2412457" cy="468206"/>
            <a:chOff x="980248" y="4227526"/>
            <a:chExt cx="2332603" cy="46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文字方塊 3">
                  <a:extLst>
                    <a:ext uri="{FF2B5EF4-FFF2-40B4-BE49-F238E27FC236}">
                      <a16:creationId xmlns:a16="http://schemas.microsoft.com/office/drawing/2014/main" id="{1EF338FF-B855-4F68-529D-248B2DAF0874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1" name="文字方塊 3">
                  <a:extLst>
                    <a:ext uri="{FF2B5EF4-FFF2-40B4-BE49-F238E27FC236}">
                      <a16:creationId xmlns:a16="http://schemas.microsoft.com/office/drawing/2014/main" id="{1EF338FF-B855-4F68-529D-248B2DAF08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80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文字方塊 5">
              <a:extLst>
                <a:ext uri="{FF2B5EF4-FFF2-40B4-BE49-F238E27FC236}">
                  <a16:creationId xmlns:a16="http://schemas.microsoft.com/office/drawing/2014/main" id="{DA19DF5D-4309-648D-57EC-2FEE9E79FF49}"/>
                </a:ext>
              </a:extLst>
            </p:cNvPr>
            <p:cNvSpPr txBox="1"/>
            <p:nvPr/>
          </p:nvSpPr>
          <p:spPr>
            <a:xfrm>
              <a:off x="1358587" y="4295622"/>
              <a:ext cx="19542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 is not true</a:t>
              </a:r>
              <a:endParaRPr lang="en-US" sz="2000" dirty="0"/>
            </a:p>
          </p:txBody>
        </p:sp>
      </p:grpSp>
      <p:grpSp>
        <p:nvGrpSpPr>
          <p:cNvPr id="103" name="群組 13">
            <a:extLst>
              <a:ext uri="{FF2B5EF4-FFF2-40B4-BE49-F238E27FC236}">
                <a16:creationId xmlns:a16="http://schemas.microsoft.com/office/drawing/2014/main" id="{6B1786E2-470B-8780-4B14-FDF604BD39FB}"/>
              </a:ext>
            </a:extLst>
          </p:cNvPr>
          <p:cNvGrpSpPr/>
          <p:nvPr/>
        </p:nvGrpSpPr>
        <p:grpSpPr>
          <a:xfrm>
            <a:off x="2784673" y="1833933"/>
            <a:ext cx="160200" cy="157680"/>
            <a:chOff x="2520252" y="3648142"/>
            <a:chExt cx="16020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5" name="筆跡 14">
                  <a:extLst>
                    <a:ext uri="{FF2B5EF4-FFF2-40B4-BE49-F238E27FC236}">
                      <a16:creationId xmlns:a16="http://schemas.microsoft.com/office/drawing/2014/main" id="{C8E9551D-FF45-BE34-CFBB-BC4C8CE8C16A}"/>
                    </a:ext>
                  </a:extLst>
                </p14:cNvPr>
                <p14:cNvContentPartPr/>
                <p14:nvPr/>
              </p14:nvContentPartPr>
              <p14:xfrm>
                <a:off x="2520252" y="3648142"/>
                <a:ext cx="126000" cy="157680"/>
              </p14:xfrm>
            </p:contentPart>
          </mc:Choice>
          <mc:Fallback xmlns=""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ECF1CDC6-159A-C424-ACF3-95B33EF20B8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502252" y="3630142"/>
                  <a:ext cx="161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6" name="筆跡 15">
                  <a:extLst>
                    <a:ext uri="{FF2B5EF4-FFF2-40B4-BE49-F238E27FC236}">
                      <a16:creationId xmlns:a16="http://schemas.microsoft.com/office/drawing/2014/main" id="{0C0DDC8E-5A62-B851-0F06-471066592C4B}"/>
                    </a:ext>
                  </a:extLst>
                </p14:cNvPr>
                <p14:cNvContentPartPr/>
                <p14:nvPr/>
              </p14:nvContentPartPr>
              <p14:xfrm>
                <a:off x="2537892" y="3657142"/>
                <a:ext cx="142560" cy="147240"/>
              </p14:xfrm>
            </p:contentPart>
          </mc:Choice>
          <mc:Fallback xmlns="">
            <p:pic>
              <p:nvPicPr>
                <p:cNvPr id="16" name="筆跡 15">
                  <a:extLst>
                    <a:ext uri="{FF2B5EF4-FFF2-40B4-BE49-F238E27FC236}">
                      <a16:creationId xmlns:a16="http://schemas.microsoft.com/office/drawing/2014/main" id="{853C3144-1F86-27D4-E591-1D833AABA29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519892" y="3639142"/>
                  <a:ext cx="178200" cy="18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8613BD3-7A56-8C5F-E175-228C7F422A7C}"/>
              </a:ext>
            </a:extLst>
          </p:cNvPr>
          <p:cNvGrpSpPr/>
          <p:nvPr/>
        </p:nvGrpSpPr>
        <p:grpSpPr>
          <a:xfrm>
            <a:off x="10102116" y="5146334"/>
            <a:ext cx="436843" cy="422255"/>
            <a:chOff x="10223770" y="1733059"/>
            <a:chExt cx="436843" cy="42225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C6F73FED-BF4B-A6F6-C456-443F1CED9551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F1E057A-2B45-65CB-603B-EB17D21AD708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0372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3" grpId="0"/>
      <p:bldP spid="90" grpId="0"/>
      <p:bldP spid="9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25EB5389-2270-087C-6738-1CB4992ED8C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3818"/>
          <a:stretch>
            <a:fillRect/>
          </a:stretch>
        </p:blipFill>
        <p:spPr>
          <a:xfrm>
            <a:off x="326998" y="297259"/>
            <a:ext cx="4541914" cy="1612535"/>
          </a:xfrm>
          <a:prstGeom prst="rect">
            <a:avLst/>
          </a:prstGeom>
        </p:spPr>
      </p:pic>
      <p:sp>
        <p:nvSpPr>
          <p:cNvPr id="4" name="文字方塊 149">
            <a:extLst>
              <a:ext uri="{FF2B5EF4-FFF2-40B4-BE49-F238E27FC236}">
                <a16:creationId xmlns:a16="http://schemas.microsoft.com/office/drawing/2014/main" id="{BB540A27-6928-E019-1AF8-E87D217E0110}"/>
              </a:ext>
            </a:extLst>
          </p:cNvPr>
          <p:cNvSpPr txBox="1"/>
          <p:nvPr/>
        </p:nvSpPr>
        <p:spPr>
          <a:xfrm>
            <a:off x="3650305" y="857642"/>
            <a:ext cx="353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5" name="文字方塊 94">
            <a:extLst>
              <a:ext uri="{FF2B5EF4-FFF2-40B4-BE49-F238E27FC236}">
                <a16:creationId xmlns:a16="http://schemas.microsoft.com/office/drawing/2014/main" id="{E3BF22AF-C401-01A3-87D4-27AF3D0F2E99}"/>
              </a:ext>
            </a:extLst>
          </p:cNvPr>
          <p:cNvSpPr txBox="1"/>
          <p:nvPr/>
        </p:nvSpPr>
        <p:spPr>
          <a:xfrm>
            <a:off x="3855698" y="843255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95">
                <a:extLst>
                  <a:ext uri="{FF2B5EF4-FFF2-40B4-BE49-F238E27FC236}">
                    <a16:creationId xmlns:a16="http://schemas.microsoft.com/office/drawing/2014/main" id="{30D91C0D-281C-064E-2A28-3A95B94445BC}"/>
                  </a:ext>
                </a:extLst>
              </p:cNvPr>
              <p:cNvSpPr txBox="1"/>
              <p:nvPr/>
            </p:nvSpPr>
            <p:spPr>
              <a:xfrm>
                <a:off x="4532504" y="852822"/>
                <a:ext cx="454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6" name="文字方塊 95">
                <a:extLst>
                  <a:ext uri="{FF2B5EF4-FFF2-40B4-BE49-F238E27FC236}">
                    <a16:creationId xmlns:a16="http://schemas.microsoft.com/office/drawing/2014/main" id="{30D91C0D-281C-064E-2A28-3A95B944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504" y="852822"/>
                <a:ext cx="454131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92">
                <a:extLst>
                  <a:ext uri="{FF2B5EF4-FFF2-40B4-BE49-F238E27FC236}">
                    <a16:creationId xmlns:a16="http://schemas.microsoft.com/office/drawing/2014/main" id="{88D86C96-8C44-DCAC-A9C8-B844B3EC05F9}"/>
                  </a:ext>
                </a:extLst>
              </p:cNvPr>
              <p:cNvSpPr txBox="1"/>
              <p:nvPr/>
            </p:nvSpPr>
            <p:spPr>
              <a:xfrm>
                <a:off x="4259241" y="8275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" name="文字方塊 92">
                <a:extLst>
                  <a:ext uri="{FF2B5EF4-FFF2-40B4-BE49-F238E27FC236}">
                    <a16:creationId xmlns:a16="http://schemas.microsoft.com/office/drawing/2014/main" id="{88D86C96-8C44-DCAC-A9C8-B844B3EC0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241" y="827550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90">
                <a:extLst>
                  <a:ext uri="{FF2B5EF4-FFF2-40B4-BE49-F238E27FC236}">
                    <a16:creationId xmlns:a16="http://schemas.microsoft.com/office/drawing/2014/main" id="{0B473009-D5F6-7985-82FD-A1262A4E7391}"/>
                  </a:ext>
                </a:extLst>
              </p:cNvPr>
              <p:cNvSpPr txBox="1"/>
              <p:nvPr/>
            </p:nvSpPr>
            <p:spPr>
              <a:xfrm>
                <a:off x="3956169" y="847159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90">
                <a:extLst>
                  <a:ext uri="{FF2B5EF4-FFF2-40B4-BE49-F238E27FC236}">
                    <a16:creationId xmlns:a16="http://schemas.microsoft.com/office/drawing/2014/main" id="{0B473009-D5F6-7985-82FD-A1262A4E7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169" y="847159"/>
                <a:ext cx="274435" cy="400110"/>
              </a:xfrm>
              <a:prstGeom prst="rect">
                <a:avLst/>
              </a:prstGeom>
              <a:blipFill>
                <a:blip r:embed="rId5"/>
                <a:stretch>
                  <a:fillRect r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173799-E695-FCF3-36F8-51E97CBF3AB3}"/>
                  </a:ext>
                </a:extLst>
              </p:cNvPr>
              <p:cNvSpPr txBox="1"/>
              <p:nvPr/>
            </p:nvSpPr>
            <p:spPr>
              <a:xfrm>
                <a:off x="4949061" y="82755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D173799-E695-FCF3-36F8-51E97CBF3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061" y="827550"/>
                <a:ext cx="250488" cy="400110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149">
            <a:extLst>
              <a:ext uri="{FF2B5EF4-FFF2-40B4-BE49-F238E27FC236}">
                <a16:creationId xmlns:a16="http://schemas.microsoft.com/office/drawing/2014/main" id="{96F98457-383E-324E-E4DC-B750F322F7F7}"/>
              </a:ext>
            </a:extLst>
          </p:cNvPr>
          <p:cNvSpPr txBox="1"/>
          <p:nvPr/>
        </p:nvSpPr>
        <p:spPr>
          <a:xfrm>
            <a:off x="5271466" y="863864"/>
            <a:ext cx="353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11" name="文字方塊 94">
            <a:extLst>
              <a:ext uri="{FF2B5EF4-FFF2-40B4-BE49-F238E27FC236}">
                <a16:creationId xmlns:a16="http://schemas.microsoft.com/office/drawing/2014/main" id="{0C79E305-376E-8E13-4FFB-BF6B736A7E25}"/>
              </a:ext>
            </a:extLst>
          </p:cNvPr>
          <p:cNvSpPr txBox="1"/>
          <p:nvPr/>
        </p:nvSpPr>
        <p:spPr>
          <a:xfrm>
            <a:off x="5476859" y="858103"/>
            <a:ext cx="274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95">
                <a:extLst>
                  <a:ext uri="{FF2B5EF4-FFF2-40B4-BE49-F238E27FC236}">
                    <a16:creationId xmlns:a16="http://schemas.microsoft.com/office/drawing/2014/main" id="{12D50000-0637-4116-E9AA-66F8D6D3E3F1}"/>
                  </a:ext>
                </a:extLst>
              </p:cNvPr>
              <p:cNvSpPr txBox="1"/>
              <p:nvPr/>
            </p:nvSpPr>
            <p:spPr>
              <a:xfrm>
                <a:off x="6153665" y="859044"/>
                <a:ext cx="4541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x</m:t>
                    </m:r>
                  </m:oMath>
                </a14:m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2" name="文字方塊 95">
                <a:extLst>
                  <a:ext uri="{FF2B5EF4-FFF2-40B4-BE49-F238E27FC236}">
                    <a16:creationId xmlns:a16="http://schemas.microsoft.com/office/drawing/2014/main" id="{12D50000-0637-4116-E9AA-66F8D6D3E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3665" y="859044"/>
                <a:ext cx="45413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92">
                <a:extLst>
                  <a:ext uri="{FF2B5EF4-FFF2-40B4-BE49-F238E27FC236}">
                    <a16:creationId xmlns:a16="http://schemas.microsoft.com/office/drawing/2014/main" id="{A5E074DC-83D3-CA86-1343-D6E6645313C0}"/>
                  </a:ext>
                </a:extLst>
              </p:cNvPr>
              <p:cNvSpPr txBox="1"/>
              <p:nvPr/>
            </p:nvSpPr>
            <p:spPr>
              <a:xfrm>
                <a:off x="5880402" y="8423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92">
                <a:extLst>
                  <a:ext uri="{FF2B5EF4-FFF2-40B4-BE49-F238E27FC236}">
                    <a16:creationId xmlns:a16="http://schemas.microsoft.com/office/drawing/2014/main" id="{A5E074DC-83D3-CA86-1343-D6E664531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402" y="84239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90">
                <a:extLst>
                  <a:ext uri="{FF2B5EF4-FFF2-40B4-BE49-F238E27FC236}">
                    <a16:creationId xmlns:a16="http://schemas.microsoft.com/office/drawing/2014/main" id="{CAF8D838-B6C8-3772-443B-8AE92AB80B0B}"/>
                  </a:ext>
                </a:extLst>
              </p:cNvPr>
              <p:cNvSpPr txBox="1"/>
              <p:nvPr/>
            </p:nvSpPr>
            <p:spPr>
              <a:xfrm>
                <a:off x="5577330" y="862007"/>
                <a:ext cx="2744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90">
                <a:extLst>
                  <a:ext uri="{FF2B5EF4-FFF2-40B4-BE49-F238E27FC236}">
                    <a16:creationId xmlns:a16="http://schemas.microsoft.com/office/drawing/2014/main" id="{CAF8D838-B6C8-3772-443B-8AE92AB80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330" y="862007"/>
                <a:ext cx="27443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D56037-BF57-6089-0A34-2BDFE30735E1}"/>
                  </a:ext>
                </a:extLst>
              </p:cNvPr>
              <p:cNvSpPr txBox="1"/>
              <p:nvPr/>
            </p:nvSpPr>
            <p:spPr>
              <a:xfrm>
                <a:off x="3885213" y="1375093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4D56037-BF57-6089-0A34-2BDFE3073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5213" y="1375093"/>
                <a:ext cx="485887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BB5E2BBD-CD86-E4B1-0416-BB776419E729}"/>
                  </a:ext>
                </a:extLst>
              </p:cNvPr>
              <p:cNvSpPr txBox="1"/>
              <p:nvPr/>
            </p:nvSpPr>
            <p:spPr>
              <a:xfrm>
                <a:off x="4327335" y="1377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BB5E2BBD-CD86-E4B1-0416-BB776419E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335" y="137762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A1EFB-C999-76D1-7CC9-9EC49DB3A6EE}"/>
                  </a:ext>
                </a:extLst>
              </p:cNvPr>
              <p:cNvSpPr txBox="1"/>
              <p:nvPr/>
            </p:nvSpPr>
            <p:spPr>
              <a:xfrm>
                <a:off x="4594509" y="1392345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B2A1EFB-C999-76D1-7CC9-9EC49DB3A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509" y="1392345"/>
                <a:ext cx="349480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AF645E-8DC3-978F-015F-265880D7FC5C}"/>
                  </a:ext>
                </a:extLst>
              </p:cNvPr>
              <p:cNvSpPr txBox="1"/>
              <p:nvPr/>
            </p:nvSpPr>
            <p:spPr>
              <a:xfrm>
                <a:off x="4940514" y="137607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AF645E-8DC3-978F-015F-265880D7FC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514" y="1376079"/>
                <a:ext cx="250488" cy="400110"/>
              </a:xfrm>
              <a:prstGeom prst="rect">
                <a:avLst/>
              </a:prstGeom>
              <a:blipFill>
                <a:blip r:embed="rId1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4098AC-94C0-A638-9412-7DB6E956A502}"/>
                  </a:ext>
                </a:extLst>
              </p:cNvPr>
              <p:cNvSpPr txBox="1"/>
              <p:nvPr/>
            </p:nvSpPr>
            <p:spPr>
              <a:xfrm>
                <a:off x="5252377" y="139234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E4098AC-94C0-A638-9412-7DB6E956A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377" y="1392345"/>
                <a:ext cx="48588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6">
                <a:extLst>
                  <a:ext uri="{FF2B5EF4-FFF2-40B4-BE49-F238E27FC236}">
                    <a16:creationId xmlns:a16="http://schemas.microsoft.com/office/drawing/2014/main" id="{956E37C4-50CE-ED11-1AE9-5097F0485DE6}"/>
                  </a:ext>
                </a:extLst>
              </p:cNvPr>
              <p:cNvSpPr txBox="1"/>
              <p:nvPr/>
            </p:nvSpPr>
            <p:spPr>
              <a:xfrm>
                <a:off x="5711751" y="1377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16">
                <a:extLst>
                  <a:ext uri="{FF2B5EF4-FFF2-40B4-BE49-F238E27FC236}">
                    <a16:creationId xmlns:a16="http://schemas.microsoft.com/office/drawing/2014/main" id="{956E37C4-50CE-ED11-1AE9-5097F0485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751" y="137762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06203-EE23-08E1-EE26-CA052EEA2656}"/>
                  </a:ext>
                </a:extLst>
              </p:cNvPr>
              <p:cNvSpPr txBox="1"/>
              <p:nvPr/>
            </p:nvSpPr>
            <p:spPr>
              <a:xfrm>
                <a:off x="5978925" y="1400971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06203-EE23-08E1-EE26-CA052EEA2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8925" y="1400971"/>
                <a:ext cx="349480" cy="400110"/>
              </a:xfrm>
              <a:prstGeom prst="rect">
                <a:avLst/>
              </a:prstGeom>
              <a:blipFill>
                <a:blip r:embed="rId16"/>
                <a:stretch>
                  <a:fillRect r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A480E-9534-331C-74C1-B4BE2EF1D6D7}"/>
                  </a:ext>
                </a:extLst>
              </p:cNvPr>
              <p:cNvSpPr txBox="1"/>
              <p:nvPr/>
            </p:nvSpPr>
            <p:spPr>
              <a:xfrm>
                <a:off x="3704067" y="1880858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B5A480E-9534-331C-74C1-B4BE2EF1D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4067" y="1880858"/>
                <a:ext cx="485887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6">
                <a:extLst>
                  <a:ext uri="{FF2B5EF4-FFF2-40B4-BE49-F238E27FC236}">
                    <a16:creationId xmlns:a16="http://schemas.microsoft.com/office/drawing/2014/main" id="{C89F166E-B336-9023-F174-AAA248CC2398}"/>
                  </a:ext>
                </a:extLst>
              </p:cNvPr>
              <p:cNvSpPr txBox="1"/>
              <p:nvPr/>
            </p:nvSpPr>
            <p:spPr>
              <a:xfrm>
                <a:off x="4154815" y="1883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6">
                <a:extLst>
                  <a:ext uri="{FF2B5EF4-FFF2-40B4-BE49-F238E27FC236}">
                    <a16:creationId xmlns:a16="http://schemas.microsoft.com/office/drawing/2014/main" id="{C89F166E-B336-9023-F174-AAA248CC2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4815" y="188339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3F14BC-EBF5-40D9-9964-A382DA060933}"/>
                  </a:ext>
                </a:extLst>
              </p:cNvPr>
              <p:cNvSpPr txBox="1"/>
              <p:nvPr/>
            </p:nvSpPr>
            <p:spPr>
              <a:xfrm>
                <a:off x="4413363" y="189811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C3F14BC-EBF5-40D9-9964-A382DA060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363" y="1898110"/>
                <a:ext cx="349480" cy="400110"/>
              </a:xfrm>
              <a:prstGeom prst="rect">
                <a:avLst/>
              </a:prstGeom>
              <a:blipFill>
                <a:blip r:embed="rId19"/>
                <a:stretch>
                  <a:fillRect r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18364F-195B-10F5-8C6F-40A4E3D8802C}"/>
                  </a:ext>
                </a:extLst>
              </p:cNvPr>
              <p:cNvSpPr txBox="1"/>
              <p:nvPr/>
            </p:nvSpPr>
            <p:spPr>
              <a:xfrm>
                <a:off x="4949140" y="188184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518364F-195B-10F5-8C6F-40A4E3D88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140" y="1881844"/>
                <a:ext cx="250488" cy="400110"/>
              </a:xfrm>
              <a:prstGeom prst="rect">
                <a:avLst/>
              </a:prstGeom>
              <a:blipFill>
                <a:blip r:embed="rId20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790317-2BDD-037C-FA94-D70F23B84A73}"/>
                  </a:ext>
                </a:extLst>
              </p:cNvPr>
              <p:cNvSpPr txBox="1"/>
              <p:nvPr/>
            </p:nvSpPr>
            <p:spPr>
              <a:xfrm>
                <a:off x="5261003" y="189811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3790317-2BDD-037C-FA94-D70F23B84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003" y="1898110"/>
                <a:ext cx="485887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6">
                <a:extLst>
                  <a:ext uri="{FF2B5EF4-FFF2-40B4-BE49-F238E27FC236}">
                    <a16:creationId xmlns:a16="http://schemas.microsoft.com/office/drawing/2014/main" id="{B89E1D00-516E-7161-B143-791EEDBBF220}"/>
                  </a:ext>
                </a:extLst>
              </p:cNvPr>
              <p:cNvSpPr txBox="1"/>
              <p:nvPr/>
            </p:nvSpPr>
            <p:spPr>
              <a:xfrm>
                <a:off x="5720377" y="1883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6">
                <a:extLst>
                  <a:ext uri="{FF2B5EF4-FFF2-40B4-BE49-F238E27FC236}">
                    <a16:creationId xmlns:a16="http://schemas.microsoft.com/office/drawing/2014/main" id="{B89E1D00-516E-7161-B143-791EEDBBF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377" y="188339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DFF05D-A357-D17F-5500-86DC92641617}"/>
                  </a:ext>
                </a:extLst>
              </p:cNvPr>
              <p:cNvSpPr txBox="1"/>
              <p:nvPr/>
            </p:nvSpPr>
            <p:spPr>
              <a:xfrm>
                <a:off x="5987551" y="1906736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DFF05D-A357-D17F-5500-86DC9264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551" y="1906736"/>
                <a:ext cx="349480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A8B5DC-892D-AFEB-FEDD-CB1530788480}"/>
                  </a:ext>
                </a:extLst>
              </p:cNvPr>
              <p:cNvSpPr txBox="1"/>
              <p:nvPr/>
            </p:nvSpPr>
            <p:spPr>
              <a:xfrm>
                <a:off x="4421910" y="2388815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A8B5DC-892D-AFEB-FEDD-CB1530788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1910" y="2388815"/>
                <a:ext cx="349480" cy="400110"/>
              </a:xfrm>
              <a:prstGeom prst="rect">
                <a:avLst/>
              </a:prstGeom>
              <a:blipFill>
                <a:blip r:embed="rId24"/>
                <a:stretch>
                  <a:fillRect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38FB4C-8B26-8B24-9661-61336903D24F}"/>
                  </a:ext>
                </a:extLst>
              </p:cNvPr>
              <p:cNvSpPr txBox="1"/>
              <p:nvPr/>
            </p:nvSpPr>
            <p:spPr>
              <a:xfrm>
                <a:off x="4957687" y="237254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E38FB4C-8B26-8B24-9661-61336903D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687" y="2372549"/>
                <a:ext cx="250488" cy="400110"/>
              </a:xfrm>
              <a:prstGeom prst="rect">
                <a:avLst/>
              </a:prstGeom>
              <a:blipFill>
                <a:blip r:embed="rId2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6578F1-6C31-8383-0BB2-0B0FCE8CA7B0}"/>
                  </a:ext>
                </a:extLst>
              </p:cNvPr>
              <p:cNvSpPr txBox="1"/>
              <p:nvPr/>
            </p:nvSpPr>
            <p:spPr>
              <a:xfrm>
                <a:off x="5269550" y="238881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6578F1-6C31-8383-0BB2-0B0FCE8C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550" y="2388815"/>
                <a:ext cx="485887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252BB7-5804-E4D9-19CE-C1C5386764D7}"/>
                  </a:ext>
                </a:extLst>
              </p:cNvPr>
              <p:cNvSpPr txBox="1"/>
              <p:nvPr/>
            </p:nvSpPr>
            <p:spPr>
              <a:xfrm>
                <a:off x="4588522" y="2875016"/>
                <a:ext cx="34983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C252BB7-5804-E4D9-19CE-C1C53867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8522" y="2875016"/>
                <a:ext cx="349835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71ED48-E8E2-C6DF-8E7E-BFA8FE74222C}"/>
                  </a:ext>
                </a:extLst>
              </p:cNvPr>
              <p:cNvSpPr txBox="1"/>
              <p:nvPr/>
            </p:nvSpPr>
            <p:spPr>
              <a:xfrm>
                <a:off x="4957687" y="284644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771ED48-E8E2-C6DF-8E7E-BFA8FE742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687" y="2846440"/>
                <a:ext cx="250488" cy="400110"/>
              </a:xfrm>
              <a:prstGeom prst="rect">
                <a:avLst/>
              </a:prstGeom>
              <a:blipFill>
                <a:blip r:embed="rId2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6748C3-4BFE-EB10-5EA2-73559338B202}"/>
                  </a:ext>
                </a:extLst>
              </p:cNvPr>
              <p:cNvSpPr txBox="1"/>
              <p:nvPr/>
            </p:nvSpPr>
            <p:spPr>
              <a:xfrm>
                <a:off x="5267191" y="2879462"/>
                <a:ext cx="3264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76748C3-4BFE-EB10-5EA2-73559338B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191" y="2879462"/>
                <a:ext cx="326477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FCF63A6A-5D97-C96D-9CA0-62E0F8E78387}"/>
              </a:ext>
            </a:extLst>
          </p:cNvPr>
          <p:cNvGrpSpPr/>
          <p:nvPr/>
        </p:nvGrpSpPr>
        <p:grpSpPr>
          <a:xfrm>
            <a:off x="7350516" y="2875016"/>
            <a:ext cx="436843" cy="422255"/>
            <a:chOff x="10223770" y="1733059"/>
            <a:chExt cx="436843" cy="422255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31D055C-AF14-3E63-C688-FECB71C46497}"/>
                </a:ext>
              </a:extLst>
            </p:cNvPr>
            <p:cNvSpPr/>
            <p:nvPr/>
          </p:nvSpPr>
          <p:spPr>
            <a:xfrm>
              <a:off x="10223770" y="1733059"/>
              <a:ext cx="436843" cy="4001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4C8FC2F-0B24-ADE4-CBDA-8B838CF94783}"/>
                </a:ext>
              </a:extLst>
            </p:cNvPr>
            <p:cNvSpPr txBox="1"/>
            <p:nvPr/>
          </p:nvSpPr>
          <p:spPr>
            <a:xfrm>
              <a:off x="10226080" y="1755204"/>
              <a:ext cx="3414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7483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AE93E71-1997-070A-A8EE-E69E975EEA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72" t="5331"/>
          <a:stretch>
            <a:fillRect/>
          </a:stretch>
        </p:blipFill>
        <p:spPr>
          <a:xfrm>
            <a:off x="364845" y="271061"/>
            <a:ext cx="8522173" cy="1695380"/>
          </a:xfrm>
          <a:prstGeom prst="rect">
            <a:avLst/>
          </a:prstGeom>
        </p:spPr>
      </p:pic>
      <p:sp>
        <p:nvSpPr>
          <p:cNvPr id="4" name="文字方塊 29">
            <a:extLst>
              <a:ext uri="{FF2B5EF4-FFF2-40B4-BE49-F238E27FC236}">
                <a16:creationId xmlns:a16="http://schemas.microsoft.com/office/drawing/2014/main" id="{E9BD5989-D0E5-4657-6E72-46B00CFC829B}"/>
              </a:ext>
            </a:extLst>
          </p:cNvPr>
          <p:cNvSpPr txBox="1"/>
          <p:nvPr/>
        </p:nvSpPr>
        <p:spPr>
          <a:xfrm>
            <a:off x="3588447" y="918696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answer is D.</a:t>
            </a: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110">
                <a:extLst>
                  <a:ext uri="{FF2B5EF4-FFF2-40B4-BE49-F238E27FC236}">
                    <a16:creationId xmlns:a16="http://schemas.microsoft.com/office/drawing/2014/main" id="{93A9CF59-626E-6CBD-2F79-5C42C445FD80}"/>
                  </a:ext>
                </a:extLst>
              </p:cNvPr>
              <p:cNvSpPr txBox="1"/>
              <p:nvPr/>
            </p:nvSpPr>
            <p:spPr>
              <a:xfrm>
                <a:off x="4546072" y="14685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" name="文字方塊 110">
                <a:extLst>
                  <a:ext uri="{FF2B5EF4-FFF2-40B4-BE49-F238E27FC236}">
                    <a16:creationId xmlns:a16="http://schemas.microsoft.com/office/drawing/2014/main" id="{93A9CF59-626E-6CBD-2F79-5C42C445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072" y="1468531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10">
            <a:extLst>
              <a:ext uri="{FF2B5EF4-FFF2-40B4-BE49-F238E27FC236}">
                <a16:creationId xmlns:a16="http://schemas.microsoft.com/office/drawing/2014/main" id="{D35631C1-F8F2-DA00-4FB2-8EEEC6205BE7}"/>
              </a:ext>
            </a:extLst>
          </p:cNvPr>
          <p:cNvSpPr txBox="1"/>
          <p:nvPr/>
        </p:nvSpPr>
        <p:spPr>
          <a:xfrm>
            <a:off x="4867486" y="1500132"/>
            <a:ext cx="5815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17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10">
                <a:extLst>
                  <a:ext uri="{FF2B5EF4-FFF2-40B4-BE49-F238E27FC236}">
                    <a16:creationId xmlns:a16="http://schemas.microsoft.com/office/drawing/2014/main" id="{E89D912C-BCA9-CB18-CBD3-055D8134ED1D}"/>
                  </a:ext>
                </a:extLst>
              </p:cNvPr>
              <p:cNvSpPr txBox="1"/>
              <p:nvPr/>
            </p:nvSpPr>
            <p:spPr>
              <a:xfrm>
                <a:off x="3588447" y="1482528"/>
                <a:ext cx="939165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字方塊 10">
                <a:extLst>
                  <a:ext uri="{FF2B5EF4-FFF2-40B4-BE49-F238E27FC236}">
                    <a16:creationId xmlns:a16="http://schemas.microsoft.com/office/drawing/2014/main" id="{E89D912C-BCA9-CB18-CBD3-055D8134E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447" y="1482528"/>
                <a:ext cx="939165" cy="407099"/>
              </a:xfrm>
              <a:prstGeom prst="rect">
                <a:avLst/>
              </a:prstGeom>
              <a:blipFill>
                <a:blip r:embed="rId4"/>
                <a:stretch>
                  <a:fillRect r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10">
                <a:extLst>
                  <a:ext uri="{FF2B5EF4-FFF2-40B4-BE49-F238E27FC236}">
                    <a16:creationId xmlns:a16="http://schemas.microsoft.com/office/drawing/2014/main" id="{AA2034F3-909C-876E-A7C8-951F1B25B2DF}"/>
                  </a:ext>
                </a:extLst>
              </p:cNvPr>
              <p:cNvSpPr txBox="1"/>
              <p:nvPr/>
            </p:nvSpPr>
            <p:spPr>
              <a:xfrm>
                <a:off x="3588446" y="2046343"/>
                <a:ext cx="939165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When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文字方塊 10">
                <a:extLst>
                  <a:ext uri="{FF2B5EF4-FFF2-40B4-BE49-F238E27FC236}">
                    <a16:creationId xmlns:a16="http://schemas.microsoft.com/office/drawing/2014/main" id="{AA2034F3-909C-876E-A7C8-951F1B25B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446" y="2046343"/>
                <a:ext cx="939165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110">
                <a:extLst>
                  <a:ext uri="{FF2B5EF4-FFF2-40B4-BE49-F238E27FC236}">
                    <a16:creationId xmlns:a16="http://schemas.microsoft.com/office/drawing/2014/main" id="{6DA4D048-992F-A8A1-6327-C1574D62EB54}"/>
                  </a:ext>
                </a:extLst>
              </p:cNvPr>
              <p:cNvSpPr txBox="1"/>
              <p:nvPr/>
            </p:nvSpPr>
            <p:spPr>
              <a:xfrm>
                <a:off x="4890409" y="20288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110">
                <a:extLst>
                  <a:ext uri="{FF2B5EF4-FFF2-40B4-BE49-F238E27FC236}">
                    <a16:creationId xmlns:a16="http://schemas.microsoft.com/office/drawing/2014/main" id="{6DA4D048-992F-A8A1-6327-C1574D62E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09" y="2028828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10">
            <a:extLst>
              <a:ext uri="{FF2B5EF4-FFF2-40B4-BE49-F238E27FC236}">
                <a16:creationId xmlns:a16="http://schemas.microsoft.com/office/drawing/2014/main" id="{F4AA0C49-FFEA-6943-1ED8-DF48267789F7}"/>
              </a:ext>
            </a:extLst>
          </p:cNvPr>
          <p:cNvSpPr txBox="1"/>
          <p:nvPr/>
        </p:nvSpPr>
        <p:spPr>
          <a:xfrm>
            <a:off x="5211823" y="2056685"/>
            <a:ext cx="80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2.1 ,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3A19F46-F297-12F4-B9E9-69A0CF204DED}"/>
                  </a:ext>
                </a:extLst>
              </p:cNvPr>
              <p:cNvSpPr txBox="1"/>
              <p:nvPr/>
            </p:nvSpPr>
            <p:spPr>
              <a:xfrm>
                <a:off x="4545161" y="2052420"/>
                <a:ext cx="29568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3A19F46-F297-12F4-B9E9-69A0CF204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61" y="2052420"/>
                <a:ext cx="295689" cy="4070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0">
                <a:extLst>
                  <a:ext uri="{FF2B5EF4-FFF2-40B4-BE49-F238E27FC236}">
                    <a16:creationId xmlns:a16="http://schemas.microsoft.com/office/drawing/2014/main" id="{8D358337-B0A5-3851-BEF7-67A89EDDA37C}"/>
                  </a:ext>
                </a:extLst>
              </p:cNvPr>
              <p:cNvSpPr txBox="1"/>
              <p:nvPr/>
            </p:nvSpPr>
            <p:spPr>
              <a:xfrm>
                <a:off x="4546074" y="24726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110">
                <a:extLst>
                  <a:ext uri="{FF2B5EF4-FFF2-40B4-BE49-F238E27FC236}">
                    <a16:creationId xmlns:a16="http://schemas.microsoft.com/office/drawing/2014/main" id="{8D358337-B0A5-3851-BEF7-67A89EDDA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074" y="247266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0">
            <a:extLst>
              <a:ext uri="{FF2B5EF4-FFF2-40B4-BE49-F238E27FC236}">
                <a16:creationId xmlns:a16="http://schemas.microsoft.com/office/drawing/2014/main" id="{9D6F074A-344E-7CB3-4820-F654362B570E}"/>
              </a:ext>
            </a:extLst>
          </p:cNvPr>
          <p:cNvSpPr txBox="1"/>
          <p:nvPr/>
        </p:nvSpPr>
        <p:spPr>
          <a:xfrm>
            <a:off x="4867488" y="2495875"/>
            <a:ext cx="40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7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0">
                <a:extLst>
                  <a:ext uri="{FF2B5EF4-FFF2-40B4-BE49-F238E27FC236}">
                    <a16:creationId xmlns:a16="http://schemas.microsoft.com/office/drawing/2014/main" id="{15976705-2F8D-2C31-B8F9-1C542A96125F}"/>
                  </a:ext>
                </a:extLst>
              </p:cNvPr>
              <p:cNvSpPr txBox="1"/>
              <p:nvPr/>
            </p:nvSpPr>
            <p:spPr>
              <a:xfrm>
                <a:off x="3588449" y="2486660"/>
                <a:ext cx="101906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L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S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14" name="文字方塊 10">
                <a:extLst>
                  <a:ext uri="{FF2B5EF4-FFF2-40B4-BE49-F238E27FC236}">
                    <a16:creationId xmlns:a16="http://schemas.microsoft.com/office/drawing/2014/main" id="{15976705-2F8D-2C31-B8F9-1C542A961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449" y="2486660"/>
                <a:ext cx="1019063" cy="407099"/>
              </a:xfrm>
              <a:prstGeom prst="rect">
                <a:avLst/>
              </a:prstGeom>
              <a:blipFill>
                <a:blip r:embed="rId9"/>
                <a:stretch>
                  <a:fillRect t="-5970" r="-1796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34">
            <a:extLst>
              <a:ext uri="{FF2B5EF4-FFF2-40B4-BE49-F238E27FC236}">
                <a16:creationId xmlns:a16="http://schemas.microsoft.com/office/drawing/2014/main" id="{9FCF258F-6499-ED6F-B2B2-59D95C2EA387}"/>
              </a:ext>
            </a:extLst>
          </p:cNvPr>
          <p:cNvGrpSpPr/>
          <p:nvPr/>
        </p:nvGrpSpPr>
        <p:grpSpPr>
          <a:xfrm>
            <a:off x="5047387" y="2505202"/>
            <a:ext cx="801072" cy="400110"/>
            <a:chOff x="1151524" y="1377853"/>
            <a:chExt cx="801072" cy="400110"/>
          </a:xfrm>
        </p:grpSpPr>
        <p:sp>
          <p:nvSpPr>
            <p:cNvPr id="18" name="文字方塊 136">
              <a:extLst>
                <a:ext uri="{FF2B5EF4-FFF2-40B4-BE49-F238E27FC236}">
                  <a16:creationId xmlns:a16="http://schemas.microsoft.com/office/drawing/2014/main" id="{48024846-BDC5-AF6B-5C29-7C711B737A5B}"/>
                </a:ext>
              </a:extLst>
            </p:cNvPr>
            <p:cNvSpPr txBox="1"/>
            <p:nvPr/>
          </p:nvSpPr>
          <p:spPr>
            <a:xfrm>
              <a:off x="1151524" y="137785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9" name="文字方塊 137">
              <a:extLst>
                <a:ext uri="{FF2B5EF4-FFF2-40B4-BE49-F238E27FC236}">
                  <a16:creationId xmlns:a16="http://schemas.microsoft.com/office/drawing/2014/main" id="{E57E1E72-CB43-EE2F-36C8-7B9833FCC0EB}"/>
                </a:ext>
              </a:extLst>
            </p:cNvPr>
            <p:cNvSpPr txBox="1"/>
            <p:nvPr/>
          </p:nvSpPr>
          <p:spPr>
            <a:xfrm>
              <a:off x="1246954" y="1377853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2.1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6">
                <a:extLst>
                  <a:ext uri="{FF2B5EF4-FFF2-40B4-BE49-F238E27FC236}">
                    <a16:creationId xmlns:a16="http://schemas.microsoft.com/office/drawing/2014/main" id="{713A352A-F10D-4AC9-5591-D615C57CACDB}"/>
                  </a:ext>
                </a:extLst>
              </p:cNvPr>
              <p:cNvSpPr txBox="1"/>
              <p:nvPr/>
            </p:nvSpPr>
            <p:spPr>
              <a:xfrm>
                <a:off x="5746691" y="24878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16">
                <a:extLst>
                  <a:ext uri="{FF2B5EF4-FFF2-40B4-BE49-F238E27FC236}">
                    <a16:creationId xmlns:a16="http://schemas.microsoft.com/office/drawing/2014/main" id="{713A352A-F10D-4AC9-5591-D615C57CA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6691" y="248787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DA195EA-1D7B-27D5-32F0-5EEE72A3F225}"/>
                  </a:ext>
                </a:extLst>
              </p:cNvPr>
              <p:cNvSpPr txBox="1"/>
              <p:nvPr/>
            </p:nvSpPr>
            <p:spPr>
              <a:xfrm>
                <a:off x="5974883" y="2508511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DA195EA-1D7B-27D5-32F0-5EEE72A3F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883" y="2508511"/>
                <a:ext cx="34948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110">
                <a:extLst>
                  <a:ext uri="{FF2B5EF4-FFF2-40B4-BE49-F238E27FC236}">
                    <a16:creationId xmlns:a16="http://schemas.microsoft.com/office/drawing/2014/main" id="{23129561-2D58-7174-83FF-AD347610CC82}"/>
                  </a:ext>
                </a:extLst>
              </p:cNvPr>
              <p:cNvSpPr txBox="1"/>
              <p:nvPr/>
            </p:nvSpPr>
            <p:spPr>
              <a:xfrm>
                <a:off x="6273329" y="24837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110">
                <a:extLst>
                  <a:ext uri="{FF2B5EF4-FFF2-40B4-BE49-F238E27FC236}">
                    <a16:creationId xmlns:a16="http://schemas.microsoft.com/office/drawing/2014/main" id="{23129561-2D58-7174-83FF-AD347610C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329" y="248372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54B238-3484-1484-0AA4-A69A23FA7819}"/>
                  </a:ext>
                </a:extLst>
              </p:cNvPr>
              <p:cNvSpPr txBox="1"/>
              <p:nvPr/>
            </p:nvSpPr>
            <p:spPr>
              <a:xfrm>
                <a:off x="6522899" y="2501573"/>
                <a:ext cx="8316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17.7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54B238-3484-1484-0AA4-A69A23FA7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899" y="2501573"/>
                <a:ext cx="831630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DE88D3-B71B-0F43-7ECF-9F36DE5DFD47}"/>
                  </a:ext>
                </a:extLst>
              </p:cNvPr>
              <p:cNvSpPr txBox="1"/>
              <p:nvPr/>
            </p:nvSpPr>
            <p:spPr>
              <a:xfrm>
                <a:off x="7232134" y="248099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DE88D3-B71B-0F43-7ECF-9F36DE5DF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2134" y="2480993"/>
                <a:ext cx="250488" cy="400110"/>
              </a:xfrm>
              <a:prstGeom prst="rect">
                <a:avLst/>
              </a:prstGeom>
              <a:blipFill>
                <a:blip r:embed="rId1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56EA82-442C-BC4F-4E44-2044FE6CE01C}"/>
                  </a:ext>
                </a:extLst>
              </p:cNvPr>
              <p:cNvSpPr txBox="1"/>
              <p:nvPr/>
            </p:nvSpPr>
            <p:spPr>
              <a:xfrm>
                <a:off x="7473946" y="2495370"/>
                <a:ext cx="90370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56EA82-442C-BC4F-4E44-2044FE6C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946" y="2495370"/>
                <a:ext cx="903703" cy="407099"/>
              </a:xfrm>
              <a:prstGeom prst="rect">
                <a:avLst/>
              </a:prstGeom>
              <a:blipFill>
                <a:blip r:embed="rId15"/>
                <a:stretch>
                  <a:fillRect r="-4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0">
                <a:extLst>
                  <a:ext uri="{FF2B5EF4-FFF2-40B4-BE49-F238E27FC236}">
                    <a16:creationId xmlns:a16="http://schemas.microsoft.com/office/drawing/2014/main" id="{B1426A3C-FE73-AAB6-63D0-96A039F44A94}"/>
                  </a:ext>
                </a:extLst>
              </p:cNvPr>
              <p:cNvSpPr txBox="1"/>
              <p:nvPr/>
            </p:nvSpPr>
            <p:spPr>
              <a:xfrm>
                <a:off x="3587533" y="3204392"/>
                <a:ext cx="939165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When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6" name="文字方塊 10">
                <a:extLst>
                  <a:ext uri="{FF2B5EF4-FFF2-40B4-BE49-F238E27FC236}">
                    <a16:creationId xmlns:a16="http://schemas.microsoft.com/office/drawing/2014/main" id="{B1426A3C-FE73-AAB6-63D0-96A039F44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533" y="3204392"/>
                <a:ext cx="939165" cy="4070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10">
                <a:extLst>
                  <a:ext uri="{FF2B5EF4-FFF2-40B4-BE49-F238E27FC236}">
                    <a16:creationId xmlns:a16="http://schemas.microsoft.com/office/drawing/2014/main" id="{EEBFE2EF-B41C-B58E-1F0A-12D1DA49222D}"/>
                  </a:ext>
                </a:extLst>
              </p:cNvPr>
              <p:cNvSpPr txBox="1"/>
              <p:nvPr/>
            </p:nvSpPr>
            <p:spPr>
              <a:xfrm>
                <a:off x="4889496" y="31868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10">
                <a:extLst>
                  <a:ext uri="{FF2B5EF4-FFF2-40B4-BE49-F238E27FC236}">
                    <a16:creationId xmlns:a16="http://schemas.microsoft.com/office/drawing/2014/main" id="{EEBFE2EF-B41C-B58E-1F0A-12D1DA492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96" y="318687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10">
            <a:extLst>
              <a:ext uri="{FF2B5EF4-FFF2-40B4-BE49-F238E27FC236}">
                <a16:creationId xmlns:a16="http://schemas.microsoft.com/office/drawing/2014/main" id="{68240079-A409-3A46-B375-9743B5DCC39E}"/>
              </a:ext>
            </a:extLst>
          </p:cNvPr>
          <p:cNvSpPr txBox="1"/>
          <p:nvPr/>
        </p:nvSpPr>
        <p:spPr>
          <a:xfrm>
            <a:off x="5210910" y="3214734"/>
            <a:ext cx="80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3.2 ,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0">
                <a:extLst>
                  <a:ext uri="{FF2B5EF4-FFF2-40B4-BE49-F238E27FC236}">
                    <a16:creationId xmlns:a16="http://schemas.microsoft.com/office/drawing/2014/main" id="{37C38F88-512F-F9CD-77A6-59AE3A72B739}"/>
                  </a:ext>
                </a:extLst>
              </p:cNvPr>
              <p:cNvSpPr txBox="1"/>
              <p:nvPr/>
            </p:nvSpPr>
            <p:spPr>
              <a:xfrm>
                <a:off x="4544248" y="3210469"/>
                <a:ext cx="29568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文字方塊 10">
                <a:extLst>
                  <a:ext uri="{FF2B5EF4-FFF2-40B4-BE49-F238E27FC236}">
                    <a16:creationId xmlns:a16="http://schemas.microsoft.com/office/drawing/2014/main" id="{37C38F88-512F-F9CD-77A6-59AE3A72B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48" y="3210469"/>
                <a:ext cx="295689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110">
                <a:extLst>
                  <a:ext uri="{FF2B5EF4-FFF2-40B4-BE49-F238E27FC236}">
                    <a16:creationId xmlns:a16="http://schemas.microsoft.com/office/drawing/2014/main" id="{E686EE2D-10A2-7F6E-D340-0A6D1358A341}"/>
                  </a:ext>
                </a:extLst>
              </p:cNvPr>
              <p:cNvSpPr txBox="1"/>
              <p:nvPr/>
            </p:nvSpPr>
            <p:spPr>
              <a:xfrm>
                <a:off x="4545161" y="3630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110">
                <a:extLst>
                  <a:ext uri="{FF2B5EF4-FFF2-40B4-BE49-F238E27FC236}">
                    <a16:creationId xmlns:a16="http://schemas.microsoft.com/office/drawing/2014/main" id="{E686EE2D-10A2-7F6E-D340-0A6D1358A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61" y="363071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10">
            <a:extLst>
              <a:ext uri="{FF2B5EF4-FFF2-40B4-BE49-F238E27FC236}">
                <a16:creationId xmlns:a16="http://schemas.microsoft.com/office/drawing/2014/main" id="{BF4599DE-08E4-9848-E304-312C9DF67C3B}"/>
              </a:ext>
            </a:extLst>
          </p:cNvPr>
          <p:cNvSpPr txBox="1"/>
          <p:nvPr/>
        </p:nvSpPr>
        <p:spPr>
          <a:xfrm>
            <a:off x="4866575" y="3653924"/>
            <a:ext cx="40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7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10">
                <a:extLst>
                  <a:ext uri="{FF2B5EF4-FFF2-40B4-BE49-F238E27FC236}">
                    <a16:creationId xmlns:a16="http://schemas.microsoft.com/office/drawing/2014/main" id="{972224E5-C6B9-63E8-08AA-E7D7EC0C86A1}"/>
                  </a:ext>
                </a:extLst>
              </p:cNvPr>
              <p:cNvSpPr txBox="1"/>
              <p:nvPr/>
            </p:nvSpPr>
            <p:spPr>
              <a:xfrm>
                <a:off x="3587537" y="3644709"/>
                <a:ext cx="101906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L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S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2" name="文字方塊 10">
                <a:extLst>
                  <a:ext uri="{FF2B5EF4-FFF2-40B4-BE49-F238E27FC236}">
                    <a16:creationId xmlns:a16="http://schemas.microsoft.com/office/drawing/2014/main" id="{972224E5-C6B9-63E8-08AA-E7D7EC0C8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537" y="3644709"/>
                <a:ext cx="1019062" cy="407099"/>
              </a:xfrm>
              <a:prstGeom prst="rect">
                <a:avLst/>
              </a:prstGeom>
              <a:blipFill>
                <a:blip r:embed="rId20"/>
                <a:stretch>
                  <a:fillRect t="-5970" r="-1796" b="-26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134">
            <a:extLst>
              <a:ext uri="{FF2B5EF4-FFF2-40B4-BE49-F238E27FC236}">
                <a16:creationId xmlns:a16="http://schemas.microsoft.com/office/drawing/2014/main" id="{D928F210-A140-A491-D819-75B2A6AF27C2}"/>
              </a:ext>
            </a:extLst>
          </p:cNvPr>
          <p:cNvGrpSpPr/>
          <p:nvPr/>
        </p:nvGrpSpPr>
        <p:grpSpPr>
          <a:xfrm>
            <a:off x="5046474" y="3663251"/>
            <a:ext cx="801072" cy="400110"/>
            <a:chOff x="1151524" y="1377853"/>
            <a:chExt cx="801072" cy="400110"/>
          </a:xfrm>
        </p:grpSpPr>
        <p:sp>
          <p:nvSpPr>
            <p:cNvPr id="34" name="文字方塊 136">
              <a:extLst>
                <a:ext uri="{FF2B5EF4-FFF2-40B4-BE49-F238E27FC236}">
                  <a16:creationId xmlns:a16="http://schemas.microsoft.com/office/drawing/2014/main" id="{E02FAA6A-374A-F83F-4555-0AE2E6BEEF1C}"/>
                </a:ext>
              </a:extLst>
            </p:cNvPr>
            <p:cNvSpPr txBox="1"/>
            <p:nvPr/>
          </p:nvSpPr>
          <p:spPr>
            <a:xfrm>
              <a:off x="1151524" y="137785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5" name="文字方塊 137">
              <a:extLst>
                <a:ext uri="{FF2B5EF4-FFF2-40B4-BE49-F238E27FC236}">
                  <a16:creationId xmlns:a16="http://schemas.microsoft.com/office/drawing/2014/main" id="{5E0958E4-5230-DC41-E561-791AABA5A69D}"/>
                </a:ext>
              </a:extLst>
            </p:cNvPr>
            <p:cNvSpPr txBox="1"/>
            <p:nvPr/>
          </p:nvSpPr>
          <p:spPr>
            <a:xfrm>
              <a:off x="1246954" y="1377853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3.2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6">
                <a:extLst>
                  <a:ext uri="{FF2B5EF4-FFF2-40B4-BE49-F238E27FC236}">
                    <a16:creationId xmlns:a16="http://schemas.microsoft.com/office/drawing/2014/main" id="{65625F15-EB9E-D174-9D1A-DCCBDCA6AA34}"/>
                  </a:ext>
                </a:extLst>
              </p:cNvPr>
              <p:cNvSpPr txBox="1"/>
              <p:nvPr/>
            </p:nvSpPr>
            <p:spPr>
              <a:xfrm>
                <a:off x="5745778" y="36459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6">
                <a:extLst>
                  <a:ext uri="{FF2B5EF4-FFF2-40B4-BE49-F238E27FC236}">
                    <a16:creationId xmlns:a16="http://schemas.microsoft.com/office/drawing/2014/main" id="{65625F15-EB9E-D174-9D1A-DCCBDCA6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78" y="364592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2F8747E-94F8-CDF5-EE87-CDC31C3277BE}"/>
                  </a:ext>
                </a:extLst>
              </p:cNvPr>
              <p:cNvSpPr txBox="1"/>
              <p:nvPr/>
            </p:nvSpPr>
            <p:spPr>
              <a:xfrm>
                <a:off x="5973970" y="366656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2F8747E-94F8-CDF5-EE87-CDC31C327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970" y="3666560"/>
                <a:ext cx="349480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110">
                <a:extLst>
                  <a:ext uri="{FF2B5EF4-FFF2-40B4-BE49-F238E27FC236}">
                    <a16:creationId xmlns:a16="http://schemas.microsoft.com/office/drawing/2014/main" id="{EC6715E0-0F8B-8DBC-114C-6636DF6EA722}"/>
                  </a:ext>
                </a:extLst>
              </p:cNvPr>
              <p:cNvSpPr txBox="1"/>
              <p:nvPr/>
            </p:nvSpPr>
            <p:spPr>
              <a:xfrm>
                <a:off x="6272416" y="36417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110">
                <a:extLst>
                  <a:ext uri="{FF2B5EF4-FFF2-40B4-BE49-F238E27FC236}">
                    <a16:creationId xmlns:a16="http://schemas.microsoft.com/office/drawing/2014/main" id="{EC6715E0-0F8B-8DBC-114C-6636DF6EA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416" y="364177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7C0481-A567-3E31-100E-FCBDBBA4DEE0}"/>
                  </a:ext>
                </a:extLst>
              </p:cNvPr>
              <p:cNvSpPr txBox="1"/>
              <p:nvPr/>
            </p:nvSpPr>
            <p:spPr>
              <a:xfrm>
                <a:off x="6521986" y="3659622"/>
                <a:ext cx="8316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25.4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7C0481-A567-3E31-100E-FCBDBBA4D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986" y="3659622"/>
                <a:ext cx="831630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3B936E-502C-37B7-CCB5-DCF80F23701A}"/>
                  </a:ext>
                </a:extLst>
              </p:cNvPr>
              <p:cNvSpPr txBox="1"/>
              <p:nvPr/>
            </p:nvSpPr>
            <p:spPr>
              <a:xfrm>
                <a:off x="7231221" y="363904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3B936E-502C-37B7-CCB5-DCF80F237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21" y="3639042"/>
                <a:ext cx="250488" cy="400110"/>
              </a:xfrm>
              <a:prstGeom prst="rect">
                <a:avLst/>
              </a:prstGeom>
              <a:blipFill>
                <a:blip r:embed="rId25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987050C-5891-BBD9-10F7-1E86D719ECA3}"/>
                  </a:ext>
                </a:extLst>
              </p:cNvPr>
              <p:cNvSpPr txBox="1"/>
              <p:nvPr/>
            </p:nvSpPr>
            <p:spPr>
              <a:xfrm>
                <a:off x="7473033" y="3653419"/>
                <a:ext cx="90370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987050C-5891-BBD9-10F7-1E86D719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033" y="3653419"/>
                <a:ext cx="903703" cy="407099"/>
              </a:xfrm>
              <a:prstGeom prst="rect">
                <a:avLst/>
              </a:prstGeom>
              <a:blipFill>
                <a:blip r:embed="rId26"/>
                <a:stretch>
                  <a:fillRect r="-4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10">
                <a:extLst>
                  <a:ext uri="{FF2B5EF4-FFF2-40B4-BE49-F238E27FC236}">
                    <a16:creationId xmlns:a16="http://schemas.microsoft.com/office/drawing/2014/main" id="{CD2E9482-78AB-871F-0197-A3B7A928FCE4}"/>
                  </a:ext>
                </a:extLst>
              </p:cNvPr>
              <p:cNvSpPr txBox="1"/>
              <p:nvPr/>
            </p:nvSpPr>
            <p:spPr>
              <a:xfrm>
                <a:off x="3587533" y="4348709"/>
                <a:ext cx="939165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When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3" name="文字方塊 10">
                <a:extLst>
                  <a:ext uri="{FF2B5EF4-FFF2-40B4-BE49-F238E27FC236}">
                    <a16:creationId xmlns:a16="http://schemas.microsoft.com/office/drawing/2014/main" id="{CD2E9482-78AB-871F-0197-A3B7A928F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533" y="4348709"/>
                <a:ext cx="939165" cy="4070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110">
                <a:extLst>
                  <a:ext uri="{FF2B5EF4-FFF2-40B4-BE49-F238E27FC236}">
                    <a16:creationId xmlns:a16="http://schemas.microsoft.com/office/drawing/2014/main" id="{C9AF96C3-C473-9CD3-6A10-B351C14B14B4}"/>
                  </a:ext>
                </a:extLst>
              </p:cNvPr>
              <p:cNvSpPr txBox="1"/>
              <p:nvPr/>
            </p:nvSpPr>
            <p:spPr>
              <a:xfrm>
                <a:off x="4889496" y="4331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110">
                <a:extLst>
                  <a:ext uri="{FF2B5EF4-FFF2-40B4-BE49-F238E27FC236}">
                    <a16:creationId xmlns:a16="http://schemas.microsoft.com/office/drawing/2014/main" id="{C9AF96C3-C473-9CD3-6A10-B351C14B1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496" y="433119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10">
            <a:extLst>
              <a:ext uri="{FF2B5EF4-FFF2-40B4-BE49-F238E27FC236}">
                <a16:creationId xmlns:a16="http://schemas.microsoft.com/office/drawing/2014/main" id="{A73569AA-A629-3729-9298-BF309F7F1B9E}"/>
              </a:ext>
            </a:extLst>
          </p:cNvPr>
          <p:cNvSpPr txBox="1"/>
          <p:nvPr/>
        </p:nvSpPr>
        <p:spPr>
          <a:xfrm>
            <a:off x="5210910" y="4359051"/>
            <a:ext cx="80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4.3 ,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10">
                <a:extLst>
                  <a:ext uri="{FF2B5EF4-FFF2-40B4-BE49-F238E27FC236}">
                    <a16:creationId xmlns:a16="http://schemas.microsoft.com/office/drawing/2014/main" id="{BFADED69-8181-14C3-CFD0-78F60A9D6A1D}"/>
                  </a:ext>
                </a:extLst>
              </p:cNvPr>
              <p:cNvSpPr txBox="1"/>
              <p:nvPr/>
            </p:nvSpPr>
            <p:spPr>
              <a:xfrm>
                <a:off x="4544248" y="4354786"/>
                <a:ext cx="29568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文字方塊 10">
                <a:extLst>
                  <a:ext uri="{FF2B5EF4-FFF2-40B4-BE49-F238E27FC236}">
                    <a16:creationId xmlns:a16="http://schemas.microsoft.com/office/drawing/2014/main" id="{BFADED69-8181-14C3-CFD0-78F60A9D6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4248" y="4354786"/>
                <a:ext cx="295689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10">
                <a:extLst>
                  <a:ext uri="{FF2B5EF4-FFF2-40B4-BE49-F238E27FC236}">
                    <a16:creationId xmlns:a16="http://schemas.microsoft.com/office/drawing/2014/main" id="{44DB2E92-A9E7-0584-3D21-FE0B58F623E9}"/>
                  </a:ext>
                </a:extLst>
              </p:cNvPr>
              <p:cNvSpPr txBox="1"/>
              <p:nvPr/>
            </p:nvSpPr>
            <p:spPr>
              <a:xfrm>
                <a:off x="4545161" y="47750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10">
                <a:extLst>
                  <a:ext uri="{FF2B5EF4-FFF2-40B4-BE49-F238E27FC236}">
                    <a16:creationId xmlns:a16="http://schemas.microsoft.com/office/drawing/2014/main" id="{44DB2E92-A9E7-0584-3D21-FE0B58F62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61" y="4775029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10">
            <a:extLst>
              <a:ext uri="{FF2B5EF4-FFF2-40B4-BE49-F238E27FC236}">
                <a16:creationId xmlns:a16="http://schemas.microsoft.com/office/drawing/2014/main" id="{BB76706D-E070-8BFE-AE0B-A91003BAC338}"/>
              </a:ext>
            </a:extLst>
          </p:cNvPr>
          <p:cNvSpPr txBox="1"/>
          <p:nvPr/>
        </p:nvSpPr>
        <p:spPr>
          <a:xfrm>
            <a:off x="4866575" y="4798241"/>
            <a:ext cx="403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7</a:t>
            </a:r>
            <a:endParaRPr lang="en-US" sz="20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10">
                <a:extLst>
                  <a:ext uri="{FF2B5EF4-FFF2-40B4-BE49-F238E27FC236}">
                    <a16:creationId xmlns:a16="http://schemas.microsoft.com/office/drawing/2014/main" id="{4A788231-7F49-D508-72CC-95A18BD086CB}"/>
                  </a:ext>
                </a:extLst>
              </p:cNvPr>
              <p:cNvSpPr txBox="1"/>
              <p:nvPr/>
            </p:nvSpPr>
            <p:spPr>
              <a:xfrm>
                <a:off x="3587537" y="4789026"/>
                <a:ext cx="101906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L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.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S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49" name="文字方塊 10">
                <a:extLst>
                  <a:ext uri="{FF2B5EF4-FFF2-40B4-BE49-F238E27FC236}">
                    <a16:creationId xmlns:a16="http://schemas.microsoft.com/office/drawing/2014/main" id="{4A788231-7F49-D508-72CC-95A18BD08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537" y="4789026"/>
                <a:ext cx="1019062" cy="407099"/>
              </a:xfrm>
              <a:prstGeom prst="rect">
                <a:avLst/>
              </a:prstGeom>
              <a:blipFill>
                <a:blip r:embed="rId31"/>
                <a:stretch>
                  <a:fillRect t="-6061" r="-1796" b="-28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134">
            <a:extLst>
              <a:ext uri="{FF2B5EF4-FFF2-40B4-BE49-F238E27FC236}">
                <a16:creationId xmlns:a16="http://schemas.microsoft.com/office/drawing/2014/main" id="{CD0E105C-79C5-33A3-8EBA-A4BE82A1D4AE}"/>
              </a:ext>
            </a:extLst>
          </p:cNvPr>
          <p:cNvGrpSpPr/>
          <p:nvPr/>
        </p:nvGrpSpPr>
        <p:grpSpPr>
          <a:xfrm>
            <a:off x="5046474" y="4807568"/>
            <a:ext cx="801072" cy="400110"/>
            <a:chOff x="1151524" y="1377853"/>
            <a:chExt cx="801072" cy="400110"/>
          </a:xfrm>
        </p:grpSpPr>
        <p:sp>
          <p:nvSpPr>
            <p:cNvPr id="51" name="文字方塊 136">
              <a:extLst>
                <a:ext uri="{FF2B5EF4-FFF2-40B4-BE49-F238E27FC236}">
                  <a16:creationId xmlns:a16="http://schemas.microsoft.com/office/drawing/2014/main" id="{EB4B25F3-574D-EDF5-BB09-33D0FF6E4D68}"/>
                </a:ext>
              </a:extLst>
            </p:cNvPr>
            <p:cNvSpPr txBox="1"/>
            <p:nvPr/>
          </p:nvSpPr>
          <p:spPr>
            <a:xfrm>
              <a:off x="1151524" y="1377853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2" name="文字方塊 137">
              <a:extLst>
                <a:ext uri="{FF2B5EF4-FFF2-40B4-BE49-F238E27FC236}">
                  <a16:creationId xmlns:a16="http://schemas.microsoft.com/office/drawing/2014/main" id="{4A002984-FACA-93A7-2DDF-24CDF2FBFF1E}"/>
                </a:ext>
              </a:extLst>
            </p:cNvPr>
            <p:cNvSpPr txBox="1"/>
            <p:nvPr/>
          </p:nvSpPr>
          <p:spPr>
            <a:xfrm>
              <a:off x="1246954" y="1377853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4.3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6">
                <a:extLst>
                  <a:ext uri="{FF2B5EF4-FFF2-40B4-BE49-F238E27FC236}">
                    <a16:creationId xmlns:a16="http://schemas.microsoft.com/office/drawing/2014/main" id="{37F1E7C9-6884-3B4D-3544-5D40F1788A09}"/>
                  </a:ext>
                </a:extLst>
              </p:cNvPr>
              <p:cNvSpPr txBox="1"/>
              <p:nvPr/>
            </p:nvSpPr>
            <p:spPr>
              <a:xfrm>
                <a:off x="5745778" y="47902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6">
                <a:extLst>
                  <a:ext uri="{FF2B5EF4-FFF2-40B4-BE49-F238E27FC236}">
                    <a16:creationId xmlns:a16="http://schemas.microsoft.com/office/drawing/2014/main" id="{37F1E7C9-6884-3B4D-3544-5D40F1788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778" y="4790242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63E97C-BC04-58FC-8538-C74E1521B1B9}"/>
                  </a:ext>
                </a:extLst>
              </p:cNvPr>
              <p:cNvSpPr txBox="1"/>
              <p:nvPr/>
            </p:nvSpPr>
            <p:spPr>
              <a:xfrm>
                <a:off x="5973970" y="4810877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363E97C-BC04-58FC-8538-C74E1521B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970" y="4810877"/>
                <a:ext cx="349480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10">
                <a:extLst>
                  <a:ext uri="{FF2B5EF4-FFF2-40B4-BE49-F238E27FC236}">
                    <a16:creationId xmlns:a16="http://schemas.microsoft.com/office/drawing/2014/main" id="{3757CF37-249F-348C-C600-9C9FE51F53F5}"/>
                  </a:ext>
                </a:extLst>
              </p:cNvPr>
              <p:cNvSpPr txBox="1"/>
              <p:nvPr/>
            </p:nvSpPr>
            <p:spPr>
              <a:xfrm>
                <a:off x="6272416" y="47860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10">
                <a:extLst>
                  <a:ext uri="{FF2B5EF4-FFF2-40B4-BE49-F238E27FC236}">
                    <a16:creationId xmlns:a16="http://schemas.microsoft.com/office/drawing/2014/main" id="{3757CF37-249F-348C-C600-9C9FE51F5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416" y="4786088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F61378D-366A-C93E-C02B-5161DA683BBF}"/>
                  </a:ext>
                </a:extLst>
              </p:cNvPr>
              <p:cNvSpPr txBox="1"/>
              <p:nvPr/>
            </p:nvSpPr>
            <p:spPr>
              <a:xfrm>
                <a:off x="6521986" y="4803939"/>
                <a:ext cx="8316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33.1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F61378D-366A-C93E-C02B-5161DA683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986" y="4803939"/>
                <a:ext cx="831630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82B27A3-F82A-D624-7D32-3F1F58C65741}"/>
                  </a:ext>
                </a:extLst>
              </p:cNvPr>
              <p:cNvSpPr txBox="1"/>
              <p:nvPr/>
            </p:nvSpPr>
            <p:spPr>
              <a:xfrm>
                <a:off x="7231221" y="478335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82B27A3-F82A-D624-7D32-3F1F58C65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1221" y="4783359"/>
                <a:ext cx="250488" cy="400110"/>
              </a:xfrm>
              <a:prstGeom prst="rect">
                <a:avLst/>
              </a:prstGeom>
              <a:blipFill>
                <a:blip r:embed="rId3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63A9AF-7EE8-3E9B-3C23-B4372D9DC447}"/>
                  </a:ext>
                </a:extLst>
              </p:cNvPr>
              <p:cNvSpPr txBox="1"/>
              <p:nvPr/>
            </p:nvSpPr>
            <p:spPr>
              <a:xfrm>
                <a:off x="7473033" y="4797736"/>
                <a:ext cx="903703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.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63A9AF-7EE8-3E9B-3C23-B4372D9DC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033" y="4797736"/>
                <a:ext cx="903703" cy="407099"/>
              </a:xfrm>
              <a:prstGeom prst="rect">
                <a:avLst/>
              </a:prstGeom>
              <a:blipFill>
                <a:blip r:embed="rId37"/>
                <a:stretch>
                  <a:fillRect r="-4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群組 2">
            <a:extLst>
              <a:ext uri="{FF2B5EF4-FFF2-40B4-BE49-F238E27FC236}">
                <a16:creationId xmlns:a16="http://schemas.microsoft.com/office/drawing/2014/main" id="{8C3695E8-B5A7-4DFA-8F3F-2F6EFD90B529}"/>
              </a:ext>
            </a:extLst>
          </p:cNvPr>
          <p:cNvGrpSpPr/>
          <p:nvPr/>
        </p:nvGrpSpPr>
        <p:grpSpPr>
          <a:xfrm>
            <a:off x="3148994" y="5468805"/>
            <a:ext cx="7012043" cy="468206"/>
            <a:chOff x="980248" y="4227526"/>
            <a:chExt cx="6779939" cy="46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字方塊 3">
                  <a:extLst>
                    <a:ext uri="{FF2B5EF4-FFF2-40B4-BE49-F238E27FC236}">
                      <a16:creationId xmlns:a16="http://schemas.microsoft.com/office/drawing/2014/main" id="{B3F66FBA-AAD5-67D0-8FDC-33B56B02FA6C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0" name="文字方塊 3">
                  <a:extLst>
                    <a:ext uri="{FF2B5EF4-FFF2-40B4-BE49-F238E27FC236}">
                      <a16:creationId xmlns:a16="http://schemas.microsoft.com/office/drawing/2014/main" id="{B3F66FBA-AAD5-67D0-8FDC-33B56B02F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38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文字方塊 5">
              <a:extLst>
                <a:ext uri="{FF2B5EF4-FFF2-40B4-BE49-F238E27FC236}">
                  <a16:creationId xmlns:a16="http://schemas.microsoft.com/office/drawing/2014/main" id="{A3C6DC6F-4F36-4967-3BE2-C2BC8CB402E0}"/>
                </a:ext>
              </a:extLst>
            </p:cNvPr>
            <p:cNvSpPr txBox="1"/>
            <p:nvPr/>
          </p:nvSpPr>
          <p:spPr>
            <a:xfrm>
              <a:off x="1358587" y="4295622"/>
              <a:ext cx="6401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2.1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3.2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and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4.3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can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all satisfy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inequality.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4" name="筆跡 7">
                <a:extLst>
                  <a:ext uri="{FF2B5EF4-FFF2-40B4-BE49-F238E27FC236}">
                    <a16:creationId xmlns:a16="http://schemas.microsoft.com/office/drawing/2014/main" id="{A0637F8F-923A-3629-FE7B-9ADDEA275B25}"/>
                  </a:ext>
                </a:extLst>
              </p14:cNvPr>
              <p14:cNvContentPartPr/>
              <p14:nvPr/>
            </p14:nvContentPartPr>
            <p14:xfrm>
              <a:off x="5240231" y="397261"/>
              <a:ext cx="809145" cy="45719"/>
            </p14:xfrm>
          </p:contentPart>
        </mc:Choice>
        <mc:Fallback>
          <p:pic>
            <p:nvPicPr>
              <p:cNvPr id="64" name="筆跡 7">
                <a:extLst>
                  <a:ext uri="{FF2B5EF4-FFF2-40B4-BE49-F238E27FC236}">
                    <a16:creationId xmlns:a16="http://schemas.microsoft.com/office/drawing/2014/main" id="{A0637F8F-923A-3629-FE7B-9ADDEA275B2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186216" y="-13318439"/>
                <a:ext cx="916815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980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6" grpId="0"/>
      <p:bldP spid="37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2">
            <a:extLst>
              <a:ext uri="{FF2B5EF4-FFF2-40B4-BE49-F238E27FC236}">
                <a16:creationId xmlns:a16="http://schemas.microsoft.com/office/drawing/2014/main" id="{E44E6241-606C-03F7-3FA2-F58234FF9C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2521"/>
          <a:stretch>
            <a:fillRect/>
          </a:stretch>
        </p:blipFill>
        <p:spPr>
          <a:xfrm>
            <a:off x="315996" y="184624"/>
            <a:ext cx="6797629" cy="986640"/>
          </a:xfrm>
          <a:prstGeom prst="rect">
            <a:avLst/>
          </a:prstGeom>
        </p:spPr>
      </p:pic>
      <p:sp>
        <p:nvSpPr>
          <p:cNvPr id="6" name="文字方塊 29">
            <a:extLst>
              <a:ext uri="{FF2B5EF4-FFF2-40B4-BE49-F238E27FC236}">
                <a16:creationId xmlns:a16="http://schemas.microsoft.com/office/drawing/2014/main" id="{C6805E5A-330D-63C1-2E48-C7E959588E14}"/>
              </a:ext>
            </a:extLst>
          </p:cNvPr>
          <p:cNvSpPr txBox="1"/>
          <p:nvPr/>
        </p:nvSpPr>
        <p:spPr>
          <a:xfrm>
            <a:off x="687826" y="1393741"/>
            <a:ext cx="5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 dirty="0"/>
          </a:p>
        </p:txBody>
      </p:sp>
      <p:grpSp>
        <p:nvGrpSpPr>
          <p:cNvPr id="7" name="群組 294">
            <a:extLst>
              <a:ext uri="{FF2B5EF4-FFF2-40B4-BE49-F238E27FC236}">
                <a16:creationId xmlns:a16="http://schemas.microsoft.com/office/drawing/2014/main" id="{389E8144-ED9D-F9D9-AFD0-04FBE7DD60C3}"/>
              </a:ext>
            </a:extLst>
          </p:cNvPr>
          <p:cNvGrpSpPr/>
          <p:nvPr/>
        </p:nvGrpSpPr>
        <p:grpSpPr>
          <a:xfrm>
            <a:off x="2118669" y="1265622"/>
            <a:ext cx="452368" cy="777549"/>
            <a:chOff x="2858783" y="4671588"/>
            <a:chExt cx="452368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295">
                  <a:extLst>
                    <a:ext uri="{FF2B5EF4-FFF2-40B4-BE49-F238E27FC236}">
                      <a16:creationId xmlns:a16="http://schemas.microsoft.com/office/drawing/2014/main" id="{511D4767-6CC5-3098-9101-D6A35108EB4D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8" name="文字方塊 295">
                  <a:extLst>
                    <a:ext uri="{FF2B5EF4-FFF2-40B4-BE49-F238E27FC236}">
                      <a16:creationId xmlns:a16="http://schemas.microsoft.com/office/drawing/2014/main" id="{511D4767-6CC5-3098-9101-D6A35108EB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群組 296">
              <a:extLst>
                <a:ext uri="{FF2B5EF4-FFF2-40B4-BE49-F238E27FC236}">
                  <a16:creationId xmlns:a16="http://schemas.microsoft.com/office/drawing/2014/main" id="{786753FA-BB3A-B2AE-AC9A-4027005F126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" name="直線接點 297">
                <a:extLst>
                  <a:ext uri="{FF2B5EF4-FFF2-40B4-BE49-F238E27FC236}">
                    <a16:creationId xmlns:a16="http://schemas.microsoft.com/office/drawing/2014/main" id="{AD82DB2C-AB59-8953-511D-E728147DA90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" name="文字方塊 300">
                <a:extLst>
                  <a:ext uri="{FF2B5EF4-FFF2-40B4-BE49-F238E27FC236}">
                    <a16:creationId xmlns:a16="http://schemas.microsoft.com/office/drawing/2014/main" id="{9C1375C5-76B5-F1E4-2472-9624136EA20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6">
                <a:extLst>
                  <a:ext uri="{FF2B5EF4-FFF2-40B4-BE49-F238E27FC236}">
                    <a16:creationId xmlns:a16="http://schemas.microsoft.com/office/drawing/2014/main" id="{1429D050-9F87-81DC-C574-4043D293921E}"/>
                  </a:ext>
                </a:extLst>
              </p:cNvPr>
              <p:cNvSpPr txBox="1"/>
              <p:nvPr/>
            </p:nvSpPr>
            <p:spPr>
              <a:xfrm>
                <a:off x="2571037" y="14189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16">
                <a:extLst>
                  <a:ext uri="{FF2B5EF4-FFF2-40B4-BE49-F238E27FC236}">
                    <a16:creationId xmlns:a16="http://schemas.microsoft.com/office/drawing/2014/main" id="{1429D050-9F87-81DC-C574-4043D2939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037" y="1418908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5517C5-0AA3-5C53-43F4-2244966F99D1}"/>
                  </a:ext>
                </a:extLst>
              </p:cNvPr>
              <p:cNvSpPr txBox="1"/>
              <p:nvPr/>
            </p:nvSpPr>
            <p:spPr>
              <a:xfrm>
                <a:off x="2835953" y="1432121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05517C5-0AA3-5C53-43F4-2244966F9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5953" y="1432121"/>
                <a:ext cx="31598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930E5-D2CA-B096-9EB2-5C7444A4B7D1}"/>
                  </a:ext>
                </a:extLst>
              </p:cNvPr>
              <p:cNvSpPr txBox="1"/>
              <p:nvPr/>
            </p:nvSpPr>
            <p:spPr>
              <a:xfrm>
                <a:off x="3269350" y="141051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8930E5-D2CA-B096-9EB2-5C7444A4B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350" y="1410519"/>
                <a:ext cx="250488" cy="400110"/>
              </a:xfrm>
              <a:prstGeom prst="rect">
                <a:avLst/>
              </a:prstGeom>
              <a:blipFill>
                <a:blip r:embed="rId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00D6DD-2E37-278A-77E3-23830C6744DB}"/>
                  </a:ext>
                </a:extLst>
              </p:cNvPr>
              <p:cNvSpPr txBox="1"/>
              <p:nvPr/>
            </p:nvSpPr>
            <p:spPr>
              <a:xfrm>
                <a:off x="3654032" y="1417839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0.8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000D6DD-2E37-278A-77E3-23830C674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032" y="1417839"/>
                <a:ext cx="315981" cy="400110"/>
              </a:xfrm>
              <a:prstGeom prst="rect">
                <a:avLst/>
              </a:prstGeom>
              <a:blipFill>
                <a:blip r:embed="rId7"/>
                <a:stretch>
                  <a:fillRect r="-6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D3A2FBBC-B057-7EC0-E16A-0D7E5A40BD72}"/>
                  </a:ext>
                </a:extLst>
              </p:cNvPr>
              <p:cNvSpPr txBox="1"/>
              <p:nvPr/>
            </p:nvSpPr>
            <p:spPr>
              <a:xfrm>
                <a:off x="4215307" y="13937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D3A2FBBC-B057-7EC0-E16A-0D7E5A40B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307" y="1393741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294">
            <a:extLst>
              <a:ext uri="{FF2B5EF4-FFF2-40B4-BE49-F238E27FC236}">
                <a16:creationId xmlns:a16="http://schemas.microsoft.com/office/drawing/2014/main" id="{B17FDDC7-8BCE-3685-48A9-E4D74DDD65EA}"/>
              </a:ext>
            </a:extLst>
          </p:cNvPr>
          <p:cNvGrpSpPr/>
          <p:nvPr/>
        </p:nvGrpSpPr>
        <p:grpSpPr>
          <a:xfrm>
            <a:off x="4581592" y="1240455"/>
            <a:ext cx="452368" cy="777549"/>
            <a:chOff x="2858783" y="4671588"/>
            <a:chExt cx="452368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295">
                  <a:extLst>
                    <a:ext uri="{FF2B5EF4-FFF2-40B4-BE49-F238E27FC236}">
                      <a16:creationId xmlns:a16="http://schemas.microsoft.com/office/drawing/2014/main" id="{2BBBA5A2-7C19-0A53-9DDD-7383DD5D0E67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8" name="文字方塊 295">
                  <a:extLst>
                    <a:ext uri="{FF2B5EF4-FFF2-40B4-BE49-F238E27FC236}">
                      <a16:creationId xmlns:a16="http://schemas.microsoft.com/office/drawing/2014/main" id="{2BBBA5A2-7C19-0A53-9DDD-7383DD5D0E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群組 296">
              <a:extLst>
                <a:ext uri="{FF2B5EF4-FFF2-40B4-BE49-F238E27FC236}">
                  <a16:creationId xmlns:a16="http://schemas.microsoft.com/office/drawing/2014/main" id="{8C2C9866-4509-3A76-7CA8-3BA0E1B19D4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0" name="直線接點 297">
                <a:extLst>
                  <a:ext uri="{FF2B5EF4-FFF2-40B4-BE49-F238E27FC236}">
                    <a16:creationId xmlns:a16="http://schemas.microsoft.com/office/drawing/2014/main" id="{77C0D0C4-0CF2-B044-9CB5-8BEFF371DF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" name="文字方塊 300">
                <a:extLst>
                  <a:ext uri="{FF2B5EF4-FFF2-40B4-BE49-F238E27FC236}">
                    <a16:creationId xmlns:a16="http://schemas.microsoft.com/office/drawing/2014/main" id="{6CF7E897-015C-3DBA-B8A5-71495E67A7A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筆跡 17">
                <a:extLst>
                  <a:ext uri="{FF2B5EF4-FFF2-40B4-BE49-F238E27FC236}">
                    <a16:creationId xmlns:a16="http://schemas.microsoft.com/office/drawing/2014/main" id="{85CD687B-9F06-1279-FD75-B1A862CA9890}"/>
                  </a:ext>
                </a:extLst>
              </p14:cNvPr>
              <p14:cNvContentPartPr/>
              <p14:nvPr/>
            </p14:nvContentPartPr>
            <p14:xfrm>
              <a:off x="2299602" y="1825485"/>
              <a:ext cx="91440" cy="45719"/>
            </p14:xfrm>
          </p:contentPart>
        </mc:Choice>
        <mc:Fallback>
          <p:pic>
            <p:nvPicPr>
              <p:cNvPr id="22" name="筆跡 17">
                <a:extLst>
                  <a:ext uri="{FF2B5EF4-FFF2-40B4-BE49-F238E27FC236}">
                    <a16:creationId xmlns:a16="http://schemas.microsoft.com/office/drawing/2014/main" id="{85CD687B-9F06-1279-FD75-B1A862CA98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45814" y="-11890215"/>
                <a:ext cx="1986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筆跡 17">
                <a:extLst>
                  <a:ext uri="{FF2B5EF4-FFF2-40B4-BE49-F238E27FC236}">
                    <a16:creationId xmlns:a16="http://schemas.microsoft.com/office/drawing/2014/main" id="{73221FE1-E1D3-5781-BFF9-FE51B1B76F93}"/>
                  </a:ext>
                </a:extLst>
              </p14:cNvPr>
              <p14:cNvContentPartPr/>
              <p14:nvPr/>
            </p14:nvContentPartPr>
            <p14:xfrm>
              <a:off x="4806557" y="1806424"/>
              <a:ext cx="45719" cy="45719"/>
            </p14:xfrm>
          </p:contentPart>
        </mc:Choice>
        <mc:Fallback>
          <p:pic>
            <p:nvPicPr>
              <p:cNvPr id="23" name="筆跡 17">
                <a:extLst>
                  <a:ext uri="{FF2B5EF4-FFF2-40B4-BE49-F238E27FC236}">
                    <a16:creationId xmlns:a16="http://schemas.microsoft.com/office/drawing/2014/main" id="{73221FE1-E1D3-5781-BFF9-FE51B1B76F9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52980" y="-11909276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3884A5-391E-8371-D6AF-33419EFEDF0A}"/>
                  </a:ext>
                </a:extLst>
              </p:cNvPr>
              <p:cNvSpPr txBox="1"/>
              <p:nvPr/>
            </p:nvSpPr>
            <p:spPr>
              <a:xfrm>
                <a:off x="1391364" y="2223829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C3884A5-391E-8371-D6AF-33419EFED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364" y="2223829"/>
                <a:ext cx="315981" cy="400110"/>
              </a:xfrm>
              <a:prstGeom prst="rect">
                <a:avLst/>
              </a:prstGeom>
              <a:blipFill>
                <a:blip r:embed="rId14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弧形 94">
            <a:extLst>
              <a:ext uri="{FF2B5EF4-FFF2-40B4-BE49-F238E27FC236}">
                <a16:creationId xmlns:a16="http://schemas.microsoft.com/office/drawing/2014/main" id="{643B3E4B-5D65-AD2B-3941-D5098F825CA7}"/>
              </a:ext>
            </a:extLst>
          </p:cNvPr>
          <p:cNvSpPr/>
          <p:nvPr/>
        </p:nvSpPr>
        <p:spPr>
          <a:xfrm rot="10957079">
            <a:off x="1916433" y="2103105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0" name="群組 294">
            <a:extLst>
              <a:ext uri="{FF2B5EF4-FFF2-40B4-BE49-F238E27FC236}">
                <a16:creationId xmlns:a16="http://schemas.microsoft.com/office/drawing/2014/main" id="{C61A436F-F420-15FC-5CBE-7321A1642470}"/>
              </a:ext>
            </a:extLst>
          </p:cNvPr>
          <p:cNvGrpSpPr/>
          <p:nvPr/>
        </p:nvGrpSpPr>
        <p:grpSpPr>
          <a:xfrm>
            <a:off x="1979214" y="2053765"/>
            <a:ext cx="452368" cy="777549"/>
            <a:chOff x="2858783" y="4671588"/>
            <a:chExt cx="452368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字方塊 295">
                  <a:extLst>
                    <a:ext uri="{FF2B5EF4-FFF2-40B4-BE49-F238E27FC236}">
                      <a16:creationId xmlns:a16="http://schemas.microsoft.com/office/drawing/2014/main" id="{FFFF701E-9534-4408-E981-CCA0EF35C980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1" name="文字方塊 295">
                  <a:extLst>
                    <a:ext uri="{FF2B5EF4-FFF2-40B4-BE49-F238E27FC236}">
                      <a16:creationId xmlns:a16="http://schemas.microsoft.com/office/drawing/2014/main" id="{FFFF701E-9534-4408-E981-CCA0EF35C9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群組 296">
              <a:extLst>
                <a:ext uri="{FF2B5EF4-FFF2-40B4-BE49-F238E27FC236}">
                  <a16:creationId xmlns:a16="http://schemas.microsoft.com/office/drawing/2014/main" id="{18C41C7E-C6FC-DC94-2B06-206269B9598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3" name="直線接點 297">
                <a:extLst>
                  <a:ext uri="{FF2B5EF4-FFF2-40B4-BE49-F238E27FC236}">
                    <a16:creationId xmlns:a16="http://schemas.microsoft.com/office/drawing/2014/main" id="{FA570793-951C-67B7-2818-6835794F31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" name="文字方塊 300">
                <a:extLst>
                  <a:ext uri="{FF2B5EF4-FFF2-40B4-BE49-F238E27FC236}">
                    <a16:creationId xmlns:a16="http://schemas.microsoft.com/office/drawing/2014/main" id="{BDCB0422-EE6D-22F9-9B6C-84DFBB82F0A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1D876C46-108E-60C2-5B37-F89BA8A1F73A}"/>
                  </a:ext>
                </a:extLst>
              </p:cNvPr>
              <p:cNvSpPr txBox="1"/>
              <p:nvPr/>
            </p:nvSpPr>
            <p:spPr>
              <a:xfrm>
                <a:off x="2431582" y="22070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6">
                <a:extLst>
                  <a:ext uri="{FF2B5EF4-FFF2-40B4-BE49-F238E27FC236}">
                    <a16:creationId xmlns:a16="http://schemas.microsoft.com/office/drawing/2014/main" id="{1D876C46-108E-60C2-5B37-F89BA8A1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1582" y="2207051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E144825-325C-FA06-382C-76D42E1AB016}"/>
                  </a:ext>
                </a:extLst>
              </p:cNvPr>
              <p:cNvSpPr txBox="1"/>
              <p:nvPr/>
            </p:nvSpPr>
            <p:spPr>
              <a:xfrm>
                <a:off x="2696498" y="2220264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E144825-325C-FA06-382C-76D42E1A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498" y="2220264"/>
                <a:ext cx="31598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弧形 94">
            <a:extLst>
              <a:ext uri="{FF2B5EF4-FFF2-40B4-BE49-F238E27FC236}">
                <a16:creationId xmlns:a16="http://schemas.microsoft.com/office/drawing/2014/main" id="{856C1C8C-E133-9548-0CDD-C74A4F26C0C4}"/>
              </a:ext>
            </a:extLst>
          </p:cNvPr>
          <p:cNvSpPr/>
          <p:nvPr/>
        </p:nvSpPr>
        <p:spPr>
          <a:xfrm rot="10800000" flipH="1">
            <a:off x="2836198" y="2110425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AFDC590-E72F-5877-B3E8-BC8588287769}"/>
                  </a:ext>
                </a:extLst>
              </p:cNvPr>
              <p:cNvSpPr txBox="1"/>
              <p:nvPr/>
            </p:nvSpPr>
            <p:spPr>
              <a:xfrm>
                <a:off x="3277709" y="2200483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AFDC590-E72F-5877-B3E8-BC8588287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09" y="2200483"/>
                <a:ext cx="250488" cy="400110"/>
              </a:xfrm>
              <a:prstGeom prst="rect">
                <a:avLst/>
              </a:prstGeom>
              <a:blipFill>
                <a:blip r:embed="rId1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A3099B6-9CC9-1AE8-70BA-8A373536049B}"/>
                  </a:ext>
                </a:extLst>
              </p:cNvPr>
              <p:cNvSpPr txBox="1"/>
              <p:nvPr/>
            </p:nvSpPr>
            <p:spPr>
              <a:xfrm>
                <a:off x="3645643" y="2214371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A3099B6-9CC9-1AE8-70BA-8A3735360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643" y="2214371"/>
                <a:ext cx="315981" cy="400110"/>
              </a:xfrm>
              <a:prstGeom prst="rect">
                <a:avLst/>
              </a:prstGeom>
              <a:blipFill>
                <a:blip r:embed="rId19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弧形 94">
            <a:extLst>
              <a:ext uri="{FF2B5EF4-FFF2-40B4-BE49-F238E27FC236}">
                <a16:creationId xmlns:a16="http://schemas.microsoft.com/office/drawing/2014/main" id="{F8FE2620-7764-53BB-AAD0-0967DC73BBEF}"/>
              </a:ext>
            </a:extLst>
          </p:cNvPr>
          <p:cNvSpPr/>
          <p:nvPr/>
        </p:nvSpPr>
        <p:spPr>
          <a:xfrm rot="10957079">
            <a:off x="4170712" y="209364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EEE5BE4-F47D-82F4-71E3-FF8FF49F2A42}"/>
                  </a:ext>
                </a:extLst>
              </p:cNvPr>
              <p:cNvSpPr txBox="1"/>
              <p:nvPr/>
            </p:nvSpPr>
            <p:spPr>
              <a:xfrm>
                <a:off x="4177532" y="2214371"/>
                <a:ext cx="31598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0.8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EEE5BE4-F47D-82F4-71E3-FF8FF49F2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532" y="2214371"/>
                <a:ext cx="315981" cy="400110"/>
              </a:xfrm>
              <a:prstGeom prst="rect">
                <a:avLst/>
              </a:prstGeom>
              <a:blipFill>
                <a:blip r:embed="rId20"/>
                <a:stretch>
                  <a:fillRect r="-6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16">
                <a:extLst>
                  <a:ext uri="{FF2B5EF4-FFF2-40B4-BE49-F238E27FC236}">
                    <a16:creationId xmlns:a16="http://schemas.microsoft.com/office/drawing/2014/main" id="{579CD58E-CAC6-1FB1-D9E9-9911990491DC}"/>
                  </a:ext>
                </a:extLst>
              </p:cNvPr>
              <p:cNvSpPr txBox="1"/>
              <p:nvPr/>
            </p:nvSpPr>
            <p:spPr>
              <a:xfrm>
                <a:off x="4738807" y="21902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16">
                <a:extLst>
                  <a:ext uri="{FF2B5EF4-FFF2-40B4-BE49-F238E27FC236}">
                    <a16:creationId xmlns:a16="http://schemas.microsoft.com/office/drawing/2014/main" id="{579CD58E-CAC6-1FB1-D9E9-991199049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807" y="219027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294">
            <a:extLst>
              <a:ext uri="{FF2B5EF4-FFF2-40B4-BE49-F238E27FC236}">
                <a16:creationId xmlns:a16="http://schemas.microsoft.com/office/drawing/2014/main" id="{5997AAA2-33F5-5545-D548-F77F75658E01}"/>
              </a:ext>
            </a:extLst>
          </p:cNvPr>
          <p:cNvGrpSpPr/>
          <p:nvPr/>
        </p:nvGrpSpPr>
        <p:grpSpPr>
          <a:xfrm>
            <a:off x="5105092" y="2036987"/>
            <a:ext cx="452368" cy="777549"/>
            <a:chOff x="2858783" y="4671588"/>
            <a:chExt cx="452368" cy="77754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字方塊 295">
                  <a:extLst>
                    <a:ext uri="{FF2B5EF4-FFF2-40B4-BE49-F238E27FC236}">
                      <a16:creationId xmlns:a16="http://schemas.microsoft.com/office/drawing/2014/main" id="{E9D06971-0147-3FFA-0296-186B92BD3AC5}"/>
                    </a:ext>
                  </a:extLst>
                </p:cNvPr>
                <p:cNvSpPr txBox="1"/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5" name="文字方塊 295">
                  <a:extLst>
                    <a:ext uri="{FF2B5EF4-FFF2-40B4-BE49-F238E27FC236}">
                      <a16:creationId xmlns:a16="http://schemas.microsoft.com/office/drawing/2014/main" id="{E9D06971-0147-3FFA-0296-186B92BD3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8783" y="4671588"/>
                  <a:ext cx="45236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群組 296">
              <a:extLst>
                <a:ext uri="{FF2B5EF4-FFF2-40B4-BE49-F238E27FC236}">
                  <a16:creationId xmlns:a16="http://schemas.microsoft.com/office/drawing/2014/main" id="{6EBE591A-09A3-B0FC-19C2-DAC52CC79DD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7" name="直線接點 297">
                <a:extLst>
                  <a:ext uri="{FF2B5EF4-FFF2-40B4-BE49-F238E27FC236}">
                    <a16:creationId xmlns:a16="http://schemas.microsoft.com/office/drawing/2014/main" id="{71576610-6687-E331-8800-3AE1E9FDFDC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" name="文字方塊 300">
                <a:extLst>
                  <a:ext uri="{FF2B5EF4-FFF2-40B4-BE49-F238E27FC236}">
                    <a16:creationId xmlns:a16="http://schemas.microsoft.com/office/drawing/2014/main" id="{143F5BBF-1AEC-9F64-6028-33EF048E11C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0" name="弧形 94">
            <a:extLst>
              <a:ext uri="{FF2B5EF4-FFF2-40B4-BE49-F238E27FC236}">
                <a16:creationId xmlns:a16="http://schemas.microsoft.com/office/drawing/2014/main" id="{378917FF-A915-FF0A-8F82-B644FA0A09F6}"/>
              </a:ext>
            </a:extLst>
          </p:cNvPr>
          <p:cNvSpPr/>
          <p:nvPr/>
        </p:nvSpPr>
        <p:spPr>
          <a:xfrm rot="10800000" flipH="1">
            <a:off x="5380844" y="209905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3081081-BEA0-D80E-7F5C-BE59642F940F}"/>
                  </a:ext>
                </a:extLst>
              </p:cNvPr>
              <p:cNvSpPr txBox="1"/>
              <p:nvPr/>
            </p:nvSpPr>
            <p:spPr>
              <a:xfrm>
                <a:off x="1938682" y="295277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3081081-BEA0-D80E-7F5C-BE59642F9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682" y="2952775"/>
                <a:ext cx="485887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16">
                <a:extLst>
                  <a:ext uri="{FF2B5EF4-FFF2-40B4-BE49-F238E27FC236}">
                    <a16:creationId xmlns:a16="http://schemas.microsoft.com/office/drawing/2014/main" id="{A672D119-FEF0-B3AF-1216-E2AE49D36E16}"/>
                  </a:ext>
                </a:extLst>
              </p:cNvPr>
              <p:cNvSpPr txBox="1"/>
              <p:nvPr/>
            </p:nvSpPr>
            <p:spPr>
              <a:xfrm>
                <a:off x="2389193" y="29385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16">
                <a:extLst>
                  <a:ext uri="{FF2B5EF4-FFF2-40B4-BE49-F238E27FC236}">
                    <a16:creationId xmlns:a16="http://schemas.microsoft.com/office/drawing/2014/main" id="{A672D119-FEF0-B3AF-1216-E2AE49D36E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193" y="293853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CA9E2E5-F4B1-30A3-22A0-F0E32C056FF9}"/>
                  </a:ext>
                </a:extLst>
              </p:cNvPr>
              <p:cNvSpPr txBox="1"/>
              <p:nvPr/>
            </p:nvSpPr>
            <p:spPr>
              <a:xfrm>
                <a:off x="2647978" y="2953249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CA9E2E5-F4B1-30A3-22A0-F0E32C056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78" y="2953249"/>
                <a:ext cx="349480" cy="400110"/>
              </a:xfrm>
              <a:prstGeom prst="rect">
                <a:avLst/>
              </a:prstGeom>
              <a:blipFill>
                <a:blip r:embed="rId25"/>
                <a:stretch>
                  <a:fillRect r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5BB4A0-8E31-A021-7C72-021A2F840345}"/>
                  </a:ext>
                </a:extLst>
              </p:cNvPr>
              <p:cNvSpPr txBox="1"/>
              <p:nvPr/>
            </p:nvSpPr>
            <p:spPr>
              <a:xfrm>
                <a:off x="3277709" y="2926249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A5BB4A0-8E31-A021-7C72-021A2F840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09" y="2926249"/>
                <a:ext cx="250488" cy="400110"/>
              </a:xfrm>
              <a:prstGeom prst="rect">
                <a:avLst/>
              </a:prstGeom>
              <a:blipFill>
                <a:blip r:embed="rId2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2F97337-2CFC-31BB-9A4E-CC6616EC0643}"/>
                  </a:ext>
                </a:extLst>
              </p:cNvPr>
              <p:cNvSpPr txBox="1"/>
              <p:nvPr/>
            </p:nvSpPr>
            <p:spPr>
              <a:xfrm>
                <a:off x="3665073" y="294251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9.6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2F97337-2CFC-31BB-9A4E-CC6616EC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5073" y="2942515"/>
                <a:ext cx="485887" cy="400110"/>
              </a:xfrm>
              <a:prstGeom prst="rect">
                <a:avLst/>
              </a:prstGeom>
              <a:blipFill>
                <a:blip r:embed="rId27"/>
                <a:stretch>
                  <a:fillRect r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16">
                <a:extLst>
                  <a:ext uri="{FF2B5EF4-FFF2-40B4-BE49-F238E27FC236}">
                    <a16:creationId xmlns:a16="http://schemas.microsoft.com/office/drawing/2014/main" id="{6518467E-1BAF-1EAC-BEBB-207741A231A0}"/>
                  </a:ext>
                </a:extLst>
              </p:cNvPr>
              <p:cNvSpPr txBox="1"/>
              <p:nvPr/>
            </p:nvSpPr>
            <p:spPr>
              <a:xfrm>
                <a:off x="4174781" y="29194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16">
                <a:extLst>
                  <a:ext uri="{FF2B5EF4-FFF2-40B4-BE49-F238E27FC236}">
                    <a16:creationId xmlns:a16="http://schemas.microsoft.com/office/drawing/2014/main" id="{6518467E-1BAF-1EAC-BEBB-207741A23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4781" y="2919407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B1452A9-5B58-F61E-7695-783D0865A1E1}"/>
                  </a:ext>
                </a:extLst>
              </p:cNvPr>
              <p:cNvSpPr txBox="1"/>
              <p:nvPr/>
            </p:nvSpPr>
            <p:spPr>
              <a:xfrm>
                <a:off x="4441955" y="2934363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B1452A9-5B58-F61E-7695-783D0865A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955" y="2934363"/>
                <a:ext cx="349480" cy="400110"/>
              </a:xfrm>
              <a:prstGeom prst="rect">
                <a:avLst/>
              </a:prstGeom>
              <a:blipFill>
                <a:blip r:embed="rId29"/>
                <a:stretch>
                  <a:fillRect r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72AF70-9D7C-44B2-9FEB-57C4068C0015}"/>
                  </a:ext>
                </a:extLst>
              </p:cNvPr>
              <p:cNvSpPr txBox="1"/>
              <p:nvPr/>
            </p:nvSpPr>
            <p:spPr>
              <a:xfrm>
                <a:off x="1944433" y="350651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372AF70-9D7C-44B2-9FEB-57C4068C0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433" y="3506510"/>
                <a:ext cx="485887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029DD5B2-A9AD-F019-41E6-494CDBCEF098}"/>
                  </a:ext>
                </a:extLst>
              </p:cNvPr>
              <p:cNvSpPr txBox="1"/>
              <p:nvPr/>
            </p:nvSpPr>
            <p:spPr>
              <a:xfrm>
                <a:off x="2394944" y="34922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029DD5B2-A9AD-F019-41E6-494CDBCEF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4944" y="349226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20ADEE2-9295-8FB7-8729-93CD7728A7AE}"/>
                  </a:ext>
                </a:extLst>
              </p:cNvPr>
              <p:cNvSpPr txBox="1"/>
              <p:nvPr/>
            </p:nvSpPr>
            <p:spPr>
              <a:xfrm>
                <a:off x="2653729" y="3506984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620ADEE2-9295-8FB7-8729-93CD7728A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729" y="3506984"/>
                <a:ext cx="349480" cy="400110"/>
              </a:xfrm>
              <a:prstGeom prst="rect">
                <a:avLst/>
              </a:prstGeom>
              <a:blipFill>
                <a:blip r:embed="rId32"/>
                <a:stretch>
                  <a:fillRect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052C94D-F18F-150B-FBCC-E35D84CD9AC8}"/>
                  </a:ext>
                </a:extLst>
              </p:cNvPr>
              <p:cNvSpPr txBox="1"/>
              <p:nvPr/>
            </p:nvSpPr>
            <p:spPr>
              <a:xfrm>
                <a:off x="3283460" y="3479984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052C94D-F18F-150B-FBCC-E35D84CD9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460" y="3479984"/>
                <a:ext cx="250488" cy="400110"/>
              </a:xfrm>
              <a:prstGeom prst="rect">
                <a:avLst/>
              </a:prstGeom>
              <a:blipFill>
                <a:blip r:embed="rId3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DC0B106-2192-5914-D4A6-5D2CD61EDD90}"/>
                  </a:ext>
                </a:extLst>
              </p:cNvPr>
              <p:cNvSpPr txBox="1"/>
              <p:nvPr/>
            </p:nvSpPr>
            <p:spPr>
              <a:xfrm>
                <a:off x="3670824" y="349625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9.6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DC0B106-2192-5914-D4A6-5D2CD61EDD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824" y="3496250"/>
                <a:ext cx="485887" cy="400110"/>
              </a:xfrm>
              <a:prstGeom prst="rect">
                <a:avLst/>
              </a:prstGeom>
              <a:blipFill>
                <a:blip r:embed="rId34"/>
                <a:stretch>
                  <a:fillRect r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16">
                <a:extLst>
                  <a:ext uri="{FF2B5EF4-FFF2-40B4-BE49-F238E27FC236}">
                    <a16:creationId xmlns:a16="http://schemas.microsoft.com/office/drawing/2014/main" id="{5EED0BDA-9841-0884-6FFF-9756F9DF8C35}"/>
                  </a:ext>
                </a:extLst>
              </p:cNvPr>
              <p:cNvSpPr txBox="1"/>
              <p:nvPr/>
            </p:nvSpPr>
            <p:spPr>
              <a:xfrm>
                <a:off x="4180532" y="34731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16">
                <a:extLst>
                  <a:ext uri="{FF2B5EF4-FFF2-40B4-BE49-F238E27FC236}">
                    <a16:creationId xmlns:a16="http://schemas.microsoft.com/office/drawing/2014/main" id="{5EED0BDA-9841-0884-6FFF-9756F9DF8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0532" y="3473142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0914BC7-E300-38B2-9E07-0264E4639706}"/>
                  </a:ext>
                </a:extLst>
              </p:cNvPr>
              <p:cNvSpPr txBox="1"/>
              <p:nvPr/>
            </p:nvSpPr>
            <p:spPr>
              <a:xfrm>
                <a:off x="4447706" y="3488098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0914BC7-E300-38B2-9E07-0264E4639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706" y="3488098"/>
                <a:ext cx="349480" cy="400110"/>
              </a:xfrm>
              <a:prstGeom prst="rect">
                <a:avLst/>
              </a:prstGeom>
              <a:blipFill>
                <a:blip r:embed="rId36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5CD0169-4817-BA1A-C01A-83A8E48F6AEB}"/>
                  </a:ext>
                </a:extLst>
              </p:cNvPr>
              <p:cNvSpPr txBox="1"/>
              <p:nvPr/>
            </p:nvSpPr>
            <p:spPr>
              <a:xfrm>
                <a:off x="2656367" y="4045966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7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A5CD0169-4817-BA1A-C01A-83A8E48F6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367" y="4045966"/>
                <a:ext cx="349480" cy="400110"/>
              </a:xfrm>
              <a:prstGeom prst="rect">
                <a:avLst/>
              </a:prstGeom>
              <a:blipFill>
                <a:blip r:embed="rId37"/>
                <a:stretch>
                  <a:fillRect r="-35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74ACD21-40DE-2667-770C-63E3C560664A}"/>
                  </a:ext>
                </a:extLst>
              </p:cNvPr>
              <p:cNvSpPr txBox="1"/>
              <p:nvPr/>
            </p:nvSpPr>
            <p:spPr>
              <a:xfrm>
                <a:off x="3286098" y="401896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74ACD21-40DE-2667-770C-63E3C5606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098" y="4018966"/>
                <a:ext cx="250488" cy="400110"/>
              </a:xfrm>
              <a:prstGeom prst="rect">
                <a:avLst/>
              </a:prstGeom>
              <a:blipFill>
                <a:blip r:embed="rId3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512763C-2C7E-BCC2-2423-78E8FAAB7B4A}"/>
                  </a:ext>
                </a:extLst>
              </p:cNvPr>
              <p:cNvSpPr txBox="1"/>
              <p:nvPr/>
            </p:nvSpPr>
            <p:spPr>
              <a:xfrm>
                <a:off x="3673462" y="4035232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33.6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7512763C-2C7E-BCC2-2423-78E8FAAB7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462" y="4035232"/>
                <a:ext cx="485887" cy="400110"/>
              </a:xfrm>
              <a:prstGeom prst="rect">
                <a:avLst/>
              </a:prstGeom>
              <a:blipFill>
                <a:blip r:embed="rId39"/>
                <a:stretch>
                  <a:fillRect r="-455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019AF98-9A1A-E336-B96E-9137F9251FBA}"/>
                  </a:ext>
                </a:extLst>
              </p:cNvPr>
              <p:cNvSpPr txBox="1"/>
              <p:nvPr/>
            </p:nvSpPr>
            <p:spPr>
              <a:xfrm>
                <a:off x="2819203" y="465421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019AF98-9A1A-E336-B96E-9137F9251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03" y="4654210"/>
                <a:ext cx="349480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CDC3514-0FE1-58F4-326D-073F1015FD46}"/>
                  </a:ext>
                </a:extLst>
              </p:cNvPr>
              <p:cNvSpPr txBox="1"/>
              <p:nvPr/>
            </p:nvSpPr>
            <p:spPr>
              <a:xfrm>
                <a:off x="3286098" y="462506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CDC3514-0FE1-58F4-326D-073F1015FD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098" y="4625060"/>
                <a:ext cx="250488" cy="400110"/>
              </a:xfrm>
              <a:prstGeom prst="rect">
                <a:avLst/>
              </a:prstGeom>
              <a:blipFill>
                <a:blip r:embed="rId4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22">
            <a:extLst>
              <a:ext uri="{FF2B5EF4-FFF2-40B4-BE49-F238E27FC236}">
                <a16:creationId xmlns:a16="http://schemas.microsoft.com/office/drawing/2014/main" id="{23C9BD76-985C-D86E-88AE-7E6E8084486D}"/>
              </a:ext>
            </a:extLst>
          </p:cNvPr>
          <p:cNvGrpSpPr/>
          <p:nvPr/>
        </p:nvGrpSpPr>
        <p:grpSpPr>
          <a:xfrm>
            <a:off x="3748366" y="4477607"/>
            <a:ext cx="736111" cy="734077"/>
            <a:chOff x="2896106" y="4737806"/>
            <a:chExt cx="708464" cy="6555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文字方塊 23">
                  <a:extLst>
                    <a:ext uri="{FF2B5EF4-FFF2-40B4-BE49-F238E27FC236}">
                      <a16:creationId xmlns:a16="http://schemas.microsoft.com/office/drawing/2014/main" id="{F18E6D54-8516-2A20-5D3C-017999D95401}"/>
                    </a:ext>
                  </a:extLst>
                </p:cNvPr>
                <p:cNvSpPr txBox="1"/>
                <p:nvPr/>
              </p:nvSpPr>
              <p:spPr>
                <a:xfrm>
                  <a:off x="2896106" y="4737806"/>
                  <a:ext cx="550885" cy="3573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33.6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2" name="文字方塊 23">
                  <a:extLst>
                    <a:ext uri="{FF2B5EF4-FFF2-40B4-BE49-F238E27FC236}">
                      <a16:creationId xmlns:a16="http://schemas.microsoft.com/office/drawing/2014/main" id="{F18E6D54-8516-2A20-5D3C-017999D95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6" y="4737806"/>
                  <a:ext cx="550885" cy="357304"/>
                </a:xfrm>
                <a:prstGeom prst="rect">
                  <a:avLst/>
                </a:prstGeom>
                <a:blipFill>
                  <a:blip r:embed="rId42"/>
                  <a:stretch>
                    <a:fillRect r="-223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群組 24">
              <a:extLst>
                <a:ext uri="{FF2B5EF4-FFF2-40B4-BE49-F238E27FC236}">
                  <a16:creationId xmlns:a16="http://schemas.microsoft.com/office/drawing/2014/main" id="{2BF7E492-2C02-347A-6810-F17D25244CE1}"/>
                </a:ext>
              </a:extLst>
            </p:cNvPr>
            <p:cNvGrpSpPr/>
            <p:nvPr/>
          </p:nvGrpSpPr>
          <p:grpSpPr>
            <a:xfrm>
              <a:off x="2941999" y="5036044"/>
              <a:ext cx="662571" cy="357304"/>
              <a:chOff x="2941999" y="5036044"/>
              <a:chExt cx="662571" cy="357304"/>
            </a:xfrm>
          </p:grpSpPr>
          <p:cxnSp>
            <p:nvCxnSpPr>
              <p:cNvPr id="74" name="直線接點 25">
                <a:extLst>
                  <a:ext uri="{FF2B5EF4-FFF2-40B4-BE49-F238E27FC236}">
                    <a16:creationId xmlns:a16="http://schemas.microsoft.com/office/drawing/2014/main" id="{C9D52C4A-C4CE-3EFF-123C-00449FFC2A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41999" y="5036044"/>
                <a:ext cx="66257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" name="文字方塊 26">
                <a:extLst>
                  <a:ext uri="{FF2B5EF4-FFF2-40B4-BE49-F238E27FC236}">
                    <a16:creationId xmlns:a16="http://schemas.microsoft.com/office/drawing/2014/main" id="{96FB14C1-9B0A-CB15-C5CA-E737B12D9460}"/>
                  </a:ext>
                </a:extLst>
              </p:cNvPr>
              <p:cNvSpPr txBox="1"/>
              <p:nvPr/>
            </p:nvSpPr>
            <p:spPr>
              <a:xfrm>
                <a:off x="3090905" y="5036044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7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723E3D-AD29-8715-62CA-CB4865128ACA}"/>
                  </a:ext>
                </a:extLst>
              </p:cNvPr>
              <p:cNvSpPr txBox="1"/>
              <p:nvPr/>
            </p:nvSpPr>
            <p:spPr>
              <a:xfrm>
                <a:off x="2807369" y="5212093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E723E3D-AD29-8715-62CA-CB4865128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369" y="5212093"/>
                <a:ext cx="349480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82546BC-E828-430A-83BF-DDF57FF1FD54}"/>
                  </a:ext>
                </a:extLst>
              </p:cNvPr>
              <p:cNvSpPr txBox="1"/>
              <p:nvPr/>
            </p:nvSpPr>
            <p:spPr>
              <a:xfrm>
                <a:off x="3277709" y="519348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82546BC-E828-430A-83BF-DDF57FF1F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709" y="5193482"/>
                <a:ext cx="250488" cy="400110"/>
              </a:xfrm>
              <a:prstGeom prst="rect">
                <a:avLst/>
              </a:prstGeom>
              <a:blipFill>
                <a:blip r:embed="rId4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3EE316D-0FEE-237B-5529-1E09403CEFD6}"/>
                  </a:ext>
                </a:extLst>
              </p:cNvPr>
              <p:cNvSpPr txBox="1"/>
              <p:nvPr/>
            </p:nvSpPr>
            <p:spPr>
              <a:xfrm>
                <a:off x="3673462" y="5209748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4.8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3EE316D-0FEE-237B-5529-1E09403CE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462" y="5209748"/>
                <a:ext cx="485887" cy="400110"/>
              </a:xfrm>
              <a:prstGeom prst="rect">
                <a:avLst/>
              </a:prstGeom>
              <a:blipFill>
                <a:blip r:embed="rId45"/>
                <a:stretch>
                  <a:fillRect r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0" name="筆跡 7">
                <a:extLst>
                  <a:ext uri="{FF2B5EF4-FFF2-40B4-BE49-F238E27FC236}">
                    <a16:creationId xmlns:a16="http://schemas.microsoft.com/office/drawing/2014/main" id="{13356F17-B456-616F-C072-D2C62A30DB1C}"/>
                  </a:ext>
                </a:extLst>
              </p14:cNvPr>
              <p14:cNvContentPartPr/>
              <p14:nvPr/>
            </p14:nvContentPartPr>
            <p14:xfrm>
              <a:off x="2464253" y="941709"/>
              <a:ext cx="1751053" cy="45719"/>
            </p14:xfrm>
          </p:contentPart>
        </mc:Choice>
        <mc:Fallback>
          <p:pic>
            <p:nvPicPr>
              <p:cNvPr id="80" name="筆跡 7">
                <a:extLst>
                  <a:ext uri="{FF2B5EF4-FFF2-40B4-BE49-F238E27FC236}">
                    <a16:creationId xmlns:a16="http://schemas.microsoft.com/office/drawing/2014/main" id="{13356F17-B456-616F-C072-D2C62A30DB1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10230" y="-12773991"/>
                <a:ext cx="185873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1" name="文字方塊 29">
            <a:extLst>
              <a:ext uri="{FF2B5EF4-FFF2-40B4-BE49-F238E27FC236}">
                <a16:creationId xmlns:a16="http://schemas.microsoft.com/office/drawing/2014/main" id="{0AC41AF5-2A81-94C7-14D3-CA46EF8FDC35}"/>
              </a:ext>
            </a:extLst>
          </p:cNvPr>
          <p:cNvSpPr txBox="1"/>
          <p:nvPr/>
        </p:nvSpPr>
        <p:spPr>
          <a:xfrm>
            <a:off x="687826" y="5879521"/>
            <a:ext cx="53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 dirty="0"/>
          </a:p>
        </p:txBody>
      </p:sp>
      <p:sp>
        <p:nvSpPr>
          <p:cNvPr id="82" name="文字方塊 29">
            <a:extLst>
              <a:ext uri="{FF2B5EF4-FFF2-40B4-BE49-F238E27FC236}">
                <a16:creationId xmlns:a16="http://schemas.microsoft.com/office/drawing/2014/main" id="{4916CFC1-6DD1-F2A5-51D3-5F216DC7C6F5}"/>
              </a:ext>
            </a:extLst>
          </p:cNvPr>
          <p:cNvSpPr txBox="1"/>
          <p:nvPr/>
        </p:nvSpPr>
        <p:spPr>
          <a:xfrm>
            <a:off x="851820" y="5871132"/>
            <a:ext cx="7377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required positive integers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are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4.</a:t>
            </a:r>
            <a:endParaRPr lang="en-US" sz="20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802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  <p:bldP spid="14" grpId="0"/>
      <p:bldP spid="15" grpId="0"/>
      <p:bldP spid="16" grpId="0"/>
      <p:bldP spid="28" grpId="0"/>
      <p:bldP spid="29" grpId="0" animBg="1"/>
      <p:bldP spid="35" grpId="0"/>
      <p:bldP spid="36" grpId="0"/>
      <p:bldP spid="38" grpId="0" animBg="1"/>
      <p:bldP spid="39" grpId="0"/>
      <p:bldP spid="40" grpId="0"/>
      <p:bldP spid="41" grpId="0" animBg="1"/>
      <p:bldP spid="42" grpId="0"/>
      <p:bldP spid="43" grpId="0"/>
      <p:bldP spid="50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7" grpId="0"/>
      <p:bldP spid="78" grpId="0"/>
      <p:bldP spid="79" grpId="0"/>
      <p:bldP spid="81" grpId="0"/>
      <p:bldP spid="8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>
            <a:extLst>
              <a:ext uri="{FF2B5EF4-FFF2-40B4-BE49-F238E27FC236}">
                <a16:creationId xmlns:a16="http://schemas.microsoft.com/office/drawing/2014/main" id="{226765B9-1086-3030-C478-EF5DB810A1B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47" t="18050" r="1"/>
          <a:stretch>
            <a:fillRect/>
          </a:stretch>
        </p:blipFill>
        <p:spPr>
          <a:xfrm>
            <a:off x="331518" y="125302"/>
            <a:ext cx="7541045" cy="543325"/>
          </a:xfrm>
          <a:prstGeom prst="rect">
            <a:avLst/>
          </a:prstGeom>
        </p:spPr>
      </p:pic>
      <p:grpSp>
        <p:nvGrpSpPr>
          <p:cNvPr id="4" name="群組 74">
            <a:extLst>
              <a:ext uri="{FF2B5EF4-FFF2-40B4-BE49-F238E27FC236}">
                <a16:creationId xmlns:a16="http://schemas.microsoft.com/office/drawing/2014/main" id="{300D20B4-0FEC-BDBC-E1E9-672AE382BBD3}"/>
              </a:ext>
            </a:extLst>
          </p:cNvPr>
          <p:cNvGrpSpPr/>
          <p:nvPr/>
        </p:nvGrpSpPr>
        <p:grpSpPr>
          <a:xfrm>
            <a:off x="2778315" y="896450"/>
            <a:ext cx="1064113" cy="770827"/>
            <a:chOff x="2613956" y="4859726"/>
            <a:chExt cx="1064113" cy="7708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字方塊 75">
                  <a:extLst>
                    <a:ext uri="{FF2B5EF4-FFF2-40B4-BE49-F238E27FC236}">
                      <a16:creationId xmlns:a16="http://schemas.microsoft.com/office/drawing/2014/main" id="{4A7E6683-BB96-DEB8-D542-AF2BFC9C4A59}"/>
                    </a:ext>
                  </a:extLst>
                </p:cNvPr>
                <p:cNvSpPr txBox="1"/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" name="文字方塊 75">
                  <a:extLst>
                    <a:ext uri="{FF2B5EF4-FFF2-40B4-BE49-F238E27FC236}">
                      <a16:creationId xmlns:a16="http://schemas.microsoft.com/office/drawing/2014/main" id="{4A7E6683-BB96-DEB8-D542-AF2BFC9C4A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群組 76">
              <a:extLst>
                <a:ext uri="{FF2B5EF4-FFF2-40B4-BE49-F238E27FC236}">
                  <a16:creationId xmlns:a16="http://schemas.microsoft.com/office/drawing/2014/main" id="{F00C98FE-4BC2-88D9-760C-A7EC5EFE7D01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7" name="直線接點 77">
                <a:extLst>
                  <a:ext uri="{FF2B5EF4-FFF2-40B4-BE49-F238E27FC236}">
                    <a16:creationId xmlns:a16="http://schemas.microsoft.com/office/drawing/2014/main" id="{25B72184-3E4D-B7EA-2A74-6462376755F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" name="文字方塊 78">
                <a:extLst>
                  <a:ext uri="{FF2B5EF4-FFF2-40B4-BE49-F238E27FC236}">
                    <a16:creationId xmlns:a16="http://schemas.microsoft.com/office/drawing/2014/main" id="{7F881420-9EBE-ACB4-4A44-FDC042EB91DE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6BEB71-DAA3-4005-CA4F-8AA7A8A741CA}"/>
                  </a:ext>
                </a:extLst>
              </p:cNvPr>
              <p:cNvSpPr txBox="1"/>
              <p:nvPr/>
            </p:nvSpPr>
            <p:spPr>
              <a:xfrm>
                <a:off x="3850950" y="106711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6BEB71-DAA3-4005-CA4F-8AA7A8A74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50" y="1067112"/>
                <a:ext cx="250488" cy="400110"/>
              </a:xfrm>
              <a:prstGeom prst="rect">
                <a:avLst/>
              </a:prstGeom>
              <a:blipFill>
                <a:blip r:embed="rId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74">
            <a:extLst>
              <a:ext uri="{FF2B5EF4-FFF2-40B4-BE49-F238E27FC236}">
                <a16:creationId xmlns:a16="http://schemas.microsoft.com/office/drawing/2014/main" id="{7194AD28-843E-D402-FDCA-70333CE6E6BF}"/>
              </a:ext>
            </a:extLst>
          </p:cNvPr>
          <p:cNvGrpSpPr/>
          <p:nvPr/>
        </p:nvGrpSpPr>
        <p:grpSpPr>
          <a:xfrm>
            <a:off x="4205144" y="881753"/>
            <a:ext cx="1064113" cy="770827"/>
            <a:chOff x="2613956" y="4859726"/>
            <a:chExt cx="1064113" cy="7708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文字方塊 75">
                  <a:extLst>
                    <a:ext uri="{FF2B5EF4-FFF2-40B4-BE49-F238E27FC236}">
                      <a16:creationId xmlns:a16="http://schemas.microsoft.com/office/drawing/2014/main" id="{A9C6F279-9858-189C-F9BA-D346B716091B}"/>
                    </a:ext>
                  </a:extLst>
                </p:cNvPr>
                <p:cNvSpPr txBox="1"/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1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2" name="文字方塊 75">
                  <a:extLst>
                    <a:ext uri="{FF2B5EF4-FFF2-40B4-BE49-F238E27FC236}">
                      <a16:creationId xmlns:a16="http://schemas.microsoft.com/office/drawing/2014/main" id="{A9C6F279-9858-189C-F9BA-D346B71609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群組 76">
              <a:extLst>
                <a:ext uri="{FF2B5EF4-FFF2-40B4-BE49-F238E27FC236}">
                  <a16:creationId xmlns:a16="http://schemas.microsoft.com/office/drawing/2014/main" id="{C5F5BAF3-98D8-F84A-8DAC-28F285FE975F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14" name="直線接點 77">
                <a:extLst>
                  <a:ext uri="{FF2B5EF4-FFF2-40B4-BE49-F238E27FC236}">
                    <a16:creationId xmlns:a16="http://schemas.microsoft.com/office/drawing/2014/main" id="{813495F6-B035-111D-1018-9190F14BB06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文字方塊 78">
                <a:extLst>
                  <a:ext uri="{FF2B5EF4-FFF2-40B4-BE49-F238E27FC236}">
                    <a16:creationId xmlns:a16="http://schemas.microsoft.com/office/drawing/2014/main" id="{5C081C69-27A3-1F48-AA7F-07385B8663BC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9B298DF3-B994-AF80-6726-01A4B553A920}"/>
                  </a:ext>
                </a:extLst>
              </p:cNvPr>
              <p:cNvSpPr txBox="1"/>
              <p:nvPr/>
            </p:nvSpPr>
            <p:spPr>
              <a:xfrm>
                <a:off x="5269257" y="10521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6">
                <a:extLst>
                  <a:ext uri="{FF2B5EF4-FFF2-40B4-BE49-F238E27FC236}">
                    <a16:creationId xmlns:a16="http://schemas.microsoft.com/office/drawing/2014/main" id="{9B298DF3-B994-AF80-6726-01A4B553A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9257" y="105215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34D383-369C-AFBD-DF73-C586EDEACD75}"/>
                  </a:ext>
                </a:extLst>
              </p:cNvPr>
              <p:cNvSpPr txBox="1"/>
              <p:nvPr/>
            </p:nvSpPr>
            <p:spPr>
              <a:xfrm>
                <a:off x="5536431" y="1067112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34D383-369C-AFBD-DF73-C586EDEAC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431" y="1067112"/>
                <a:ext cx="349480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5E8E2D18-2A4C-9B2C-64D6-9E76BDF6DB62}"/>
                  </a:ext>
                </a:extLst>
              </p14:cNvPr>
              <p14:cNvContentPartPr/>
              <p14:nvPr/>
            </p14:nvContentPartPr>
            <p14:xfrm>
              <a:off x="3310371" y="1444362"/>
              <a:ext cx="91440" cy="45719"/>
            </p14:xfrm>
          </p:contentPart>
        </mc:Choice>
        <mc:Fallback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5E8E2D18-2A4C-9B2C-64D6-9E76BDF6DB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56583" y="-12271338"/>
                <a:ext cx="1986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9" name="筆跡 17">
                <a:extLst>
                  <a:ext uri="{FF2B5EF4-FFF2-40B4-BE49-F238E27FC236}">
                    <a16:creationId xmlns:a16="http://schemas.microsoft.com/office/drawing/2014/main" id="{418F7161-1476-C925-FA0B-8FCE16D74666}"/>
                  </a:ext>
                </a:extLst>
              </p14:cNvPr>
              <p14:cNvContentPartPr/>
              <p14:nvPr/>
            </p14:nvContentPartPr>
            <p14:xfrm>
              <a:off x="4746928" y="1444845"/>
              <a:ext cx="45719" cy="45719"/>
            </p14:xfrm>
          </p:contentPart>
        </mc:Choice>
        <mc:Fallback>
          <p:pic>
            <p:nvPicPr>
              <p:cNvPr id="19" name="筆跡 17">
                <a:extLst>
                  <a:ext uri="{FF2B5EF4-FFF2-40B4-BE49-F238E27FC236}">
                    <a16:creationId xmlns:a16="http://schemas.microsoft.com/office/drawing/2014/main" id="{418F7161-1476-C925-FA0B-8FCE16D7466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3351" y="-12270855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F8616E-0566-A202-7296-6BE6363F7C62}"/>
                  </a:ext>
                </a:extLst>
              </p:cNvPr>
              <p:cNvSpPr txBox="1"/>
              <p:nvPr/>
            </p:nvSpPr>
            <p:spPr>
              <a:xfrm>
                <a:off x="2115713" y="1888602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EF8616E-0566-A202-7296-6BE6363F7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713" y="1888602"/>
                <a:ext cx="349480" cy="400110"/>
              </a:xfrm>
              <a:prstGeom prst="rect">
                <a:avLst/>
              </a:prstGeom>
              <a:blipFill>
                <a:blip r:embed="rId12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弧形 94">
            <a:extLst>
              <a:ext uri="{FF2B5EF4-FFF2-40B4-BE49-F238E27FC236}">
                <a16:creationId xmlns:a16="http://schemas.microsoft.com/office/drawing/2014/main" id="{7F3D0595-4FEC-3AC3-D5A9-389FA34A09F9}"/>
              </a:ext>
            </a:extLst>
          </p:cNvPr>
          <p:cNvSpPr/>
          <p:nvPr/>
        </p:nvSpPr>
        <p:spPr>
          <a:xfrm rot="10957079">
            <a:off x="2699977" y="1744982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22" name="群組 74">
            <a:extLst>
              <a:ext uri="{FF2B5EF4-FFF2-40B4-BE49-F238E27FC236}">
                <a16:creationId xmlns:a16="http://schemas.microsoft.com/office/drawing/2014/main" id="{F0F610BD-8899-DBCD-E1E1-C5928A8B59F7}"/>
              </a:ext>
            </a:extLst>
          </p:cNvPr>
          <p:cNvGrpSpPr/>
          <p:nvPr/>
        </p:nvGrpSpPr>
        <p:grpSpPr>
          <a:xfrm>
            <a:off x="2684169" y="1695045"/>
            <a:ext cx="1064113" cy="770827"/>
            <a:chOff x="2613956" y="4859726"/>
            <a:chExt cx="1064113" cy="7708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75">
                  <a:extLst>
                    <a:ext uri="{FF2B5EF4-FFF2-40B4-BE49-F238E27FC236}">
                      <a16:creationId xmlns:a16="http://schemas.microsoft.com/office/drawing/2014/main" id="{514010C5-CF11-229E-D1A7-496691CF35BA}"/>
                    </a:ext>
                  </a:extLst>
                </p:cNvPr>
                <p:cNvSpPr txBox="1"/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HK" sz="2000" b="1" dirty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3" name="文字方塊 75">
                  <a:extLst>
                    <a:ext uri="{FF2B5EF4-FFF2-40B4-BE49-F238E27FC236}">
                      <a16:creationId xmlns:a16="http://schemas.microsoft.com/office/drawing/2014/main" id="{514010C5-CF11-229E-D1A7-496691CF35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群組 76">
              <a:extLst>
                <a:ext uri="{FF2B5EF4-FFF2-40B4-BE49-F238E27FC236}">
                  <a16:creationId xmlns:a16="http://schemas.microsoft.com/office/drawing/2014/main" id="{7814EC13-266E-D68C-6380-74B84493273D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25" name="直線接點 77">
                <a:extLst>
                  <a:ext uri="{FF2B5EF4-FFF2-40B4-BE49-F238E27FC236}">
                    <a16:creationId xmlns:a16="http://schemas.microsoft.com/office/drawing/2014/main" id="{3EC678FA-AB8E-2EB2-6D20-9E7D5249AD6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" name="文字方塊 78">
                <a:extLst>
                  <a:ext uri="{FF2B5EF4-FFF2-40B4-BE49-F238E27FC236}">
                    <a16:creationId xmlns:a16="http://schemas.microsoft.com/office/drawing/2014/main" id="{DF0B5F42-0DCC-4960-7426-348FA48076DA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28" name="弧形 259">
            <a:extLst>
              <a:ext uri="{FF2B5EF4-FFF2-40B4-BE49-F238E27FC236}">
                <a16:creationId xmlns:a16="http://schemas.microsoft.com/office/drawing/2014/main" id="{68A1FA6C-E050-FEF7-1F2D-38AB5086F99D}"/>
              </a:ext>
            </a:extLst>
          </p:cNvPr>
          <p:cNvSpPr/>
          <p:nvPr/>
        </p:nvSpPr>
        <p:spPr>
          <a:xfrm rot="235127">
            <a:off x="3544703" y="174741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CFBA08-5E4C-C4C1-0ADF-AD282F643FDB}"/>
                  </a:ext>
                </a:extLst>
              </p:cNvPr>
              <p:cNvSpPr txBox="1"/>
              <p:nvPr/>
            </p:nvSpPr>
            <p:spPr>
              <a:xfrm>
                <a:off x="3857175" y="186570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CFBA08-5E4C-C4C1-0ADF-AD282F643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175" y="1865706"/>
                <a:ext cx="250488" cy="400110"/>
              </a:xfrm>
              <a:prstGeom prst="rect">
                <a:avLst/>
              </a:prstGeom>
              <a:blipFill>
                <a:blip r:embed="rId1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33AE2D-E5F1-9BFD-DD79-65EC8897904A}"/>
                  </a:ext>
                </a:extLst>
              </p:cNvPr>
              <p:cNvSpPr txBox="1"/>
              <p:nvPr/>
            </p:nvSpPr>
            <p:spPr>
              <a:xfrm>
                <a:off x="4188979" y="189510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C33AE2D-E5F1-9BFD-DD79-65EC88979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979" y="1895100"/>
                <a:ext cx="349480" cy="400110"/>
              </a:xfrm>
              <a:prstGeom prst="rect">
                <a:avLst/>
              </a:prstGeom>
              <a:blipFill>
                <a:blip r:embed="rId15"/>
                <a:stretch>
                  <a:fillRect r="-3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弧形 94">
            <a:extLst>
              <a:ext uri="{FF2B5EF4-FFF2-40B4-BE49-F238E27FC236}">
                <a16:creationId xmlns:a16="http://schemas.microsoft.com/office/drawing/2014/main" id="{DF88C257-B9D3-8D6D-490F-32106480A257}"/>
              </a:ext>
            </a:extLst>
          </p:cNvPr>
          <p:cNvSpPr/>
          <p:nvPr/>
        </p:nvSpPr>
        <p:spPr>
          <a:xfrm rot="10957079">
            <a:off x="4734331" y="175148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2" name="群組 74">
            <a:extLst>
              <a:ext uri="{FF2B5EF4-FFF2-40B4-BE49-F238E27FC236}">
                <a16:creationId xmlns:a16="http://schemas.microsoft.com/office/drawing/2014/main" id="{E6B43BE3-7689-EE5E-3E0E-8B824D459780}"/>
              </a:ext>
            </a:extLst>
          </p:cNvPr>
          <p:cNvGrpSpPr/>
          <p:nvPr/>
        </p:nvGrpSpPr>
        <p:grpSpPr>
          <a:xfrm>
            <a:off x="4802126" y="1709741"/>
            <a:ext cx="1064113" cy="770827"/>
            <a:chOff x="2613956" y="4859726"/>
            <a:chExt cx="1064113" cy="77082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75">
                  <a:extLst>
                    <a:ext uri="{FF2B5EF4-FFF2-40B4-BE49-F238E27FC236}">
                      <a16:creationId xmlns:a16="http://schemas.microsoft.com/office/drawing/2014/main" id="{1FC4B571-9BA5-B50D-E9DB-8BCAD74A4865}"/>
                    </a:ext>
                  </a:extLst>
                </p:cNvPr>
                <p:cNvSpPr txBox="1"/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1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3" name="文字方塊 75">
                  <a:extLst>
                    <a:ext uri="{FF2B5EF4-FFF2-40B4-BE49-F238E27FC236}">
                      <a16:creationId xmlns:a16="http://schemas.microsoft.com/office/drawing/2014/main" id="{1FC4B571-9BA5-B50D-E9DB-8BCAD74A48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59726"/>
                  <a:ext cx="1064113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4" name="群組 76">
              <a:extLst>
                <a:ext uri="{FF2B5EF4-FFF2-40B4-BE49-F238E27FC236}">
                  <a16:creationId xmlns:a16="http://schemas.microsoft.com/office/drawing/2014/main" id="{4C6A14FA-E543-EBFE-2DE1-A7A33ED76FAF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35" name="直線接點 77">
                <a:extLst>
                  <a:ext uri="{FF2B5EF4-FFF2-40B4-BE49-F238E27FC236}">
                    <a16:creationId xmlns:a16="http://schemas.microsoft.com/office/drawing/2014/main" id="{55D69F4B-DD70-FFE1-6DD5-7722E9E2582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" name="文字方塊 78">
                <a:extLst>
                  <a:ext uri="{FF2B5EF4-FFF2-40B4-BE49-F238E27FC236}">
                    <a16:creationId xmlns:a16="http://schemas.microsoft.com/office/drawing/2014/main" id="{829D6E91-26BF-E4CD-73F8-0B1B7AF94EB0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16">
                <a:extLst>
                  <a:ext uri="{FF2B5EF4-FFF2-40B4-BE49-F238E27FC236}">
                    <a16:creationId xmlns:a16="http://schemas.microsoft.com/office/drawing/2014/main" id="{57D7780D-CDA0-BF11-D99F-72DDCFFDDC7C}"/>
                  </a:ext>
                </a:extLst>
              </p:cNvPr>
              <p:cNvSpPr txBox="1"/>
              <p:nvPr/>
            </p:nvSpPr>
            <p:spPr>
              <a:xfrm>
                <a:off x="5866239" y="18801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16">
                <a:extLst>
                  <a:ext uri="{FF2B5EF4-FFF2-40B4-BE49-F238E27FC236}">
                    <a16:creationId xmlns:a16="http://schemas.microsoft.com/office/drawing/2014/main" id="{57D7780D-CDA0-BF11-D99F-72DDCFFDD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239" y="188014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D73B4A-89F4-44CD-A5C5-32612402C7B0}"/>
                  </a:ext>
                </a:extLst>
              </p:cNvPr>
              <p:cNvSpPr txBox="1"/>
              <p:nvPr/>
            </p:nvSpPr>
            <p:spPr>
              <a:xfrm>
                <a:off x="6133413" y="189510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D73B4A-89F4-44CD-A5C5-32612402C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3413" y="1895100"/>
                <a:ext cx="34948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弧形 259">
            <a:extLst>
              <a:ext uri="{FF2B5EF4-FFF2-40B4-BE49-F238E27FC236}">
                <a16:creationId xmlns:a16="http://schemas.microsoft.com/office/drawing/2014/main" id="{ABEB3507-4ACF-119F-9B62-93F403EEBAFF}"/>
              </a:ext>
            </a:extLst>
          </p:cNvPr>
          <p:cNvSpPr/>
          <p:nvPr/>
        </p:nvSpPr>
        <p:spPr>
          <a:xfrm rot="235127">
            <a:off x="6264613" y="1753915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CE6611-720D-8B3E-0F53-CBA18083DEFA}"/>
                  </a:ext>
                </a:extLst>
              </p:cNvPr>
              <p:cNvSpPr txBox="1"/>
              <p:nvPr/>
            </p:nvSpPr>
            <p:spPr>
              <a:xfrm>
                <a:off x="2446297" y="2722028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24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8CE6611-720D-8B3E-0F53-CBA18083D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297" y="2722028"/>
                <a:ext cx="485887" cy="400110"/>
              </a:xfrm>
              <a:prstGeom prst="rect">
                <a:avLst/>
              </a:prstGeom>
              <a:blipFill>
                <a:blip r:embed="rId19"/>
                <a:stretch>
                  <a:fillRect r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16">
                <a:extLst>
                  <a:ext uri="{FF2B5EF4-FFF2-40B4-BE49-F238E27FC236}">
                    <a16:creationId xmlns:a16="http://schemas.microsoft.com/office/drawing/2014/main" id="{C0627CF6-FCFF-0613-7458-51416F984163}"/>
                  </a:ext>
                </a:extLst>
              </p:cNvPr>
              <p:cNvSpPr txBox="1"/>
              <p:nvPr/>
            </p:nvSpPr>
            <p:spPr>
              <a:xfrm>
                <a:off x="3071305" y="27073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16">
                <a:extLst>
                  <a:ext uri="{FF2B5EF4-FFF2-40B4-BE49-F238E27FC236}">
                    <a16:creationId xmlns:a16="http://schemas.microsoft.com/office/drawing/2014/main" id="{C0627CF6-FCFF-0613-7458-51416F984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305" y="2707309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BC0D22-DBCA-ED82-22E3-6EC88AB53FC8}"/>
                  </a:ext>
                </a:extLst>
              </p:cNvPr>
              <p:cNvSpPr txBox="1"/>
              <p:nvPr/>
            </p:nvSpPr>
            <p:spPr>
              <a:xfrm>
                <a:off x="3330090" y="271230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18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3BC0D22-DBCA-ED82-22E3-6EC88AB53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090" y="2712300"/>
                <a:ext cx="349480" cy="400110"/>
              </a:xfrm>
              <a:prstGeom prst="rect">
                <a:avLst/>
              </a:prstGeom>
              <a:blipFill>
                <a:blip r:embed="rId21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9586E0-E5E3-1BEB-A4CE-FE67051FA9B8}"/>
                  </a:ext>
                </a:extLst>
              </p:cNvPr>
              <p:cNvSpPr txBox="1"/>
              <p:nvPr/>
            </p:nvSpPr>
            <p:spPr>
              <a:xfrm>
                <a:off x="3850950" y="270024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49586E0-E5E3-1BEB-A4CE-FE67051FA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50" y="2700246"/>
                <a:ext cx="250488" cy="400110"/>
              </a:xfrm>
              <a:prstGeom prst="rect">
                <a:avLst/>
              </a:prstGeom>
              <a:blipFill>
                <a:blip r:embed="rId22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FFDCA7-A4CA-EA2B-B5C9-A00493607A30}"/>
                  </a:ext>
                </a:extLst>
              </p:cNvPr>
              <p:cNvSpPr txBox="1"/>
              <p:nvPr/>
            </p:nvSpPr>
            <p:spPr>
              <a:xfrm>
                <a:off x="4117452" y="2715461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9FFDCA7-A4CA-EA2B-B5C9-A00493607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452" y="2715461"/>
                <a:ext cx="485887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16">
                <a:extLst>
                  <a:ext uri="{FF2B5EF4-FFF2-40B4-BE49-F238E27FC236}">
                    <a16:creationId xmlns:a16="http://schemas.microsoft.com/office/drawing/2014/main" id="{E296CB60-B3FB-FF5C-AD85-490FA019ECD1}"/>
                  </a:ext>
                </a:extLst>
              </p:cNvPr>
              <p:cNvSpPr txBox="1"/>
              <p:nvPr/>
            </p:nvSpPr>
            <p:spPr>
              <a:xfrm>
                <a:off x="4452063" y="26923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16">
                <a:extLst>
                  <a:ext uri="{FF2B5EF4-FFF2-40B4-BE49-F238E27FC236}">
                    <a16:creationId xmlns:a16="http://schemas.microsoft.com/office/drawing/2014/main" id="{E296CB60-B3FB-FF5C-AD85-490FA019E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063" y="2692353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5075F2-C2DA-879F-A478-A52CCA711998}"/>
                  </a:ext>
                </a:extLst>
              </p:cNvPr>
              <p:cNvSpPr txBox="1"/>
              <p:nvPr/>
            </p:nvSpPr>
            <p:spPr>
              <a:xfrm>
                <a:off x="4719237" y="2707309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5075F2-C2DA-879F-A478-A52CCA711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237" y="2707309"/>
                <a:ext cx="349480" cy="400110"/>
              </a:xfrm>
              <a:prstGeom prst="rect">
                <a:avLst/>
              </a:prstGeom>
              <a:blipFill>
                <a:blip r:embed="rId25"/>
                <a:stretch>
                  <a:fillRect r="-85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6">
                <a:extLst>
                  <a:ext uri="{FF2B5EF4-FFF2-40B4-BE49-F238E27FC236}">
                    <a16:creationId xmlns:a16="http://schemas.microsoft.com/office/drawing/2014/main" id="{6579BC13-EEC6-15FB-4D3B-5E4EBA7D844B}"/>
                  </a:ext>
                </a:extLst>
              </p:cNvPr>
              <p:cNvSpPr txBox="1"/>
              <p:nvPr/>
            </p:nvSpPr>
            <p:spPr>
              <a:xfrm>
                <a:off x="5364625" y="26855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16">
                <a:extLst>
                  <a:ext uri="{FF2B5EF4-FFF2-40B4-BE49-F238E27FC236}">
                    <a16:creationId xmlns:a16="http://schemas.microsoft.com/office/drawing/2014/main" id="{6579BC13-EEC6-15FB-4D3B-5E4EBA7D8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625" y="2685527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AB35F6B-93C4-90EF-1755-1A52F333409C}"/>
                  </a:ext>
                </a:extLst>
              </p:cNvPr>
              <p:cNvSpPr txBox="1"/>
              <p:nvPr/>
            </p:nvSpPr>
            <p:spPr>
              <a:xfrm>
                <a:off x="5623403" y="2719702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120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AB35F6B-93C4-90EF-1755-1A52F3334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403" y="2719702"/>
                <a:ext cx="349480" cy="400110"/>
              </a:xfrm>
              <a:prstGeom prst="rect">
                <a:avLst/>
              </a:prstGeom>
              <a:blipFill>
                <a:blip r:embed="rId27"/>
                <a:stretch>
                  <a:fillRect r="-79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0C1376C-7009-CDB2-6881-D5139C83FD7D}"/>
                  </a:ext>
                </a:extLst>
              </p:cNvPr>
              <p:cNvSpPr txBox="1"/>
              <p:nvPr/>
            </p:nvSpPr>
            <p:spPr>
              <a:xfrm>
                <a:off x="2260650" y="3353564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24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0C1376C-7009-CDB2-6881-D5139C83F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650" y="3353564"/>
                <a:ext cx="485887" cy="400110"/>
              </a:xfrm>
              <a:prstGeom prst="rect">
                <a:avLst/>
              </a:prstGeom>
              <a:blipFill>
                <a:blip r:embed="rId28"/>
                <a:stretch>
                  <a:fillRect r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16">
                <a:extLst>
                  <a:ext uri="{FF2B5EF4-FFF2-40B4-BE49-F238E27FC236}">
                    <a16:creationId xmlns:a16="http://schemas.microsoft.com/office/drawing/2014/main" id="{1DB8B1AB-53E1-E60D-02AD-55176B01C741}"/>
                  </a:ext>
                </a:extLst>
              </p:cNvPr>
              <p:cNvSpPr txBox="1"/>
              <p:nvPr/>
            </p:nvSpPr>
            <p:spPr>
              <a:xfrm>
                <a:off x="2885658" y="33388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16">
                <a:extLst>
                  <a:ext uri="{FF2B5EF4-FFF2-40B4-BE49-F238E27FC236}">
                    <a16:creationId xmlns:a16="http://schemas.microsoft.com/office/drawing/2014/main" id="{1DB8B1AB-53E1-E60D-02AD-55176B01C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658" y="333884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CDB2AB-6B10-E3A5-F2C0-0DF0F771B49F}"/>
                  </a:ext>
                </a:extLst>
              </p:cNvPr>
              <p:cNvSpPr txBox="1"/>
              <p:nvPr/>
            </p:nvSpPr>
            <p:spPr>
              <a:xfrm>
                <a:off x="3144443" y="3353564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3CDB2AB-6B10-E3A5-F2C0-0DF0F771B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443" y="3353564"/>
                <a:ext cx="349480" cy="400110"/>
              </a:xfrm>
              <a:prstGeom prst="rect">
                <a:avLst/>
              </a:prstGeom>
              <a:blipFill>
                <a:blip r:embed="rId30"/>
                <a:stretch>
                  <a:fillRect r="-8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5DFF4F-368F-14F2-AD55-FF72B973B8DE}"/>
                  </a:ext>
                </a:extLst>
              </p:cNvPr>
              <p:cNvSpPr txBox="1"/>
              <p:nvPr/>
            </p:nvSpPr>
            <p:spPr>
              <a:xfrm>
                <a:off x="3859855" y="334151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5DFF4F-368F-14F2-AD55-FF72B973B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9855" y="3341510"/>
                <a:ext cx="250488" cy="400110"/>
              </a:xfrm>
              <a:prstGeom prst="rect">
                <a:avLst/>
              </a:prstGeom>
              <a:blipFill>
                <a:blip r:embed="rId3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594EC8-999C-3371-67A7-47DB74C859A1}"/>
                  </a:ext>
                </a:extLst>
              </p:cNvPr>
              <p:cNvSpPr txBox="1"/>
              <p:nvPr/>
            </p:nvSpPr>
            <p:spPr>
              <a:xfrm>
                <a:off x="4126357" y="3356725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594EC8-999C-3371-67A7-47DB74C85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6357" y="3356725"/>
                <a:ext cx="485887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6">
                <a:extLst>
                  <a:ext uri="{FF2B5EF4-FFF2-40B4-BE49-F238E27FC236}">
                    <a16:creationId xmlns:a16="http://schemas.microsoft.com/office/drawing/2014/main" id="{9BDD3223-29D2-9681-B91B-AD583AADC0D6}"/>
                  </a:ext>
                </a:extLst>
              </p:cNvPr>
              <p:cNvSpPr txBox="1"/>
              <p:nvPr/>
            </p:nvSpPr>
            <p:spPr>
              <a:xfrm>
                <a:off x="4460968" y="33336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6">
                <a:extLst>
                  <a:ext uri="{FF2B5EF4-FFF2-40B4-BE49-F238E27FC236}">
                    <a16:creationId xmlns:a16="http://schemas.microsoft.com/office/drawing/2014/main" id="{9BDD3223-29D2-9681-B91B-AD583AADC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968" y="3333617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ECD36-0256-66D0-E472-1773F3A3B35F}"/>
                  </a:ext>
                </a:extLst>
              </p:cNvPr>
              <p:cNvSpPr txBox="1"/>
              <p:nvPr/>
            </p:nvSpPr>
            <p:spPr>
              <a:xfrm>
                <a:off x="4728142" y="3348573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120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ACECD36-0256-66D0-E472-1773F3A3B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142" y="3348573"/>
                <a:ext cx="349480" cy="400110"/>
              </a:xfrm>
              <a:prstGeom prst="rect">
                <a:avLst/>
              </a:prstGeom>
              <a:blipFill>
                <a:blip r:embed="rId34"/>
                <a:stretch>
                  <a:fillRect r="-80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16">
                <a:extLst>
                  <a:ext uri="{FF2B5EF4-FFF2-40B4-BE49-F238E27FC236}">
                    <a16:creationId xmlns:a16="http://schemas.microsoft.com/office/drawing/2014/main" id="{C287DE33-F0D6-C2E9-B8D9-C1D0FDC4DFBF}"/>
                  </a:ext>
                </a:extLst>
              </p:cNvPr>
              <p:cNvSpPr txBox="1"/>
              <p:nvPr/>
            </p:nvSpPr>
            <p:spPr>
              <a:xfrm>
                <a:off x="5373530" y="33267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16">
                <a:extLst>
                  <a:ext uri="{FF2B5EF4-FFF2-40B4-BE49-F238E27FC236}">
                    <a16:creationId xmlns:a16="http://schemas.microsoft.com/office/drawing/2014/main" id="{C287DE33-F0D6-C2E9-B8D9-C1D0FDC4D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3530" y="3326791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468CDE3-B610-21B5-63DE-D1C51360EF9E}"/>
                  </a:ext>
                </a:extLst>
              </p:cNvPr>
              <p:cNvSpPr txBox="1"/>
              <p:nvPr/>
            </p:nvSpPr>
            <p:spPr>
              <a:xfrm>
                <a:off x="5642035" y="334151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18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468CDE3-B610-21B5-63DE-D1C51360E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035" y="3341510"/>
                <a:ext cx="485887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1563F13-3A3A-B3E3-50A2-C70F3B465FAB}"/>
                  </a:ext>
                </a:extLst>
              </p:cNvPr>
              <p:cNvSpPr txBox="1"/>
              <p:nvPr/>
            </p:nvSpPr>
            <p:spPr>
              <a:xfrm>
                <a:off x="3135538" y="3999118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39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1563F13-3A3A-B3E3-50A2-C70F3B465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538" y="3999118"/>
                <a:ext cx="349480" cy="400110"/>
              </a:xfrm>
              <a:prstGeom prst="rect">
                <a:avLst/>
              </a:prstGeom>
              <a:blipFill>
                <a:blip r:embed="rId37"/>
                <a:stretch>
                  <a:fillRect r="-8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3E8E746-9E30-D977-B408-5EDDB1753966}"/>
                  </a:ext>
                </a:extLst>
              </p:cNvPr>
              <p:cNvSpPr txBox="1"/>
              <p:nvPr/>
            </p:nvSpPr>
            <p:spPr>
              <a:xfrm>
                <a:off x="3850950" y="397733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3E8E746-9E30-D977-B408-5EDDB1753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50" y="3977336"/>
                <a:ext cx="250488" cy="400110"/>
              </a:xfrm>
              <a:prstGeom prst="rect">
                <a:avLst/>
              </a:prstGeom>
              <a:blipFill>
                <a:blip r:embed="rId3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0B8B2B-A540-D420-09F0-9ABB06EB32CD}"/>
                  </a:ext>
                </a:extLst>
              </p:cNvPr>
              <p:cNvSpPr txBox="1"/>
              <p:nvPr/>
            </p:nvSpPr>
            <p:spPr>
              <a:xfrm>
                <a:off x="4178118" y="3987064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107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0B8B2B-A540-D420-09F0-9ABB06EB3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118" y="3987064"/>
                <a:ext cx="485887" cy="400110"/>
              </a:xfrm>
              <a:prstGeom prst="rect">
                <a:avLst/>
              </a:prstGeom>
              <a:blipFill>
                <a:blip r:embed="rId39"/>
                <a:stretch>
                  <a:fillRect r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F04E18-95AA-6263-8236-5200818C414B}"/>
                  </a:ext>
                </a:extLst>
              </p:cNvPr>
              <p:cNvSpPr txBox="1"/>
              <p:nvPr/>
            </p:nvSpPr>
            <p:spPr>
              <a:xfrm>
                <a:off x="3461597" y="4638623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F04E18-95AA-6263-8236-5200818C4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597" y="4638623"/>
                <a:ext cx="349480" cy="4070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A86F9F-6599-45B7-7E6D-AB34CD3FA816}"/>
                  </a:ext>
                </a:extLst>
              </p:cNvPr>
              <p:cNvSpPr txBox="1"/>
              <p:nvPr/>
            </p:nvSpPr>
            <p:spPr>
              <a:xfrm>
                <a:off x="3850950" y="460670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AA86F9F-6599-45B7-7E6D-AB34CD3FA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950" y="4606700"/>
                <a:ext cx="250488" cy="400110"/>
              </a:xfrm>
              <a:prstGeom prst="rect">
                <a:avLst/>
              </a:prstGeom>
              <a:blipFill>
                <a:blip r:embed="rId4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8169C070-5125-699C-5918-F7D80F6C3993}"/>
              </a:ext>
            </a:extLst>
          </p:cNvPr>
          <p:cNvGrpSpPr/>
          <p:nvPr/>
        </p:nvGrpSpPr>
        <p:grpSpPr>
          <a:xfrm>
            <a:off x="4174492" y="4451914"/>
            <a:ext cx="890887" cy="768389"/>
            <a:chOff x="4130622" y="4462691"/>
            <a:chExt cx="890887" cy="7683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282A74E-442F-EB0B-E3FB-E9DB8B7871FE}"/>
                    </a:ext>
                  </a:extLst>
                </p:cNvPr>
                <p:cNvSpPr txBox="1"/>
                <p:nvPr/>
              </p:nvSpPr>
              <p:spPr>
                <a:xfrm>
                  <a:off x="4130622" y="4645612"/>
                  <a:ext cx="34948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2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282A74E-442F-EB0B-E3FB-E9DB8B7871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0622" y="4645612"/>
                  <a:ext cx="349480" cy="400110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7" name="群組 74">
              <a:extLst>
                <a:ext uri="{FF2B5EF4-FFF2-40B4-BE49-F238E27FC236}">
                  <a16:creationId xmlns:a16="http://schemas.microsoft.com/office/drawing/2014/main" id="{AAE9CB31-1CBA-3837-36E9-4FD648E4B618}"/>
                </a:ext>
              </a:extLst>
            </p:cNvPr>
            <p:cNvGrpSpPr/>
            <p:nvPr/>
          </p:nvGrpSpPr>
          <p:grpSpPr>
            <a:xfrm>
              <a:off x="4431462" y="4462691"/>
              <a:ext cx="590047" cy="768389"/>
              <a:chOff x="2832243" y="4932778"/>
              <a:chExt cx="590047" cy="768389"/>
            </a:xfrm>
          </p:grpSpPr>
          <p:sp>
            <p:nvSpPr>
              <p:cNvPr id="68" name="文字方塊 75">
                <a:extLst>
                  <a:ext uri="{FF2B5EF4-FFF2-40B4-BE49-F238E27FC236}">
                    <a16:creationId xmlns:a16="http://schemas.microsoft.com/office/drawing/2014/main" id="{C3F7C036-E7EB-48DC-8FCE-7A5110097401}"/>
                  </a:ext>
                </a:extLst>
              </p:cNvPr>
              <p:cNvSpPr txBox="1"/>
              <p:nvPr/>
            </p:nvSpPr>
            <p:spPr>
              <a:xfrm>
                <a:off x="2835556" y="4932778"/>
                <a:ext cx="5867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29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69" name="群組 76">
                <a:extLst>
                  <a:ext uri="{FF2B5EF4-FFF2-40B4-BE49-F238E27FC236}">
                    <a16:creationId xmlns:a16="http://schemas.microsoft.com/office/drawing/2014/main" id="{7A73C538-D8E9-696C-AB3F-84926A9DE052}"/>
                  </a:ext>
                </a:extLst>
              </p:cNvPr>
              <p:cNvGrpSpPr/>
              <p:nvPr/>
            </p:nvGrpSpPr>
            <p:grpSpPr>
              <a:xfrm>
                <a:off x="2832243" y="5291629"/>
                <a:ext cx="530915" cy="409538"/>
                <a:chOff x="2832243" y="5291629"/>
                <a:chExt cx="530915" cy="409538"/>
              </a:xfrm>
            </p:grpSpPr>
            <p:cxnSp>
              <p:nvCxnSpPr>
                <p:cNvPr id="70" name="直線接點 77">
                  <a:extLst>
                    <a:ext uri="{FF2B5EF4-FFF2-40B4-BE49-F238E27FC236}">
                      <a16:creationId xmlns:a16="http://schemas.microsoft.com/office/drawing/2014/main" id="{F60C1770-6C9C-7FEC-9D68-2D12260A660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854980" y="5291629"/>
                  <a:ext cx="493876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71" name="文字方塊 78">
                  <a:extLst>
                    <a:ext uri="{FF2B5EF4-FFF2-40B4-BE49-F238E27FC236}">
                      <a16:creationId xmlns:a16="http://schemas.microsoft.com/office/drawing/2014/main" id="{178BAD62-7315-2546-E04F-495082A833E1}"/>
                    </a:ext>
                  </a:extLst>
                </p:cNvPr>
                <p:cNvSpPr txBox="1"/>
                <p:nvPr/>
              </p:nvSpPr>
              <p:spPr>
                <a:xfrm>
                  <a:off x="2832243" y="5301057"/>
                  <a:ext cx="530915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39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73" name="群組 2">
            <a:extLst>
              <a:ext uri="{FF2B5EF4-FFF2-40B4-BE49-F238E27FC236}">
                <a16:creationId xmlns:a16="http://schemas.microsoft.com/office/drawing/2014/main" id="{18774CDD-BE75-F3C9-D23C-9BD2DE3BFAA0}"/>
              </a:ext>
            </a:extLst>
          </p:cNvPr>
          <p:cNvGrpSpPr/>
          <p:nvPr/>
        </p:nvGrpSpPr>
        <p:grpSpPr>
          <a:xfrm>
            <a:off x="1736921" y="5507324"/>
            <a:ext cx="6395401" cy="468206"/>
            <a:chOff x="980248" y="4227526"/>
            <a:chExt cx="6183708" cy="46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文字方塊 3">
                  <a:extLst>
                    <a:ext uri="{FF2B5EF4-FFF2-40B4-BE49-F238E27FC236}">
                      <a16:creationId xmlns:a16="http://schemas.microsoft.com/office/drawing/2014/main" id="{42FEC344-9020-C530-48F4-AD5B08766255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4" name="文字方塊 3">
                  <a:extLst>
                    <a:ext uri="{FF2B5EF4-FFF2-40B4-BE49-F238E27FC236}">
                      <a16:creationId xmlns:a16="http://schemas.microsoft.com/office/drawing/2014/main" id="{42FEC344-9020-C530-48F4-AD5B08766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4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文字方塊 5">
              <a:extLst>
                <a:ext uri="{FF2B5EF4-FFF2-40B4-BE49-F238E27FC236}">
                  <a16:creationId xmlns:a16="http://schemas.microsoft.com/office/drawing/2014/main" id="{B16D70B7-EB74-02C3-887F-24AD28D2CA40}"/>
                </a:ext>
              </a:extLst>
            </p:cNvPr>
            <p:cNvSpPr txBox="1"/>
            <p:nvPr/>
          </p:nvSpPr>
          <p:spPr>
            <a:xfrm>
              <a:off x="1358586" y="4295622"/>
              <a:ext cx="58053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required positive integers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are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and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 </a:t>
              </a:r>
              <a:endParaRPr lang="en-US" sz="2000" dirty="0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6" name="筆跡 7">
                <a:extLst>
                  <a:ext uri="{FF2B5EF4-FFF2-40B4-BE49-F238E27FC236}">
                    <a16:creationId xmlns:a16="http://schemas.microsoft.com/office/drawing/2014/main" id="{5C77F93B-5B28-8F92-F3F7-141B579D6240}"/>
                  </a:ext>
                </a:extLst>
              </p14:cNvPr>
              <p14:cNvContentPartPr/>
              <p14:nvPr/>
            </p14:nvContentPartPr>
            <p14:xfrm>
              <a:off x="1928517" y="396542"/>
              <a:ext cx="1751053" cy="45719"/>
            </p14:xfrm>
          </p:contentPart>
        </mc:Choice>
        <mc:Fallback>
          <p:pic>
            <p:nvPicPr>
              <p:cNvPr id="76" name="筆跡 7">
                <a:extLst>
                  <a:ext uri="{FF2B5EF4-FFF2-40B4-BE49-F238E27FC236}">
                    <a16:creationId xmlns:a16="http://schemas.microsoft.com/office/drawing/2014/main" id="{5C77F93B-5B28-8F92-F3F7-141B579D624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874494" y="-13319158"/>
                <a:ext cx="1858738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973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20" grpId="0"/>
      <p:bldP spid="21" grpId="0" animBg="1"/>
      <p:bldP spid="28" grpId="0" animBg="1"/>
      <p:bldP spid="29" grpId="0"/>
      <p:bldP spid="30" grpId="0"/>
      <p:bldP spid="31" grpId="0" animBg="1"/>
      <p:bldP spid="37" grpId="0"/>
      <p:bldP spid="38" grpId="0"/>
      <p:bldP spid="40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3" grpId="0"/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4100587E-6270-5FDC-6D4B-95ADACA1EA4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372" t="9984"/>
          <a:stretch>
            <a:fillRect/>
          </a:stretch>
        </p:blipFill>
        <p:spPr>
          <a:xfrm>
            <a:off x="215754" y="146995"/>
            <a:ext cx="10154258" cy="9946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7">
                <a:extLst>
                  <a:ext uri="{FF2B5EF4-FFF2-40B4-BE49-F238E27FC236}">
                    <a16:creationId xmlns:a16="http://schemas.microsoft.com/office/drawing/2014/main" id="{37DE55F8-F749-0A21-D672-A7A6672B386A}"/>
                  </a:ext>
                </a:extLst>
              </p14:cNvPr>
              <p14:cNvContentPartPr/>
              <p14:nvPr/>
            </p14:nvContentPartPr>
            <p14:xfrm>
              <a:off x="946461" y="445180"/>
              <a:ext cx="2001020" cy="45719"/>
            </p14:xfrm>
          </p:contentPart>
        </mc:Choice>
        <mc:Fallback>
          <p:pic>
            <p:nvPicPr>
              <p:cNvPr id="2" name="筆跡 7">
                <a:extLst>
                  <a:ext uri="{FF2B5EF4-FFF2-40B4-BE49-F238E27FC236}">
                    <a16:creationId xmlns:a16="http://schemas.microsoft.com/office/drawing/2014/main" id="{37DE55F8-F749-0A21-D672-A7A6672B38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438" y="-13270520"/>
                <a:ext cx="210870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筆跡 7">
                <a:extLst>
                  <a:ext uri="{FF2B5EF4-FFF2-40B4-BE49-F238E27FC236}">
                    <a16:creationId xmlns:a16="http://schemas.microsoft.com/office/drawing/2014/main" id="{C804FF36-263C-E299-6DB1-82581B63A448}"/>
                  </a:ext>
                </a:extLst>
              </p14:cNvPr>
              <p14:cNvContentPartPr/>
              <p14:nvPr/>
            </p14:nvContentPartPr>
            <p14:xfrm>
              <a:off x="1624155" y="908865"/>
              <a:ext cx="2899206" cy="45719"/>
            </p14:xfrm>
          </p:contentPart>
        </mc:Choice>
        <mc:Fallback>
          <p:pic>
            <p:nvPicPr>
              <p:cNvPr id="3" name="筆跡 7">
                <a:extLst>
                  <a:ext uri="{FF2B5EF4-FFF2-40B4-BE49-F238E27FC236}">
                    <a16:creationId xmlns:a16="http://schemas.microsoft.com/office/drawing/2014/main" id="{C804FF36-263C-E299-6DB1-82581B63A44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0126" y="-12806835"/>
                <a:ext cx="3006904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群組 74">
            <a:extLst>
              <a:ext uri="{FF2B5EF4-FFF2-40B4-BE49-F238E27FC236}">
                <a16:creationId xmlns:a16="http://schemas.microsoft.com/office/drawing/2014/main" id="{9A1507CA-B74E-EF93-F711-AC3C2B615BC8}"/>
              </a:ext>
            </a:extLst>
          </p:cNvPr>
          <p:cNvGrpSpPr/>
          <p:nvPr/>
        </p:nvGrpSpPr>
        <p:grpSpPr>
          <a:xfrm>
            <a:off x="1679108" y="1352216"/>
            <a:ext cx="1064113" cy="741643"/>
            <a:chOff x="2613956" y="4879182"/>
            <a:chExt cx="1064113" cy="7416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字方塊 75">
                  <a:extLst>
                    <a:ext uri="{FF2B5EF4-FFF2-40B4-BE49-F238E27FC236}">
                      <a16:creationId xmlns:a16="http://schemas.microsoft.com/office/drawing/2014/main" id="{5700E3FC-1DAC-2FEF-032F-DA4494341EEE}"/>
                    </a:ext>
                  </a:extLst>
                </p:cNvPr>
                <p:cNvSpPr txBox="1"/>
                <p:nvPr/>
              </p:nvSpPr>
              <p:spPr>
                <a:xfrm>
                  <a:off x="2613956" y="4879182"/>
                  <a:ext cx="1064113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k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" name="文字方塊 75">
                  <a:extLst>
                    <a:ext uri="{FF2B5EF4-FFF2-40B4-BE49-F238E27FC236}">
                      <a16:creationId xmlns:a16="http://schemas.microsoft.com/office/drawing/2014/main" id="{5700E3FC-1DAC-2FEF-032F-DA4494341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79182"/>
                  <a:ext cx="1064113" cy="4070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群組 76">
              <a:extLst>
                <a:ext uri="{FF2B5EF4-FFF2-40B4-BE49-F238E27FC236}">
                  <a16:creationId xmlns:a16="http://schemas.microsoft.com/office/drawing/2014/main" id="{E9D57141-F61A-64D2-483D-F4EF8DC465E1}"/>
                </a:ext>
              </a:extLst>
            </p:cNvPr>
            <p:cNvGrpSpPr/>
            <p:nvPr/>
          </p:nvGrpSpPr>
          <p:grpSpPr>
            <a:xfrm>
              <a:off x="2714163" y="5220715"/>
              <a:ext cx="886082" cy="400110"/>
              <a:chOff x="2714163" y="5220715"/>
              <a:chExt cx="886082" cy="400110"/>
            </a:xfrm>
          </p:grpSpPr>
          <p:cxnSp>
            <p:nvCxnSpPr>
              <p:cNvPr id="9" name="直線接點 77">
                <a:extLst>
                  <a:ext uri="{FF2B5EF4-FFF2-40B4-BE49-F238E27FC236}">
                    <a16:creationId xmlns:a16="http://schemas.microsoft.com/office/drawing/2014/main" id="{8025D878-DD4D-850E-9D06-8B6CBA51AC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" name="文字方塊 78">
                <a:extLst>
                  <a:ext uri="{FF2B5EF4-FFF2-40B4-BE49-F238E27FC236}">
                    <a16:creationId xmlns:a16="http://schemas.microsoft.com/office/drawing/2014/main" id="{5198D0DB-E80B-FD71-5F65-E929B21B6B86}"/>
                  </a:ext>
                </a:extLst>
              </p:cNvPr>
              <p:cNvSpPr txBox="1"/>
              <p:nvPr/>
            </p:nvSpPr>
            <p:spPr>
              <a:xfrm>
                <a:off x="2976672" y="522071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1B6155-E75B-B777-E1C5-362A51CF337C}"/>
                  </a:ext>
                </a:extLst>
              </p:cNvPr>
              <p:cNvSpPr txBox="1"/>
              <p:nvPr/>
            </p:nvSpPr>
            <p:spPr>
              <a:xfrm>
                <a:off x="2751743" y="150342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1B6155-E75B-B777-E1C5-362A51CF3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743" y="1503422"/>
                <a:ext cx="250488" cy="400110"/>
              </a:xfrm>
              <a:prstGeom prst="rect">
                <a:avLst/>
              </a:prstGeom>
              <a:blipFill>
                <a:blip r:embed="rId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74">
            <a:extLst>
              <a:ext uri="{FF2B5EF4-FFF2-40B4-BE49-F238E27FC236}">
                <a16:creationId xmlns:a16="http://schemas.microsoft.com/office/drawing/2014/main" id="{9E7F5E44-92E8-242A-7537-60F1B6ABBA5F}"/>
              </a:ext>
            </a:extLst>
          </p:cNvPr>
          <p:cNvGrpSpPr/>
          <p:nvPr/>
        </p:nvGrpSpPr>
        <p:grpSpPr>
          <a:xfrm>
            <a:off x="3105937" y="1342482"/>
            <a:ext cx="1064113" cy="761099"/>
            <a:chOff x="2613956" y="4869454"/>
            <a:chExt cx="1064113" cy="7610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文字方塊 75">
                  <a:extLst>
                    <a:ext uri="{FF2B5EF4-FFF2-40B4-BE49-F238E27FC236}">
                      <a16:creationId xmlns:a16="http://schemas.microsoft.com/office/drawing/2014/main" id="{3EC1E2A8-CF17-044D-C405-1C031FC1ABD4}"/>
                    </a:ext>
                  </a:extLst>
                </p:cNvPr>
                <p:cNvSpPr txBox="1"/>
                <p:nvPr/>
              </p:nvSpPr>
              <p:spPr>
                <a:xfrm>
                  <a:off x="2613956" y="4869454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7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4" name="文字方塊 75">
                  <a:extLst>
                    <a:ext uri="{FF2B5EF4-FFF2-40B4-BE49-F238E27FC236}">
                      <a16:creationId xmlns:a16="http://schemas.microsoft.com/office/drawing/2014/main" id="{3EC1E2A8-CF17-044D-C405-1C031FC1A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69454"/>
                  <a:ext cx="1064113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群組 76">
              <a:extLst>
                <a:ext uri="{FF2B5EF4-FFF2-40B4-BE49-F238E27FC236}">
                  <a16:creationId xmlns:a16="http://schemas.microsoft.com/office/drawing/2014/main" id="{E564800A-4721-6811-1B27-3D473B30A3A8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16" name="直線接點 77">
                <a:extLst>
                  <a:ext uri="{FF2B5EF4-FFF2-40B4-BE49-F238E27FC236}">
                    <a16:creationId xmlns:a16="http://schemas.microsoft.com/office/drawing/2014/main" id="{C587546E-4DCE-DE5E-9B31-947F458E672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78">
                <a:extLst>
                  <a:ext uri="{FF2B5EF4-FFF2-40B4-BE49-F238E27FC236}">
                    <a16:creationId xmlns:a16="http://schemas.microsoft.com/office/drawing/2014/main" id="{6194A644-7D20-F542-157C-EC778FE45DD6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6">
                <a:extLst>
                  <a:ext uri="{FF2B5EF4-FFF2-40B4-BE49-F238E27FC236}">
                    <a16:creationId xmlns:a16="http://schemas.microsoft.com/office/drawing/2014/main" id="{183A71C3-B66D-22F7-AA35-BE1D58216877}"/>
                  </a:ext>
                </a:extLst>
              </p:cNvPr>
              <p:cNvSpPr txBox="1"/>
              <p:nvPr/>
            </p:nvSpPr>
            <p:spPr>
              <a:xfrm>
                <a:off x="4155098" y="15034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6">
                <a:extLst>
                  <a:ext uri="{FF2B5EF4-FFF2-40B4-BE49-F238E27FC236}">
                    <a16:creationId xmlns:a16="http://schemas.microsoft.com/office/drawing/2014/main" id="{183A71C3-B66D-22F7-AA35-BE1D58216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098" y="150341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22">
            <a:extLst>
              <a:ext uri="{FF2B5EF4-FFF2-40B4-BE49-F238E27FC236}">
                <a16:creationId xmlns:a16="http://schemas.microsoft.com/office/drawing/2014/main" id="{DEE07C3E-89FB-13AF-EEA7-C71D920082E4}"/>
              </a:ext>
            </a:extLst>
          </p:cNvPr>
          <p:cNvGrpSpPr/>
          <p:nvPr/>
        </p:nvGrpSpPr>
        <p:grpSpPr>
          <a:xfrm>
            <a:off x="4420881" y="1340324"/>
            <a:ext cx="1024496" cy="753533"/>
            <a:chOff x="2783752" y="4711745"/>
            <a:chExt cx="986018" cy="6729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23">
                  <a:extLst>
                    <a:ext uri="{FF2B5EF4-FFF2-40B4-BE49-F238E27FC236}">
                      <a16:creationId xmlns:a16="http://schemas.microsoft.com/office/drawing/2014/main" id="{A044FB59-1E73-96B1-61AC-A4A0ECE83EDE}"/>
                    </a:ext>
                  </a:extLst>
                </p:cNvPr>
                <p:cNvSpPr txBox="1"/>
                <p:nvPr/>
              </p:nvSpPr>
              <p:spPr>
                <a:xfrm>
                  <a:off x="2783752" y="4711745"/>
                  <a:ext cx="986018" cy="363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k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23">
                  <a:extLst>
                    <a:ext uri="{FF2B5EF4-FFF2-40B4-BE49-F238E27FC236}">
                      <a16:creationId xmlns:a16="http://schemas.microsoft.com/office/drawing/2014/main" id="{A044FB59-1E73-96B1-61AC-A4A0ECE83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752" y="4711745"/>
                  <a:ext cx="986018" cy="36354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4">
              <a:extLst>
                <a:ext uri="{FF2B5EF4-FFF2-40B4-BE49-F238E27FC236}">
                  <a16:creationId xmlns:a16="http://schemas.microsoft.com/office/drawing/2014/main" id="{79586562-361B-3D9C-479F-22E9DB643121}"/>
                </a:ext>
              </a:extLst>
            </p:cNvPr>
            <p:cNvGrpSpPr/>
            <p:nvPr/>
          </p:nvGrpSpPr>
          <p:grpSpPr>
            <a:xfrm>
              <a:off x="2941999" y="5027357"/>
              <a:ext cx="662571" cy="357304"/>
              <a:chOff x="2941999" y="5027357"/>
              <a:chExt cx="662571" cy="357304"/>
            </a:xfrm>
          </p:grpSpPr>
          <p:cxnSp>
            <p:nvCxnSpPr>
              <p:cNvPr id="22" name="直線接點 25">
                <a:extLst>
                  <a:ext uri="{FF2B5EF4-FFF2-40B4-BE49-F238E27FC236}">
                    <a16:creationId xmlns:a16="http://schemas.microsoft.com/office/drawing/2014/main" id="{3E4CAB71-3CE0-6B7E-FEB8-61FCDA8DA45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41999" y="5036044"/>
                <a:ext cx="66257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3" name="文字方塊 26">
                <a:extLst>
                  <a:ext uri="{FF2B5EF4-FFF2-40B4-BE49-F238E27FC236}">
                    <a16:creationId xmlns:a16="http://schemas.microsoft.com/office/drawing/2014/main" id="{C05629A5-EDC4-8735-F894-7223E0CF4D9C}"/>
                  </a:ext>
                </a:extLst>
              </p:cNvPr>
              <p:cNvSpPr txBox="1"/>
              <p:nvPr/>
            </p:nvSpPr>
            <p:spPr>
              <a:xfrm>
                <a:off x="3090905" y="5027357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36B17B-E54C-1EA7-0DBD-B198BAEC2B7D}"/>
                  </a:ext>
                </a:extLst>
              </p:cNvPr>
              <p:cNvSpPr txBox="1"/>
              <p:nvPr/>
            </p:nvSpPr>
            <p:spPr>
              <a:xfrm>
                <a:off x="1065387" y="2357733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36B17B-E54C-1EA7-0DBD-B198BAEC2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87" y="2357733"/>
                <a:ext cx="349480" cy="400110"/>
              </a:xfrm>
              <a:prstGeom prst="rect">
                <a:avLst/>
              </a:prstGeom>
              <a:blipFill>
                <a:blip r:embed="rId12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弧形 94">
            <a:extLst>
              <a:ext uri="{FF2B5EF4-FFF2-40B4-BE49-F238E27FC236}">
                <a16:creationId xmlns:a16="http://schemas.microsoft.com/office/drawing/2014/main" id="{914C5C8A-CA2D-4639-18C0-2B8233AF3ECF}"/>
              </a:ext>
            </a:extLst>
          </p:cNvPr>
          <p:cNvSpPr/>
          <p:nvPr/>
        </p:nvSpPr>
        <p:spPr>
          <a:xfrm rot="10957079">
            <a:off x="1649651" y="2223841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26" name="群組 74">
            <a:extLst>
              <a:ext uri="{FF2B5EF4-FFF2-40B4-BE49-F238E27FC236}">
                <a16:creationId xmlns:a16="http://schemas.microsoft.com/office/drawing/2014/main" id="{D64A3728-1E11-9BDE-CAA9-A32D085F16E1}"/>
              </a:ext>
            </a:extLst>
          </p:cNvPr>
          <p:cNvGrpSpPr/>
          <p:nvPr/>
        </p:nvGrpSpPr>
        <p:grpSpPr>
          <a:xfrm>
            <a:off x="1624200" y="2196694"/>
            <a:ext cx="1064113" cy="741643"/>
            <a:chOff x="2613956" y="4879182"/>
            <a:chExt cx="1064113" cy="7416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75">
                  <a:extLst>
                    <a:ext uri="{FF2B5EF4-FFF2-40B4-BE49-F238E27FC236}">
                      <a16:creationId xmlns:a16="http://schemas.microsoft.com/office/drawing/2014/main" id="{1DBC02EC-A1A5-44E0-C1B6-0587126EA44E}"/>
                    </a:ext>
                  </a:extLst>
                </p:cNvPr>
                <p:cNvSpPr txBox="1"/>
                <p:nvPr/>
              </p:nvSpPr>
              <p:spPr>
                <a:xfrm>
                  <a:off x="2613956" y="4879182"/>
                  <a:ext cx="1064113" cy="4070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k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7" name="文字方塊 75">
                  <a:extLst>
                    <a:ext uri="{FF2B5EF4-FFF2-40B4-BE49-F238E27FC236}">
                      <a16:creationId xmlns:a16="http://schemas.microsoft.com/office/drawing/2014/main" id="{1DBC02EC-A1A5-44E0-C1B6-0587126EA4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79182"/>
                  <a:ext cx="1064113" cy="4070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群組 76">
              <a:extLst>
                <a:ext uri="{FF2B5EF4-FFF2-40B4-BE49-F238E27FC236}">
                  <a16:creationId xmlns:a16="http://schemas.microsoft.com/office/drawing/2014/main" id="{98A75057-C094-289E-F9A2-1B89C1C86D57}"/>
                </a:ext>
              </a:extLst>
            </p:cNvPr>
            <p:cNvGrpSpPr/>
            <p:nvPr/>
          </p:nvGrpSpPr>
          <p:grpSpPr>
            <a:xfrm>
              <a:off x="2714163" y="5220715"/>
              <a:ext cx="886082" cy="400110"/>
              <a:chOff x="2714163" y="5220715"/>
              <a:chExt cx="886082" cy="400110"/>
            </a:xfrm>
          </p:grpSpPr>
          <p:cxnSp>
            <p:nvCxnSpPr>
              <p:cNvPr id="29" name="直線接點 77">
                <a:extLst>
                  <a:ext uri="{FF2B5EF4-FFF2-40B4-BE49-F238E27FC236}">
                    <a16:creationId xmlns:a16="http://schemas.microsoft.com/office/drawing/2014/main" id="{1E1CDDBC-9998-B81D-F997-D4FF2583F8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" name="文字方塊 78">
                <a:extLst>
                  <a:ext uri="{FF2B5EF4-FFF2-40B4-BE49-F238E27FC236}">
                    <a16:creationId xmlns:a16="http://schemas.microsoft.com/office/drawing/2014/main" id="{C9DC5D65-3362-D425-302F-078613F08B0B}"/>
                  </a:ext>
                </a:extLst>
              </p:cNvPr>
              <p:cNvSpPr txBox="1"/>
              <p:nvPr/>
            </p:nvSpPr>
            <p:spPr>
              <a:xfrm>
                <a:off x="2976672" y="5220715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31" name="弧形 94">
            <a:extLst>
              <a:ext uri="{FF2B5EF4-FFF2-40B4-BE49-F238E27FC236}">
                <a16:creationId xmlns:a16="http://schemas.microsoft.com/office/drawing/2014/main" id="{BF21B466-51EB-BFB5-FCFD-55BA4B123C50}"/>
              </a:ext>
            </a:extLst>
          </p:cNvPr>
          <p:cNvSpPr/>
          <p:nvPr/>
        </p:nvSpPr>
        <p:spPr>
          <a:xfrm rot="10800000" flipH="1">
            <a:off x="2478304" y="2229251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C3F5D6-80EF-0B86-7128-8BE1A0937897}"/>
                  </a:ext>
                </a:extLst>
              </p:cNvPr>
              <p:cNvSpPr txBox="1"/>
              <p:nvPr/>
            </p:nvSpPr>
            <p:spPr>
              <a:xfrm>
                <a:off x="2768989" y="233817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2C3F5D6-80EF-0B86-7128-8BE1A0937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989" y="2338172"/>
                <a:ext cx="250488" cy="400110"/>
              </a:xfrm>
              <a:prstGeom prst="rect">
                <a:avLst/>
              </a:prstGeom>
              <a:blipFill>
                <a:blip r:embed="rId14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3" name="筆跡 17">
                <a:extLst>
                  <a:ext uri="{FF2B5EF4-FFF2-40B4-BE49-F238E27FC236}">
                    <a16:creationId xmlns:a16="http://schemas.microsoft.com/office/drawing/2014/main" id="{41B9F2F0-4BAA-81AA-C181-78F57E3515EC}"/>
                  </a:ext>
                </a:extLst>
              </p14:cNvPr>
              <p14:cNvContentPartPr/>
              <p14:nvPr/>
            </p14:nvContentPartPr>
            <p14:xfrm>
              <a:off x="2179287" y="1869722"/>
              <a:ext cx="91440" cy="45719"/>
            </p14:xfrm>
          </p:contentPart>
        </mc:Choice>
        <mc:Fallback>
          <p:pic>
            <p:nvPicPr>
              <p:cNvPr id="33" name="筆跡 17">
                <a:extLst>
                  <a:ext uri="{FF2B5EF4-FFF2-40B4-BE49-F238E27FC236}">
                    <a16:creationId xmlns:a16="http://schemas.microsoft.com/office/drawing/2014/main" id="{41B9F2F0-4BAA-81AA-C181-78F57E3515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25499" y="-11845978"/>
                <a:ext cx="1986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" name="筆跡 17">
                <a:extLst>
                  <a:ext uri="{FF2B5EF4-FFF2-40B4-BE49-F238E27FC236}">
                    <a16:creationId xmlns:a16="http://schemas.microsoft.com/office/drawing/2014/main" id="{E1E19DE3-AE12-E8EA-67B8-583ABFAE0942}"/>
                  </a:ext>
                </a:extLst>
              </p14:cNvPr>
              <p14:cNvContentPartPr/>
              <p14:nvPr/>
            </p14:nvContentPartPr>
            <p14:xfrm>
              <a:off x="3615844" y="1870205"/>
              <a:ext cx="45719" cy="45719"/>
            </p14:xfrm>
          </p:contentPart>
        </mc:Choice>
        <mc:Fallback>
          <p:pic>
            <p:nvPicPr>
              <p:cNvPr id="34" name="筆跡 17">
                <a:extLst>
                  <a:ext uri="{FF2B5EF4-FFF2-40B4-BE49-F238E27FC236}">
                    <a16:creationId xmlns:a16="http://schemas.microsoft.com/office/drawing/2014/main" id="{E1E19DE3-AE12-E8EA-67B8-583ABFAE094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62267" y="-11845495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筆跡 17">
                <a:extLst>
                  <a:ext uri="{FF2B5EF4-FFF2-40B4-BE49-F238E27FC236}">
                    <a16:creationId xmlns:a16="http://schemas.microsoft.com/office/drawing/2014/main" id="{B3456105-A18A-26F6-9671-116EF7FCA410}"/>
                  </a:ext>
                </a:extLst>
              </p14:cNvPr>
              <p14:cNvContentPartPr/>
              <p14:nvPr/>
            </p14:nvContentPartPr>
            <p14:xfrm>
              <a:off x="4906656" y="1880666"/>
              <a:ext cx="45719" cy="45719"/>
            </p14:xfrm>
          </p:contentPart>
        </mc:Choice>
        <mc:Fallback>
          <p:pic>
            <p:nvPicPr>
              <p:cNvPr id="35" name="筆跡 17">
                <a:extLst>
                  <a:ext uri="{FF2B5EF4-FFF2-40B4-BE49-F238E27FC236}">
                    <a16:creationId xmlns:a16="http://schemas.microsoft.com/office/drawing/2014/main" id="{B3456105-A18A-26F6-9671-116EF7FCA41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53079" y="-11835034"/>
                <a:ext cx="1525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417B16-63DF-B7C1-972D-3FB48C90D6F1}"/>
                  </a:ext>
                </a:extLst>
              </p:cNvPr>
              <p:cNvSpPr txBox="1"/>
              <p:nvPr/>
            </p:nvSpPr>
            <p:spPr>
              <a:xfrm>
                <a:off x="3057260" y="234790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A417B16-63DF-B7C1-972D-3FB48C90D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260" y="2347900"/>
                <a:ext cx="349480" cy="400110"/>
              </a:xfrm>
              <a:prstGeom prst="rect">
                <a:avLst/>
              </a:prstGeom>
              <a:blipFill>
                <a:blip r:embed="rId21"/>
                <a:stretch>
                  <a:fillRect r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弧形 94">
            <a:extLst>
              <a:ext uri="{FF2B5EF4-FFF2-40B4-BE49-F238E27FC236}">
                <a16:creationId xmlns:a16="http://schemas.microsoft.com/office/drawing/2014/main" id="{9F8B40A7-0A09-1268-9395-7D0E9F66E9B0}"/>
              </a:ext>
            </a:extLst>
          </p:cNvPr>
          <p:cNvSpPr/>
          <p:nvPr/>
        </p:nvSpPr>
        <p:spPr>
          <a:xfrm rot="10957079">
            <a:off x="3622068" y="223466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8" name="群組 74">
            <a:extLst>
              <a:ext uri="{FF2B5EF4-FFF2-40B4-BE49-F238E27FC236}">
                <a16:creationId xmlns:a16="http://schemas.microsoft.com/office/drawing/2014/main" id="{3C3E43E6-797B-A43C-E6A2-22C80420CEE9}"/>
              </a:ext>
            </a:extLst>
          </p:cNvPr>
          <p:cNvGrpSpPr/>
          <p:nvPr/>
        </p:nvGrpSpPr>
        <p:grpSpPr>
          <a:xfrm>
            <a:off x="3644545" y="2177238"/>
            <a:ext cx="1064113" cy="761099"/>
            <a:chOff x="2613956" y="4869454"/>
            <a:chExt cx="1064113" cy="7610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75">
                  <a:extLst>
                    <a:ext uri="{FF2B5EF4-FFF2-40B4-BE49-F238E27FC236}">
                      <a16:creationId xmlns:a16="http://schemas.microsoft.com/office/drawing/2014/main" id="{27DCFB3F-FD66-6014-9F56-9FCF60C28AAE}"/>
                    </a:ext>
                  </a:extLst>
                </p:cNvPr>
                <p:cNvSpPr txBox="1"/>
                <p:nvPr/>
              </p:nvSpPr>
              <p:spPr>
                <a:xfrm>
                  <a:off x="2613956" y="4869454"/>
                  <a:ext cx="106411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7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9" name="文字方塊 75">
                  <a:extLst>
                    <a:ext uri="{FF2B5EF4-FFF2-40B4-BE49-F238E27FC236}">
                      <a16:creationId xmlns:a16="http://schemas.microsoft.com/office/drawing/2014/main" id="{27DCFB3F-FD66-6014-9F56-9FCF60C28A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3956" y="4869454"/>
                  <a:ext cx="1064113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群組 76">
              <a:extLst>
                <a:ext uri="{FF2B5EF4-FFF2-40B4-BE49-F238E27FC236}">
                  <a16:creationId xmlns:a16="http://schemas.microsoft.com/office/drawing/2014/main" id="{A4B6D9EB-A4EF-0061-9510-9392D3E01F71}"/>
                </a:ext>
              </a:extLst>
            </p:cNvPr>
            <p:cNvGrpSpPr/>
            <p:nvPr/>
          </p:nvGrpSpPr>
          <p:grpSpPr>
            <a:xfrm>
              <a:off x="2714163" y="5230443"/>
              <a:ext cx="886082" cy="400110"/>
              <a:chOff x="2714163" y="5230443"/>
              <a:chExt cx="886082" cy="400110"/>
            </a:xfrm>
          </p:grpSpPr>
          <p:cxnSp>
            <p:nvCxnSpPr>
              <p:cNvPr id="41" name="直線接點 77">
                <a:extLst>
                  <a:ext uri="{FF2B5EF4-FFF2-40B4-BE49-F238E27FC236}">
                    <a16:creationId xmlns:a16="http://schemas.microsoft.com/office/drawing/2014/main" id="{13DBACE4-E857-724A-ADDD-3CA198D3C9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714163" y="5230443"/>
                <a:ext cx="88608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" name="文字方塊 78">
                <a:extLst>
                  <a:ext uri="{FF2B5EF4-FFF2-40B4-BE49-F238E27FC236}">
                    <a16:creationId xmlns:a16="http://schemas.microsoft.com/office/drawing/2014/main" id="{01DAEE2E-F040-4666-AA1D-CC521B4A90CA}"/>
                  </a:ext>
                </a:extLst>
              </p:cNvPr>
              <p:cNvSpPr txBox="1"/>
              <p:nvPr/>
            </p:nvSpPr>
            <p:spPr>
              <a:xfrm>
                <a:off x="2976672" y="5230443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16">
                <a:extLst>
                  <a:ext uri="{FF2B5EF4-FFF2-40B4-BE49-F238E27FC236}">
                    <a16:creationId xmlns:a16="http://schemas.microsoft.com/office/drawing/2014/main" id="{5EDF72CF-2BB0-839A-DD1C-C96ACFDB0478}"/>
                  </a:ext>
                </a:extLst>
              </p:cNvPr>
              <p:cNvSpPr txBox="1"/>
              <p:nvPr/>
            </p:nvSpPr>
            <p:spPr>
              <a:xfrm>
                <a:off x="4693706" y="23381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16">
                <a:extLst>
                  <a:ext uri="{FF2B5EF4-FFF2-40B4-BE49-F238E27FC236}">
                    <a16:creationId xmlns:a16="http://schemas.microsoft.com/office/drawing/2014/main" id="{5EDF72CF-2BB0-839A-DD1C-C96ACFDB0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706" y="233817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22">
            <a:extLst>
              <a:ext uri="{FF2B5EF4-FFF2-40B4-BE49-F238E27FC236}">
                <a16:creationId xmlns:a16="http://schemas.microsoft.com/office/drawing/2014/main" id="{652CBA4E-DA7F-55FE-3CBC-20EA326CB41B}"/>
              </a:ext>
            </a:extLst>
          </p:cNvPr>
          <p:cNvGrpSpPr/>
          <p:nvPr/>
        </p:nvGrpSpPr>
        <p:grpSpPr>
          <a:xfrm>
            <a:off x="4959489" y="2175080"/>
            <a:ext cx="1024496" cy="753533"/>
            <a:chOff x="2783752" y="4711745"/>
            <a:chExt cx="986018" cy="6729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字方塊 23">
                  <a:extLst>
                    <a:ext uri="{FF2B5EF4-FFF2-40B4-BE49-F238E27FC236}">
                      <a16:creationId xmlns:a16="http://schemas.microsoft.com/office/drawing/2014/main" id="{A92005B3-26FC-C63A-F044-02D02109ECBB}"/>
                    </a:ext>
                  </a:extLst>
                </p:cNvPr>
                <p:cNvSpPr txBox="1"/>
                <p:nvPr/>
              </p:nvSpPr>
              <p:spPr>
                <a:xfrm>
                  <a:off x="2783752" y="4711745"/>
                  <a:ext cx="986018" cy="3635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x</m:t>
                        </m:r>
                        <m:r>
                          <a:rPr lang="en-US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Calligraphy" panose="03010101010101010101" pitchFamily="66" charset="0"/>
                          </a:rPr>
                          <m:t>k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5" name="文字方塊 23">
                  <a:extLst>
                    <a:ext uri="{FF2B5EF4-FFF2-40B4-BE49-F238E27FC236}">
                      <a16:creationId xmlns:a16="http://schemas.microsoft.com/office/drawing/2014/main" id="{A92005B3-26FC-C63A-F044-02D02109E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752" y="4711745"/>
                  <a:ext cx="986018" cy="363546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群組 24">
              <a:extLst>
                <a:ext uri="{FF2B5EF4-FFF2-40B4-BE49-F238E27FC236}">
                  <a16:creationId xmlns:a16="http://schemas.microsoft.com/office/drawing/2014/main" id="{2CCE90ED-988F-15F4-40E1-54F49665DBBA}"/>
                </a:ext>
              </a:extLst>
            </p:cNvPr>
            <p:cNvGrpSpPr/>
            <p:nvPr/>
          </p:nvGrpSpPr>
          <p:grpSpPr>
            <a:xfrm>
              <a:off x="2941999" y="5027357"/>
              <a:ext cx="662571" cy="357304"/>
              <a:chOff x="2941999" y="5027357"/>
              <a:chExt cx="662571" cy="357304"/>
            </a:xfrm>
          </p:grpSpPr>
          <p:cxnSp>
            <p:nvCxnSpPr>
              <p:cNvPr id="47" name="直線接點 25">
                <a:extLst>
                  <a:ext uri="{FF2B5EF4-FFF2-40B4-BE49-F238E27FC236}">
                    <a16:creationId xmlns:a16="http://schemas.microsoft.com/office/drawing/2014/main" id="{A01509E1-04EF-67CB-8154-82462845F8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41999" y="5036044"/>
                <a:ext cx="66257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" name="文字方塊 26">
                <a:extLst>
                  <a:ext uri="{FF2B5EF4-FFF2-40B4-BE49-F238E27FC236}">
                    <a16:creationId xmlns:a16="http://schemas.microsoft.com/office/drawing/2014/main" id="{38BD9D93-0266-2DF2-8A78-FE4D08C856CC}"/>
                  </a:ext>
                </a:extLst>
              </p:cNvPr>
              <p:cNvSpPr txBox="1"/>
              <p:nvPr/>
            </p:nvSpPr>
            <p:spPr>
              <a:xfrm>
                <a:off x="3090905" y="5027357"/>
                <a:ext cx="344352" cy="3573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6</a:t>
                </a:r>
              </a:p>
            </p:txBody>
          </p:sp>
        </p:grpSp>
      </p:grpSp>
      <p:sp>
        <p:nvSpPr>
          <p:cNvPr id="51" name="弧形 94">
            <a:extLst>
              <a:ext uri="{FF2B5EF4-FFF2-40B4-BE49-F238E27FC236}">
                <a16:creationId xmlns:a16="http://schemas.microsoft.com/office/drawing/2014/main" id="{3BC3C4AC-8FE5-5F25-02B6-67C6CABF6237}"/>
              </a:ext>
            </a:extLst>
          </p:cNvPr>
          <p:cNvSpPr/>
          <p:nvPr/>
        </p:nvSpPr>
        <p:spPr>
          <a:xfrm rot="10800000" flipH="1">
            <a:off x="5753744" y="222690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6E02E0-F632-5971-5851-7E38EE14AD15}"/>
                  </a:ext>
                </a:extLst>
              </p:cNvPr>
              <p:cNvSpPr txBox="1"/>
              <p:nvPr/>
            </p:nvSpPr>
            <p:spPr>
              <a:xfrm>
                <a:off x="1537717" y="3127201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D6E02E0-F632-5971-5851-7E38EE14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717" y="3127201"/>
                <a:ext cx="485887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6">
                <a:extLst>
                  <a:ext uri="{FF2B5EF4-FFF2-40B4-BE49-F238E27FC236}">
                    <a16:creationId xmlns:a16="http://schemas.microsoft.com/office/drawing/2014/main" id="{C1075BB0-13E1-800E-55A8-A097C84CBAB4}"/>
                  </a:ext>
                </a:extLst>
              </p:cNvPr>
              <p:cNvSpPr txBox="1"/>
              <p:nvPr/>
            </p:nvSpPr>
            <p:spPr>
              <a:xfrm>
                <a:off x="2007081" y="31124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6">
                <a:extLst>
                  <a:ext uri="{FF2B5EF4-FFF2-40B4-BE49-F238E27FC236}">
                    <a16:creationId xmlns:a16="http://schemas.microsoft.com/office/drawing/2014/main" id="{C1075BB0-13E1-800E-55A8-A097C84CB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81" y="311248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2C3E9DD-12F7-7C7B-F8B3-71145450080F}"/>
                  </a:ext>
                </a:extLst>
              </p:cNvPr>
              <p:cNvSpPr txBox="1"/>
              <p:nvPr/>
            </p:nvSpPr>
            <p:spPr>
              <a:xfrm>
                <a:off x="2265866" y="3117473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2C3E9DD-12F7-7C7B-F8B3-711454500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866" y="3117473"/>
                <a:ext cx="349480" cy="407099"/>
              </a:xfrm>
              <a:prstGeom prst="rect">
                <a:avLst/>
              </a:prstGeom>
              <a:blipFill>
                <a:blip r:embed="rId27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B208275-6165-D34D-FA30-9FA3A54F2B1F}"/>
                  </a:ext>
                </a:extLst>
              </p:cNvPr>
              <p:cNvSpPr txBox="1"/>
              <p:nvPr/>
            </p:nvSpPr>
            <p:spPr>
              <a:xfrm>
                <a:off x="2781233" y="311248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B208275-6165-D34D-FA30-9FA3A54F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233" y="3112482"/>
                <a:ext cx="250488" cy="400110"/>
              </a:xfrm>
              <a:prstGeom prst="rect">
                <a:avLst/>
              </a:prstGeom>
              <a:blipFill>
                <a:blip r:embed="rId2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74D56B-F7AD-3DA3-E9F6-F6CB5B0D1123}"/>
                  </a:ext>
                </a:extLst>
              </p:cNvPr>
              <p:cNvSpPr txBox="1"/>
              <p:nvPr/>
            </p:nvSpPr>
            <p:spPr>
              <a:xfrm>
                <a:off x="3130504" y="3123706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074D56B-F7AD-3DA3-E9F6-F6CB5B0D1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504" y="3123706"/>
                <a:ext cx="485887" cy="400110"/>
              </a:xfrm>
              <a:prstGeom prst="rect">
                <a:avLst/>
              </a:prstGeom>
              <a:blipFill>
                <a:blip r:embed="rId29"/>
                <a:stretch>
                  <a:fillRect r="-3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16">
                <a:extLst>
                  <a:ext uri="{FF2B5EF4-FFF2-40B4-BE49-F238E27FC236}">
                    <a16:creationId xmlns:a16="http://schemas.microsoft.com/office/drawing/2014/main" id="{949C2077-F7EF-A7A9-8F67-C5729FA393CE}"/>
                  </a:ext>
                </a:extLst>
              </p:cNvPr>
              <p:cNvSpPr txBox="1"/>
              <p:nvPr/>
            </p:nvSpPr>
            <p:spPr>
              <a:xfrm>
                <a:off x="3783432" y="31117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16">
                <a:extLst>
                  <a:ext uri="{FF2B5EF4-FFF2-40B4-BE49-F238E27FC236}">
                    <a16:creationId xmlns:a16="http://schemas.microsoft.com/office/drawing/2014/main" id="{949C2077-F7EF-A7A9-8F67-C5729FA39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432" y="3111726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A6A98E8-2E5D-D60B-F009-97C903C9EBE8}"/>
                  </a:ext>
                </a:extLst>
              </p:cNvPr>
              <p:cNvSpPr txBox="1"/>
              <p:nvPr/>
            </p:nvSpPr>
            <p:spPr>
              <a:xfrm>
                <a:off x="4042217" y="3116717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A6A98E8-2E5D-D60B-F009-97C903C9E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217" y="3116717"/>
                <a:ext cx="349480" cy="407099"/>
              </a:xfrm>
              <a:prstGeom prst="rect">
                <a:avLst/>
              </a:prstGeom>
              <a:blipFill>
                <a:blip r:embed="rId31"/>
                <a:stretch>
                  <a:fillRect r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DBEE7F33-35F6-4E51-781A-7313C7C6713A}"/>
                  </a:ext>
                </a:extLst>
              </p:cNvPr>
              <p:cNvSpPr txBox="1"/>
              <p:nvPr/>
            </p:nvSpPr>
            <p:spPr>
              <a:xfrm>
                <a:off x="4469669" y="31027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16">
                <a:extLst>
                  <a:ext uri="{FF2B5EF4-FFF2-40B4-BE49-F238E27FC236}">
                    <a16:creationId xmlns:a16="http://schemas.microsoft.com/office/drawing/2014/main" id="{DBEE7F33-35F6-4E51-781A-7313C7C67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669" y="310275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CB1196-A8A2-9670-2F26-F29B8C25C0B6}"/>
                  </a:ext>
                </a:extLst>
              </p:cNvPr>
              <p:cNvSpPr txBox="1"/>
              <p:nvPr/>
            </p:nvSpPr>
            <p:spPr>
              <a:xfrm>
                <a:off x="4736843" y="3117710"/>
                <a:ext cx="34948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CB1196-A8A2-9670-2F26-F29B8C25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843" y="3117710"/>
                <a:ext cx="349480" cy="400110"/>
              </a:xfrm>
              <a:prstGeom prst="rect">
                <a:avLst/>
              </a:prstGeom>
              <a:blipFill>
                <a:blip r:embed="rId33"/>
                <a:stretch>
                  <a:fillRect r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16">
                <a:extLst>
                  <a:ext uri="{FF2B5EF4-FFF2-40B4-BE49-F238E27FC236}">
                    <a16:creationId xmlns:a16="http://schemas.microsoft.com/office/drawing/2014/main" id="{16D2A1B0-B35D-07EA-86CB-71EE2BA36EDF}"/>
                  </a:ext>
                </a:extLst>
              </p:cNvPr>
              <p:cNvSpPr txBox="1"/>
              <p:nvPr/>
            </p:nvSpPr>
            <p:spPr>
              <a:xfrm>
                <a:off x="5205653" y="30967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16">
                <a:extLst>
                  <a:ext uri="{FF2B5EF4-FFF2-40B4-BE49-F238E27FC236}">
                    <a16:creationId xmlns:a16="http://schemas.microsoft.com/office/drawing/2014/main" id="{16D2A1B0-B35D-07EA-86CB-71EE2BA36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5653" y="3096770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7705F0E-7869-D249-9C24-79BC31A599D4}"/>
                  </a:ext>
                </a:extLst>
              </p:cNvPr>
              <p:cNvSpPr txBox="1"/>
              <p:nvPr/>
            </p:nvSpPr>
            <p:spPr>
              <a:xfrm>
                <a:off x="5472827" y="3101998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7705F0E-7869-D249-9C24-79BC31A59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827" y="3101998"/>
                <a:ext cx="349480" cy="407099"/>
              </a:xfrm>
              <a:prstGeom prst="rect">
                <a:avLst/>
              </a:prstGeom>
              <a:blipFill>
                <a:blip r:embed="rId35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9D80922-4582-2E41-6589-EB32651D80DA}"/>
                  </a:ext>
                </a:extLst>
              </p:cNvPr>
              <p:cNvSpPr txBox="1"/>
              <p:nvPr/>
            </p:nvSpPr>
            <p:spPr>
              <a:xfrm>
                <a:off x="615546" y="3719609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8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9D80922-4582-2E41-6589-EB32651D8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46" y="3719609"/>
                <a:ext cx="485887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16">
                <a:extLst>
                  <a:ext uri="{FF2B5EF4-FFF2-40B4-BE49-F238E27FC236}">
                    <a16:creationId xmlns:a16="http://schemas.microsoft.com/office/drawing/2014/main" id="{3D670A00-9823-C2FB-9D30-900AD2BF22BF}"/>
                  </a:ext>
                </a:extLst>
              </p:cNvPr>
              <p:cNvSpPr txBox="1"/>
              <p:nvPr/>
            </p:nvSpPr>
            <p:spPr>
              <a:xfrm>
                <a:off x="1084910" y="37048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16">
                <a:extLst>
                  <a:ext uri="{FF2B5EF4-FFF2-40B4-BE49-F238E27FC236}">
                    <a16:creationId xmlns:a16="http://schemas.microsoft.com/office/drawing/2014/main" id="{3D670A00-9823-C2FB-9D30-900AD2BF2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910" y="3704890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E0E7C22-AA63-8926-1676-4291E46CD17C}"/>
                  </a:ext>
                </a:extLst>
              </p:cNvPr>
              <p:cNvSpPr txBox="1"/>
              <p:nvPr/>
            </p:nvSpPr>
            <p:spPr>
              <a:xfrm>
                <a:off x="1351279" y="3712410"/>
                <a:ext cx="4858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15</m:t>
                      </m:r>
                      <m:r>
                        <m:rPr>
                          <m:nor/>
                        </m:rPr>
                        <a:rPr lang="en-HK" altLang="zh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E0E7C22-AA63-8926-1676-4291E46CD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279" y="3712410"/>
                <a:ext cx="485887" cy="400110"/>
              </a:xfrm>
              <a:prstGeom prst="rect">
                <a:avLst/>
              </a:prstGeom>
              <a:blipFill>
                <a:blip r:embed="rId38"/>
                <a:stretch>
                  <a:fillRect r="-32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16">
                <a:extLst>
                  <a:ext uri="{FF2B5EF4-FFF2-40B4-BE49-F238E27FC236}">
                    <a16:creationId xmlns:a16="http://schemas.microsoft.com/office/drawing/2014/main" id="{D13447A6-226A-301F-620D-EEEF9DB186AD}"/>
                  </a:ext>
                </a:extLst>
              </p:cNvPr>
              <p:cNvSpPr txBox="1"/>
              <p:nvPr/>
            </p:nvSpPr>
            <p:spPr>
              <a:xfrm>
                <a:off x="2004207" y="37004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16">
                <a:extLst>
                  <a:ext uri="{FF2B5EF4-FFF2-40B4-BE49-F238E27FC236}">
                    <a16:creationId xmlns:a16="http://schemas.microsoft.com/office/drawing/2014/main" id="{D13447A6-226A-301F-620D-EEEF9DB18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207" y="3700430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5EAEF93-9F9B-5C7B-ECF8-3FE326072659}"/>
                  </a:ext>
                </a:extLst>
              </p:cNvPr>
              <p:cNvSpPr txBox="1"/>
              <p:nvPr/>
            </p:nvSpPr>
            <p:spPr>
              <a:xfrm>
                <a:off x="2262992" y="3705421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5EAEF93-9F9B-5C7B-ECF8-3FE326072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2992" y="3705421"/>
                <a:ext cx="349480" cy="407099"/>
              </a:xfrm>
              <a:prstGeom prst="rect">
                <a:avLst/>
              </a:prstGeom>
              <a:blipFill>
                <a:blip r:embed="rId40"/>
                <a:stretch>
                  <a:fillRect r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6FA780-B51D-4A32-9318-195FA201A8B1}"/>
                  </a:ext>
                </a:extLst>
              </p:cNvPr>
              <p:cNvSpPr txBox="1"/>
              <p:nvPr/>
            </p:nvSpPr>
            <p:spPr>
              <a:xfrm>
                <a:off x="2784089" y="3688981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6FA780-B51D-4A32-9318-195FA201A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089" y="3688981"/>
                <a:ext cx="250488" cy="400110"/>
              </a:xfrm>
              <a:prstGeom prst="rect">
                <a:avLst/>
              </a:prstGeom>
              <a:blipFill>
                <a:blip r:embed="rId41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E556053-94FF-B96E-AC5E-2004DA7D68F3}"/>
                  </a:ext>
                </a:extLst>
              </p:cNvPr>
              <p:cNvSpPr txBox="1"/>
              <p:nvPr/>
            </p:nvSpPr>
            <p:spPr>
              <a:xfrm>
                <a:off x="3090342" y="3705809"/>
                <a:ext cx="64254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E556053-94FF-B96E-AC5E-2004DA7D6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342" y="3705809"/>
                <a:ext cx="642549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16">
                <a:extLst>
                  <a:ext uri="{FF2B5EF4-FFF2-40B4-BE49-F238E27FC236}">
                    <a16:creationId xmlns:a16="http://schemas.microsoft.com/office/drawing/2014/main" id="{CE8139D8-B713-AADD-1159-0E35F79B0CA9}"/>
                  </a:ext>
                </a:extLst>
              </p:cNvPr>
              <p:cNvSpPr txBox="1"/>
              <p:nvPr/>
            </p:nvSpPr>
            <p:spPr>
              <a:xfrm>
                <a:off x="3699448" y="3694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" name="文字方塊 16">
                <a:extLst>
                  <a:ext uri="{FF2B5EF4-FFF2-40B4-BE49-F238E27FC236}">
                    <a16:creationId xmlns:a16="http://schemas.microsoft.com/office/drawing/2014/main" id="{CE8139D8-B713-AADD-1159-0E35F79B0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448" y="3694237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6BD293E-6485-7D81-8485-32674B44159F}"/>
                  </a:ext>
                </a:extLst>
              </p:cNvPr>
              <p:cNvSpPr txBox="1"/>
              <p:nvPr/>
            </p:nvSpPr>
            <p:spPr>
              <a:xfrm>
                <a:off x="3966622" y="3699465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6BD293E-6485-7D81-8485-32674B441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622" y="3699465"/>
                <a:ext cx="349480" cy="407099"/>
              </a:xfrm>
              <a:prstGeom prst="rect">
                <a:avLst/>
              </a:prstGeom>
              <a:blipFill>
                <a:blip r:embed="rId44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16">
                <a:extLst>
                  <a:ext uri="{FF2B5EF4-FFF2-40B4-BE49-F238E27FC236}">
                    <a16:creationId xmlns:a16="http://schemas.microsoft.com/office/drawing/2014/main" id="{446B4616-8080-C621-E5C9-B1C38971F0C3}"/>
                  </a:ext>
                </a:extLst>
              </p:cNvPr>
              <p:cNvSpPr txBox="1"/>
              <p:nvPr/>
            </p:nvSpPr>
            <p:spPr>
              <a:xfrm>
                <a:off x="4416018" y="36820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16">
                <a:extLst>
                  <a:ext uri="{FF2B5EF4-FFF2-40B4-BE49-F238E27FC236}">
                    <a16:creationId xmlns:a16="http://schemas.microsoft.com/office/drawing/2014/main" id="{446B4616-8080-C621-E5C9-B1C38971F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018" y="3682020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29D85F-202F-477B-1B3E-E5502E76BC6E}"/>
                  </a:ext>
                </a:extLst>
              </p:cNvPr>
              <p:cNvSpPr txBox="1"/>
              <p:nvPr/>
            </p:nvSpPr>
            <p:spPr>
              <a:xfrm>
                <a:off x="4683192" y="3687248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4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429D85F-202F-477B-1B3E-E5502E76B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192" y="3687248"/>
                <a:ext cx="349480" cy="407099"/>
              </a:xfrm>
              <a:prstGeom prst="rect">
                <a:avLst/>
              </a:prstGeom>
              <a:blipFill>
                <a:blip r:embed="rId46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DB4D3C3-6724-76BD-916B-32067178AA34}"/>
                  </a:ext>
                </a:extLst>
              </p:cNvPr>
              <p:cNvSpPr txBox="1"/>
              <p:nvPr/>
            </p:nvSpPr>
            <p:spPr>
              <a:xfrm>
                <a:off x="2054833" y="4230189"/>
                <a:ext cx="6425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6DB4D3C3-6724-76BD-916B-32067178A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3" y="4230189"/>
                <a:ext cx="642549" cy="400110"/>
              </a:xfrm>
              <a:prstGeom prst="rect">
                <a:avLst/>
              </a:prstGeom>
              <a:blipFill>
                <a:blip r:embed="rId47"/>
                <a:stretch>
                  <a:fillRect r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96251F4-BF8D-98F3-0373-C6D3A1F4E0B3}"/>
                  </a:ext>
                </a:extLst>
              </p:cNvPr>
              <p:cNvSpPr txBox="1"/>
              <p:nvPr/>
            </p:nvSpPr>
            <p:spPr>
              <a:xfrm>
                <a:off x="2785246" y="421610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96251F4-BF8D-98F3-0373-C6D3A1F4E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5246" y="4216100"/>
                <a:ext cx="250488" cy="400110"/>
              </a:xfrm>
              <a:prstGeom prst="rect">
                <a:avLst/>
              </a:prstGeom>
              <a:blipFill>
                <a:blip r:embed="rId4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BC9BA2-2BC2-E1A9-81B5-7D6D87D8355F}"/>
                  </a:ext>
                </a:extLst>
              </p:cNvPr>
              <p:cNvSpPr txBox="1"/>
              <p:nvPr/>
            </p:nvSpPr>
            <p:spPr>
              <a:xfrm>
                <a:off x="3091499" y="4213472"/>
                <a:ext cx="64254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0BC9BA2-2BC2-E1A9-81B5-7D6D87D83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499" y="4213472"/>
                <a:ext cx="642549" cy="4070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16">
                <a:extLst>
                  <a:ext uri="{FF2B5EF4-FFF2-40B4-BE49-F238E27FC236}">
                    <a16:creationId xmlns:a16="http://schemas.microsoft.com/office/drawing/2014/main" id="{2EC95D8F-4B4F-9CDD-1FD7-820CC913ABED}"/>
                  </a:ext>
                </a:extLst>
              </p:cNvPr>
              <p:cNvSpPr txBox="1"/>
              <p:nvPr/>
            </p:nvSpPr>
            <p:spPr>
              <a:xfrm>
                <a:off x="3700605" y="42019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1" name="文字方塊 16">
                <a:extLst>
                  <a:ext uri="{FF2B5EF4-FFF2-40B4-BE49-F238E27FC236}">
                    <a16:creationId xmlns:a16="http://schemas.microsoft.com/office/drawing/2014/main" id="{2EC95D8F-4B4F-9CDD-1FD7-820CC913A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605" y="4201900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BC03EC4-0051-AC6F-07B8-C84222D91F1F}"/>
                  </a:ext>
                </a:extLst>
              </p:cNvPr>
              <p:cNvSpPr txBox="1"/>
              <p:nvPr/>
            </p:nvSpPr>
            <p:spPr>
              <a:xfrm>
                <a:off x="3967779" y="4207128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BC03EC4-0051-AC6F-07B8-C84222D91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779" y="4207128"/>
                <a:ext cx="349480" cy="407099"/>
              </a:xfrm>
              <a:prstGeom prst="rect">
                <a:avLst/>
              </a:prstGeom>
              <a:blipFill>
                <a:blip r:embed="rId51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8B2CAC2-2C5B-B945-35B2-4B5665C411EF}"/>
                  </a:ext>
                </a:extLst>
              </p:cNvPr>
              <p:cNvSpPr txBox="1"/>
              <p:nvPr/>
            </p:nvSpPr>
            <p:spPr>
              <a:xfrm>
                <a:off x="2419935" y="4907941"/>
                <a:ext cx="26119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x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8B2CAC2-2C5B-B945-35B2-4B5665C411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935" y="4907941"/>
                <a:ext cx="261190" cy="400110"/>
              </a:xfrm>
              <a:prstGeom prst="rect">
                <a:avLst/>
              </a:prstGeom>
              <a:blipFill>
                <a:blip r:embed="rId52"/>
                <a:stretch>
                  <a:fillRect r="-1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51056F3-FAF5-E373-39A5-516EE6F9571A}"/>
                  </a:ext>
                </a:extLst>
              </p:cNvPr>
              <p:cNvSpPr txBox="1"/>
              <p:nvPr/>
            </p:nvSpPr>
            <p:spPr>
              <a:xfrm>
                <a:off x="2798173" y="489385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51056F3-FAF5-E373-39A5-516EE6F95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173" y="4893852"/>
                <a:ext cx="250488" cy="400110"/>
              </a:xfrm>
              <a:prstGeom prst="rect">
                <a:avLst/>
              </a:prstGeom>
              <a:blipFill>
                <a:blip r:embed="rId53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C86F71-27AE-56BA-1094-C2DEFB1CD931}"/>
                  </a:ext>
                </a:extLst>
              </p:cNvPr>
              <p:cNvSpPr txBox="1"/>
              <p:nvPr/>
            </p:nvSpPr>
            <p:spPr>
              <a:xfrm>
                <a:off x="3148710" y="4714083"/>
                <a:ext cx="64254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21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C86F71-27AE-56BA-1094-C2DEFB1CD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710" y="4714083"/>
                <a:ext cx="642549" cy="407099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16">
                <a:extLst>
                  <a:ext uri="{FF2B5EF4-FFF2-40B4-BE49-F238E27FC236}">
                    <a16:creationId xmlns:a16="http://schemas.microsoft.com/office/drawing/2014/main" id="{5E7922B8-EC2E-5968-269F-FBED15F0C8F3}"/>
                  </a:ext>
                </a:extLst>
              </p:cNvPr>
              <p:cNvSpPr txBox="1"/>
              <p:nvPr/>
            </p:nvSpPr>
            <p:spPr>
              <a:xfrm>
                <a:off x="3757816" y="4702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16">
                <a:extLst>
                  <a:ext uri="{FF2B5EF4-FFF2-40B4-BE49-F238E27FC236}">
                    <a16:creationId xmlns:a16="http://schemas.microsoft.com/office/drawing/2014/main" id="{5E7922B8-EC2E-5968-269F-FBED15F0C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816" y="4702511"/>
                <a:ext cx="29568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9849358-B855-3C13-1E73-BE5433555F5D}"/>
                  </a:ext>
                </a:extLst>
              </p:cNvPr>
              <p:cNvSpPr txBox="1"/>
              <p:nvPr/>
            </p:nvSpPr>
            <p:spPr>
              <a:xfrm>
                <a:off x="4024990" y="4707739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6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9849358-B855-3C13-1E73-BE5433555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4990" y="4707739"/>
                <a:ext cx="349480" cy="407099"/>
              </a:xfrm>
              <a:prstGeom prst="rect">
                <a:avLst/>
              </a:prstGeom>
              <a:blipFill>
                <a:blip r:embed="rId56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F352869-2495-EED6-30B4-C38DEE00CAF1}"/>
              </a:ext>
            </a:extLst>
          </p:cNvPr>
          <p:cNvCxnSpPr/>
          <p:nvPr/>
        </p:nvCxnSpPr>
        <p:spPr>
          <a:xfrm>
            <a:off x="3206464" y="5084560"/>
            <a:ext cx="135268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4C85192-9930-9A96-B109-F6E39DA1A383}"/>
                  </a:ext>
                </a:extLst>
              </p:cNvPr>
              <p:cNvSpPr txBox="1"/>
              <p:nvPr/>
            </p:nvSpPr>
            <p:spPr>
              <a:xfrm>
                <a:off x="3559860" y="5084560"/>
                <a:ext cx="58827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Handwriting" panose="03010101010101010101" pitchFamily="66" charset="0"/>
                        </a:rPr>
                        <m:t>9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4C85192-9930-9A96-B109-F6E39DA1A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860" y="5084560"/>
                <a:ext cx="588277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DA8B650-8F0F-5419-8619-CBF8B1F18640}"/>
                  </a:ext>
                </a:extLst>
              </p:cNvPr>
              <p:cNvSpPr txBox="1"/>
              <p:nvPr/>
            </p:nvSpPr>
            <p:spPr>
              <a:xfrm>
                <a:off x="2797635" y="567861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DA8B650-8F0F-5419-8619-CBF8B1F18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635" y="5678612"/>
                <a:ext cx="250488" cy="400110"/>
              </a:xfrm>
              <a:prstGeom prst="rect">
                <a:avLst/>
              </a:prstGeom>
              <a:blipFill>
                <a:blip r:embed="rId58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16F8722-6704-4228-9393-BBD9560059F9}"/>
                  </a:ext>
                </a:extLst>
              </p:cNvPr>
              <p:cNvSpPr txBox="1"/>
              <p:nvPr/>
            </p:nvSpPr>
            <p:spPr>
              <a:xfrm>
                <a:off x="3194831" y="5515225"/>
                <a:ext cx="3150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16F8722-6704-4228-9393-BBD956005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831" y="5515225"/>
                <a:ext cx="315036" cy="407099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16">
                <a:extLst>
                  <a:ext uri="{FF2B5EF4-FFF2-40B4-BE49-F238E27FC236}">
                    <a16:creationId xmlns:a16="http://schemas.microsoft.com/office/drawing/2014/main" id="{E0665B6C-E320-2C18-58BA-F062505072ED}"/>
                  </a:ext>
                </a:extLst>
              </p:cNvPr>
              <p:cNvSpPr txBox="1"/>
              <p:nvPr/>
            </p:nvSpPr>
            <p:spPr>
              <a:xfrm>
                <a:off x="3482918" y="55036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3" name="文字方塊 16">
                <a:extLst>
                  <a:ext uri="{FF2B5EF4-FFF2-40B4-BE49-F238E27FC236}">
                    <a16:creationId xmlns:a16="http://schemas.microsoft.com/office/drawing/2014/main" id="{E0665B6C-E320-2C18-58BA-F06250507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2918" y="5503653"/>
                <a:ext cx="295688" cy="400110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A0FC5F7-BFC2-CD85-7387-86BC5D5BE6C6}"/>
                  </a:ext>
                </a:extLst>
              </p:cNvPr>
              <p:cNvSpPr txBox="1"/>
              <p:nvPr/>
            </p:nvSpPr>
            <p:spPr>
              <a:xfrm>
                <a:off x="3750092" y="5508881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BA0FC5F7-BFC2-CD85-7387-86BC5D5BE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092" y="5508881"/>
                <a:ext cx="349480" cy="407099"/>
              </a:xfrm>
              <a:prstGeom prst="rect">
                <a:avLst/>
              </a:prstGeom>
              <a:blipFill>
                <a:blip r:embed="rId61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E6AB5CDB-7095-237A-BD3D-16681B211091}"/>
              </a:ext>
            </a:extLst>
          </p:cNvPr>
          <p:cNvCxnSpPr>
            <a:cxnSpLocks/>
          </p:cNvCxnSpPr>
          <p:nvPr/>
        </p:nvCxnSpPr>
        <p:spPr>
          <a:xfrm>
            <a:off x="3233128" y="5885702"/>
            <a:ext cx="9658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14ECD2B-5BD1-35F7-9C86-1D44E1D73243}"/>
                  </a:ext>
                </a:extLst>
              </p:cNvPr>
              <p:cNvSpPr txBox="1"/>
              <p:nvPr/>
            </p:nvSpPr>
            <p:spPr>
              <a:xfrm>
                <a:off x="3498972" y="5885702"/>
                <a:ext cx="315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14ECD2B-5BD1-35F7-9C86-1D44E1D73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972" y="5885702"/>
                <a:ext cx="315037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群組 2">
            <a:extLst>
              <a:ext uri="{FF2B5EF4-FFF2-40B4-BE49-F238E27FC236}">
                <a16:creationId xmlns:a16="http://schemas.microsoft.com/office/drawing/2014/main" id="{69C8F7C9-4DD8-A63E-57D1-5D4753A64739}"/>
              </a:ext>
            </a:extLst>
          </p:cNvPr>
          <p:cNvGrpSpPr/>
          <p:nvPr/>
        </p:nvGrpSpPr>
        <p:grpSpPr>
          <a:xfrm>
            <a:off x="6746625" y="1458179"/>
            <a:ext cx="2988505" cy="461665"/>
            <a:chOff x="980248" y="4227526"/>
            <a:chExt cx="2889583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文字方塊 3">
                  <a:extLst>
                    <a:ext uri="{FF2B5EF4-FFF2-40B4-BE49-F238E27FC236}">
                      <a16:creationId xmlns:a16="http://schemas.microsoft.com/office/drawing/2014/main" id="{C4EFBBC3-1F16-8F5E-8EC7-ADC0F516A221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9" name="文字方塊 3">
                  <a:extLst>
                    <a:ext uri="{FF2B5EF4-FFF2-40B4-BE49-F238E27FC236}">
                      <a16:creationId xmlns:a16="http://schemas.microsoft.com/office/drawing/2014/main" id="{C4EFBBC3-1F16-8F5E-8EC7-ADC0F516A2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63"/>
                  <a:stretch>
                    <a:fillRect r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文字方塊 5">
              <a:extLst>
                <a:ext uri="{FF2B5EF4-FFF2-40B4-BE49-F238E27FC236}">
                  <a16:creationId xmlns:a16="http://schemas.microsoft.com/office/drawing/2014/main" id="{34B69B4A-5AFE-EBC8-E723-6EB4E625CB65}"/>
                </a:ext>
              </a:extLst>
            </p:cNvPr>
            <p:cNvSpPr txBox="1"/>
            <p:nvPr/>
          </p:nvSpPr>
          <p:spPr>
            <a:xfrm>
              <a:off x="1358587" y="4256710"/>
              <a:ext cx="25112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x is non-negative.</a:t>
              </a:r>
              <a:endParaRPr lang="en-US" sz="2000" dirty="0">
                <a:solidFill>
                  <a:srgbClr val="FFFF0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字方塊 260">
                <a:extLst>
                  <a:ext uri="{FF2B5EF4-FFF2-40B4-BE49-F238E27FC236}">
                    <a16:creationId xmlns:a16="http://schemas.microsoft.com/office/drawing/2014/main" id="{2A36BE71-951D-BA04-A315-DB956AC8059A}"/>
                  </a:ext>
                </a:extLst>
              </p:cNvPr>
              <p:cNvSpPr txBox="1"/>
              <p:nvPr/>
            </p:nvSpPr>
            <p:spPr>
              <a:xfrm>
                <a:off x="6744794" y="2093354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1" name="文字方塊 260">
                <a:extLst>
                  <a:ext uri="{FF2B5EF4-FFF2-40B4-BE49-F238E27FC236}">
                    <a16:creationId xmlns:a16="http://schemas.microsoft.com/office/drawing/2014/main" id="{2A36BE71-951D-BA04-A315-DB956AC80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794" y="2093354"/>
                <a:ext cx="238419" cy="461665"/>
              </a:xfrm>
              <a:prstGeom prst="rect">
                <a:avLst/>
              </a:prstGeom>
              <a:blipFill>
                <a:blip r:embed="rId6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AB052D4-A045-429D-936C-CA8C4ABC92EA}"/>
                  </a:ext>
                </a:extLst>
              </p:cNvPr>
              <p:cNvSpPr txBox="1"/>
              <p:nvPr/>
            </p:nvSpPr>
            <p:spPr>
              <a:xfrm>
                <a:off x="7212973" y="1967695"/>
                <a:ext cx="3150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AB052D4-A045-429D-936C-CA8C4ABC9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2973" y="1967695"/>
                <a:ext cx="315036" cy="407099"/>
              </a:xfrm>
              <a:prstGeom prst="rect">
                <a:avLst/>
              </a:prstGeom>
              <a:blipFill>
                <a:blip r:embed="rId6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文字方塊 16">
                <a:extLst>
                  <a:ext uri="{FF2B5EF4-FFF2-40B4-BE49-F238E27FC236}">
                    <a16:creationId xmlns:a16="http://schemas.microsoft.com/office/drawing/2014/main" id="{FD7EEE0B-45EC-9C35-F570-575E7D09B265}"/>
                  </a:ext>
                </a:extLst>
              </p:cNvPr>
              <p:cNvSpPr txBox="1"/>
              <p:nvPr/>
            </p:nvSpPr>
            <p:spPr>
              <a:xfrm>
                <a:off x="7501060" y="19561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3" name="文字方塊 16">
                <a:extLst>
                  <a:ext uri="{FF2B5EF4-FFF2-40B4-BE49-F238E27FC236}">
                    <a16:creationId xmlns:a16="http://schemas.microsoft.com/office/drawing/2014/main" id="{FD7EEE0B-45EC-9C35-F570-575E7D09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060" y="1956123"/>
                <a:ext cx="295688" cy="400110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3FCF05-B076-6F45-E41A-A66DCA9F03CF}"/>
                  </a:ext>
                </a:extLst>
              </p:cNvPr>
              <p:cNvSpPr txBox="1"/>
              <p:nvPr/>
            </p:nvSpPr>
            <p:spPr>
              <a:xfrm>
                <a:off x="7768234" y="1961351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3FCF05-B076-6F45-E41A-A66DCA9F0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234" y="1961351"/>
                <a:ext cx="349480" cy="407099"/>
              </a:xfrm>
              <a:prstGeom prst="rect">
                <a:avLst/>
              </a:prstGeom>
              <a:blipFill>
                <a:blip r:embed="rId67"/>
                <a:stretch>
                  <a:fillRect r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8688388-9098-9800-E7BD-33EEE09FFC08}"/>
              </a:ext>
            </a:extLst>
          </p:cNvPr>
          <p:cNvCxnSpPr>
            <a:cxnSpLocks/>
          </p:cNvCxnSpPr>
          <p:nvPr/>
        </p:nvCxnSpPr>
        <p:spPr>
          <a:xfrm>
            <a:off x="7251270" y="2338172"/>
            <a:ext cx="9658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A5396D6-2712-ACB3-9E6B-2984F7DBB3AD}"/>
                  </a:ext>
                </a:extLst>
              </p:cNvPr>
              <p:cNvSpPr txBox="1"/>
              <p:nvPr/>
            </p:nvSpPr>
            <p:spPr>
              <a:xfrm>
                <a:off x="7517114" y="2338172"/>
                <a:ext cx="31503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A5396D6-2712-ACB3-9E6B-2984F7DBB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114" y="2338172"/>
                <a:ext cx="315037" cy="400110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3636DF5-9178-8147-2E10-5D403227739A}"/>
                  </a:ext>
                </a:extLst>
              </p:cNvPr>
              <p:cNvSpPr txBox="1"/>
              <p:nvPr/>
            </p:nvSpPr>
            <p:spPr>
              <a:xfrm>
                <a:off x="8330735" y="2147845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03636DF5-9178-8147-2E10-5D4032277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35" y="2147845"/>
                <a:ext cx="250488" cy="400110"/>
              </a:xfrm>
              <a:prstGeom prst="rect">
                <a:avLst/>
              </a:prstGeom>
              <a:blipFill>
                <a:blip r:embed="rId69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C5E30AF-0115-B268-E425-C7C891B55416}"/>
                  </a:ext>
                </a:extLst>
              </p:cNvPr>
              <p:cNvSpPr txBox="1"/>
              <p:nvPr/>
            </p:nvSpPr>
            <p:spPr>
              <a:xfrm>
                <a:off x="8685144" y="2151866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CC5E30AF-0115-B268-E425-C7C891B55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5144" y="2151866"/>
                <a:ext cx="250488" cy="400110"/>
              </a:xfrm>
              <a:prstGeom prst="rect">
                <a:avLst/>
              </a:prstGeom>
              <a:blipFill>
                <a:blip r:embed="rId70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09" name="筆跡 7">
                <a:extLst>
                  <a:ext uri="{FF2B5EF4-FFF2-40B4-BE49-F238E27FC236}">
                    <a16:creationId xmlns:a16="http://schemas.microsoft.com/office/drawing/2014/main" id="{777AE3BD-99BA-59F7-27DF-74697F6B927D}"/>
                  </a:ext>
                </a:extLst>
              </p14:cNvPr>
              <p14:cNvContentPartPr/>
              <p14:nvPr/>
            </p14:nvContentPartPr>
            <p14:xfrm>
              <a:off x="8258969" y="399461"/>
              <a:ext cx="2001021" cy="45719"/>
            </p14:xfrm>
          </p:contentPart>
        </mc:Choice>
        <mc:Fallback>
          <p:pic>
            <p:nvPicPr>
              <p:cNvPr id="109" name="筆跡 7">
                <a:extLst>
                  <a:ext uri="{FF2B5EF4-FFF2-40B4-BE49-F238E27FC236}">
                    <a16:creationId xmlns:a16="http://schemas.microsoft.com/office/drawing/2014/main" id="{777AE3BD-99BA-59F7-27DF-74697F6B927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204946" y="-13316239"/>
                <a:ext cx="210870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D812D-45D6-F605-C137-1EDE3FE06B39}"/>
                  </a:ext>
                </a:extLst>
              </p:cNvPr>
              <p:cNvSpPr txBox="1"/>
              <p:nvPr/>
            </p:nvSpPr>
            <p:spPr>
              <a:xfrm>
                <a:off x="7269467" y="2762462"/>
                <a:ext cx="31503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352D812D-45D6-F605-C137-1EDE3FE06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67" y="2762462"/>
                <a:ext cx="315036" cy="407099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16">
                <a:extLst>
                  <a:ext uri="{FF2B5EF4-FFF2-40B4-BE49-F238E27FC236}">
                    <a16:creationId xmlns:a16="http://schemas.microsoft.com/office/drawing/2014/main" id="{E3749199-3F0D-C123-EFC5-5AF62696CFE5}"/>
                  </a:ext>
                </a:extLst>
              </p:cNvPr>
              <p:cNvSpPr txBox="1"/>
              <p:nvPr/>
            </p:nvSpPr>
            <p:spPr>
              <a:xfrm>
                <a:off x="7557554" y="27508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1" name="文字方塊 16">
                <a:extLst>
                  <a:ext uri="{FF2B5EF4-FFF2-40B4-BE49-F238E27FC236}">
                    <a16:creationId xmlns:a16="http://schemas.microsoft.com/office/drawing/2014/main" id="{E3749199-3F0D-C123-EFC5-5AF62696C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554" y="2750890"/>
                <a:ext cx="295688" cy="400110"/>
              </a:xfrm>
              <a:prstGeom prst="rect">
                <a:avLst/>
              </a:prstGeom>
              <a:blipFill>
                <a:blip r:embed="rId7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05D111B-6C94-9D0B-0B86-96A1854110DE}"/>
                  </a:ext>
                </a:extLst>
              </p:cNvPr>
              <p:cNvSpPr txBox="1"/>
              <p:nvPr/>
            </p:nvSpPr>
            <p:spPr>
              <a:xfrm>
                <a:off x="7824728" y="2756118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F05D111B-6C94-9D0B-0B86-96A185411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28" y="2756118"/>
                <a:ext cx="349480" cy="407099"/>
              </a:xfrm>
              <a:prstGeom prst="rect">
                <a:avLst/>
              </a:prstGeom>
              <a:blipFill>
                <a:blip r:embed="rId75"/>
                <a:stretch>
                  <a:fillRect r="-28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8274429-E652-E792-3AAB-58A2A22B78E0}"/>
                  </a:ext>
                </a:extLst>
              </p:cNvPr>
              <p:cNvSpPr txBox="1"/>
              <p:nvPr/>
            </p:nvSpPr>
            <p:spPr>
              <a:xfrm>
                <a:off x="8329328" y="2742280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8274429-E652-E792-3AAB-58A2A22B7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328" y="2742280"/>
                <a:ext cx="250488" cy="400110"/>
              </a:xfrm>
              <a:prstGeom prst="rect">
                <a:avLst/>
              </a:prstGeom>
              <a:blipFill>
                <a:blip r:embed="rId76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BF98615-5EC0-AA2D-56F2-665432BC63BE}"/>
                  </a:ext>
                </a:extLst>
              </p:cNvPr>
              <p:cNvSpPr txBox="1"/>
              <p:nvPr/>
            </p:nvSpPr>
            <p:spPr>
              <a:xfrm>
                <a:off x="8683737" y="2746301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0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9BF98615-5EC0-AA2D-56F2-665432BC6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3737" y="2746301"/>
                <a:ext cx="250488" cy="400110"/>
              </a:xfrm>
              <a:prstGeom prst="rect">
                <a:avLst/>
              </a:prstGeom>
              <a:blipFill>
                <a:blip r:embed="rId77"/>
                <a:stretch>
                  <a:fillRect r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E1B2ADB-6572-6222-4CE1-B4B2F1BDA720}"/>
                  </a:ext>
                </a:extLst>
              </p:cNvPr>
              <p:cNvSpPr txBox="1"/>
              <p:nvPr/>
            </p:nvSpPr>
            <p:spPr>
              <a:xfrm>
                <a:off x="7621699" y="3294814"/>
                <a:ext cx="64254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E1B2ADB-6572-6222-4CE1-B4B2F1BDA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699" y="3294814"/>
                <a:ext cx="642549" cy="407099"/>
              </a:xfrm>
              <a:prstGeom prst="rect">
                <a:avLst/>
              </a:prstGeom>
              <a:blipFill>
                <a:blip r:embed="rId7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E6D7057-A2FE-10D2-3E91-0030D8DCDF59}"/>
                  </a:ext>
                </a:extLst>
              </p:cNvPr>
              <p:cNvSpPr txBox="1"/>
              <p:nvPr/>
            </p:nvSpPr>
            <p:spPr>
              <a:xfrm>
                <a:off x="8317932" y="3285565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E6D7057-A2FE-10D2-3E91-0030D8DCD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932" y="3285565"/>
                <a:ext cx="250488" cy="400110"/>
              </a:xfrm>
              <a:prstGeom prst="rect">
                <a:avLst/>
              </a:prstGeom>
              <a:blipFill>
                <a:blip r:embed="rId79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E35F3FB-F29D-457E-F114-77DCA9BE5F69}"/>
                  </a:ext>
                </a:extLst>
              </p:cNvPr>
              <p:cNvSpPr txBox="1"/>
              <p:nvPr/>
            </p:nvSpPr>
            <p:spPr>
              <a:xfrm>
                <a:off x="8711253" y="3289586"/>
                <a:ext cx="4623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9E35F3FB-F29D-457E-F114-77DCA9BE5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1253" y="3289586"/>
                <a:ext cx="462360" cy="400110"/>
              </a:xfrm>
              <a:prstGeom prst="rect">
                <a:avLst/>
              </a:prstGeom>
              <a:blipFill>
                <a:blip r:embed="rId80"/>
                <a:stretch>
                  <a:fillRect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F50E884-E63B-5FAC-1F92-1A3B194F3634}"/>
                  </a:ext>
                </a:extLst>
              </p:cNvPr>
              <p:cNvSpPr txBox="1"/>
              <p:nvPr/>
            </p:nvSpPr>
            <p:spPr>
              <a:xfrm>
                <a:off x="7936586" y="3878379"/>
                <a:ext cx="3494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1F50E884-E63B-5FAC-1F92-1A3B194F3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586" y="3878379"/>
                <a:ext cx="349480" cy="407099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74751F-2EDB-F1EC-E400-AEF1CECD6C6E}"/>
                  </a:ext>
                </a:extLst>
              </p:cNvPr>
              <p:cNvSpPr txBox="1"/>
              <p:nvPr/>
            </p:nvSpPr>
            <p:spPr>
              <a:xfrm>
                <a:off x="8325939" y="3865912"/>
                <a:ext cx="2504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774751F-2EDB-F1EC-E400-AEF1CECD6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5939" y="3865912"/>
                <a:ext cx="250488" cy="400110"/>
              </a:xfrm>
              <a:prstGeom prst="rect">
                <a:avLst/>
              </a:prstGeom>
              <a:blipFill>
                <a:blip r:embed="rId82"/>
                <a:stretch>
                  <a:fillRect r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4594F4B-9259-C738-B240-0F42432B6188}"/>
              </a:ext>
            </a:extLst>
          </p:cNvPr>
          <p:cNvGrpSpPr/>
          <p:nvPr/>
        </p:nvGrpSpPr>
        <p:grpSpPr>
          <a:xfrm>
            <a:off x="8649481" y="3691670"/>
            <a:ext cx="659889" cy="768389"/>
            <a:chOff x="4130622" y="4462691"/>
            <a:chExt cx="659889" cy="7683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5337436-20AD-1F0A-6407-359E5C99AD84}"/>
                    </a:ext>
                  </a:extLst>
                </p:cNvPr>
                <p:cNvSpPr txBox="1"/>
                <p:nvPr/>
              </p:nvSpPr>
              <p:spPr>
                <a:xfrm>
                  <a:off x="4130622" y="4645612"/>
                  <a:ext cx="34948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45337436-20AD-1F0A-6407-359E5C99AD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0622" y="4645612"/>
                  <a:ext cx="349480" cy="400110"/>
                </a:xfrm>
                <a:prstGeom prst="rect">
                  <a:avLst/>
                </a:prstGeom>
                <a:blipFill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3" name="群組 74">
              <a:extLst>
                <a:ext uri="{FF2B5EF4-FFF2-40B4-BE49-F238E27FC236}">
                  <a16:creationId xmlns:a16="http://schemas.microsoft.com/office/drawing/2014/main" id="{96C7BB99-1A5C-5F19-E808-28ADC5DFE475}"/>
                </a:ext>
              </a:extLst>
            </p:cNvPr>
            <p:cNvGrpSpPr/>
            <p:nvPr/>
          </p:nvGrpSpPr>
          <p:grpSpPr>
            <a:xfrm>
              <a:off x="4431462" y="4462691"/>
              <a:ext cx="359049" cy="768389"/>
              <a:chOff x="2832243" y="4932778"/>
              <a:chExt cx="359049" cy="768389"/>
            </a:xfrm>
          </p:grpSpPr>
          <p:sp>
            <p:nvSpPr>
              <p:cNvPr id="124" name="文字方塊 75">
                <a:extLst>
                  <a:ext uri="{FF2B5EF4-FFF2-40B4-BE49-F238E27FC236}">
                    <a16:creationId xmlns:a16="http://schemas.microsoft.com/office/drawing/2014/main" id="{BDAA2ED0-3413-F2A0-944C-1F269CC3BB0C}"/>
                  </a:ext>
                </a:extLst>
              </p:cNvPr>
              <p:cNvSpPr txBox="1"/>
              <p:nvPr/>
            </p:nvSpPr>
            <p:spPr>
              <a:xfrm>
                <a:off x="2835556" y="4932778"/>
                <a:ext cx="315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25" name="群組 76">
                <a:extLst>
                  <a:ext uri="{FF2B5EF4-FFF2-40B4-BE49-F238E27FC236}">
                    <a16:creationId xmlns:a16="http://schemas.microsoft.com/office/drawing/2014/main" id="{9D9E13CF-DDF8-AB58-1C5F-A68B84958478}"/>
                  </a:ext>
                </a:extLst>
              </p:cNvPr>
              <p:cNvGrpSpPr/>
              <p:nvPr/>
            </p:nvGrpSpPr>
            <p:grpSpPr>
              <a:xfrm>
                <a:off x="2832243" y="5291629"/>
                <a:ext cx="359049" cy="409538"/>
                <a:chOff x="2832243" y="5291629"/>
                <a:chExt cx="359049" cy="409538"/>
              </a:xfrm>
            </p:grpSpPr>
            <p:cxnSp>
              <p:nvCxnSpPr>
                <p:cNvPr id="126" name="直線接點 77">
                  <a:extLst>
                    <a:ext uri="{FF2B5EF4-FFF2-40B4-BE49-F238E27FC236}">
                      <a16:creationId xmlns:a16="http://schemas.microsoft.com/office/drawing/2014/main" id="{E4F3D048-3141-F374-CC45-569948F6EA5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854980" y="5291629"/>
                  <a:ext cx="336312" cy="0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7" name="文字方塊 78">
                  <a:extLst>
                    <a:ext uri="{FF2B5EF4-FFF2-40B4-BE49-F238E27FC236}">
                      <a16:creationId xmlns:a16="http://schemas.microsoft.com/office/drawing/2014/main" id="{39268463-9E67-0287-6774-666F34EC32D3}"/>
                    </a:ext>
                  </a:extLst>
                </p:cNvPr>
                <p:cNvSpPr txBox="1"/>
                <p:nvPr/>
              </p:nvSpPr>
              <p:spPr>
                <a:xfrm>
                  <a:off x="2832243" y="5301057"/>
                  <a:ext cx="31882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  <p:grpSp>
        <p:nvGrpSpPr>
          <p:cNvPr id="129" name="群組 2">
            <a:extLst>
              <a:ext uri="{FF2B5EF4-FFF2-40B4-BE49-F238E27FC236}">
                <a16:creationId xmlns:a16="http://schemas.microsoft.com/office/drawing/2014/main" id="{2ADADC05-EB11-8354-8068-0207DCCFDB26}"/>
              </a:ext>
            </a:extLst>
          </p:cNvPr>
          <p:cNvGrpSpPr/>
          <p:nvPr/>
        </p:nvGrpSpPr>
        <p:grpSpPr>
          <a:xfrm>
            <a:off x="6744794" y="4682855"/>
            <a:ext cx="3718727" cy="461665"/>
            <a:chOff x="980248" y="4227526"/>
            <a:chExt cx="3595634" cy="46166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文字方塊 3">
                  <a:extLst>
                    <a:ext uri="{FF2B5EF4-FFF2-40B4-BE49-F238E27FC236}">
                      <a16:creationId xmlns:a16="http://schemas.microsoft.com/office/drawing/2014/main" id="{71859ED1-CD7C-EF0E-6E93-46D2D440B61A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30" name="文字方塊 3">
                  <a:extLst>
                    <a:ext uri="{FF2B5EF4-FFF2-40B4-BE49-F238E27FC236}">
                      <a16:creationId xmlns:a16="http://schemas.microsoft.com/office/drawing/2014/main" id="{71859ED1-CD7C-EF0E-6E93-46D2D440B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84"/>
                  <a:stretch>
                    <a:fillRect r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文字方塊 5">
              <a:extLst>
                <a:ext uri="{FF2B5EF4-FFF2-40B4-BE49-F238E27FC236}">
                  <a16:creationId xmlns:a16="http://schemas.microsoft.com/office/drawing/2014/main" id="{766919C9-A992-B579-5F14-B545618199A7}"/>
                </a:ext>
              </a:extLst>
            </p:cNvPr>
            <p:cNvSpPr txBox="1"/>
            <p:nvPr/>
          </p:nvSpPr>
          <p:spPr>
            <a:xfrm>
              <a:off x="1404177" y="4256710"/>
              <a:ext cx="31717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k is a positive integer.</a:t>
              </a:r>
              <a:endPara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endParaRPr>
            </a:p>
          </p:txBody>
        </p:sp>
      </p:grpSp>
      <p:grpSp>
        <p:nvGrpSpPr>
          <p:cNvPr id="132" name="群組 2">
            <a:extLst>
              <a:ext uri="{FF2B5EF4-FFF2-40B4-BE49-F238E27FC236}">
                <a16:creationId xmlns:a16="http://schemas.microsoft.com/office/drawing/2014/main" id="{202CC32F-2AA3-720A-4D9E-71012778CDB7}"/>
              </a:ext>
            </a:extLst>
          </p:cNvPr>
          <p:cNvGrpSpPr/>
          <p:nvPr/>
        </p:nvGrpSpPr>
        <p:grpSpPr>
          <a:xfrm>
            <a:off x="6744794" y="5103398"/>
            <a:ext cx="4850576" cy="775982"/>
            <a:chOff x="980248" y="4227526"/>
            <a:chExt cx="4501905" cy="7759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3" name="文字方塊 3">
                  <a:extLst>
                    <a:ext uri="{FF2B5EF4-FFF2-40B4-BE49-F238E27FC236}">
                      <a16:creationId xmlns:a16="http://schemas.microsoft.com/office/drawing/2014/main" id="{53668364-0925-87D1-9F29-D8E5D0A4512B}"/>
                    </a:ext>
                  </a:extLst>
                </p:cNvPr>
                <p:cNvSpPr txBox="1"/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HK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33" name="文字方塊 3">
                  <a:extLst>
                    <a:ext uri="{FF2B5EF4-FFF2-40B4-BE49-F238E27FC236}">
                      <a16:creationId xmlns:a16="http://schemas.microsoft.com/office/drawing/2014/main" id="{53668364-0925-87D1-9F29-D8E5D0A451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0248" y="4227526"/>
                  <a:ext cx="238419" cy="461665"/>
                </a:xfrm>
                <a:prstGeom prst="rect">
                  <a:avLst/>
                </a:prstGeom>
                <a:blipFill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文字方塊 5">
              <a:extLst>
                <a:ext uri="{FF2B5EF4-FFF2-40B4-BE49-F238E27FC236}">
                  <a16:creationId xmlns:a16="http://schemas.microsoft.com/office/drawing/2014/main" id="{1BF44861-B7E5-3E3B-5A1E-2AE651BA5B65}"/>
                </a:ext>
              </a:extLst>
            </p:cNvPr>
            <p:cNvSpPr txBox="1"/>
            <p:nvPr/>
          </p:nvSpPr>
          <p:spPr>
            <a:xfrm>
              <a:off x="1358587" y="4295622"/>
              <a:ext cx="41235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possible values of k are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and </a:t>
              </a:r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3.</a:t>
              </a:r>
              <a:endParaRPr lang="en-US" sz="2000" dirty="0"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BA794AB-B15E-3C24-0BCC-A145B2E91227}"/>
                  </a:ext>
                </a:extLst>
              </p:cNvPr>
              <p:cNvSpPr txBox="1"/>
              <p:nvPr/>
            </p:nvSpPr>
            <p:spPr>
              <a:xfrm>
                <a:off x="6567828" y="6027127"/>
                <a:ext cx="5358283" cy="431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. 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There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are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possible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values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. 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BA794AB-B15E-3C24-0BCC-A145B2E91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828" y="6027127"/>
                <a:ext cx="5358283" cy="431913"/>
              </a:xfrm>
              <a:prstGeom prst="rect">
                <a:avLst/>
              </a:prstGeom>
              <a:blipFill>
                <a:blip r:embed="rId8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0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4" grpId="0"/>
      <p:bldP spid="25" grpId="0" animBg="1"/>
      <p:bldP spid="31" grpId="0" animBg="1"/>
      <p:bldP spid="32" grpId="0"/>
      <p:bldP spid="36" grpId="0"/>
      <p:bldP spid="37" grpId="0" animBg="1"/>
      <p:bldP spid="43" grpId="0"/>
      <p:bldP spid="51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3" grpId="0"/>
      <p:bldP spid="64" grpId="0"/>
      <p:bldP spid="65" grpId="0"/>
      <p:bldP spid="66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90" grpId="0"/>
      <p:bldP spid="91" grpId="0"/>
      <p:bldP spid="92" grpId="0"/>
      <p:bldP spid="93" grpId="0"/>
      <p:bldP spid="94" grpId="0"/>
      <p:bldP spid="96" grpId="0"/>
      <p:bldP spid="101" grpId="0"/>
      <p:bldP spid="102" grpId="0"/>
      <p:bldP spid="103" grpId="0"/>
      <p:bldP spid="104" grpId="0"/>
      <p:bldP spid="106" grpId="0"/>
      <p:bldP spid="107" grpId="0"/>
      <p:bldP spid="108" grpId="0"/>
      <p:bldP spid="110" grpId="0"/>
      <p:bldP spid="111" grpId="0"/>
      <p:bldP spid="112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DE7AF29-D4E3-4FA0-B358-B2F20E6DEA30}"/>
</file>

<file path=customXml/itemProps2.xml><?xml version="1.0" encoding="utf-8"?>
<ds:datastoreItem xmlns:ds="http://schemas.openxmlformats.org/officeDocument/2006/customXml" ds:itemID="{C8718D23-5381-4010-8370-0F8F9A684AFE}"/>
</file>

<file path=customXml/itemProps3.xml><?xml version="1.0" encoding="utf-8"?>
<ds:datastoreItem xmlns:ds="http://schemas.openxmlformats.org/officeDocument/2006/customXml" ds:itemID="{E5C27F67-44CD-45C7-8BA8-02CF511427DD}"/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684</Words>
  <Application>Microsoft Office PowerPoint</Application>
  <PresentationFormat>Widescreen</PresentationFormat>
  <Paragraphs>442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Lucida Calligraphy</vt:lpstr>
      <vt:lpstr>Lucida Handwriting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lastModifiedBy>CSPT02</cp:lastModifiedBy>
  <cp:revision>1</cp:revision>
  <dcterms:created xsi:type="dcterms:W3CDTF">2025-08-26T06:52:28Z</dcterms:created>
  <dcterms:modified xsi:type="dcterms:W3CDTF">2025-08-26T10:55:03Z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</Properties>
</file>