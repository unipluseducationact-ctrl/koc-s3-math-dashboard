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74" r:id="rId6"/>
    <p:sldId id="276" r:id="rId7"/>
    <p:sldId id="280" r:id="rId8"/>
    <p:sldId id="281" r:id="rId9"/>
    <p:sldId id="282" r:id="rId10"/>
    <p:sldId id="262" r:id="rId11"/>
    <p:sldId id="263" r:id="rId12"/>
    <p:sldId id="275" r:id="rId13"/>
    <p:sldId id="277" r:id="rId14"/>
    <p:sldId id="278" r:id="rId15"/>
    <p:sldId id="279" r:id="rId16"/>
    <p:sldId id="259" r:id="rId17"/>
    <p:sldId id="261" r:id="rId18"/>
    <p:sldId id="270" r:id="rId19"/>
    <p:sldId id="271" r:id="rId20"/>
    <p:sldId id="264" r:id="rId21"/>
    <p:sldId id="265" r:id="rId22"/>
    <p:sldId id="272" r:id="rId23"/>
    <p:sldId id="268" r:id="rId24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L03" id="{962A72C2-8F96-41F4-BFA9-B1B6F691F870}">
          <p14:sldIdLst>
            <p14:sldId id="256"/>
            <p14:sldId id="274"/>
            <p14:sldId id="276"/>
            <p14:sldId id="280"/>
            <p14:sldId id="281"/>
            <p14:sldId id="282"/>
            <p14:sldId id="262"/>
            <p14:sldId id="263"/>
            <p14:sldId id="275"/>
            <p14:sldId id="277"/>
            <p14:sldId id="278"/>
            <p14:sldId id="279"/>
            <p14:sldId id="259"/>
            <p14:sldId id="261"/>
            <p14:sldId id="270"/>
            <p14:sldId id="271"/>
            <p14:sldId id="264"/>
            <p14:sldId id="265"/>
            <p14:sldId id="272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 Sura" userId="51f810a5dc7c05aa" providerId="LiveId" clId="{43658A68-44D1-4596-8C7B-F7DB0C9A87D1}"/>
    <pc:docChg chg="custSel addSld delSld modSld addSection modSection">
      <pc:chgData name="Tai Sura" userId="51f810a5dc7c05aa" providerId="LiveId" clId="{43658A68-44D1-4596-8C7B-F7DB0C9A87D1}" dt="2022-07-30T03:50:10.957" v="12" actId="478"/>
      <pc:docMkLst>
        <pc:docMk/>
      </pc:docMkLst>
      <pc:sldChg chg="add">
        <pc:chgData name="Tai Sura" userId="51f810a5dc7c05aa" providerId="LiveId" clId="{43658A68-44D1-4596-8C7B-F7DB0C9A87D1}" dt="2022-07-30T03:49:38.761" v="5"/>
        <pc:sldMkLst>
          <pc:docMk/>
          <pc:sldMk cId="89158702" sldId="259"/>
        </pc:sldMkLst>
      </pc:sldChg>
      <pc:sldChg chg="delSp add mod">
        <pc:chgData name="Tai Sura" userId="51f810a5dc7c05aa" providerId="LiveId" clId="{43658A68-44D1-4596-8C7B-F7DB0C9A87D1}" dt="2022-07-30T03:49:55.635" v="7" actId="478"/>
        <pc:sldMkLst>
          <pc:docMk/>
          <pc:sldMk cId="3419679498" sldId="261"/>
        </pc:sldMkLst>
      </pc:sldChg>
      <pc:sldChg chg="delSp add mod">
        <pc:chgData name="Tai Sura" userId="51f810a5dc7c05aa" providerId="LiveId" clId="{43658A68-44D1-4596-8C7B-F7DB0C9A87D1}" dt="2022-07-30T03:50:04.672" v="10" actId="478"/>
        <pc:sldMkLst>
          <pc:docMk/>
          <pc:sldMk cId="514094472" sldId="264"/>
        </pc:sldMkLst>
      </pc:sldChg>
      <pc:sldChg chg="delSp add mod">
        <pc:chgData name="Tai Sura" userId="51f810a5dc7c05aa" providerId="LiveId" clId="{43658A68-44D1-4596-8C7B-F7DB0C9A87D1}" dt="2022-07-30T03:50:08.225" v="11" actId="478"/>
        <pc:sldMkLst>
          <pc:docMk/>
          <pc:sldMk cId="2419655881" sldId="265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4076923869" sldId="268"/>
        </pc:sldMkLst>
      </pc:sldChg>
      <pc:sldChg chg="delSp add mod">
        <pc:chgData name="Tai Sura" userId="51f810a5dc7c05aa" providerId="LiveId" clId="{43658A68-44D1-4596-8C7B-F7DB0C9A87D1}" dt="2022-07-30T03:49:58.019" v="8" actId="478"/>
        <pc:sldMkLst>
          <pc:docMk/>
          <pc:sldMk cId="1688030957" sldId="270"/>
        </pc:sldMkLst>
      </pc:sldChg>
      <pc:sldChg chg="delSp add mod">
        <pc:chgData name="Tai Sura" userId="51f810a5dc7c05aa" providerId="LiveId" clId="{43658A68-44D1-4596-8C7B-F7DB0C9A87D1}" dt="2022-07-30T03:50:00.911" v="9" actId="478"/>
        <pc:sldMkLst>
          <pc:docMk/>
          <pc:sldMk cId="682194600" sldId="271"/>
        </pc:sldMkLst>
      </pc:sldChg>
      <pc:sldChg chg="delSp add mod">
        <pc:chgData name="Tai Sura" userId="51f810a5dc7c05aa" providerId="LiveId" clId="{43658A68-44D1-4596-8C7B-F7DB0C9A87D1}" dt="2022-07-30T03:50:10.957" v="12" actId="478"/>
        <pc:sldMkLst>
          <pc:docMk/>
          <pc:sldMk cId="1390996231" sldId="272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3693085094" sldId="274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874170983" sldId="275"/>
        </pc:sldMkLst>
      </pc:sldChg>
      <pc:sldChg chg="delSp new del mod">
        <pc:chgData name="Tai Sura" userId="51f810a5dc7c05aa" providerId="LiveId" clId="{43658A68-44D1-4596-8C7B-F7DB0C9A87D1}" dt="2022-07-30T03:49:41.715" v="6" actId="47"/>
        <pc:sldMkLst>
          <pc:docMk/>
          <pc:sldMk cId="2155286538" sldId="408"/>
        </pc:sldMkLst>
      </pc:sldChg>
    </pc:docChg>
  </pc:docChgLst>
  <pc:docChgLst>
    <pc:chgData name="Tai Sura" userId="51f810a5dc7c05aa" providerId="LiveId" clId="{118ABC16-D749-42B2-82A8-2878D098F169}"/>
    <pc:docChg chg="custSel addSld delSld modSld addSection modSection">
      <pc:chgData name="Tai Sura" userId="51f810a5dc7c05aa" providerId="LiveId" clId="{118ABC16-D749-42B2-82A8-2878D098F169}" dt="2022-07-30T03:35:29.059" v="74"/>
      <pc:docMkLst>
        <pc:docMk/>
      </pc:docMkLst>
      <pc:sldChg chg="delSp new del mod">
        <pc:chgData name="Tai Sura" userId="51f810a5dc7c05aa" providerId="LiveId" clId="{118ABC16-D749-42B2-82A8-2878D098F169}" dt="2022-07-30T03:35:10.302" v="72" actId="47"/>
        <pc:sldMkLst>
          <pc:docMk/>
          <pc:sldMk cId="2346840186" sldId="25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54178837" sldId="378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883093029" sldId="379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852689055" sldId="381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340111880" sldId="383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69089539" sldId="38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020092285" sldId="385"/>
        </pc:sldMkLst>
      </pc:sldChg>
      <pc:sldChg chg="modSp add mod">
        <pc:chgData name="Tai Sura" userId="51f810a5dc7c05aa" providerId="LiveId" clId="{118ABC16-D749-42B2-82A8-2878D098F169}" dt="2022-07-28T06:12:05.221" v="37" actId="20577"/>
        <pc:sldMkLst>
          <pc:docMk/>
          <pc:sldMk cId="3027699691" sldId="386"/>
        </pc:sldMkLst>
      </pc:sldChg>
      <pc:sldChg chg="modSp add">
        <pc:chgData name="Tai Sura" userId="51f810a5dc7c05aa" providerId="LiveId" clId="{118ABC16-D749-42B2-82A8-2878D098F169}" dt="2022-07-28T06:12:42.798" v="65" actId="20577"/>
        <pc:sldMkLst>
          <pc:docMk/>
          <pc:sldMk cId="1624585304" sldId="387"/>
        </pc:sldMkLst>
      </pc:sldChg>
      <pc:sldChg chg="add modAnim">
        <pc:chgData name="Tai Sura" userId="51f810a5dc7c05aa" providerId="LiveId" clId="{118ABC16-D749-42B2-82A8-2878D098F169}" dt="2022-07-30T03:35:29.059" v="74"/>
        <pc:sldMkLst>
          <pc:docMk/>
          <pc:sldMk cId="3839971599" sldId="399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17041588" sldId="400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065936135" sldId="401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18039536" sldId="402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84186784" sldId="403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33791810" sldId="40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969039947" sldId="405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356548245" sldId="40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92368153" sldId="407"/>
        </pc:sldMkLst>
      </pc:sldChg>
      <pc:sldChg chg="delSp new del mod">
        <pc:chgData name="Tai Sura" userId="51f810a5dc7c05aa" providerId="LiveId" clId="{118ABC16-D749-42B2-82A8-2878D098F169}" dt="2022-07-30T03:35:14.200" v="73" actId="47"/>
        <pc:sldMkLst>
          <pc:docMk/>
          <pc:sldMk cId="467897697" sldId="408"/>
        </pc:sldMkLst>
      </pc:sldChg>
    </pc:docChg>
  </pc:docChgLst>
  <pc:docChgLst>
    <pc:chgData name="Alan" userId="b08fe71a-2823-4f18-94c7-56c11e51531c" providerId="ADAL" clId="{E6D5F42E-129A-4758-BAC5-024556EC5264}"/>
    <pc:docChg chg="undo redo custSel addSld delSld modSld sldOrd delSection modSection">
      <pc:chgData name="Alan" userId="b08fe71a-2823-4f18-94c7-56c11e51531c" providerId="ADAL" clId="{E6D5F42E-129A-4758-BAC5-024556EC5264}" dt="2023-07-12T11:05:03.830" v="416" actId="1076"/>
      <pc:docMkLst>
        <pc:docMk/>
      </pc:docMkLst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89158702" sldId="259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3419679498" sldId="261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514094472" sldId="264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2419655881" sldId="265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4076923869" sldId="268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1688030957" sldId="270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682194600" sldId="271"/>
        </pc:sldMkLst>
      </pc:sldChg>
      <pc:sldChg chg="mod ord modShow">
        <pc:chgData name="Alan" userId="b08fe71a-2823-4f18-94c7-56c11e51531c" providerId="ADAL" clId="{E6D5F42E-129A-4758-BAC5-024556EC5264}" dt="2023-07-12T10:46:48.082" v="6" actId="729"/>
        <pc:sldMkLst>
          <pc:docMk/>
          <pc:sldMk cId="1390996231" sldId="272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3693085094" sldId="274"/>
        </pc:sldMkLst>
      </pc:sldChg>
      <pc:sldChg chg="addSp delSp modSp mod addAnim delAnim modAnim modShow">
        <pc:chgData name="Alan" userId="b08fe71a-2823-4f18-94c7-56c11e51531c" providerId="ADAL" clId="{E6D5F42E-129A-4758-BAC5-024556EC5264}" dt="2023-07-12T10:50:52.984" v="102" actId="1076"/>
        <pc:sldMkLst>
          <pc:docMk/>
          <pc:sldMk cId="874170983" sldId="275"/>
        </pc:sldMkLst>
      </pc:sldChg>
      <pc:sldChg chg="add del">
        <pc:chgData name="Alan" userId="b08fe71a-2823-4f18-94c7-56c11e51531c" providerId="ADAL" clId="{E6D5F42E-129A-4758-BAC5-024556EC5264}" dt="2023-07-12T10:47:05.016" v="8" actId="2696"/>
        <pc:sldMkLst>
          <pc:docMk/>
          <pc:sldMk cId="1083423521" sldId="276"/>
        </pc:sldMkLst>
      </pc:sldChg>
      <pc:sldChg chg="add">
        <pc:chgData name="Alan" userId="b08fe71a-2823-4f18-94c7-56c11e51531c" providerId="ADAL" clId="{E6D5F42E-129A-4758-BAC5-024556EC5264}" dt="2023-07-12T10:47:07.940" v="9"/>
        <pc:sldMkLst>
          <pc:docMk/>
          <pc:sldMk cId="4186974772" sldId="276"/>
        </pc:sldMkLst>
      </pc:sldChg>
      <pc:sldChg chg="addSp delSp modSp add mod delAnim modAnim">
        <pc:chgData name="Alan" userId="b08fe71a-2823-4f18-94c7-56c11e51531c" providerId="ADAL" clId="{E6D5F42E-129A-4758-BAC5-024556EC5264}" dt="2023-07-12T10:53:24.128" v="159"/>
        <pc:sldMkLst>
          <pc:docMk/>
          <pc:sldMk cId="3014500529" sldId="277"/>
        </pc:sldMkLst>
      </pc:sldChg>
      <pc:sldChg chg="addSp delSp modSp add mod delAnim modAnim">
        <pc:chgData name="Alan" userId="b08fe71a-2823-4f18-94c7-56c11e51531c" providerId="ADAL" clId="{E6D5F42E-129A-4758-BAC5-024556EC5264}" dt="2023-07-12T10:54:45.699" v="196" actId="1076"/>
        <pc:sldMkLst>
          <pc:docMk/>
          <pc:sldMk cId="4016721899" sldId="278"/>
        </pc:sldMkLst>
      </pc:sldChg>
      <pc:sldChg chg="addSp delSp modSp add mod addAnim delAnim modAnim">
        <pc:chgData name="Alan" userId="b08fe71a-2823-4f18-94c7-56c11e51531c" providerId="ADAL" clId="{E6D5F42E-129A-4758-BAC5-024556EC5264}" dt="2023-07-12T11:05:03.830" v="416" actId="1076"/>
        <pc:sldMkLst>
          <pc:docMk/>
          <pc:sldMk cId="3788519297" sldId="279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754178837" sldId="378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883093029" sldId="379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852689055" sldId="381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340111880" sldId="383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769089539" sldId="384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020092285" sldId="385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3027699691" sldId="386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624585304" sldId="387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3839971599" sldId="399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717041588" sldId="400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065936135" sldId="401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18039536" sldId="402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84186784" sldId="403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733791810" sldId="404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969039947" sldId="405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356548245" sldId="406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92368153" sldId="407"/>
        </pc:sldMkLst>
      </pc:sldChg>
    </pc:docChg>
  </pc:docChgLst>
  <pc:docChgLst>
    <pc:chgData name="CSPT02" userId="21f640c2-b5d5-40ed-b03e-b88c15baf445" providerId="ADAL" clId="{7A9F0946-2FAA-4683-9F85-20D14DD1C1D8}"/>
    <pc:docChg chg="modSld">
      <pc:chgData name="CSPT02" userId="21f640c2-b5d5-40ed-b03e-b88c15baf445" providerId="ADAL" clId="{7A9F0946-2FAA-4683-9F85-20D14DD1C1D8}" dt="2025-07-08T10:49:30.035" v="0" actId="1076"/>
      <pc:docMkLst>
        <pc:docMk/>
      </pc:docMkLst>
      <pc:sldChg chg="modSp mod">
        <pc:chgData name="CSPT02" userId="21f640c2-b5d5-40ed-b03e-b88c15baf445" providerId="ADAL" clId="{7A9F0946-2FAA-4683-9F85-20D14DD1C1D8}" dt="2025-07-08T10:49:30.035" v="0" actId="1076"/>
        <pc:sldMkLst>
          <pc:docMk/>
          <pc:sldMk cId="3788519297" sldId="279"/>
        </pc:sldMkLst>
        <pc:spChg chg="mod">
          <ac:chgData name="CSPT02" userId="21f640c2-b5d5-40ed-b03e-b88c15baf445" providerId="ADAL" clId="{7A9F0946-2FAA-4683-9F85-20D14DD1C1D8}" dt="2025-07-08T10:49:30.035" v="0" actId="1076"/>
          <ac:spMkLst>
            <pc:docMk/>
            <pc:sldMk cId="3788519297" sldId="279"/>
            <ac:spMk id="41" creationId="{83AEE2D9-6B1C-2EF9-40E1-8ED78EDD4398}"/>
          </ac:spMkLst>
        </pc:spChg>
      </pc:sldChg>
    </pc:docChg>
  </pc:docChgLst>
  <pc:docChgLst>
    <pc:chgData name="Alan" userId="b08fe71a-2823-4f18-94c7-56c11e51531c" providerId="ADAL" clId="{1AEDA7F1-589A-4211-B302-B6F96CD5851F}"/>
    <pc:docChg chg="custSel addSld delSld modSld sldOrd modSection">
      <pc:chgData name="Alan" userId="b08fe71a-2823-4f18-94c7-56c11e51531c" providerId="ADAL" clId="{1AEDA7F1-589A-4211-B302-B6F96CD5851F}" dt="2023-07-29T03:21:55.016" v="10" actId="2696"/>
      <pc:docMkLst>
        <pc:docMk/>
      </pc:docMkLst>
      <pc:sldChg chg="modSp add mod">
        <pc:chgData name="Alan" userId="b08fe71a-2823-4f18-94c7-56c11e51531c" providerId="ADAL" clId="{1AEDA7F1-589A-4211-B302-B6F96CD5851F}" dt="2023-07-15T05:18:17.157" v="1" actId="1076"/>
        <pc:sldMkLst>
          <pc:docMk/>
          <pc:sldMk cId="701507128" sldId="256"/>
        </pc:sldMkLst>
      </pc:sldChg>
      <pc:sldChg chg="add del">
        <pc:chgData name="Alan" userId="b08fe71a-2823-4f18-94c7-56c11e51531c" providerId="ADAL" clId="{1AEDA7F1-589A-4211-B302-B6F96CD5851F}" dt="2023-07-29T03:21:55.016" v="10" actId="2696"/>
        <pc:sldMkLst>
          <pc:docMk/>
          <pc:sldMk cId="1763557916" sldId="257"/>
        </pc:sldMkLst>
      </pc:sldChg>
      <pc:sldChg chg="delSp add mod">
        <pc:chgData name="Alan" userId="b08fe71a-2823-4f18-94c7-56c11e51531c" providerId="ADAL" clId="{1AEDA7F1-589A-4211-B302-B6F96CD5851F}" dt="2023-07-15T08:30:33.970" v="3" actId="21"/>
        <pc:sldMkLst>
          <pc:docMk/>
          <pc:sldMk cId="4276507783" sldId="262"/>
        </pc:sldMkLst>
      </pc:sldChg>
      <pc:sldChg chg="add">
        <pc:chgData name="Alan" userId="b08fe71a-2823-4f18-94c7-56c11e51531c" providerId="ADAL" clId="{1AEDA7F1-589A-4211-B302-B6F96CD5851F}" dt="2023-07-15T05:17:21.528" v="0"/>
        <pc:sldMkLst>
          <pc:docMk/>
          <pc:sldMk cId="4235005077" sldId="263"/>
        </pc:sldMkLst>
      </pc:sldChg>
      <pc:sldChg chg="add">
        <pc:chgData name="Alan" userId="b08fe71a-2823-4f18-94c7-56c11e51531c" providerId="ADAL" clId="{1AEDA7F1-589A-4211-B302-B6F96CD5851F}" dt="2023-07-29T03:21:44.595" v="7"/>
        <pc:sldMkLst>
          <pc:docMk/>
          <pc:sldMk cId="3393430018" sldId="274"/>
        </pc:sldMkLst>
      </pc:sldChg>
      <pc:sldChg chg="del mod modShow">
        <pc:chgData name="Alan" userId="b08fe71a-2823-4f18-94c7-56c11e51531c" providerId="ADAL" clId="{1AEDA7F1-589A-4211-B302-B6F96CD5851F}" dt="2023-07-29T03:21:41.420" v="6" actId="2696"/>
        <pc:sldMkLst>
          <pc:docMk/>
          <pc:sldMk cId="3693085094" sldId="274"/>
        </pc:sldMkLst>
      </pc:sldChg>
      <pc:sldChg chg="add ord">
        <pc:chgData name="Alan" userId="b08fe71a-2823-4f18-94c7-56c11e51531c" providerId="ADAL" clId="{1AEDA7F1-589A-4211-B302-B6F96CD5851F}" dt="2023-07-29T03:21:48.526" v="9"/>
        <pc:sldMkLst>
          <pc:docMk/>
          <pc:sldMk cId="1954489379" sldId="276"/>
        </pc:sldMkLst>
      </pc:sldChg>
      <pc:sldChg chg="del mod modShow">
        <pc:chgData name="Alan" userId="b08fe71a-2823-4f18-94c7-56c11e51531c" providerId="ADAL" clId="{1AEDA7F1-589A-4211-B302-B6F96CD5851F}" dt="2023-07-29T03:21:41.420" v="6" actId="2696"/>
        <pc:sldMkLst>
          <pc:docMk/>
          <pc:sldMk cId="4186974772" sldId="276"/>
        </pc:sldMkLst>
      </pc:sldChg>
      <pc:sldChg chg="add">
        <pc:chgData name="Alan" userId="b08fe71a-2823-4f18-94c7-56c11e51531c" providerId="ADAL" clId="{1AEDA7F1-589A-4211-B302-B6F96CD5851F}" dt="2023-07-15T05:17:21.528" v="0"/>
        <pc:sldMkLst>
          <pc:docMk/>
          <pc:sldMk cId="1693274985" sldId="280"/>
        </pc:sldMkLst>
      </pc:sldChg>
      <pc:sldChg chg="add">
        <pc:chgData name="Alan" userId="b08fe71a-2823-4f18-94c7-56c11e51531c" providerId="ADAL" clId="{1AEDA7F1-589A-4211-B302-B6F96CD5851F}" dt="2023-07-15T05:17:21.528" v="0"/>
        <pc:sldMkLst>
          <pc:docMk/>
          <pc:sldMk cId="350836287" sldId="281"/>
        </pc:sldMkLst>
      </pc:sldChg>
      <pc:sldChg chg="delSp add mod">
        <pc:chgData name="Alan" userId="b08fe71a-2823-4f18-94c7-56c11e51531c" providerId="ADAL" clId="{1AEDA7F1-589A-4211-B302-B6F96CD5851F}" dt="2023-07-15T08:30:28.627" v="2" actId="21"/>
        <pc:sldMkLst>
          <pc:docMk/>
          <pc:sldMk cId="871888419" sldId="282"/>
        </pc:sldMkLst>
      </pc:sldChg>
    </pc:docChg>
  </pc:docChgLst>
  <pc:docChgLst>
    <pc:chgData name="Hoi" userId="064b9ae9-efb5-4029-bcbc-4c9becbf9a22" providerId="ADAL" clId="{D91346E6-3E21-44EB-9082-002728D1029A}"/>
    <pc:docChg chg="undo custSel modSld">
      <pc:chgData name="Hoi" userId="064b9ae9-efb5-4029-bcbc-4c9becbf9a22" providerId="ADAL" clId="{D91346E6-3E21-44EB-9082-002728D1029A}" dt="2024-07-16T03:11:11.302" v="25" actId="1076"/>
      <pc:docMkLst>
        <pc:docMk/>
      </pc:docMkLst>
      <pc:sldChg chg="delSp modSp mod delAnim">
        <pc:chgData name="Hoi" userId="064b9ae9-efb5-4029-bcbc-4c9becbf9a22" providerId="ADAL" clId="{D91346E6-3E21-44EB-9082-002728D1029A}" dt="2024-07-16T03:11:11.302" v="25" actId="1076"/>
        <pc:sldMkLst>
          <pc:docMk/>
          <pc:sldMk cId="4276507783" sldId="262"/>
        </pc:sldMkLst>
      </pc:sldChg>
      <pc:sldChg chg="addSp delSp modSp mod delAnim modAnim">
        <pc:chgData name="Hoi" userId="064b9ae9-efb5-4029-bcbc-4c9becbf9a22" providerId="ADAL" clId="{D91346E6-3E21-44EB-9082-002728D1029A}" dt="2024-07-16T03:10:02.421" v="21" actId="1076"/>
        <pc:sldMkLst>
          <pc:docMk/>
          <pc:sldMk cId="350836287" sldId="28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0:59:34.58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0:59:39.81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0:59:59.20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0:03.45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0:09.14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0:12.48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0:17.14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0:23.29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2:15.81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2:21.81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3:36.12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0,'1893'0,"-1871"0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3:45.371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0,'1893'0,"-1871"0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4:16.81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0,'1893'0,"-1871"0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4:20.901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0,'1893'0,"-1871"0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4:24.05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0,'1893'0,"-1871"0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1:04:27.968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0,'1893'0,"-1871"0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0:49.70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6067 309 13120,'16'-15'4863,"-16"15"-3775,27-28-320,-17 14-1248,7 5 96,-8-15 1280,3 10-448,-6-14 352,-2 8-480,-14-9-32,4 6-192,-26-6 224,6 5-192,-22 1 96,6 4-128,-18 10 160,6 9-160,-10 19-96,16 4-32,0 20 32,12-1 0,3 21 64,12-2-32,5 6 128,16-1-96,6-10 32,4-3-32,11-19 32,12-11-64,9-23-32,0 0 32,12-28-128,-5-1 64,-1-18 96,-6 9-32,-5-4-32,-5 7 32,-5 3 160,-6 12-96,-5 2 320,-5 8-224,-6 10 160,6 10-192,-5 22 128,3 6-160,-3 29 576,6 4-416,-8 20 32,2-7-192,-1 11 320,1-8-224,-6 12-128,0-8-32,0 3-640,0-19 320,4-30-3008,8-17 1824</inkml:trace>
  <inkml:trace contextRef="#ctx0" brushRef="#br0" timeOffset="-1087.34">4192 86 9792,'-37'-5'3648,"37"5"-2848,-5-9-224,-1 5-160,12 8-352,-1 0 1791,1 1-991,4 0 1312,7 5-1248,14 9 320,11 4-736,18 2 384,-2-3-480,11 2 320,-3 0-416,-3-5 416,-9 5-448,-7-10 224,-9 0-288,-6-9-64,0 5-96,-11-10 160,0 5-128,-9-5 96,3 0-96,-9 0-64,0 0 0,-12 5-32,6 4 0,-16 10 0,5 9 0,-16 15 128,6-1-64,-27 11 32,5-1-32,-26 4-64,11-4 32,-18 1-256,17-4 128,1-13-960,16-6 608,15-12-2848,21 0 1824</inkml:trace>
  <inkml:trace contextRef="#ctx0" brushRef="#br0" timeOffset="-9553.19">11 128 10304,'-10'0'3808,"10"0"-2944,0 0-256,4 5-672,2 0-96,0 0 1375,-1 5-639,5 14 992,7 8-896,-1 31 224,-1 3-544,2 24 736,-1-4-640,-6 9 96,6-6-352,-16 20 320,0-4-288,-11 14-672,6-20 224,0-23-3936,10-15 2272</inkml:trace>
  <inkml:trace contextRef="#ctx0" brushRef="#br0" timeOffset="-3881.79">572 199 12544,'-6'-22'4639,"6"22"-3583,6-20-320,-1 11-1536,11 4 288,1-5 1824,4 5-672,5 5 928,0 5-896,13 5-160,-3 4-320,1 10 224,7 9-224,-7 15 96,-4-1-160,-18 15-192,1-5 0,-20-1-192,-2-4 160,-21-9-160,6-5 128,-17-10-224,12-3 224,-12-5 32,11-7 96,-4-4-160,9 1 96,1-10 160,4 0-32,7 0 128,10 0-128,5 0 192,11 10-160,16-2 96,11 12-96,22 8 0,4 1-32,10 13 160,2 1-128,-17 15 192,-11-1-192,-21 23 192,-6-9-192,-26 6 96,-4-11-96,-34-5 288,1-4-192,-26-13 384,3-12-320,-19-18-128,14-9-64,-20-28-160,15-5 64,-15-30-1184,20 1 672,13-14-3424,19 9 2176</inkml:trace>
  <inkml:trace contextRef="#ctx0" brushRef="#br0" timeOffset="1202.58">7467 143 15616,'-12'-5'5791,"12"5"-4511,-21 0-352,5 0-1888,5 10 320,-16 9 1568,6 9-448,-16 34 320,11 5-480,-28 32 128,11-4-224,-36 18 416,9-4-352,-26 20-192,10-15-96,6 0-1568,21-25 864</inkml:trace>
  <inkml:trace contextRef="#ctx0" brushRef="#br0" timeOffset="700.49">6559 665 15296,'-17'0'5663,"17"0"-4415,-10-14-320,4 0-1728,12 0 256,0-24 1568,9 4-544,6-23 320,12 10-480,4-11-64,-1 16-160,9-1 288,-3 11-192,-5-3 32,-5 17-128,-5-6 448,-1 14-320,-5 2 64,2 8-192,-2 4 160,0 10-160,6 15 256,5 9-224,0 24 256,-1-1-256,2 15-32,-1-4-64,5 4 32,0-5-32,11 4-32,0-9 32,6 0-256,0-7 128,-2-13-448,-3-3 288,-11-19-1408,-1 0 896,-11-19-2688,-4-5 1952</inkml:trace>
  <inkml:trace contextRef="#ctx0" brushRef="#br0" timeOffset="-2452.68">2819 399 15296,'6'-28'5663,"-6"28"-4415,17-14-320,-13 14-1856,2 10 320,-6 4 1440,0 8-416,-10 22 480,-1 3-544,-16 5-64,0-4-160,-10-5 128,10 0-160,-6-15 32,12-4-64,6-6-128,9-3 32,12-10-32,9 0 0,24-10 352,9 5-192,16-5 416,-1 0-288,7 5 32,-1 5-160,1 5 224,-1 3-192,-6 6 32,-8 9-96,-13 6 96,-9 4-96,-18 9-32,-4 6 0,-28 18 32,2-5-32,-22 6 128,10-6-96,-15-4-32,3-9 0,-13-11-832,4-8 448,-22-16-1664,17-8 1088,-5-24-4352,9 0 2945</inkml:trace>
  <inkml:trace contextRef="#ctx0" brushRef="#br0" timeOffset="-2006.74">2788 257 15552,'-5'-5'5759,"5"5"-4479,27-5-384,-6 1-1600,11 8 192,17-8 1568,-3 4-576,19-10 544,5 4-640,9-7 96,2 8-320,-6 1-992,-11 4 448,-22 4-4160,-9 11 2496</inkml:trace>
  <inkml:trace contextRef="#ctx0" brushRef="#br0" timeOffset="-2925.88">1912 324 15040,'-64'8'5567,"64"-8"-4319,-16 0-352,5 6-1472,11 3 128,5 19 1568,11 10-544,7 29 352,-2 4-544,0 23 544,1 1-512,-12 39 128,-5-6-288,-10 19-32,0-23-128,0-19-704,5-20 352,5-39-6336,5-11 3616</inkml:trace>
  <inkml:trace contextRef="#ctx0" brushRef="#br0" timeOffset="-3205.96">1501 750 14784,'11'10'5471,"-11"-10"-4223,27 15-384,4-11-1664,8 5 256,34-9 1408,13 0-416,15-3 288,1-3-416,-11 2-480,-10 4 64,-12-5-1184,-17 10 704</inkml:trace>
  <inkml:trace contextRef="#ctx0" brushRef="#br0" timeOffset="-523.61">5100 750 6976,'6'5'2592,"-6"-5"-2016,11 5-160,-7-5 320,2 0-480,-6 0 1664,0 0-1056,-6 5 1279,6 5-1215,-10 3 896,-1 6-1088,-16 9 768,1 2-864,-22 21 512,10 2-672,-14 33 608,4-1-640,-18 10 416,19-10-512,-12-5 32,11-13-224,6-15-1728,15-14 864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0:56.142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4039 365 11648,'15'-13'4288,"-15"13"-3329,11-17-255,-8 3-1248,8 5 160,-11-13 1344,6-5-480,-6-13 608,0 9-608,-11-13 224,5 8-416,-14-7 352,1 11-384,-26 5 224,5 18-256,-25 28 0,6 15-128,-22 24 96,16 1-128,0 7 32,22 4-32,1 1 32,22-8-64,15-1-160,16-9 64,23-14 96,7-3 0,19-26-32,-1-7 32,6-20-32,-5-5 0,-4-14-160,-12 6 96,-9-10 256,-5 4-128,-10 0 64,-5 10-64,-10-1 384,4 9-256,-4 5 352,1 9-320,-6 13-128,0 4-32,-6 18 544,6 8-320,-5 37 192,1 9-320,-6 25 224,10-3-256,-6 4 96,6-9-128,-4-4-192,-1-15 32,0-16-2208,5-18 1216</inkml:trace>
  <inkml:trace contextRef="#ctx0" brushRef="#br0" timeOffset="-2493.44">41 388 13472,'-6'-10'4991,"6"10"-3903,10 10-288,-10-1-1408,5 8 160,-5 14 1440,5 4-512,-10 31 704,5 10-672,-5 27-128,1-6-256,-7 1 192,2-9-192,-7-10-544,12-11 224,8-25-2976,12-11 1760</inkml:trace>
  <inkml:trace contextRef="#ctx0" brushRef="#br0" timeOffset="-2222.63">834 574 13120,'36'-35'4863,"-36"35"-3775,24-49-320,-8 22-1728,-2 9 352,1-30 1440,0 3-416,-11-27 256,7 19-384,-16-3-64,-1 14-128,-17 8 352,2 15-224,-23 16-32,2 11-128,-12 19-64,4 8 32,-4 10-32,14-1 0,5 0 128,9 1-64,17-1 320,14-4-192,25 5 96,9-1-160,17 8 0,3 3-64,-3 15 160,-2 1-128,-9 18 192,-10-9-192,-10 4-96,-5-12-32,-15-6 96,0-4-32,-21-9-160,2 0 64,-26-26-96,0-5 64,-24-22-64,4-4 64,-10-18 64,10-1 32,4-16 256,22 3-128,9-21 320,14 2-256,27-24 32,8 8-128,21-13 0,11 13-32,3 4-2016,1 18 1056</inkml:trace>
  <inkml:trace contextRef="#ctx0" brushRef="#br0" timeOffset="-932.46">1987 129 13632,'-25'10'5055,"25"-10"-3935,0-4-320,5 4-1408,10 4 160,5 0 1792,10 10-704,4 3 448,8 6-672,3-2 128,4 2-320,1-1 224,1 5-256,-7-14 256,-4 0-256,0-4-32,-6 1-96,-3-2-64,-6 1 32,-6-5 320,-4 1-192,-4-1 128,3 5-160,-8-5-192,-1 6 0,-10-1 160,-1 4-32,-8 8 32,3 2-32,-18 13 96,4-1-96,-31 22 128,6 2-128,-24 11 32,4 1-32,-4-5-256,18-7 96,5-16-1376,17-2 832,19-19-3488,15-9 2304</inkml:trace>
  <inkml:trace contextRef="#ctx0" brushRef="#br0" timeOffset="719.11">4533 844 13536,'-45'0'5023,"45"0"-3903,0-35-320,5 8-1216,5 10 64,10-23 1344,5 5-512,11-14 192,3 13-384,1-13-64,-6 13-128,-3-4 96,-1 10-128,-10-2 128,0 11-128,-11-2 384,7 14-224,-12 0 224,1 9-224,1 5 352,-1 8-320,5 5 224,0 8-256,5 14 128,4 5-192,17 26 64,-2-1-128,21 25 224,0-7-192,16-4-192,-7-9 32,1-3-832,-16-16 448,-3-7-1280,-11-3 928,-6-16-3360,-4-4 2304</inkml:trace>
  <inkml:trace contextRef="#ctx0" brushRef="#br0" timeOffset="1124.55">5391 441 14784,'-14'-4'5471,"14"4"-4223,10-14-384,-10 14-1248,0 4 32,-10 6 1696,0 7-704,-26 23 288,7 5-576,-41 34 192,15 10-288,-25 22 288,15-9-320,-19 9-128,19-9-32,-6-9-1344,21-8 704</inkml:trace>
  <inkml:trace contextRef="#ctx0" brushRef="#br0" timeOffset="-413.89">2901 618 14624,'-20'9'5407,"20"-9"-4191,-20 23-352,6-6-1664,8 6 256,-19 16 1568,5 5-544,-20 18 736,10 0-704,-15 14-64,5-5-288,-19 22 256,8-4-224,-19 22-384,11-13 96,-1-23-2720,21-18 1536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0:59.790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1468 1 15040,'-12'5'5567,"12"-5"-4319,12 6-352,0-1-1760,6 1 288,25 4 1696,8 2-544,15 4 384,7 1-576,7-2 0,-5 2-256,-8-6 224,-12 6-224,-6-1 384,-1 0-288,-10 1 96,-7-1-192,-13-5-64,0 5-32,-11-4 32,-1 4-32,-12 0-32,-1 1 32,-11 8-32,0 10 0,-20 14 64,14 4-32,-31 19-32,12-7 32,-31 12 96,7-13-64,-20-3-160,21-12 32,-2-5-1088,25-7 608,13-9-2720,22-6 1824</inkml:trace>
  <inkml:trace contextRef="#ctx0" brushRef="#br0" timeOffset="404.68">2376 727 14624,'-7'0'5407,"7"0"-4191,-5 16-352,-1-5-1952,-1-1 416,-11 13 1888,5 10-608,-17 10 416,5 0-640,-17 23 128,4 4-288,-22 30 288,10-9-288,-17 2-832,18-5 352,0-40-5152,12-15 2977</inkml:trace>
  <inkml:trace contextRef="#ctx0" brushRef="#br0" timeOffset="1406.78">4573 133 13792,'-18'-23'5119,"18"23"-3999,5-27-288,-5 17-1440,6 10 160,-17 0 1856,4 5-736,-30 10 576,1 7-736,-32 38 32,13 7-288,-25 42 320,13 0-320,-19 21 384,13-4-384,-27 15-64,16-16-96,-9-9-1920,26-18 992</inkml:trace>
  <inkml:trace contextRef="#ctx0" brushRef="#br0" timeOffset="915.24">3082 836 11808,'-31'21'4352,"31"-21"-3361,0 0-287,0 0-1024,0 0 32,6-9 1952,6 2-896,19-14 640,0-2-832,18-20 320,6 0-544,18-41 384,2 19-416,5-16 256,0 10-320,-7 0 352,-7 16-352,-10-5 160,-12 23-256,-8-1 416,-5 15-320,-7 7 96,0 11-224,-4 10 224,4 6-224,0 11 96,8 5-128,4 22 96,1 11-128,12 28-32,0-2 0,12 7-32,2-5 0,-3 9-160,1-15 96,-5 1-608,-8-13 384,-10-5-1216,-3-5 832,-10-27-2432,-5-6 1728</inkml:trace>
  <inkml:trace contextRef="#ctx0" brushRef="#br0" timeOffset="-736.3">75 393 12384,'-36'-37'4575,"36"37"-3551,0-49-288,0 21-1088,11 12 32,9-12 1600,9 7-672,8-1 288,6 5-544,25 17 64,-1 12-256,13 31 352,-1 6-288,-11 33 32,-12 5-160,-25 11 96,-6-10-128,-39 5-32,-3-17 0,-33 1-192,2-7 96,-21-5-256,14-10 192,-18-11-96,11-12 128,-5-15-288,12-1 224,0-11 416,17 2-128,7-14 384,20 2-288,4-6 320,21 1-320,14-6 384,10 10-352,11-6 448,6 7-416,31 0 352,7 5-352,23 0 128,-6 10-256,-5 8 64,-8 3-128,-29 0-128,-12 2 0,-25-2-1600,-6 2 896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1:02.619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1286 43 12640,'0'-16'4671,"0"16"-3615,6-15-320,-6 10-960,6 5-32,-6-6 1504,5 6-640,-10 6 672,-1 10-736,-18 31 128,1 4-384,-30 33 448,6 1-416,-42 20 640,6-7-544,-28 23 224,16-6-384,7 6 0,17-10-160,13-38-2240,21-21 1152</inkml:trace>
  <inkml:trace contextRef="#ctx0" brushRef="#br0" timeOffset="-548.15">31 694 6144,'-18'20'2272,"18"-20"-1760,-6 15-160,0-15 96,12 0-320,-6 0 1856,0 0-1088,0-4 1184,11-3-1216,2-8 959,4-1-1023,6-9 544,7 10-768,6-23 608,-2 11-672,9-24 160,4 4-384,-1-22 256,1 12-320,-5-11 160,-7 15-224,0 2 128,2 17-160,-10 10 352,4 8-256,-8 10 448,1 12-384,0 19-64,5 12-128,13 26 64,-2 0-96,7 5 128,7-1-128,11 7 256,-12-5-192,0 15-96,0-6-64,-5 11-128,-2-5 96,-11-5-544,1-6 352,-13-21-2080,-6-15 1280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1:22.913"/>
    </inkml:context>
    <inkml:brush xml:id="br0">
      <inkml:brushProperty name="width" value="0.15" units="cm"/>
      <inkml:brushProperty name="height" value="0.15" units="cm"/>
      <inkml:brushProperty name="color" value="#ED1C24"/>
    </inkml:brush>
  </inkml:definitions>
  <inkml:trace contextRef="#ctx0" brushRef="#br0">591 32 13312,'8'-20'4927,"-8"20"-3839,8-5-320,-8-1-1312,0 12 128,-8-1 1440,0 15-544,-21-1 448,8 9-576,-23-4 160,7 9-288,-22 12-64,9 2-96,-23 10 224,15 1-160,-15 8-192,15-8 32,13-6 128,16-7-32,24-13 384,10 2-224,24-16 320,16 8-320,13 1 512,7-2-416,16 0 352,-9 3-384,17 4 0,-2 0-192,0 0 96,-6 1-128,-22-8-1216,-9-6 608,-21-5-2592,-6 6 1760</inkml:trace>
  <inkml:trace contextRef="#ctx0" brushRef="#br0" timeOffset="449.8">30 1251 12224,'-29'-20'4511,"29"20"-3487,9 0-320,-4 0-512,10 14-256,15-8 1728,6 7-928,15 6 640,1 8-800,19 17 96,2 3-384,30 11 320,-8 0-352,7-6 96,-7-2-224,-7-22-1472,-15-3 736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7:59.153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14 129 12960,'-13'-50'4799,"13"50"-3711,7-45-320,-1 28-1344,13 11 160,5-4 1568,15 10-576,18 4 576,-1 8-672,6 17 0,1 9-288,-6 23 256,-1-6-256,-12 19 160,0-8-192,-25 8 0,-6-8-96,-20 12-64,-6-6 32,-24 6-256,6 0 128,-32-5-96,12-11 96,-23-12-64,4-5 64,-5-18 192,19 1-32,5-5 32,20-6-32,24-12 288,14 7-160,36-12 448,14 0-352,24-7 512,1 2-480,26 5 224,-2 5-320,26 7 64,-7 9-160,-6 2 224,-12 6-224,-25-13-736,-19 6 320,-38-22-3072,-7-5 1856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31:40.949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9713 6 9888,'0'-5'3648,"0"5"-2816,-6 9-256,2-4-640,8 0-96,-4 5 1184,6 0-544,0-1 959,0 6-831,-2 0 320,8-1-544,-6 6 352,4 0-416,2 5 320,-2 0-352,8 0 256,3-2-288,8-2-64,3 2-128,7-3 160,5-1-128,0-4 96,0 0-96,0-5-64,-5 5 0,-1-5 160,-4 4-96,4-3 32,-10-3-64,-6 3-64,0 3 32,-6-3-32,6-3 0,-4-2 0,-2 3 0,-5-3 64,0 4-32,-6-10-160,1 5 64,-6-1 96,0 6 0,-6 0 192,1-1-128,-6 1-32,0 5-32,-17 0 160,6 5-96,-28 10 96,0-1-96,-32 19 224,10 12-192,-16 7-384,11 2 128,0-23-5248,21-13 2944</inkml:trace>
  <inkml:trace contextRef="#ctx0" brushRef="#br0" timeOffset="-1711.74">1 550 9056,'0'0'3360,"0"0"-2624,38 4-192,-15-8-736,9 4 0,12-4 864,6-2-352,6-3 384,0-1-416,-2 0 192,7-5-256,5 6 128,6 3-193,6 2 353,4 4-288,1 0 384,0 0-352,-6 0 512,0-6-448,-5 2 224,6-1-320,10-1 128,17 2-192,17-6 128,5 1-160,-1 3 160,-10 2-192,1 4 96,8 0-96,20 0 224,9 0-192,-4-5 96,-12-1-128,11 6 96,22 0-128,5-4 32,-5 0-32,-15 4-64,9 4 32,22 0 32,-5-4-32,-11 0 128,-15 11-96,15-7 32,22 2-32,-5-2 96,-23 1-96,1 5 32,21-6-32,12 2 32,-11-6-64,-5 0 128,4 5-96,17-5 32,-5-5-32,-22 5 32,-11 0-64,15-6 64,13 2-64,-12 0 128,-22-2-96,-10 1-96,10 1 0,22-2 320,-16-3-192,-13 3 64,-25 2-96,-7 4 96,1 0-96,5 0 192,-5 0-160,-6 4 32,-17 2-64,-11-1 224,-11 5-160,-10-1-32,-12 1-64,-11 0 160,0-1-96,0-3-160,-4 4 0,-2-5 160,5-1-32,-4 2-96,0-2 0,-11 1-544,-6 0 320,-6-5-2560,0-10 1536,-4-9-10655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31:42.391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86 1 6400,'-18'0'2368,"18"0"-1856,0 0-128,0 9 0,0-2-288,0-7 1376,0 0-800,0 0 832,9 15-864,-9-1 288,9 8-544,-9 2 703,0-1-607,0 12 608,0 10-608,-9 15 320,9 7-480,-9 24 320,9-2-352,-7 29 256,7 2-288,-9 0 128,1-8-224,-10-14-416,11-9 128,-11-38-3296,18-7 1888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31:42.391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86 1 6400,'-18'0'2368,"18"0"-1856,0 0-128,0 9 0,0-2-288,0-7 1376,0 0-800,0 0 832,9 15-864,-9-1 288,9 8-544,-9 2 703,0-1-607,0 12 608,0 10-608,-9 15 320,9 7-480,-9 24 320,9-2-352,-7 29 256,7 2-288,-9 0 128,1-8-224,-10-14-416,11-9 128,-11-38-3296,18-7 1888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31:43.06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370 178 2560,'-18'-7'960,"18"7"-768,0-22-32,-9 6 1184,9 16-768,-6-13 1056,6 13-960,-9-16 800,0 10-832,-9-10 576,18 7-704,-16-13 448,8 15-544,-17-8 544,16 8-544,-15 7 224,15 7-384,-25 15 416,17 16-385,-17 6 449,19 10-448,-12 13 224,11 6-288,-8 18 64,6-17-160,2 15 160,8-7-192,8 16 192,8-9-192,-1 16 192,20-1-192,6-8-32,1-14-32,8-21-32,-2-8 0,11-40 128,0-13-64,-2-29-96,3-2 0,-10-27 160,0 5-64,-8-21 32,-10 8-32,-15-32-64,0 9 32,-18-47-32,0 18 0,-15-31 64,6 22-32,-7 7 192,7 37-128,-22 17 32,14 28-64,-23 15-320,6 17 128,-8 6-4607,9 6 2591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31:45.654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279 114 3968,'-18'-9'1472,"18"9"-1120,-15-6-128,6-1 32,18 14-192,-9-14 736,0-2-416,0-4 1312,9 4-960,-3-13 1056,3 15-992,0-9 768,7 16-896,2-15 352,-3 15-576,12 0 703,6 9-639,16-9 192,3 6-416,5 1 96,12 2-224,-11-2 288,0 8-256,-7 1 96,1-3-160,-10 9 0,-9 10-64,-17-4 224,8 10-160,-15 0 32,0-2-96,-18-5-256,0 7 96,-24-9-256,8 9 224,-32-3-160,5 3 160,-32 7-128,8-1 128,-24 3 224,15 4-64,-6 0-192,15-4 64,1-11 32,17 1 64,-2-14 256,26-1-128,1-13 160,24 4-160,9-13 352,18 0-256,24-6 384,7-1-352,45-9 32,6 7-192,9-4 160,0 13-160,-9-9 96,-6 18-96,-10-9 0,-17 13-32,-9 3 160,-7 6-128,-9-6 192,-8 6-192,-10-6-96,-6-3-32,-18-13-1792,7 0 960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8:47:34.788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1009 1 8896,'0'0'3296,"0"0"-2560,0 0-224,0 0-416,0 0-160,-9 0 1216,9 9-608,-13 4 895,1 18-799,-10 10 352,-4 13-544,-21 9 224,22 12-384,-32-2 256,-3 12-288,-12 10 128,12-10-224,-22 9 128,22-21-160,-12 2 160,15-12-192,-15-9-32,24-1-32,1-12 160,9-9-96,4-23 32,12 13-64,-16-22 160,28 0-128,-2 0-32,12 0-32,-13 0 160,26 0-96,-13 10 96,22 12-96,3 9 224,-3 23-192,25-1 256,4 10-256,31 1 160,-1 8-160,39 13 160,0 0-192,-3 10 544,15-1-384,-38 13-32,1-12-128,-35-23-928,0 4 448,-48-54-4000,-12-22 2432</inkml:trace>
  <inkml:trace contextRef="#ctx0" brushRef="#br0" timeOffset="-4382.98">6129 1491 10976,'25'-63'4064,"-25"63"-3168,48-44-257,-14 12-1022,4 23 63,9-23 1247,13 20-479,-3 2 544,3 10-544,0 10 0,0 12-256,-26 9 256,4 23-256,-38 0 96,10-4-160,-45 4 160,13 9-192,-38-19-96,13-3-32,-38-19 32,15-13 0,-15-31 128,16 3-64,-4-34-96,26 12 0,0-35 96,22 13-32,3-9 320,22 5-160,12-5 256,10 9-256,13 0 160,25 19-192,12 3 224,10 9-256,3 20 32,-3 12-96,-9 22 32,-17 9-64,-18 13 64,-3 7-64,-35 2-32,13 10 32,-48-9 32,10-13-32,-35-19-160,13 9 64,-35-18-32,22-3 32,-13-33-96,13 14 96,4-23 96,5 1 0,17-13-160,12 12 64,9-18 256,13 15-128,22-15 64,16 6-64,9 3 32,13 9-64,9 20 64,4 12-64,-13 12 128,-13 10-96,-25 10 128,-9 9-128,-36 0 32,11 12-32,-35-9 32,9-3-64,-32-9-32,23-1 32,-25-21-128,12 12 64,0-32-32,25-2 0,1-20-96,9 13 96,12-25-96,26 25 64,12-25 64,9 22 32,14-9 128,11 21-64,14 10 128,9 10-128,0 2 32,-10 20-32,-12-1 32,-13 10-64,-12 13 64,-10-1-64,-37 1-32,12-4 32,-48 4-128,14 0 64,-39-13 32,13 3 0,-22-25-224,23-7 128,-14-34-96,26 0 96,0-28 64,12 6 32,10-19-224,25 22 128,0-22-96,25 9 96,-12 0 128,21 23 0,13-1-32,1 10 32,12 0-32,-1 22 0,1 13 192,-3 9-96,-19 9 32,-3 1-64,-35 9 96,0 0-96,-23-6-160,-2 6 32,-22-19-32,22 9 32,-32-31-160,19 0 128,-22-13-96,13 4 96,0-22 0,12-1 32,10-22 0,16 23 0,9-23 64,9 23 0,16-10 128,10 9-64,12 1 32,0 18-32,13 13 32,0 13-64,0 6 64,0 12-64,-25 13 128,-10 10-96,-16-13-32,4 12 0,-26-21 32,4 9-32,-39-19-32,11 10 32,-23-23-32,13 4 0,-13-26-96,12 13 64,1-19-128,12-3 96,1-19-96,21 19 64,13-22 64,13 12 32,9 1 0,16 12 0,9 6 64,0 13-32,0 0 64,13 13-64,-25-13 128,12 9-96,-34-9 192,-1 10-160,-24-10 32,12 0-64,-47-10-896,9 1 448</inkml:trace>
  <inkml:trace contextRef="#ctx0" brushRef="#br0" timeOffset="-1213.46">215 1119 5632,'-34'0'2112,"34"0"-1664,0 0-96,0 0 64,0 0-288,0 0 1152,0 0-704,0 0 960,0 0-896,9 0 608,4 0-736,-1 0 512,10 13-576,26-4 543,2 13-575,7-12 416,3 12-480,12-22 480,10 9-512,13-9 224,12 0-320,12-9 64,-11 9-160,11-13 352,-12 13-256,0-9 224,-12 9-224,0-10 0,-14 10-128,-8-12 224,-1 24-192,-2-24 320,-10 12-256,-13-10 32,13 10-128,0-9 160,-1 9-160,11-13 192,2 26-192,-2-13 32,15 9-64,-3-9 288,3 0-160,-3-9-320,12 9 64,1-13 352,2 4-128,-15-1 0,0 10-96,3-12 32,-16 24-64,4-12-96,-1 0 32,-2 0 96,-10 0-32,-1 0-32,1 0 32,10 0 32,15 10-32,-3-10-32,12 0 32,13 0-128,-12 9 64,12-9 160,0 13-64,13-13 128,-13 0-128,13-13-32,-13 13 0,0-9-128,-13 9 64,1-10 160,-13 20-64,12-10-160,-21 9 32,-1-9 32,-2 13 32,2-4 64,10 1-32,-10 2-96,10-2 32,3-1 32,-3 4 0,0-4 0,3 13 0,-3-12 128,-9 2-64,-13-2-32,-13-1 0,-12-9-2080,-10 0 1120</inkml:trace>
  <inkml:trace contextRef="#ctx0" brushRef="#br0" timeOffset="-5689.91">5988 6929 4736,'-13'-12'1760,"13"12"-1376,0 0-96,0 0-608,0 0 128,0 0 640,0 0-224,13-10 928,-1 10-672,-12-9 1152,13 9-960,-13-13 768,12 4-832,-12-13 448,10 22-608,-10-22 384,0 12-480,0-21 191,12 21-319,-12-21 352,0 9-320,0-10 576,13 10-448,-13-19 224,13 10-352,-4-23 192,4 23-224,-13-32 224,0 18-256,0-27 96,12 18-160,-12-40 160,0 9-192,0-32 96,0 13-96,0-22 224,0 19-192,0-19 32,0 19-96,-12-7 224,12 7-160,-13-9-32,13 31-64,-9-32 32,18 23-32,-9-54 64,0 22-64,0-54 128,13 32-96,-13-32 32,12 32-32,1-9 32,-4 31-64,-9-23 128,0 42-96,0-19 32,13 32-32,-1-54 32,1 44-64,0-44 64,-4 31-64,4-31 64,-1 22-64,-12-22-160,13 41 64,-13-10 96,9 23 0,-9-1 192,13 23-128,-13-4-96,0 22-32,0 4 32,13 6 0,-13-6-160,12 15 96,-12-6 160,10 9-32,2 1 32,1 9-32,-1-10-64,1 23 32,-13-4 32,10 13-32,-10-9-32,0 18 32,-10-9-128,10 22 64,-13-22-2432,1 13 1344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00:57.568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7238 40 13536,'-5'-9'5023,"5"9"-3903,14-17-320,-3 8-1216,-2 9 64,6-4 1568,0 8-640,-1 9 640,6 4-704,-5 18 352,5 4-512,-11 27 672,6 3-576,-6 36 192,2-5-352,-11 13 256,4-14-320,-4-2-256,0-16 0,0-11-1344,0-9 768,0-18-3840,5-16 2464</inkml:trace>
  <inkml:trace contextRef="#ctx0" brushRef="#br0" timeOffset="-1496.41">3588 40 14624,'0'-9'5407,"0"9"-4191,10 4-352,-6-4-1728,6 9 288,10 0 1632,5 13-512,3-5 608,2 5-672,4-1 0,1 1-288,-1 0 256,1 4-256,3-4 320,7 4-288,8-4 32,1 4-160,0-9 0,0 5-32,-10-5 160,-1 4-128,-8-2-32,-1 1-32,-10-7-128,1 6 64,-11-6-32,2 0 0,-7-4 192,1 4-64,-10 0-96,0 4 0,-15 8-128,1 1 96,-25 18 256,4-1-128,-24 15 128,6-6-96,-21 8 0,16-2-32,-11-3-64,16-3 32,3-12-1888,20-10 1024</inkml:trace>
  <inkml:trace contextRef="#ctx0" brushRef="#br0" timeOffset="-371.15">6622 48 13888,'-10'0'5119,"10"0"-3967,-6 5-320,2-5-1088,8 13-32,-4 0 1664,0 4-736,0 14 768,6 4-832,-2 24 480,2 8-608,-6 27 192,4 3-384,-4 8 64,0-15-192,-4-6-416,4-11 160,-6-11-1952,12-16 1152,3-18-4896,5-8 3265</inkml:trace>
  <inkml:trace contextRef="#ctx0" brushRef="#br0" timeOffset="-4094.12">868 270 12640,'-19'-17'4671,"19"17"-3615,14 0-320,-4-4-832,-1-1-96,16 1 1856,8 8-896,17 5 832,-1 4-928,9 9 128,1 8-480,-10 18 448,-4-1-448,-21 24 224,-10-3-320,-28 10-576,-2-8 192,-23-5-640,1-4 448,-12-7-352,6-8 416,-4-5-64,13-12 224,-4 1 224,14-8-64,1-4 512,15-1-320,4-4 480,15 0-416,18-9 864,7 5-672,29-9 160,9 5-384,10-5 96,-4 4-192,-6 0-128,-5 5-64,-14-5-1184,-5 1 672,-10-5-3232,-9 4 2112</inkml:trace>
  <inkml:trace contextRef="#ctx0" brushRef="#br0" timeOffset="-3629.43">1553 214 15776,'14'-13'5855,"-14"13"-4543,34 8-384,-15 1-1760,6 4 256,14 5 1632,1 3-512,3 17 320,-2 11-512,-13 24 192,-3 1-288,-20 13 64,0-7-192,-25-3-64,5-12-32,-13-4-544,3-3 288,-10-7-480,11-3 416,-6-9 0,16-9 160,-1-3 576,15-6-224,10-8 544,4 0-448,25-13 512,6 6-512,23-16 224,1 1-320,4-4 128,-4 5-192,-15-1-992,-6 9 448</inkml:trace>
  <inkml:trace contextRef="#ctx0" brushRef="#br0" timeOffset="-2667.57">2233 674 11968,'-30'10'4416,"30"-10"-3425,0-27-287,0 9-704,0 9-160,6-17 1728,2 0-832,8-13 736,3 10-896,1-12 0,-1 16-384,1-6 448,0 10-352,-6-1 224,1 14-288,-1-1 480,1 9-384,-5 9 416,-1 7-416,2 23 128,3 9-288,5 18 64,6 4-128,10 3 160,-1-7-160,10 0 32,0-7-64,6-2-64,-3-5 32,-3-4-832,1-9 448,-12-17-1824,2-5 1216,-10-12-4096,0-5 2848</inkml:trace>
  <inkml:trace contextRef="#ctx0" brushRef="#br0" timeOffset="-2277.34">2874 405 14208,'-21'-23'5279,"21"23"-4127,11-16-288,-6 7-1344,0 9 96,-10 0 1632,5 5-640,-16 15 416,7 8-608,-25 27 256,5 11-384,-26 17 128,2-1-256,-11 13 416,15-6-320,1-2-1120,8-6 480,16-29-3904,14-12 2368</inkml:trace>
  <inkml:trace contextRef="#ctx0" brushRef="#br0" timeOffset="-685.5">5193 691 15040,'-5'5'5567,"5"-5"-4319,49-12-352,-25-1-1472,5-1 128,21-13 1728,8 11-672,25-14 672,0 8-768,6-5 64,-6 15-320,-15-1-672,-14 3 224,-5 2-2976,-10 4 1760</inkml:trace>
  <inkml:trace contextRef="#ctx0" brushRef="#br0" timeOffset="-4484.9">1 831 15968,'11'0'5887,"-11"0"-4543,29 0-416,-9 0-1760,-1 4 256,20 0 1920,5 2-704,20-3 544,5 1-704,3-4-224,-3 5-160,-5-14-1920,-11 0 992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01:28.363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799 1 14784,'-47'5'5471,"47"-5"-4223,-13 18-384,7-6-1728,12-2 288,-6 20 1696,7 12-544,-1 11 256,8 0-512,-7 23 0,-2 7-192,-10 4-352,5 0 128,-7-4-1888,0-6 1088</inkml:trace>
  <inkml:trace contextRef="#ctx0" brushRef="#br0" timeOffset="353.22">13 1132 14880,'-12'0'5503,"12"0"-4287,53 0-320,-15-6-1632,2 6 224,32-12 1696,1 2-608,54-15 448,-4 8-608,37-6 128,-15 10-320,-6 1 64,-27 7-160,-14 0-288,-18 5 96,-20-7-1536,-15 14 864</inkml:trace>
  <inkml:trace contextRef="#ctx0" brushRef="#br0" timeOffset="781.25">389 1708 13120,'-33'5'4863,"33"-5"-3775,14-35-320,-1 17-896,8 6-96,24-16 1568,8 10-704,39 1 96,1 10-416,12 19 32,-5 6-192,-15 22-128,-13 7-64,-26 13-32,-6-3 0,-33 8-352,0-5 192,-41-3-384,-6-4 352,-38-6-288,4-5 288,-24-7 0,19-7 160,-6-3 416,25-2-160,1-11 416,19 5-320,6-4 224,22-3-256,12-3 480,19-2-384,33-5 352,8 0-384,40-5 544,5 5-448,21-7 288,-14 7-384,-7 0 0,-19 12-192,-14-12-416,-6 6 192,-13-12-3232,-13 1 1856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01:23.92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37 675 11648,'-31'11'4288,"31"-11"-3329,-5-35-255,5 9-1088,10 11 64,-2-21 1728,10 7-736,0-10 480,4 3-672,6-17 192,3 9-384,-3-12 352,-1 8-384,-5-3 160,5 6-256,1 5 64,-2 16-128,7 15 352,-2 18-224,5 23 96,4 8-192,10 12 352,4 4-256,10 13 32,-6-5-160,1 23 288,-10 2-192,1 12-96,-9-17-64,-5-8 32,0-13-32,-5-10-1088,-4-9 608,-9-20-2112,0-4 1440</inkml:trace>
  <inkml:trace contextRef="#ctx0" brushRef="#br0" timeOffset="353.6">980 37 13312,'-31'-20'4927,"31"20"-3839,0-16-320,-5 16-608,5 7-256,-5 17 1664,1 5-864,-14 19 320,4 4-640,-17 24 256,-1 4-352,-30 44 480,3-3-448,-22 28 0,12-21-192,-7-4-800,22-16 384,13-44-2944,19-19 1792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01:26.171"/>
    </inkml:context>
    <inkml:brush xml:id="br0">
      <inkml:brushProperty name="width" value="0.15" units="cm"/>
      <inkml:brushProperty name="height" value="0.15" units="cm"/>
      <inkml:brushProperty name="color" value="#ED1C24"/>
    </inkml:brush>
  </inkml:definitions>
  <inkml:trace contextRef="#ctx0" brushRef="#br0">643 1 13536,'6'22'5023,"-6"-22"-3903,0 32-320,-6-9-1280,1 4 96,-15 14 1792,5 3-768,-22 2 224,3-1-512,-24-3-96,14-2-160,-18 1 288,16-4-192,-15-1-96,9-1-64,-3 2 96,14 0-64,0-7-32,11 3 0,4-2-256,11-4 128,15 2 384,10 5-128,15 3 288,11-1-256,20 6 256,11-2-256,25 2 160,0-2-192,-1-4 0,-4-4-96,-21-5 160,-10-4-128,-16-6-1216,-9-3 576,-25-18-5696,-6 0 3457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59:41.65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9449 1 11552,'-32'0'4288,"32"0"-3361,-31 9-223,13-2-1184,11 10 128,-10 7 1856,10 0-832,-6 6 640,13 11-768,7 7 32,6 6-320,4 4 320,8 6-320,6-2 288,6-5-288,13-2 0,-1-5-160,7-12 288,0 2-192,-1-9 96,-6 10-160,-6-8 0,-1-2-64,-11-14-64,-6 6 32,-12-8 96,5 1-64,-18-6 256,0 4-192,-24 10 256,-1 0-256,-38 16 160,3 18-160,-33 27 288,6 3-224,-11 24-256,24-7 32,1-17-1984,17-9 1120</inkml:trace>
  <inkml:trace contextRef="#ctx0" brushRef="#br0" timeOffset="-1582.12">20 751 7040,'-19'0'2624,"19"0"-2048,6 0-128,1 0 96,-1 0-384,-1 0 1472,15 9-896,5-9 320,6 0-640,4-9 416,10 2-512,16-10 287,7 0-351,-1 3 416,2-3-384,-8 10 288,1-10-320,-7 1 128,1 9-224,11-1 128,8-8-160,6 9 288,10-3-224,9 3 160,5-3-192,-14 10 64,-4 0-128,0 10 224,-7-3-192,12 3 32,14-3-96,17 0 96,6 2-96,7-9 256,-7 0-192,-11 0-96,5 8-64,13-1 224,18 9-96,13-8-32,-19 8-32,-12 1 96,-7-10-64,14 10 32,17-3-32,5-14 32,-5 0-64,-17 10 64,0-10-64,11 7 128,13 2-96,6-2 32,-13 1-32,-19 1 96,-5 5-96,18 3-32,6 0 0,7-3-128,-7-5 64,-11-1 160,-2-8-64,14 0 256,24 0-192,1 0 96,-14 0-128,-11 0 0,6-8-32,11 8 96,7 0-96,-12 0-160,-19 8 32,-11-8 32,11 0 32,6 0 416,13-8-224,-12 8 64,-19-9-160,-13 9-64,-6 0 0,-5 0 32,-2 0-32,-11 0-288,-5-7 128,-20-10-2144,-13-7 1248,-12-23-11391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02:29.22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86 1 6400,'-18'0'2368,"18"0"-1856,0 0-128,0 9 0,0-2-288,0-7 1376,0 0-800,0 0 832,9 15-864,-9-1 288,9 8-544,-9 2 703,0-1-607,0 12 608,0 10-608,-9 15 320,9 7-480,-9 24 320,9-2-352,-7 29 256,7 2-288,-9 0 128,1-8-224,-10-14-416,11-9 128,-11-38-3296,18-7 1888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02:34.33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86 1 6400,'-18'0'2368,"18"0"-1856,0 0-128,0 9 0,0-2-288,0-7 1376,0 0-800,0 0 832,9 15-864,-9-1 288,9 8-544,-9 2 703,0-1-607,0 12 608,0 10-608,-9 15 320,9 7-480,-9 24 320,9-2-352,-7 29 256,7 2-288,-9 0 128,1-8-224,-10-14-416,11-9 128,-11-38-3296,18-7 1888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00:18.477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204 185 8320,'-5'-9'3072,"5"9"-2400,-10-3-160,6-2-576,8 5-64,-8-4 1088,4 1-480,-9-6 576,9 9-608,-9-3 192,9 6-384,-9-3 703,5 9-543,-9-2 448,3 1-512,-3 4 256,3 0-352,-3 5 288,4-2-320,-9 9-32,5 0-128,-5 8 384,8 4-256,-3 16 64,9-4-160,-5 11 96,9 2-128,5-5-32,8-8 0,5-9-192,9-7 96,0-12-32,5-4 32,-1-12 64,-4-4 0,-1-20 128,-3 4-64,-5-24-96,0 5 0,-4-18 32,-1 6 0,-5-9 256,2 8-128,-10-8 96,5 8-128,-10-16-64,5 16 0,-5-11 224,0 10-128,-8 1 32,5 13-96,-10 7-64,4 12 32,-9 4-1376,10 8 736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00:21.397"/>
    </inkml:context>
    <inkml:brush xml:id="br0">
      <inkml:brushProperty name="width" value="0.10583" units="cm"/>
      <inkml:brushProperty name="height" value="0.10583" units="cm"/>
    </inkml:brush>
  </inkml:definitions>
  <inkml:trace contextRef="#ctx0" brushRef="#br0">364 1 13792,'-11'0'5119,"11"0"-3999,-4 3-288,4 0-1664,4 1 288,0-1 1568,0 4-544,-1 6 608,5 8-640,-4 6-128,0 3-192,-8 15 320,4 2-224,-4 4-128,0 0-32,-7-3-768,3-8 384,0-8-3392,5-6 2048</inkml:trace>
  <inkml:trace contextRef="#ctx0" brushRef="#br0" timeOffset="425.54">13 578 13312,'-12'0'4927,"12"0"-3839,12 7-320,-5-4-1248,5 1 96,7-1 1696,8 4-672,7-4 544,1 4-672,18-7 320,5 3-480,10-3 256,1 0-352,-4 0 352,-11 0-352,-9 0 160,-3 0-256,-12 0-576,-2 0 224,-6-3-1568,-6 0 992</inkml:trace>
  <inkml:trace contextRef="#ctx0" brushRef="#br0" timeOffset="956.99">165 1009 13952,'-7'-3'5183,"7"3"-4031,4-10-320,-1 3-1600,10 7 256,1-7 1760,9 7-640,11-6 448,5 6-640,6-4 64,2 8-320,-1-1 352,-5 4-288,-6 3-320,-8 3 32,-12 0-352,-4 5 256,-15 2-384,-3 4 320,-16-4-288,4 1 256,-16-4-352,5 0 352,-12-7-96,11 7 224,-7-7 128,11 0 32,-3-3 416,10 0-256,5 0 352,8-1-320,7-2 320,4 2-320,11 1 384,8 0-352,11-1 384,4 2-384,8-5 160,0 4-256,0-3 288,-8 2-256,-8 1-32,-2 0-96,-13-4-1664,-4 0 864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00:59.23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493 1030 6560,'19'17'2432,"-19"-17"-1888,17 9-160,-17-9-288,0 0-128,0 0 1152,0 0-608,-10-9 768,3 1-736,-12-8 448,0-1-576,-16-14 384,8 7-448,-18-23 543,19 13-511,-19-20 512,9 13-512,-9-6 64,18 6-256,-8-7 32,6 17-128,-14-2 224,24 9-192,-7-7 96,17 15-128,-11-8 160,20 10-160,-7-13 256,14 20-224,-7-17 160,20 17-160,-11-17 224,8 15-224,2-22 32,16 14-96,1-23 224,0 16-160,9-14-32,8 5-64,1-8 96,8 17-64,-7-7-384,0 15 192,-10-22-5536,-2 4 3105</inkml:trace>
  <inkml:trace contextRef="#ctx0" brushRef="#br0" timeOffset="-24339.13">3896 982 7808,'-9'17'2880,"9"-17"-2240,0 7-160,0-7-704,9 10 32,-9-10 1216,0 0-544,0 0 864,0 0-736,-9 0 576,9 14-673,-17-5 673,8 8-704,-18-10 352,-1 10-512,-17-17 320,18 7-352,-27-7 128,18 0-256,-26-7 128,7 7-160,3-17 224,7 10-224,-10-19 160,19 12-160,-9-27 0,19 10-64,-10-26 96,17 9-96,-7-16 192,16 9-160,3-16-32,7 14-32,-10-22 160,20 22-96,-3-14-32,12 16-32,7-19 32,1 36-32,18-10 64,0 15-64,26 2-32,1 14 32,18 1 96,1 16-64,7 0 32,-8 16-32,1 1-128,-10 7 32,-10 7 224,-9 16-96,-7 18 32,-10-1-64,-19 7 96,0 10-96,-16-2 32,-1 2-32,-18-2 32,9-8-64,-26 0 64,-3-6-64,-42-8-32,9-10 32,-45-6-608,16-10 320,-35-24-1376,28 3 896</inkml:trace>
  <inkml:trace contextRef="#ctx0" brushRef="#br0" timeOffset="-1037.59">305 377 7040,'0'15'2624,"0"-15"-2048,17 0-128,-17 0-480,0 0-64,9 0 1088,1 0-512,-10 0 640,0 0-640,0-7 160,17 7-352,2-8 512,16 16-416,-8-8 351,8 0-415,3 0 480,-2 0-480,7 0 352,2 7-384,0-7 192,1 0-256,8 0 128,-1 9-192,11-9 224,-2 0-256,0 0 160,2 0-160,-2 0-128,-7 7-32,7-7 160,-7 8-64,-3-8-32,-7 9 0,1-9 160,-1 7-96,0-7 32,0 7-64,1-7 224,-4 10-160,4-10-32,8 7-64,1 3 96,-2-3-64,1 0-96,-1 2 0,1-9 160,1 8-64,-12-1-160,12 2 32,0-9 160,-3 7-32,3-7-32,0 0 0,-3 0 96,3 0-64,-10 0-224,0 0 64,-9 0 256,7 0-96,-15 0 0,8 7-32,0 3-32,0-3 0,-1 0-448,11 10 256,-30-17-2304,3 7 1376</inkml:trace>
  <inkml:trace contextRef="#ctx0" brushRef="#br0" timeOffset="-25361.41">3770 894 10624,'-36'10'3936,"36"-10"-3040,10 0-256,-10 7-1216,9 2 192,-1-1 1152,1-1-416,1 9 639,6 15-575,-6-7-32,-1 0-224,1 2 480,7 5-384,-8-7 384,1 7-352,-10 2 416,0-2-416,0 10 224,0-1-288,0 8 128,9-1-192,-9 18 128,7-1-160,3 15 0,-1 9-64,1 7-64,-3 0 32,-7 3 32,0 4-32,0-14 128,0 0-96,0-9 192,0 2-160,0-10 96,0 1-96,0 9 0,0-10-32,-7 17-64,7-9 32,-10 19-32,10-13 0,-9 3 128,9 1-64,-17-8-224,17-20 64,0-20-1568,7-17 896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9T06:03:23.371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4140 1 16895,'6'35'0,"-12"12"-32,0-8-447,6 5 255,-10 20 799,4 3-287,-5 5 96,6-9-224,-6-4-32,5-11-64,-4-13-64,10-7 32,-6-19-192,6 1 96,6-14-192,4-2 160,7-3 96,9-1 32,8-4-32,-1 3 32,10-3 96,6 10-64,11 0 480,-5 8-320,0 6 256,-2 5-256,-10 7 288,-4 3-288,-11 10 96,-6 2-192,-17 17 288,-5 0-224,-23 14 96,7-5-160,-27 14 0,6-3-64,-13-17-128,7-3 32,-6-21-1184,10-4 672,1-23-4287,16-6 2687</inkml:trace>
  <inkml:trace contextRef="#ctx0" brushRef="#br0" timeOffset="-165376.49">694 57 13888,'-6'4'5119,"6"-4"-3967,21 10-320,-14-5-1504,4 9 192,5 6 1440,12 9-480,9 15 160,6-1-416,2 11-64,-1-1-96,-17 1 32,-1-1-64,-20 5-576,-6 0 288,-22 5-320,1-1 320,-17-2-128,10-8 224,-11-7 0,14-8 96,-9-12 192,13 0-64,-1-11 544,4 1-352,8-1 544,10 1-480,6-1 224,4 0-320,12-4 352,5 5-320,17-5-64,1-1-96,8-4-288,2 4 96,0-13-1376,-2 4 832,-9-19-4767,1 4 3007</inkml:trace>
  <inkml:trace contextRef="#ctx0" brushRef="#br0" timeOffset="-165001.03">1479 449 14880,'-65'20'5503,"65"-20"-4287,-17 10-320,6-1-1760,11 11 288,-15 9 1504,9 4-480,6 16 32,6 5-288,9 14-160,7-2 0,11-2-32,-1-10 0,7-40 0,5-10 0,5-37 64,-6-6-32,-5-25 128,-5 13-96,-23-13 256,2 16-192,-28-16 32,-6 15-96,-17 6 32,7 20-64,-29 12-736,6 16 416,-15 1-3776,16 8 2240</inkml:trace>
  <inkml:trace contextRef="#ctx0" brushRef="#br0" timeOffset="-37313.18">3392 219 11968,'-37'11'4416,"37"-11"-3425,0-21-287,0 13-704,0 2-160,0-9 1600,5 1-768,1-1 448,-2 11-640,2 12 320,6 13-448,-2 26 384,6 13-416,-5 17 480,5-5-480,-10 20 352,6-5-384,-18 26 0,0-12-192,-4 0-416,4-8 192,0-50-3712,6-18 2112</inkml:trace>
  <inkml:trace contextRef="#ctx0" brushRef="#br0" timeOffset="-39035.01">1953 656 11872,'6'4'4416,"-6"-4"-3457,32-10-255,-20 2-928,4 2-32,1-13 1504,-1 4-640,-1-20 128,7 2-448,-4-16 0,3 6-160,-5-11 224,6 11-224,-6 0 32,1 14-96,-7 4-64,7 11 32,-6 14 96,5 14-64,1 21-160,5 8 32,-1 11 256,1-2-128,0 7 128,-1-5-96,1-3 96,0-1-128,0-7 128,-1 1-128,-4-5-96,5 0 0,-6-6 224,0-4-96,-4-4-96,4-1-32,-5-5 32,5 5 0,-4-14-160,-2 1 96,-10-22-1376,6 6 800,-1-24-3615,1 10 2367</inkml:trace>
  <inkml:trace contextRef="#ctx0" brushRef="#br0" timeOffset="-38550.51">2624 248 10304,'-17'0'3808,"17"0"-2944,0-14-256,0 10-480,0 4-192,0-7 1567,0 7-799,0 0 704,0 11-832,-4 7 704,-2 7-768,-10 18 416,5 6-576,-17 19 480,12 0-512,-17 15 160,5-7-320,-15 21 224,11-8-256,-13-13-1376,19-7 672</inkml:trace>
  <inkml:trace contextRef="#ctx0" brushRef="#br0" timeOffset="567.29">4195 263 9312,'0'20'3424,"0"-20"-2656,26 4-192,-9 1-832,5 0 32,15-5 1504,2 5-672,15-10 959,1 5-895,0-10 160,-2 0-512,-8-9-832,-7 5 288</inkml:trace>
  <inkml:trace contextRef="#ctx0" brushRef="#br0" timeOffset="1146.83">5360 320 10976,'-10'0'4064,"10"0"-3168,0 6-257,0-6-1118,10 9 127,7 1 1343,5 10-511,6-1 1056,3 0-896,9 1 192,-3-1-512,2-4 160,-7 5-256,1-6 224,-5 5-256,-2-5 160,7 7-192,-5-13 128,-7 6-160,-5-7-128,6 1-32,-11-2 320,5-2-192,-4-4-288,-2 0 96,-10 0 0,6 0 96,-6 0 128,0 0-64,-6 4-96,2 7 0,-8 3 160,1 7-64,-11 8 32,0 4-32,-10 20 160,5 1-128,-17 22 192,11 7-192,-16-1-32,5-8-32,-5-12-1312,12-13 704</inkml:trace>
  <inkml:trace contextRef="#ctx0" brushRef="#br0" timeOffset="-37638.28">3077 592 8320,'-6'-4'3072,"6"4"-2400,6 4-160,-6-4 64,10 4-416,2 2 1760,9 3-1056,1-3 1311,6-2-1247,-1 1 448,5 0-800,11-5 384,2 0-544,8-5 256,8 5-384,-2-9 192,2 3-256,-8-3-480,-3 9 128,-17-10-896,1 0 576,-19-9-3328,-5 9 2112</inkml:trace>
  <inkml:trace contextRef="#ctx0" brushRef="#br0" timeOffset="-166513.76">1 659 20479,'22'4'0,"27"-15"-32,-16 7 832,0 4-448,21-4 352,1 4-416,10 0 352,-4 8-384,-8-1 160,-4 1-256,-9 2 224,-3 0-256,-21-10-608,-5 5 256,-26-1-5280,-3 2 3009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07:58.435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3332 17 12128,'0'-16'4479,"0"16"-3455,-5 3-320,1-3-1344,8 0 192,-8 4 1664,-1 10-640,-5 2 672,1 9-736,-6 4 0,6 10-320,-14 7 384,9 8-320,-5 33 224,4 6-256,6 8 128,9-10-192,9-2 352,10-10-288,10-16 32,8-9-160,1-16 96,1-5-128,-2-20 32,0-4-32,-4-22-192,-5 0 64,2-11-96,-8 2 64,-12-11 192,-1 4-32,-13-14-96,4 10 0,-10-17-32,1 3 0,-9 6 128,3 7-32,-13 22 128,4 21-96,-18 11-512,8 18 224,-4 0-2016,15 3 1248</inkml:trace>
  <inkml:trace contextRef="#ctx0" brushRef="#br0" timeOffset="-2206.36">23 222 9888,'-13'-4'3648,"13"4"-2816,-5-4-256,1-1-224,8 10-320,1-10 1663,8 5-927,12-3 608,3 6-800,9 2 256,6 3-512,5 5 416,-2 8-448,-4 13 224,1 3-288,-14 18 0,-6 4-128,-19 12 0,1-5-32,-24 2 32,6-2-64,-25-7-32,0-8 32,-9-1-128,5-9 64,-1-2-32,10-10 0,5-8 64,9-1 0,5-6 352,14-7-192,9-2 288,10-1-256,18-8 512,11-1-384,13-2 224,5 2-320,4-4 224,-9 9-256,-3-4 32,-12 4-128,-7 0-192,-7 9 32,-13 0-1600,0 3 928,-5 0-5280,5 1 3361</inkml:trace>
  <inkml:trace contextRef="#ctx0" brushRef="#br0" timeOffset="-1499.42">740 500 10464,'-38'24'3872,"38"-24"-3008,-14 8-224,10-8-800,4 5-32,-5-10 1695,5 1-799,0-12 672,9-2-832,5-10 352,5 3-544,5-9 480,5 9-512,3-5 288,2 14-352,-2-2 128,6 11-224,-1 2 224,11 10-256,-6 7 256,0 5-256,1 12 320,0 4-256,-6 26 32,0-8-128,1 15 96,-4 2-128,8 7 480,1-13-320,-2 2-864,2-6 320,-4-16-800,-7 0 640,-3-17-3488,-2-3 2176</inkml:trace>
  <inkml:trace contextRef="#ctx0" brushRef="#br0" timeOffset="-1108.52">1415 286 13472,'-5'-9'4991,"5"9"-3903,0-13-288,0 10-1280,0 6 96,-5 6 1504,5 4-608,-9 19 416,-1 7-544,-9 32 192,0 1-320,-18 24 352,3-13-352,-22 26 32,8-13-192,-3 5-1056,14-18 544,13-41-5216,19-16 3105</inkml:trace>
  <inkml:trace contextRef="#ctx0" brushRef="#br0" timeOffset="-585.03">2107 642 12288,'-34'20'4575,"34"-20"-3583,0 5-256,0-5-608,0 0-224,10 0 1792,4 0-896,19-5 512,5 1-768,23-8 192,0-1-448,15 1 352,0 7-384,-11-3-608,-8 16 160,-5-8-3744,-10 12 2176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6T06:06:40.150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37 675 11648,'-31'11'4288,"31"-11"-3329,-5-35-255,5 9-1088,10 11 64,-2-21 1728,10 7-736,0-10 480,4 3-672,6-17 192,3 9-384,-3-12 352,-1 8-384,-5-3 160,5 6-256,1 5 64,-2 16-128,7 15 352,-2 18-224,5 23 96,4 8-192,10 12 352,4 4-256,10 13 32,-6-5-160,1 23 288,-10 2-192,1 12-96,-9-17-64,-5-8 32,0-13-32,-5-10-1088,-4-9 608,-9-20-2112,0-4 1440</inkml:trace>
  <inkml:trace contextRef="#ctx0" brushRef="#br0" timeOffset="1">980 37 13312,'-31'-20'4927,"31"20"-3839,0-16-320,-5 16-608,5 7-256,-5 17 1664,1 5-864,-14 19 320,4 4-640,-17 24 256,-1 4-352,-30 44 480,3-3-448,-22 28 0,12-21-192,-7-4-800,22-16 384,13-44-2944,19-19 1792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6T06:06:40.152"/>
    </inkml:context>
    <inkml:brush xml:id="br0">
      <inkml:brushProperty name="width" value="0.15" units="cm"/>
      <inkml:brushProperty name="height" value="0.15" units="cm"/>
      <inkml:brushProperty name="color" value="#ED1C24"/>
    </inkml:brush>
  </inkml:definitions>
  <inkml:trace contextRef="#ctx0" brushRef="#br0">643 1 13536,'6'22'5023,"-6"-22"-3903,0 32-320,-6-9-1280,1 4 96,-15 14 1792,5 3-768,-22 2 224,3-1-512,-24-3-96,14-2-160,-18 1 288,16-4-192,-15-1-96,9-1-64,-3 2 96,14 0-64,0-7-32,11 3 0,4-2-256,11-4 128,15 2 384,10 5-128,15 3 288,11-1-256,20 6 256,11-2-256,25 2 160,0-2-192,-1-4 0,-4-4-96,-21-5 160,-10-4-128,-16-6-1216,-9-3 576,-25-18-5696,-6 0 3457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6T06:08:25.6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1340 2760,'0'15'248,"0"-15"-248,0 4 0,0-4 0,0 0 224,0 0-8,0 0 0,8 4 0,4-4 64,6 0 8,1 0 8,7 0 0,3 3 176,8-3 32,1 0 8,13 0 0,8 5-320,4-5-64,-1 3-16,9 0 0,1-6 176,7 3 32,1 0 0,12 0 8,-5-3 24,1-2 8,-8 5 0,3-3 0,-12-5-56,13 5-16,4-5 0,8 4 0,-16-3 8,-5 0 0,-9-1 0,-7 0 0,-9 5-24,-8-1-8,1 0 0,-1 4 0,-9-3-8,-9 3-8,-7-5 0,-3 5 0,-11 0-24,6-3 0,-1-5 0,-8 8 0,0 0-136,-17-3-88,4 0 96,-3-2-4288,-1-1-864</inkml:trace>
  <inkml:trace contextRef="#ctx0" brushRef="#br0" timeOffset="568.29">230 2128 2216,'0'0'192,"0"0"-192,0 0 0,0 0 0,0 0 376,0 0 32,0 0 8,21 5 0,0-5 48,-1 0 16,1 0 0,1 0 0,7 0-160,0 0-32,5 3-8,-1 0 0,0-3 48,1-3 16,4 3 0,3 0 0,5-3-40,0-2-8,-13 5 0,5 0 0,0-3 112,-12 3 16,-15 0 8,6 0 0,9 0-112,-10-4-32,-16 4 0,5-4 0,12 1-120,-9-1-24,-8 4-8,0 0-3576,0 0-720</inkml:trace>
  <inkml:trace contextRef="#ctx0" brushRef="#br0" timeOffset="892.45">1080 1801 2760,'0'0'248,"0"0"-248,8 4 0,9 0 0,-5-4 392,2 0 32,-6 4 8,-4 0 0,8-4-24,0 3-8,6 1 0,6-4 0,-2 4-56,3-1-16,-1 2 0,-7 1 0,4 2 40,0 0 8,1-2 0,-1 7 0,-5-2-184,-4 3-40,1 0-8,-5 9 0,5 0 208,-9 3 32,1 4 16,-14-5 0,1-3 64,-5 1 16,0 6 0,5 1 0,0-3-480,-4-2-136,-14-3-8,9 1 0,1-8 144,-5 0 112,-1 0-16,1 0-8,1-4-24,4 0-64,2-3 96,2-2-32,-9-1 184,4 1 32,5-1 8,12-5 0,0 0-32,0 0-8,-4 8 0,4 3 0,12-8-40,-3 5-8,-9-8 0,0 0 0,12 7-32,5-3-9,-1-1 1,6 5 0,6-8-24,-2 7-8,-9-3 0,8-4 0,12 0 80,-12 0 16,-12 4 0,12-4 0,8-4-80,-7 4-16,-14 0 0,9-7 0,5 3-128,-10-4-152,-11 1 32,11 3-4831,17-4-969</inkml:trace>
  <inkml:trace contextRef="#ctx0" brushRef="#br0" timeOffset="1319.9">1686 1805 4608,'26'8'408,"-18"-8"-328,1 4-80,3-1 0,0 1 216,2-4 24,2 7 8,1-7 0,-5 5 8,5-2 8,-1 5 0,1-2 0,-1 5 0,-6 2 0,-2-2 0,5 6 0,-1-1-8,-8 2-8,0 1 0,-4 3 0,8 4 48,-8-3 16,-8-1 0,4 4 0,-5-1 16,2-2 8,-14-1 0,8 0 0,4-3-168,-3 0-32,-5 0-8,1-5 0,7-3-40,-7 1-16,-6-1 0,6 0 0,8-3 48,-1 0 8,-8-2 0,8 2 0,9-8 112,0 0 24,-3 3 8,3-3 0,8 8-32,4-8-8,-12 0 0,18 3 0,11-3-8,-8 0-8,-5 0 0,5 0 0,8 0 0,1 0 0,-10 0-1,11 0 1,2 0-64,-12 0-16,-9 5 0,9-2 0,8-3 32,-8 3 8,-12 2 0,-1-2 0,8 5-72,-7-5-8,-9-3-8,5-3-4975,11-2-993</inkml:trace>
  <inkml:trace contextRef="#ctx0" brushRef="#br0" timeOffset="-4979.57">292 515 1088,'13'-22'96,"-13"22"-96,0 0 0,0 0 0,0 0 216,0 0 16,-8 0 8,8 0 0,0 0 104,0 0 16,0 0 8,0 0 0,4 3-72,4 2-8,-8-5-8,8 3 0,10 0 104,-2-3 32,1 0 0,-1 0 0,5-3-192,1 3-32,-6 3 0,9-3-8,-3-3 232,2 3 56,1-3 8,1-2 0,3 2-112,-4-2-16,0 2-8,5 0 0,-6-2 0,2-1 0,-5 1 0,0 2 0,3-5-88,-3 5-24,-4-5 0,-8 1 0,-9 3 24,7-4 0,6 1 0,8-1 0,0-3-144,-12 4-24,-25 0-8,6-1-3808,10 0-760</inkml:trace>
  <inkml:trace contextRef="#ctx0" brushRef="#br0" timeOffset="-4863.96">1176 1 2816,'17'0'256,"-17"0"-256,0 0 0,0 0 0,0 0 376,0 0 24,0 0 8,0 0 0,0 0-16,0 0 0,0 0 0,0 0 0,16 8-96,-11 0-16,-10 0-8,10 9 0,7 2-16,-7 8 0,-5 2 0,4 8 0,4-4 64,-4 8 0,-8 4 8,4-1 0,9-6 88,-9 3 8,-13 0 8,9-4 0,0 4-112,4-4-32,-13-3 0,9 3 0,8 0-96,-8-4-16,-1-7-8,-2 0 0,7-3-168,0-9 0,0-6 0,0-8 0,7-3 0</inkml:trace>
  <inkml:trace contextRef="#ctx0" brushRef="#br0" timeOffset="-4857.92">1512 9 2904,'0'0'256,"0"0"-256,0 0 0,7 8 0,2 0 456,-1-2 40,-8-6 8,-4 8 0,0 3-88,8 0-24,-4 4 0,8 8 0,-3 3-72,3 3-24,0 8 0,0 8 0,1 3-8,0-4-8,-2 5 0,3-1 0,-7-7 200,2 5 48,-2-2 8,2-3 0,-2 0-368,-3-1-72,5-3-8,-10-3-8,2-4 80,-2-8 24,10-8 0,-10-3 0,5-11-256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1:41.567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324 68 12800,'22'-28'4735,"-22"28"-3679,37-33-288,-26 27-1216,5 6 96,-10 10 1696,4 5-704,-10 17 640,0 12-768,-10 14 288,-2 3-480,-15 7 128,6-1-288,-28 4 128,11 3-160,-16 16-64,6 1-32,-1 10-320,12-11 160,0-18-32,15-13 96,5-22-96,13-7 96,14-22-32,5-2 32,30-12 416,2 2-192,46-10 288,-1 0-256,15-11 320,-4 7-288,4-7 160,-10 7-224,7-2 64,-13 10-128,-5 5 160,-16 5-160,-16-4-448,-11 4 160,-16-9-1120,0-2 736,-22-7-2208,0 7 1568</inkml:trace>
  <inkml:trace contextRef="#ctx0" brushRef="#br0" timeOffset="2380.39">3144 337 15456,'0'-24'5727,"0"24"-4447,16-10-384,-10 10-1792,4 5 288,-4 4 1440,5 6-416,-11 5 544,4 8-576,-8 5-256,4 2-128,-11-3 416,5-3-224,-4-5 64,4-4-160,1-11-128,10 5 0,1-8 96,10-2-32,5-8 480,6-2-288,17-3 64,4 4-192,16 1 224,6 4-192,7 4 256,-2 10-256,-11 11 160,1 3-160,-21 15 160,-6 5-192,-17 20-96,0-1-32,-21 4 320,-5 1-192,-27 1 64,5-12-96,-33-3-128,7-5 32,-17-15-608,10-3 352,-5-26-1376,11-9 928,-5-29-1472,16-4 1216,-5-35-3232,9 5 2369</inkml:trace>
  <inkml:trace contextRef="#ctx0" brushRef="#br0" timeOffset="2803.04">3085 317 13888,'5'-33'5119,"-5"33"-3967,27-38-320,-11 19-1248,6 9 64,16-14 1920,-1 5-832,28-9 576,5 3-768,21-3 32,1 8-320,-10 5-864,-7 11 320</inkml:trace>
  <inkml:trace contextRef="#ctx0" brushRef="#br0" timeOffset="1630.36">1667 710 15872,'10'7'5887,"-10"-7"-4575,27 3-384,0-6-1696,5 3 224,34-10 1696,8 5-576,23-5 864,0 10-800,1-6-288,-7 6-224,1-4 320,-10 8-256,-7-4 0,-10 0-128,-17-4-1472,-5 4 800,-21-10-1888,-11 5 1408</inkml:trace>
  <inkml:trace contextRef="#ctx0" brushRef="#br0" timeOffset="1870.32">2389 189 14624,'-48'10'5407,"48"-10"-4191,-16 8-352,5 2-1024,11 5-96,-6 9 1568,12 0-672,-1 19 320,11 0-576,-5 34 480,-1-1-480,-4 49 224,0 9-352,-12 10 64,0-15-192,-4-9-128,-1-14-32,1-24-2240,4-21 1248</inkml:trace>
  <inkml:trace contextRef="#ctx0" brushRef="#br0" timeOffset="3206.82">4077 763 15040,'-15'-9'5567,"15"9"-4319,9-34-352,3 16-1632,4 8 224,11-18 1632,4-1-576,24-10 448,-1 5-576,22-4-32,-6 9-224,0 0 544,-6 11-416,-9-3 96,-12 17-224,-6 4 192,-4 10-224,-2 15 320,-4 3-256,0 15-32,6 0-96,-1 34 160,1 4-128,10 24 96,0-4-96,11 0 0,0-16-32,-1-7-256,2-11 96,-12-14-1024,-1-14 640,-14-17-2432,-1-2 1632</inkml:trace>
  <inkml:trace contextRef="#ctx0" brushRef="#br0" timeOffset="3566.31">5172 476 15872,'-38'-10'5887,"38"10"-4575,-11 6-384,0-2-1408,0 10 64,-16 10 1920,6 5-768,-17 29 288,6 8-608,-27 40 96,4 0-288,-36 4 288,10-9-288,-15-10-672,14-9 224,6-20-2464,28-14 1472</inkml:trace>
  <inkml:trace contextRef="#ctx0" brushRef="#br0" timeOffset="512.54">776 486 14784,'-5'-10'5471,"5"10"-4223,-5 0-384,-1 4-1728,12 11 288,-6 14 1632,5 5-512,0 43 448,1 8-576,-1 36 64,1-11-320,-6 10 224,0-16-256,-6 6-384,1-14 128,-1-18-2016,6-15 1184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1:59.26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47 6 12960,'-7'-5'4799,"7"5"-3711,-5 10-320,-2-2-1280,14 9 128,-7 14 1696,0 10-672,0 19 992,5 5-960,-10 26 160,5-3-512,-14 44 512,7-2-448,-6 15 288,13-13-384,0-26-864,5-9 320,3-33-1632,6-16 1056,5-30-4704,8-6 3073</inkml:trace>
  <inkml:trace contextRef="#ctx0" brushRef="#br0" timeOffset="7487.71">1139 171 9568,'5'-13'3520,"-5"13"-2720,0-18-256,0 7-704,0 11-32,-5-12 1344,-2 0-608,-7 1 863,1 4-799,-13 1 384,4 6-576,-17 6 384,5 6-448,-19 11 256,11 13-352,-18 42 64,14 6-192,-8 35 224,14 1-224,6 22 320,21-5-256,19 26 256,15-21-256,39-28-32,13-30-96,14-66 96,1-18-96,-1-54 128,-12 1-128,-2-38-32,-12 9 0,-20-50-32,-2 18 0,-32-35-96,-7 24 64,-19-12 160,-3 30-64,-10 10-448,6 37 192,-23 19-1888,8 18 1152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2:10.284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17 1 13120,'-16'6'4863,"16"-6"-3775,4 8-320,-4 2-1248,6 8 96,0 21 1344,-1 3-480,-5 16 256,0 3-416,0 5 128,0-13-224,-5-11-128,5-3-64,-6-11 96,6-4-64,0-10 128,6-4-128,4-10-32,11 0 0,11-6 384,11 6-224,5-8 256,6-2-224,4 0 128,-5 10-192,1 5 128,-2 10-160,2 3 224,-6 10-224,-11 5 448,1 5-320,-22 10-128,-1-1-64,-15 20 128,-4-5-96,-23 8-32,6-3-32,-17 0-32,7-11 0,-23-3-160,11-11 96,-26-14-1152,10-3 640,-15-35-1632,9-5 1216,1-46-4160,22-5 2849</inkml:trace>
  <inkml:trace contextRef="#ctx0" brushRef="#br0" timeOffset="450.57">38 40 15200,'-21'28'5631,"21"-28"-4351,53 5-384,-16-5-1472,0 5 128,16-10 1440,5 5-512,12-15 288,-5 6-448,10-10-1408,-6 4 576</inkml:trace>
  <inkml:trace contextRef="#ctx0" brushRef="#br0" timeOffset="794.25">1089 590 13952,'-44'14'5183,"44"-14"-4031,-16 4-320,11-8-1664,10 4 288,2-10 1696,8 0-576,6-8 384,12 0-576,-1-11 0,5 5-256,0-10 288,1 6-224,4-5 32,1 5-128,-6 4 160,1 14-160,-7 16 320,-4 12-224,0 10 96,5 6-160,-1 13 288,8 1-224,-2 17-96,5 1-64,6 25 96,-6 0-64,3 3-384,-3-13 192,-11-14-1120,1-11 704,-5-23-2912,0-5 1920</inkml:trace>
  <inkml:trace contextRef="#ctx0" brushRef="#br0" timeOffset="1155.92">1963 291 14368,'-26'-24'5343,"26"24"-4159,5-57-352,-5 37-1472,0 12 160,-5 8 1504,5 8-512,-10 31 512,4 3-640,-26 31 224,5-3-352,-37 35 480,0-2-416,-32 40 352,15-5-384,-9 4 128,21-19-256,5-24-1120,15-13 512,28-57-5280,11-20 3168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2:12.02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271 32 14368,'-6'-11'5343,"6"11"-4159,6-11-352,-6 7-1760,7 4 320,-7-5 1728,0 5-576,-7 5 352,1 10-544,-17 26 288,7 8-384,-19 53 448,7 9-416,-6 42 352,6-1-352,-1 30 128,17-10-256,7 1-64,16-31-64,24-32 96,10-24-64,29-30-320,6-20 160,5-42-128,-11-3 128,-5-53-352,-13 2 224,-10-31 256,-12 10 0,-22-6-128,-7 23 32,-28 8 512,7 19-224,-36 13-32,7 14-96,-41 25-96,12 15 32,-17 15-1088,23 6 576,11-15-5728,17-11 3425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2:14.399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37 812 12064,'-36'6'4447,"36"-6"-3455,0-38-288,0 13-1408,13 9 224,4-26 1664,0-2-608,13-25 448,7 6-608,11-28 128,-1 12-320,13 0 416,5 9-352,-4 22 288,-1 17-320,-6 25 288,-7 16-320,-6 34 320,2 14-320,-1 21 384,-1-4-352,1 4 224,-7-5-256,1 23 64,1-8-160,-2 23 160,8-6-192,-2-4 256,0-12-224,8-22-800,-2-9 320,-5-23-1664,0-9 1088</inkml:trace>
  <inkml:trace contextRef="#ctx0" brushRef="#br0" timeOffset="374.06">1160 21 13472,'-48'-20'4991,"48"20"-3903,-5 0-288,-2 0-1216,14 9 64,-14 7 1696,1 11-704,-11 27 352,4 10-608,-17 26 192,13-5-320,-18 15 128,5-4-224,-37 47 288,13-5-256,-34 22 32,10-17-128,-6-26-896,24-27 416,25-53-5408,16-16 3201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2:20.688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32 40 12384,'-13'-17'4575,"13"17"-3551,7-16-288,-7 10-1312,6 6 160,-1 0 1728,8 6-704,-1 10 736,1 6-800,-13 44 128,7 6-384,-14 37 320,7 6-352,-7 6 160,1-7-256,-12 23 128,6-11-160,-7-10-1120,7-17 544,12-45-3360,12-21 2112</inkml:trace>
  <inkml:trace contextRef="#ctx0" brushRef="#br0" timeOffset="824.11">1173 187 14464,'0'-11'5343,"0"11"-4127,31-16-384,-13 5-1760,1 11 320,11-6 1568,7 6-480,19 11 320,6 11-480,5 29-128,2 3-128,-9 23 288,-3-1-160,-20 1 96,-12 0-160,-32 5-64,-4-10-32,-33 10-384,8-6 192,-21-5-512,8-10 384,-6-18-352,11-3 352,-5-19 32,11 1 128,2-16 672,18 4-320,-2-10 352,20 0-320,7-5 352,11 0-352,13-1 288,13 6-288,30 6 544,-1 4-416,25 13 64,-4 5-256,-2 4-32,-6 6-96,-17-10-960,-8-7 480,-17-9-3072,-8-8 1920</inkml:trace>
  <inkml:trace contextRef="#ctx0" brushRef="#br0" timeOffset="462.74">593 1043 14720,'-19'32'5439,"19"-32"-4223,-5 49-352,-2-25-2144,14-3 512,-2-16-1728,14 2 1408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2:52.684"/>
    </inkml:context>
    <inkml:brush xml:id="br0">
      <inkml:brushProperty name="width" value="0.15" units="cm"/>
      <inkml:brushProperty name="height" value="0.15" units="cm"/>
      <inkml:brushProperty name="color" value="#4472C4"/>
    </inkml:brush>
  </inkml:definitions>
  <inkml:trace contextRef="#ctx0" brushRef="#br0">966 81 11552,'0'-29'4288,"0"29"-3361,22-26-223,-18 16-1024,8 5 32,-5-5 1856,2 10-800,-13 5 672,-1 10-832,-30 24 224,7 5-480,-27 17 96,5 3-288,-22 5 288,4 0-256,-9 1 160,9-11-192,-9 1 0,9-10-96,-4-2 32,22-12-64,5-11-160,17-2 64,18-8 160,16-4-32,16-1 256,11 1-192,17 8 448,11 6-320,34 9 96,6 5-224,15 6 224,-4 5-224,-12-11 96,-12 1-128,-19-11-960,-19-4 448,-18-14-4256,-4-7 2560</inkml:trace>
  <inkml:trace contextRef="#ctx0" brushRef="#br0" timeOffset="705.37">23 1195 13472,'-22'5'4991,"22"-5"-3903,18 14-288,-2-9-1408,6 5 160,22 5 1856,6 6-736,13 8 800,-3 5-896,18 7 192,1-2-448,20 5 384,1 7-416,6-3-128,-5-3-96,-12-15-1920,-17-10 1024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7:24:35.575"/>
    </inkml:context>
    <inkml:brush xml:id="br0">
      <inkml:brushProperty name="width" value="0.15" units="cm"/>
      <inkml:brushProperty name="height" value="0.15" units="cm"/>
      <inkml:brushProperty name="color" value="#4472C4"/>
    </inkml:brush>
  </inkml:definitions>
  <inkml:trace contextRef="#ctx0" brushRef="#br0">877 74 11552,'0'-27'4288,"0"27"-3361,20-23-223,-15 14-1024,5 4 32,-4-4 1856,3 9-800,-13 4 672,-1 10-832,-26 22 224,5 4-480,-23 15 96,3 3-288,-19 5 288,2 0-256,-6 0 160,7-9-192,-8 0 0,8-9-96,-3 0 32,19-13-64,6-9-160,15-2 64,15-7 160,15-5-32,15 1 256,10-1-192,16 8 448,10 6-320,30 8 96,5 5-224,15 4 224,-5 6-224,-10-11 96,-10 1-128,-19-9-960,-17-4 448,-15-14-4256,-5-4 2560</inkml:trace>
  <inkml:trace contextRef="#ctx0" brushRef="#br0" timeOffset="1">21 1086 13472,'-20'4'4991,"20"-4"-3903,16 13-288,-1-9-1408,5 6 160,20 3 1856,6 6-736,10 8 800,-1 4-896,16 5 192,0 0-448,20 5 384,0 4-416,5 0-128,-4-5-96,-12-13-1920,-14-9 1024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22:13.938"/>
    </inkml:context>
    <inkml:brush xml:id="br0">
      <inkml:brushProperty name="width" value="0.15" units="cm"/>
      <inkml:brushProperty name="height" value="0.15" units="cm"/>
      <inkml:brushProperty name="color" value="#4472C4"/>
    </inkml:brush>
  </inkml:definitions>
  <inkml:trace contextRef="#ctx0" brushRef="#br0">966 81 11552,'0'-29'4288,"0"29"-3361,22-26-223,-18 16-1024,8 5 32,-5-5 1856,2 10-800,-13 5 672,-1 10-832,-30 24 224,7 5-480,-27 17 96,5 3-288,-22 5 288,4 0-256,-9 1 160,9-11-192,-9 1 0,9-10-96,-4-2 32,22-12-64,5-11-160,17-2 64,18-8 160,16-4-32,16-1 256,11 1-192,17 8 448,11 6-320,34 9 96,6 5-224,15 6 224,-4 5-224,-12-11 96,-12 1-128,-19-11-960,-19-4 448,-18-14-4256,-4-7 2560</inkml:trace>
  <inkml:trace contextRef="#ctx0" brushRef="#br0" timeOffset="1">23 1195 13472,'-22'5'4991,"22"-5"-3903,18 14-288,-2-9-1408,6 5 160,22 5 1856,6 6-736,13 8 800,-3 5-896,18 7 192,1-2-448,20 5 384,1 7-416,6-3-128,-5-3-96,-12-15-1920,-17-10 1024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24:50.314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48 338 3232,'-4'0'1184,"4"0"-896,-5 5-96,0-5 800,0 0-576,-4-5 1024,4 5-800,-5-13 1248,10 5-1088,-4-18 896,8 1-992,1-17 576,10 3-768,4-7 671,9 7-703,15 0 704,-4 10-704,9 7 352,6 13-512,3 23 256,-5 7-320,-4 25 64,0 11-192,-9 10 160,-6-2-192,-14 7 192,0-4-192,-14 17-160,-5-7 0,-9 2-96,-1-2 64,-19-15-160,1-8 160,-25-12-96,9-5 96,-22-13 0,12-3 32,-8-9 64,19-5 0,5-8 192,13 5-96,17-10 384,12 1-256,19-9 320,16 5-320,14-4 96,0 6-192,5 3 352,-6 3-256,1 3 160,-1 10-224,-3 0 64,-2 4-128,-8-4-480,-6 0 192,-13-9-1536,-7 5 960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26:35.139"/>
    </inkml:context>
    <inkml:brush xml:id="br0">
      <inkml:brushProperty name="width" value="0.15" units="cm"/>
      <inkml:brushProperty name="height" value="0.15" units="cm"/>
      <inkml:brushProperty name="color" value="#68349C"/>
    </inkml:brush>
  </inkml:definitions>
  <inkml:trace contextRef="#ctx0" brushRef="#br0">108 41 7712,'-9'-24'2880,"9"24"-2240,19-7-192,-19-2-384,0 18-128,0-9 1216,0 0-608,0 7 768,0 0-768,0-7 384,0 0-577,0 10 481,0 14-512,0 7 352,0 0-384,0 10 256,0 0-288,-10 23 0,10 8-160,-9 7 224,9 2-192,-10 8 96,10-10-128,-7 2 160,7-9-160,-10 0-32,10-8-32,-9-9 96,18 3-64,-9-3-96,0-5 0,0 5 96,0-7-32,0 0 64,0-8-64,0 1 64,0-3-64,-9-4-96,9 6 32,-10-1 96,10 1-32,-17-6 64,17-3-64,-9-14-640,9-3 320,-10-21-1376,10 0 928,-9-17-3583,2 0 2367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16:33.104"/>
    </inkml:context>
    <inkml:brush xml:id="br0">
      <inkml:brushProperty name="width" value="0.15" units="cm"/>
      <inkml:brushProperty name="height" value="0.15" units="cm"/>
      <inkml:brushProperty name="color" value="#7030A0"/>
    </inkml:brush>
  </inkml:definitions>
  <inkml:trace contextRef="#ctx0" brushRef="#br0">37 19 10304,'-6'4'3808,"6"-4"-2944,-4-18-256,-1 14-416,10 4-224,-5 0 1919,0 8-1023,0 2 864,10 4-1024,1 9 320,4 0-576,11-1 288,0 5-416,15 6 256,0-5-320,21-1 192,1 0-224,8 1 0,-4-5-128,-4 0 352,-12-5-224,-8-4 32,-8 0-160,-9-5 0,-5 1-32,-6-2 32,-10 2-64,-16 4 192,7 4-128,-33 14 32,7 1-64,-33 3 160,12 6-128,-27-1 32,11 0-64,-10 0-64,20 0 32,-11-3-192,22-2 96,-6-8-1376,11-5 800,15-9-3200,16-6 2144</inkml:trace>
  <inkml:trace contextRef="#ctx0" brushRef="#br0" timeOffset="1">894 731 10560,'6'-5'3904,"-1"-5"-3040,-5 10-224,0 0-704,0 0-96,0 0 1727,-5 10-831,-6-1 1152,-4 9-1088,-11 6 416,-10 7-704,-21 11 416,6 4-512,-36 22 544,3 2-544,-19 8 352,20-6-448,0-11-1152,27-11 448,10-36-4832,20-10 2912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16:34.473"/>
    </inkml:context>
    <inkml:brush xml:id="br0">
      <inkml:brushProperty name="width" value="0.15" units="cm"/>
      <inkml:brushProperty name="height" value="0.15" units="cm"/>
      <inkml:brushProperty name="color" value="#7030A0"/>
    </inkml:brush>
  </inkml:definitions>
  <inkml:trace contextRef="#ctx0" brushRef="#br0">37 19 10304,'-6'4'3808,"6"-4"-2944,-4-18-256,-1 14-416,10 4-224,-5 0 1919,0 8-1023,0 2 864,10 4-1024,1 9 320,4 0-576,11-1 288,0 5-416,15 6 256,0-5-320,21-1 192,1 0-224,8 1 0,-4-5-128,-4 0 352,-12-5-224,-8-4 32,-8 0-160,-9-5 0,-5 1-32,-6-2 32,-10 2-64,-16 4 192,7 4-128,-33 14 32,7 1-64,-33 3 160,12 6-128,-27-1 32,11 0-64,-10 0-64,20 0 32,-11-3-192,22-2 96,-6-8-1376,11-5 800,15-9-3200,16-6 2144</inkml:trace>
  <inkml:trace contextRef="#ctx0" brushRef="#br0" timeOffset="1">894 731 10560,'6'-5'3904,"-1"-5"-3040,-5 10-224,0 0-704,0 0-96,0 0 1727,-5 10-831,-6-1 1152,-4 9-1088,-11 6 416,-10 7-704,-21 11 416,6 4-512,-36 22 544,3 2-544,-19 8 352,20-6-448,0-11-1152,27-11 448,10-36-4832,20-10 2912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10:16:34.961"/>
    </inkml:context>
    <inkml:brush xml:id="br0">
      <inkml:brushProperty name="width" value="0.15" units="cm"/>
      <inkml:brushProperty name="height" value="0.15" units="cm"/>
      <inkml:brushProperty name="color" value="#7030A0"/>
    </inkml:brush>
  </inkml:definitions>
  <inkml:trace contextRef="#ctx0" brushRef="#br0">37 19 10304,'-6'4'3808,"6"-4"-2944,-4-18-256,-1 14-416,10 4-224,-5 0 1919,0 8-1023,0 2 864,10 4-1024,1 9 320,4 0-576,11-1 288,0 5-416,15 6 256,0-5-320,21-1 192,1 0-224,8 1 0,-4-5-128,-4 0 352,-12-5-224,-8-4 32,-8 0-160,-9-5 0,-5 1-32,-6-2 32,-10 2-64,-16 4 192,7 4-128,-33 14 32,7 1-64,-33 3 160,12 6-128,-27-1 32,11 0-64,-10 0-64,20 0 32,-11-3-192,22-2 96,-6-8-1376,11-5 800,15-9-3200,16-6 2144</inkml:trace>
  <inkml:trace contextRef="#ctx0" brushRef="#br0" timeOffset="1">894 731 10560,'6'-5'3904,"-1"-5"-3040,-5 10-224,0 0-704,0 0-96,0 0 1727,-5 10-831,-6-1 1152,-4 9-1088,-11 6 416,-10 7-704,-21 11 416,6 4-512,-36 22 544,3 2-544,-19 8 352,20-6-448,0-11-1152,27-11 448,10-36-4832,20-10 2912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27.674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128 195 5568,'-20'-13'2048,"20"13"-1568,-11-18-160,7 4 384,4 9-448,-5-12 1728,5 3-1088,-6-8 1088,12 8-1152,-1-9 767,4 5-927,8 0 704,7 4-768,12 10 384,5 8-576,19 6 320,1 3-416,11 10 256,-1 0-320,-10 4 0,-10 0-160,-16 4 96,-4 5-128,-22 0 32,-3 5-32,-21-1-192,-5 1 64,-26 0 32,0-5 32,-20 0-224,5-3 128,-1-7-32,18-4 64,2-7 192,13-2-64,3-8-96,11-1 0,10-4 384,10 0-192,10 0 128,5 5-160,31-1 160,4 9-192,17 5 32,0 1-64,-1 8 160,-5 0-128,-11 5-32,-3 3-32,-17 5 160,-5 2-96,-15-1 32,-4-1-64,-16 5 160,-6-4-128,-24-6 192,-1-2-192,-40-20 192,4 1-192,-23-24-96,7 2-32,-2-10 224,19 10-96,-6-12-672,16 11 320,0-4-1952,15 4 1216</inkml:trace>
  <inkml:trace contextRef="#ctx0" brushRef="#br0" timeOffset="3300.04">3595 41 12544,'-4'-4'4639,"4"4"-3583,9-13-320,-4 4-1312,5 9 160,1-4 1632,3 8-608,2 0 928,0 5-896,-7 18 96,1 5-448,-10 31 384,6 9-384,-12 37 448,1-5-448,-9 4 96,3-14-256,-5-8-480,7-13 160,4-19-2592,10-13 1536</inkml:trace>
  <inkml:trace contextRef="#ctx0" brushRef="#br0" timeOffset="3620.63">4047 199 14112,'0'-21'5247,"0"21"-4095,15-19-288,-9 10-1984,-1 4 448,-5 1 1536,0 4-416,-5 9 384,5 5-480,-6 31 64,-3 5-256,-2 36 224,11 4-256,0 9 256,5-9-256,10-8 96,6-10-128,10-22 96,9-14-128,11-23 128,4-9-128,2-25-96,-2-2 0,-9-36 96,0 0-32,-15-31 64,-11 4-64,-25-14 128,-5 19-96,-26 0-32,1 18 0,-27 9 160,7 18-96,-16 9-32,9 18-32,-3 4-1664,13 14 896</inkml:trace>
  <inkml:trace contextRef="#ctx0" brushRef="#br0" timeOffset="1425.55">961 547 12064,'-4'-13'4447,"4"13"-3455,0-27-288,0 9-1696,4 4 384,7-22 1568,4 5-480,11-11 448,4 7-544,11-6 256,-1 10-352,6-6 352,-5 14-384,-5 2 512,-1 11-448,-4 1 224,-1 9-320,1 19 128,-2 8-192,3 31 352,3 5-288,-4 19 320,4-5-320,1 0 160,-1-6-224,5-3 64,2-9-128,-1-5-128,-1-4 0,-5-10-736,2-3 384,-17-15-1632,0-4 1088,-11-18-3840,2 0 2625</inkml:trace>
  <inkml:trace contextRef="#ctx0" brushRef="#br0" timeOffset="1815.96">1805 122 13536,'5'-8'5023,"-5"8"-3903,-5 4-320,0 0-1760,5 2 352,-9 2 1856,3 6-640,-14 8 768,5 11-832,-16 17 288,5 7-512,-20 25 256,6-1-320,-36 6 352,11-6-352,-18-5-64,13-8-96,4-14-1056,15-8 512,20-23-4064,16-6 2528</inkml:trace>
  <inkml:trace contextRef="#ctx0" brushRef="#br0" timeOffset="2897.22">2462 552 11456,'-5'-9'4256,"5"9"-3297,5-4-287,-1-1-864,1 5-32,6-9 1856,4 4-864,16-3 1120,4 3-1088,20-3 128,7 2-544,14 2 416,0 4-480,-4 0 224,-11 4-320,-10-4-768,-10 6 288,-12-6-3104,2 0 1888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35.331"/>
    </inkml:context>
    <inkml:brush xml:id="br0">
      <inkml:brushProperty name="width" value="0.15" units="cm"/>
      <inkml:brushProperty name="height" value="0.15" units="cm"/>
      <inkml:brushProperty name="color" value="#7030A0"/>
    </inkml:brush>
  </inkml:definitions>
  <inkml:trace contextRef="#ctx0" brushRef="#br0">37 19 10304,'-6'4'3808,"6"-4"-2944,-4-18-256,-1 14-416,10 4-224,-5 0 1919,0 8-1023,0 2 864,10 4-1024,1 9 320,4 0-576,11-1 288,0 5-416,15 6 256,0-5-320,21-1 192,1 0-224,8 1 0,-4-5-128,-4 0 352,-12-5-224,-8-4 32,-8 0-160,-9-5 0,-5 1-32,-6-2 32,-10 2-64,-16 4 192,7 4-128,-33 14 32,7 1-64,-33 3 160,12 6-128,-27-1 32,11 0-64,-10 0-64,20 0 32,-11-3-192,22-2 96,-6-8-1376,11-5 800,15-9-3200,16-6 2144</inkml:trace>
  <inkml:trace contextRef="#ctx0" brushRef="#br0" timeOffset="598.24">894 731 10560,'6'-5'3904,"-1"-5"-3040,-5 10-224,0 0-704,0 0-96,0 0 1727,-5 10-831,-6-1 1152,-4 9-1088,-11 6 416,-10 7-704,-21 11 416,6 4-512,-36 22 544,3 2-544,-19 8 352,20-6-448,0-11-1152,27-11 448,10-36-4832,20-10 2912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33.122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 15 13536,'17'-14'5023,"-13"24"-3903,13 4-320,-7 0-1408,7 0 160,8 4 1504,13-3-544,10-1 640,10 0-672,5-5 0,6 1-288,-4 5 320,-13-1-288,-8 4 320,-7 2-320,-11 2-32,-5 8-128,-5 2 576,-5 6-352,-7 5 96,-4 3-224,0 16 32,-4 18-96,-2 18 288,1 11-192,-1-9-32,6-10-96,0-5-128,0-11 32,0-8-832,6-8 480,-6-12-1664,5-21 1120,5-15-11807</inkml:trace>
  <inkml:trace contextRef="#ctx0" brushRef="#br0" timeOffset="359.32">102 651 13536,'-53'-8'5023,"47"12"-3903,12-4-320,5 4-992,5 2-64,10-6 1728,22 0-800,31-6 416,28 2-672,4 0 64,-9-1-320,-12-4 352,-5 0-288,-6-2-544,-5 3 160,-15-2-1856,-11 4 1120,-12 6-10879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37.147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40 57 10976,'-39'5'4064,"39"-5"-3168,14-18-257,1 10-543,5 3-192,19-8 1856,10 5-928,18-1 224,-3 9-640,-1 4 96,1 9-288,-5 5 288,-6 8-288,-14 9 96,-9 4-192,-16 9 64,-3 3-96,-22 5-64,2 1 0,-15-5-128,-1-8 64,-14-9-192,4-9 128,-8-5-32,3-3 64,2-5 64,13-4 0,5-9 192,15 4-96,15-8 320,10 4-224,15 0 320,-2 7-288,11 11 96,1-1-192,8 9 224,5 0-224,-4 9 96,0 0-128,-20 4-64,-9 5 0,-25 8 320,-10 0-192,-24 5 288,-1-6-256,-18-12 32,9-4-128,-33-31-352,7-4 160,-22-26-960,8 0 576,12-18-2272,13 5 1568</inkml:trace>
  <inkml:trace contextRef="#ctx0" brushRef="#br0" timeOffset="726.45">1070 625 12800,'-10'-8'4735,"10"8"-3679,19-60-288,-3 25-1920,-2 5 480,6-23 1536,4 10-416,-4-14 384,4 14-480,-4 5 0,4 10-224,-10 8 640,0 7-416,-3 3 320,3 10-384,-3 10 256,3 7-288,5 27 288,0 2-320,11 20 320,4 3-320,10 5 96,6-8-192,2 7 288,-2-8-224,-1 0-192,-5-4 0,-5-4-864,-5-6 480,-10-15-1824,-5-7 1248</inkml:trace>
  <inkml:trace contextRef="#ctx0" brushRef="#br0" timeOffset="1081.74">1876 227 11712,'-11'-23'4352,"11"23"-3393,5-12-255,-5 4-1024,6 8 32,-12 0 1792,1 3-800,-9 14 960,0 9-960,-16 22 128,0 9-512,-23 21 448,9-5-448,-25 20 352,6-7-384,-10 5 128,19-4-256,-4-4-576,19-15 224,4-24-2048,15-18 1248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39.278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644 42 13472,'-11'14'4991,"11"-18"-3903,11-2-288,-1 6-1216,1 0 64,4-4 1504,12 0-640,-1-2 288,5 2-480,6-5 64,-1-1-224,6 6 352,-1 0-288,-9 4 160,0 8-224,-11 2 224,-6 9-256,0 9 96,-4 18-128,-5 9 288,-1 6-192,-5 4 32,0-5-128,5 5 352,-5 6-224,0 12-128,5 19-32,1 10 64,3-1-64,3-13-96,-3-15 0,2-8-1184,1-16 672,-3-12-2016,-3-15 1408,0-8-10431</inkml:trace>
  <inkml:trace contextRef="#ctx0" brushRef="#br0" timeOffset="-385.83">33 344 12480,'-22'-5'4607,"22"-9"-3583,0-8-288,0 12-1184,0 0 96,0 10 1920,6 10-832,-1 14 864,1 12-928,-1 15 64,-1 15-448,-4 8 384,-4 29-384,-1 12 160,-1-3-288,1-9-576,-1-20 224,2-14-2112,-2-22 1248,22-29-10495</inkml:trace>
  <inkml:trace contextRef="#ctx0" brushRef="#br0" timeOffset="479.22">712 809 13536,'-5'-4'5023,"10"-11"-3903,5-7-320,1 12-1216,4 0 64,12-4 1696,9 0-704,11 0 352,11 0-608,10 1 256,10-1-352,-5 0 192,-5 0-256,-6 0-704,-4 0 256,-16 0-1824,-6 0 1120,-4 5-10431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40.361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32 404 9632,'-26'12'3584,"26"-12"-2784,-5 4-256,5-8-480,10 0-160,-2-16 1312,10 4-672,9-28 575,4 0-639,5-15 352,1 6-480,-6-3 544,0 17-512,-4-1 224,-4 21-352,-5 2 416,0 13-384,-5 8 448,1 8-448,-1 12 352,0 8-352,5 20 64,5-1-224,9 14 160,-1-1-192,14 4-32,-1-9-32,11 13 224,-2-8-128,1 4-96,-9-5-64,-4-2-608,-6-10 352,-8-15-1792,-5-8 1152</inkml:trace>
  <inkml:trace contextRef="#ctx0" brushRef="#br0" timeOffset="500.53">894 22 11232,'5'-12'4128,"-5"12"-3200,9-5-257,-9 1-1151,0 8 129,0 1 1918,4 2-831,-4 13 864,0 4-928,-13 23 480,5 6-672,-25 15 256,3 0-448,-29 8 416,9-5-416,-21 21 288,12-9-320,-4 14 192,18-14-224,1-15-992,17-12 416,13-36-3392,10-8 2080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49.443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535 30 13376,'10'-9'4959,"-4"3"-3871,15-2-288,-6 8-1408,12-6 160,6 6 1504,4 0-544,1 0 576,5 0-640,-1 6-64,-5 2-224,-5 7 128,-1 4-192,-13 0 96,-18 9-96,-6 6-192,-10 4 32,-11-1-96,1 5 64,-2-3-224,-3-5 192,-1-2 32,-1-4 96,-4-3 192,10-7-96,12 2 192,9-6-192,12-4 320,9-6-224,12 1 256,0 0-256,4-5 256,13 0-256,-1 0-96,5 9-64,0 0-896,-11 6 480,-10 4-1824,-11 0 1248,-5-1-3455,-11 2 2495,-6-1-6048</inkml:trace>
  <inkml:trace contextRef="#ctx0" brushRef="#br0" timeOffset="495.33">27 822 13312,'-26'4'4927,"30"-8"-3839,7 0-320,5-1-1088,11 0 0,21 1 1792,32-6-768,22 0 544,10 6-736,-5-6 192,5 6-416,11-2 608,5 2-480,11 4 128,-16 4-288,-23 6-256,-13 4 0,-18 1-992,-21-1 544,-11-5-2432,-4-5 1600,-6 11-10111</inkml:trace>
  <inkml:trace contextRef="#ctx0" brushRef="#br0" timeOffset="875.27">657 1202 12480,'-32'0'4607,"32"-18"-3583,11-11-288,0 19-896,4-4-64,7-6 1632,10 2-736,-1 4 672,18 4-800,10 6-64,11 4-320,-7 14 384,-3 4-288,-18 16 160,-11 5-256,-14 3 128,-17 1-160,-17-1-352,-9-4 128,-11 1-192,-6-11 160,-5-4-288,6-6 256,-7 1 64,11-5 64,7-4-64,9 4 64,11-14 96,11 0-32,11 6 256,17-2-160,14 0 320,28 6-256,5 4 320,4 4-288,-4 12 448,-11 13-384,-16 9 0,-11 15-160,-15-2 256,-17 7-192,-15-5 96,-23-6-160,-15-9 64,-21-9-96,-11-15-128,0-14 0,0-8-256,-16-20 160,-1-20-1024,-4-23 672,10-19-2560,27-5 1696,22 10-10239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4:46.33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183 80 13472,'-11'15'4991,"17"-21"-3903,10 6-288,2-4-1408,9-1 160,11-1 1728,18 2-672,10-1 448,11-1-640,5 2 256,-10 0-384,-7-2 192,-15 1-256,-4 1-480,-14-6 128,-10 0-2720,0-1 1568,-5 7-9535</inkml:trace>
  <inkml:trace contextRef="#ctx0" brushRef="#br0" timeOffset="-661.31">40 65 11392,'-5'-20'4224,"10"11"-3297,6-7-255,-11 16-640,11 0-160,-11 0 1728,10 6-864,-4 4 512,1 5-736,-7 8 320,-7 12-480,1 9 128,-4 15-320,-1-1 288,-5-4-256,5-4-32,0-10-96,-1-12-64,12-8 32,6-6 32,11-9-32,-1-5 192,6 0-128,6-5 192,10 5-192,17 5-32,12 1-32,16 8 512,4 5-288,-3 2 192,-12 2-288,-7 8 128,-21-2-160,-10 0 160,-12 5-192,-6 5 192,-11-4-192,-10-1 192,-11 5-192,-18 1 32,-16 8-64,-10-4-192,-17-9 64,-1-11-1088,7-18 608,5-21-1568,5-10 1152,17-4-4320,11-6 2945,10 1-6209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7:57.887"/>
    </inkml:context>
    <inkml:brush xml:id="br0">
      <inkml:brushProperty name="width" value="0.15" units="cm"/>
      <inkml:brushProperty name="height" value="0.15" units="cm"/>
      <inkml:brushProperty name="color" value="#7030A0"/>
    </inkml:brush>
  </inkml:definitions>
  <inkml:trace contextRef="#ctx0" brushRef="#br0">37 19 10304,'-6'4'3808,"6"-4"-2944,-4-18-256,-1 14-416,10 4-224,-5 0 1919,0 8-1023,0 2 864,10 4-1024,1 9 320,4 0-576,11-1 288,0 5-416,15 6 256,0-5-320,21-1 192,1 0-224,8 1 0,-4-5-128,-4 0 352,-12-5-224,-8-4 32,-8 0-160,-9-5 0,-5 1-32,-6-2 32,-10 2-64,-16 4 192,7 4-128,-33 14 32,7 1-64,-33 3 160,12 6-128,-27-1 32,11 0-64,-10 0-64,20 0 32,-11-3-192,22-2 96,-6-8-1376,11-5 800,15-9-3200,16-6 2144</inkml:trace>
  <inkml:trace contextRef="#ctx0" brushRef="#br0" timeOffset="1">894 731 10560,'6'-5'3904,"-1"-5"-3040,-5 10-224,0 0-704,0 0-96,0 0 1727,-5 10-831,-6-1 1152,-4 9-1088,-11 6 416,-10 7-704,-21 11 416,6 4-512,-36 22 544,3 2-544,-19 8 352,20-6-448,0-11-1152,27-11 448,10-36-4832,20-10 2912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7:58.805"/>
    </inkml:context>
    <inkml:brush xml:id="br0">
      <inkml:brushProperty name="width" value="0.15" units="cm"/>
      <inkml:brushProperty name="height" value="0.15" units="cm"/>
      <inkml:brushProperty name="color" value="#7030A0"/>
    </inkml:brush>
  </inkml:definitions>
  <inkml:trace contextRef="#ctx0" brushRef="#br0">37 19 10304,'-6'4'3808,"6"-4"-2944,-4-18-256,-1 14-416,10 4-224,-5 0 1919,0 8-1023,0 2 864,10 4-1024,1 9 320,4 0-576,11-1 288,0 5-416,15 6 256,0-5-320,21-1 192,1 0-224,8 1 0,-4-5-128,-4 0 352,-12-5-224,-8-4 32,-8 0-160,-9-5 0,-5 1-32,-6-2 32,-10 2-64,-16 4 192,7 4-128,-33 14 32,7 1-64,-33 3 160,12 6-128,-27-1 32,11 0-64,-10 0-64,20 0 32,-11-3-192,22-2 96,-6-8-1376,11-5 800,15-9-3200,16-6 2144</inkml:trace>
  <inkml:trace contextRef="#ctx0" brushRef="#br0" timeOffset="1">894 731 10560,'6'-5'3904,"-1"-5"-3040,-5 10-224,0 0-704,0 0-96,0 0 1727,-5 10-831,-6-1 1152,-4 9-1088,-11 6 416,-10 7-704,-21 11 416,6 4-512,-36 22 544,3 2-544,-19 8 352,20-6-448,0-11-1152,27-11 448,10-36-4832,20-10 2912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08T09:39:08.193"/>
    </inkml:context>
    <inkml:brush xml:id="br0">
      <inkml:brushProperty name="width" value="0.15" units="cm"/>
      <inkml:brushProperty name="height" value="0.15" units="cm"/>
      <inkml:brushProperty name="color" value="#ED1C24"/>
    </inkml:brush>
  </inkml:definitions>
  <inkml:trace contextRef="#ctx0" brushRef="#br0">268 18 10816,'-12'-11'4000,"12"11"-3136,-8-3-224,0 0-608,4 6-160,-8-3 1663,0 3-831,-10 2 576,10 6-736,-8 3 320,2 8-512,-1 7 192,1 5-320,-2 24 480,4 1-384,-2 26 64,6-5-224,0 20 320,8-16-256,0 19-32,4-7-128,4-1 224,8-14-160,18-15-32,7-15-64,21-26 160,3-6-96,9-27 192,5-3-192,-13-21 96,-8-1-96,-14-11-64,-2 3 0,-13-10-32,-4 7 0,-18-7 192,2 7-96,-22-4-32,5 14-32,-34-1-128,5 5 64,-29 8 320,8 11-192,-17 11 0,22 11-64,3 3-384,13 5 192,15-5-5664,14 5 3200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8T06:41:03.887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37 672 11648,'-31'11'4288,"31"-11"-3329,-5-34-255,5 8-1088,10 11 64,-2-21 1728,10 7-736,0-10 480,4 3-672,6-17 192,2 10-384,-2-13 352,-1 8-384,-5-3 160,5 6-256,1 5 64,-2 17-128,7 14 352,-2 18-224,4 22 96,5 9-192,10 12 352,4 4-256,10 13 32,-7-6-160,2 24 288,-10 2-192,1 11-96,-9-16-64,-5-8 32,-1-14-32,-4-9-1088,-4-9 608,-9-20-2112,0-4 1440</inkml:trace>
  <inkml:trace contextRef="#ctx0" brushRef="#br0" timeOffset="1">976 37 13312,'-31'-20'4927,"31"20"-3839,0-16-320,-5 16-608,5 7-256,-5 17 1664,1 5-864,-13 19 320,3 3-640,-17 25 256,-1 4-352,-30 43 480,3-2-448,-21 27 0,11-20-192,-7-5-800,22-15 384,13-44-2944,20-20 1792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8T06:41:03.889"/>
    </inkml:context>
    <inkml:brush xml:id="br0">
      <inkml:brushProperty name="width" value="0.15" units="cm"/>
      <inkml:brushProperty name="height" value="0.15" units="cm"/>
      <inkml:brushProperty name="color" value="#ED1C24"/>
    </inkml:brush>
  </inkml:definitions>
  <inkml:trace contextRef="#ctx0" brushRef="#br0">654 1 13536,'6'22'5023,"-6"-22"-3903,0 33-320,-6-10-1280,1 5 96,-16 13 1792,6 4-768,-23 2 224,4-1-512,-25-4-96,14-1-160,-18 1 288,16-5-192,-15 0-96,9-2-64,-2 3 96,13 0-64,0-8-32,12 4 0,3-3-256,12-3 128,15 1 384,10 6-128,16 2 288,10 0-256,21 6 256,11-3-256,26 3 160,-1-2-192,0-5 0,-5-3-96,-21-6 160,-10-3-128,-16-7-1216,-10-3 576,-25-18-5696,-6 0 3457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8T06:41:03.8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1480 2760,'0'16'248,"0"-16"-248,0 5 0,0-5 0,0 0 224,0 0-8,0 0 0,9 4 0,4-4 64,7 0 8,1 0 8,8 0 0,3 3 176,9-3 32,0 0 8,16 0 0,8 6-320,5-6-64,-2 3-16,10 0 0,2-6 176,7 3 32,1 0 0,14 0 8,-6-3 24,1-3 8,-8 6 0,2-3 0,-12-6-56,13 6-16,6-6 0,8 5 0,-18-4 8,-5 0 0,-10-1 0,-8 0 0,-10 6-24,-9-1-8,2-1 0,-2 5 0,-9-3-8,-11 3-8,-7-5 0,-3 5 0,-13 0-24,7-4 0,-1-5 0,-9 9 0,0 0-136,-19-3-88,4 0 96,-2-3-4288,-2 0-864</inkml:trace>
  <inkml:trace contextRef="#ctx0" brushRef="#br0" timeOffset="1">254 2350 2216,'0'0'192,"0"0"-192,0 0 0,0 0 0,0 0 376,0 0 32,0 0 8,23 5 0,0-5 48,-1 0 16,2 0 0,0 0 0,8 0-160,0 0-32,5 4-8,0-1 0,-1-3 48,2-3 16,4 3 0,3 0 0,6-4-40,0-1-8,-15 5 0,6 0 0,0-4 112,-13 4 16,-17 0 8,7 0 0,9 0-112,-10-4-32,-18 4 0,6-4 0,12 0-120,-9 0-24,-9 4-8,0 0-3576,0 0-720</inkml:trace>
  <inkml:trace contextRef="#ctx0" brushRef="#br0" timeOffset="2">1193 1989 2760,'0'0'248,"0"0"-248,8 4 0,11 1 0,-6-5 392,3 0 32,-7 4 8,-5 0 0,9-4-24,1 4-8,5 0 0,8-4 0,-3 5-56,4-2-16,-2 2 0,-7 2 0,4 2 40,1 0 8,0-3 0,-1 9 0,-5-3-184,-5 3-40,1 1-8,-5 9 0,5 0 208,-9 4 32,0 4 16,-15-5 0,2-4 64,-7 2 16,1 6 0,5 1 0,0-3-480,-4-3-136,-16-3-8,11 2 0,0-10 144,-5 1 112,-2 0-16,2-1-8,1-4-24,4 0-64,3-3 96,2-2-32,-10-2 184,4 2 32,5-1 8,14-6 0,0 0-32,0 0-8,-4 8 0,4 5 0,13-10-40,-3 6-8,-10-9 0,0 0 0,14 7-32,4-2-9,0-2 1,6 6 0,7-9-24,-2 8-8,-10-4 0,8-4 0,14 0 80,-13 0 16,-14 5 0,14-5 0,8-5-80,-7 5-16,-16 0 0,10-8 0,6 4-128,-11-5-152,-13 1 32,13 4-4831,18-5-969</inkml:trace>
  <inkml:trace contextRef="#ctx0" brushRef="#br0" timeOffset="3">1862 1993 4608,'28'9'408,"-19"-9"-328,1 4-80,3 0 0,1 0 216,1-4 24,3 8 8,1-8 0,-6 5 8,6-1 8,-2 4 0,2-1 0,-1 5 0,-7 3 0,-2-3 0,5 7 0,-1-2-8,-8 3-8,-1 1 0,-4 3 0,9 5 48,-9-4 16,-9 0 0,5 3 0,-6 0 16,2-3 8,-15 0 0,8-1 0,5-3-168,-3 0-32,-6 0-8,2-6 0,7-2-40,-8 0-16,-6-1 0,6 0 0,9-3 48,-1 0 8,-8-3 0,8 3 0,10-9 112,0 0 24,-4 4 8,4-4 0,9 8-32,4-8-8,-13 0 0,20 4 0,12-4-8,-8 0-8,-7 0 0,6 0 0,9 0 0,2 0 0,-12 0-1,12 0 1,2 0-64,-12 0-16,-11 5 0,10-1 0,9-4 32,-9 3 8,-13 2 0,-1-1 0,9 5-72,-8-6-8,-10-3-8,5-3-4975,13-3-993</inkml:trace>
  <inkml:trace contextRef="#ctx0" brushRef="#br0" timeOffset="4">322 569 1088,'15'-25'96,"-15"25"-96,0 0 0,0 0 0,0 0 216,0 0 16,-9 0 8,9 0 0,0 0 104,0 0 16,0 0 8,0 0 0,4 4-72,5 1-8,-9-5-8,9 3 0,11 1 104,-3-4 32,2 0 0,-1 0 0,5-4-192,1 4-32,-6 4 0,10-4-8,-4-4 232,2 4 56,2-3 8,1-2 0,3 1-112,-5-1-16,1 1-8,5 1 0,-6-2 0,1-2 0,-4 1 0,-1 3 0,3-6-88,-3 6-24,-4-6 0,-9 1 0,-10 4 24,8-5 0,6 1 0,9 0 0,1-4-144,-14 4-24,-28 0-8,7-1-3808,11 0-760</inkml:trace>
  <inkml:trace contextRef="#ctx0" brushRef="#br0" timeOffset="5">1299 1 2816,'18'0'256,"-18"0"-256,0 0 0,0 0 0,0 0 376,0 0 24,0 0 8,0 0 0,0 0-16,0 0 0,0 0 0,0 0 0,18 9-96,-13 0-16,-10 0-8,10 9 0,9 3-16,-9 9 0,-5 2 0,5 9 0,4-5 64,-5 10 0,-8 3 8,4 0 0,9-7 88,-9 3 8,-14 0 8,10-4 0,-1 5-112,5-6-32,-14-2 0,9 3 0,10 0-96,-10-5-16,0-7-8,-3 0 0,8-4-168,0-10 0,0-6 0,0-9 0,8-3 0</inkml:trace>
  <inkml:trace contextRef="#ctx0" brushRef="#br0" timeOffset="6">1670 10 2904,'0'0'256,"0"0"-256,0 0 0,7 9 0,3 0 456,-1-3 40,-9-6 8,-4 9 0,-1 3-88,10 0-24,-5 5 0,8 8 0,-2 4-72,3 3-24,0 9 0,-1 9 0,2 3-8,0-5-8,-2 6 0,3-1 0,-8-8 200,3 6 48,-3-2 8,3-4 0,-3 0-368,-3 0-72,6-5-8,-12-2-8,3-5 80,-3-9 24,12-8 0,-12-4 0,6-12-256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8T06:41:47.146"/>
    </inkml:context>
    <inkml:brush xml:id="br0">
      <inkml:brushProperty name="width" value="0.15" units="cm"/>
      <inkml:brushProperty name="height" value="0.15" units="cm"/>
    </inkml:brush>
  </inkml:definitions>
  <inkml:trace contextRef="#ctx0" brushRef="#br0">7238 40 13536,'-5'-9'5023,"5"9"-3903,14-17-320,-3 8-1216,-2 9 64,6-4 1568,0 8-640,-1 9 640,6 4-704,-5 18 352,5 4-512,-11 27 672,6 3-576,-6 36 192,2-5-352,-11 13 256,4-14-320,-4-2-256,0-16 0,0-11-1344,0-9 768,0-18-3840,5-16 2464</inkml:trace>
  <inkml:trace contextRef="#ctx0" brushRef="#br0" timeOffset="1">3588 40 14624,'0'-9'5407,"0"9"-4191,10 4-352,-6-4-1728,6 9 288,10 0 1632,5 13-512,3-5 608,2 5-672,4-1 0,1 1-288,-1 0 256,1 4-256,3-4 320,7 4-288,8-4 32,1 4-160,0-9 0,0 5-32,-10-5 160,-1 4-128,-8-2-32,-1 1-32,-10-7-128,1 6 64,-11-6-32,2 0 0,-7-4 192,1 4-64,-10 0-96,0 4 0,-15 8-128,1 1 96,-25 18 256,4-1-128,-24 15 128,6-6-96,-21 8 0,16-2-32,-11-3-64,16-3 32,3-12-1888,20-10 1024</inkml:trace>
  <inkml:trace contextRef="#ctx0" brushRef="#br0" timeOffset="2">6622 48 13888,'-10'0'5119,"10"0"-3967,-6 5-320,2-5-1088,8 13-32,-4 0 1664,0 4-736,0 14 768,6 4-832,-2 24 480,2 8-608,-6 27 192,4 3-384,-4 8 64,0-15-192,-4-6-416,4-11 160,-6-11-1952,12-16 1152,3-18-4896,5-8 3265</inkml:trace>
  <inkml:trace contextRef="#ctx0" brushRef="#br0" timeOffset="3">868 270 12640,'-19'-17'4671,"19"17"-3615,14 0-320,-4-4-832,-1-1-96,16 1 1856,8 8-896,17 5 832,-1 4-928,9 9 128,1 8-480,-10 18 448,-4-1-448,-21 24 224,-10-3-320,-28 10-576,-2-8 192,-23-5-640,1-4 448,-12-7-352,6-8 416,-4-5-64,13-12 224,-4 1 224,14-8-64,1-4 512,15-1-320,4-4 480,15 0-416,18-9 864,7 5-672,29-9 160,9 5-384,10-5 96,-4 4-192,-6 0-128,-5 5-64,-14-5-1184,-5 1 672,-10-5-3232,-9 4 2112</inkml:trace>
  <inkml:trace contextRef="#ctx0" brushRef="#br0" timeOffset="4">1553 214 15776,'14'-13'5855,"-14"13"-4543,34 8-384,-15 1-1760,6 4 256,14 5 1632,1 3-512,3 17 320,-2 11-512,-13 24 192,-3 1-288,-20 13 64,0-7-192,-25-3-64,5-12-32,-13-4-544,3-3 288,-10-7-480,11-3 416,-6-9 0,16-9 160,-1-3 576,15-6-224,10-8 544,4 0-448,25-13 512,6 6-512,23-16 224,1 1-320,4-4 128,-4 5-192,-15-1-992,-6 9 448</inkml:trace>
  <inkml:trace contextRef="#ctx0" brushRef="#br0" timeOffset="5">2233 674 11968,'-30'10'4416,"30"-10"-3425,0-27-287,0 9-704,0 9-160,6-17 1728,2 0-832,8-13 736,3 10-896,1-12 0,-1 16-384,1-6 448,0 10-352,-6-1 224,1 14-288,-1-1 480,1 9-384,-5 9 416,-1 7-416,2 23 128,3 9-288,5 18 64,6 4-128,10 3 160,-1-7-160,10 0 32,0-7-64,6-2-64,-3-5 32,-3-4-832,1-9 448,-12-17-1824,2-5 1216,-10-12-4096,0-5 2848</inkml:trace>
  <inkml:trace contextRef="#ctx0" brushRef="#br0" timeOffset="6">2874 405 14208,'-21'-23'5279,"21"23"-4127,11-16-288,-6 7-1344,0 9 96,-10 0 1632,5 5-640,-16 15 416,7 8-608,-25 27 256,5 11-384,-26 17 128,2-1-256,-11 13 416,15-6-320,1-2-1120,8-6 480,16-29-3904,14-12 2368</inkml:trace>
  <inkml:trace contextRef="#ctx0" brushRef="#br0" timeOffset="7">5193 691 15040,'-5'5'5567,"5"-5"-4319,49-12-352,-25-1-1472,5-1 128,21-13 1728,8 11-672,25-14 672,0 8-768,6-5 64,-6 15-320,-15-1-672,-14 3 224,-5 2-2976,-10 4 1760</inkml:trace>
  <inkml:trace contextRef="#ctx0" brushRef="#br0" timeOffset="8">1 831 15968,'11'0'5887,"-11"0"-4543,29 0-416,-9 0-1760,-1 4 256,20 0 1920,5 2-704,20-3 544,5 1-704,3-4-224,-3 5-160,-5-14-1920,-11 0 992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21649-C3DE-4E3D-8615-C4EFE0F14F53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F5A4-207B-4D14-A966-A9991C2C39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161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36B6-DE75-6C62-3AC0-526512557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4A825-A64C-612D-8029-FD2F2A44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BCB6C3-7106-803D-22B0-8127D5E5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4E8BD2-BD5F-E74F-8FE3-DE93FE88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4E263-156E-E7B4-95BB-3588A41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897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06410-7700-AC1B-E615-18BAEB2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C0E54-B7A3-2114-D0F0-2AFB10D8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0D159-86E6-7585-B5D0-3F18EF5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3AB38-1298-BFDB-91F4-74ABB01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0B311-311E-2E63-BB4B-A210ED2A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36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FD562-1293-7E1E-D6DE-56B97ACC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1D6BA-3BC4-6D8A-6042-835262FD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F87542-8729-7819-7ADB-A49C23F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A4D65-FEC3-6BEA-2429-A9DAA121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687BB-1733-7780-84B4-6D87EDA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46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41E63-19F7-6504-E4D8-75EF4D8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684AA-1B97-2BF0-FD5E-18D56C63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335546-48E9-5E7B-1241-4F17EE86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40E461-0F10-2E57-40E5-5920B7D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37137D-51F0-7843-5D8D-2761BAE6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598672-5716-FEFF-4861-CD4B46D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72B0B-7BB6-D641-C465-D92DB1A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EB65-6C18-83A2-2116-8F71E63A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182A7A-8D99-682B-1C84-9E26BDA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0BD873-4A5A-0EE2-70D1-3B75F17D3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7F62F5-EE4D-ACC1-A77A-DE3252C8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C0C95E-3E55-CF1A-975F-C1326D41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777E8-7854-F613-CAB1-A2A8A33A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362DE6-5035-F0C7-2CA6-5DDC9CA6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47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6E5F4-E573-055C-0267-E9F5CAA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8CCAB4-C3F7-4480-32B5-6AD6DD0D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73BB12-9904-5C07-DFEB-1758186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6DADA-0A82-EE13-8934-99FCF647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738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90FD6-C4F7-FD61-FCCC-F633670E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75C74C-24D5-FE8B-1D20-1359687B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536DF6-11B6-AC61-A043-8E005B7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819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EF5AC-1A15-A777-8680-20A72F8A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FD53D-88DD-D5A4-AD31-173DAAA0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6AE3FC-6114-37DA-7086-175484F99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908CE-87EC-1C78-AD54-114F196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4FEA4-89EE-B209-4383-BB68ADB9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BA464A-2630-B443-F9C2-74F9CDE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29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4D67-E98F-E2DB-FF2D-93D9460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7352DB-F463-3DD3-F645-1840A574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FEF3B7-2EC7-3D70-58DB-3185923F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5044D7-A664-4DF3-FE9B-5C2724E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EA0FFC-4804-77CB-085E-7395B57B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C64AE-6C36-AAB3-D66C-334FD9AA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87D9B-1BC5-578D-0770-B429E0E1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8480C3-2D0D-FCE6-AF20-F8760B39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08CF8-7CAD-3912-6B96-D97BC4F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254F1-F9DD-25C2-A2EA-BC49B7E9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46747-5BD8-0A11-0AAA-881EED3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897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5EC53B-1EF1-2DAD-DC9B-58B6216F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16EC12-D0D8-DEBE-9FB0-EDEB0345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78B9B8-0653-A451-2F87-D4D7717B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26ABB-54FD-E659-CA84-23FFB58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121201-978E-FA27-7210-AE5FC08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50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AC42D8-C3CF-C4ED-830F-4C125E02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BCA0A4-C73B-EFCC-5A74-C37ADDFA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85841-FFD4-34A7-63B5-AAB952AC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0C350-4437-4166-B28A-D4790F5D9AC0}" type="datetimeFigureOut">
              <a:rPr lang="zh-HK" altLang="en-US" smtClean="0"/>
              <a:t>8/7/2025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30545C-20D7-8322-8634-E0D42A43C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247EC-D1BF-E987-AACD-632B5517D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77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81.png"/><Relationship Id="rId3" Type="http://schemas.openxmlformats.org/officeDocument/2006/relationships/image" Target="../media/image211.png"/><Relationship Id="rId7" Type="http://schemas.openxmlformats.org/officeDocument/2006/relationships/image" Target="../media/image1210.png"/><Relationship Id="rId12" Type="http://schemas.openxmlformats.org/officeDocument/2006/relationships/image" Target="../media/image171.png"/><Relationship Id="rId2" Type="http://schemas.openxmlformats.org/officeDocument/2006/relationships/image" Target="../media/image1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11" Type="http://schemas.openxmlformats.org/officeDocument/2006/relationships/image" Target="../media/image161.png"/><Relationship Id="rId5" Type="http://schemas.openxmlformats.org/officeDocument/2006/relationships/image" Target="../media/image1020.png"/><Relationship Id="rId10" Type="http://schemas.openxmlformats.org/officeDocument/2006/relationships/image" Target="../media/image150.png"/><Relationship Id="rId4" Type="http://schemas.openxmlformats.org/officeDocument/2006/relationships/image" Target="../media/image313.png"/><Relationship Id="rId9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210.png"/><Relationship Id="rId7" Type="http://schemas.openxmlformats.org/officeDocument/2006/relationships/image" Target="../media/image610.png"/><Relationship Id="rId12" Type="http://schemas.openxmlformats.org/officeDocument/2006/relationships/hyperlink" Target="https://commons.wikimedia.org/wiki/File:Noto_Emoji_Oreo_1f914.svg" TargetMode="Externa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5.png"/><Relationship Id="rId11" Type="http://schemas.openxmlformats.org/officeDocument/2006/relationships/image" Target="../media/image2.png"/><Relationship Id="rId5" Type="http://schemas.openxmlformats.org/officeDocument/2006/relationships/image" Target="../media/image410.png"/><Relationship Id="rId10" Type="http://schemas.openxmlformats.org/officeDocument/2006/relationships/image" Target="../media/image911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9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8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57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59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58.png"/><Relationship Id="rId22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2.png"/><Relationship Id="rId4" Type="http://schemas.openxmlformats.org/officeDocument/2006/relationships/image" Target="../media/image3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2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3.png"/><Relationship Id="rId2" Type="http://schemas.openxmlformats.org/officeDocument/2006/relationships/image" Target="../media/image8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111.png"/><Relationship Id="rId4" Type="http://schemas.openxmlformats.org/officeDocument/2006/relationships/image" Target="../media/image10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26" Type="http://schemas.openxmlformats.org/officeDocument/2006/relationships/customXml" Target="../ink/ink16.xml"/><Relationship Id="rId3" Type="http://schemas.openxmlformats.org/officeDocument/2006/relationships/customXml" Target="../ink/ink1.xml"/><Relationship Id="rId21" Type="http://schemas.openxmlformats.org/officeDocument/2006/relationships/image" Target="../media/image202.png"/><Relationship Id="rId7" Type="http://schemas.openxmlformats.org/officeDocument/2006/relationships/image" Target="../media/image162.png"/><Relationship Id="rId12" Type="http://schemas.openxmlformats.org/officeDocument/2006/relationships/customXml" Target="../ink/ink7.xml"/><Relationship Id="rId17" Type="http://schemas.openxmlformats.org/officeDocument/2006/relationships/image" Target="../media/image182.png"/><Relationship Id="rId25" Type="http://schemas.openxmlformats.org/officeDocument/2006/relationships/customXml" Target="../ink/ink15.xml"/><Relationship Id="rId2" Type="http://schemas.openxmlformats.org/officeDocument/2006/relationships/image" Target="../media/image130.pn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customXml" Target="../ink/ink6.xml"/><Relationship Id="rId24" Type="http://schemas.openxmlformats.org/officeDocument/2006/relationships/customXml" Target="../ink/ink14.xml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31.png"/><Relationship Id="rId10" Type="http://schemas.openxmlformats.org/officeDocument/2006/relationships/customXml" Target="../ink/ink5.xml"/><Relationship Id="rId19" Type="http://schemas.openxmlformats.org/officeDocument/2006/relationships/image" Target="../media/image192.png"/><Relationship Id="rId4" Type="http://schemas.openxmlformats.org/officeDocument/2006/relationships/image" Target="../media/image141.png"/><Relationship Id="rId9" Type="http://schemas.openxmlformats.org/officeDocument/2006/relationships/customXml" Target="../ink/ink4.xml"/><Relationship Id="rId14" Type="http://schemas.openxmlformats.org/officeDocument/2006/relationships/image" Target="../media/image170.png"/><Relationship Id="rId22" Type="http://schemas.openxmlformats.org/officeDocument/2006/relationships/image" Target="../media/image214.png"/><Relationship Id="rId27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30.png"/><Relationship Id="rId3" Type="http://schemas.openxmlformats.org/officeDocument/2006/relationships/image" Target="../media/image1300.png"/><Relationship Id="rId7" Type="http://schemas.openxmlformats.org/officeDocument/2006/relationships/image" Target="../media/image1700.png"/><Relationship Id="rId12" Type="http://schemas.openxmlformats.org/officeDocument/2006/relationships/image" Target="../media/image220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212.png"/><Relationship Id="rId5" Type="http://schemas.openxmlformats.org/officeDocument/2006/relationships/image" Target="../media/image201.png"/><Relationship Id="rId15" Type="http://schemas.openxmlformats.org/officeDocument/2006/relationships/image" Target="../media/image250.png"/><Relationship Id="rId10" Type="http://schemas.openxmlformats.org/officeDocument/2006/relationships/image" Target="../media/image200.png"/><Relationship Id="rId4" Type="http://schemas.openxmlformats.org/officeDocument/2006/relationships/image" Target="../media/image191.png"/><Relationship Id="rId9" Type="http://schemas.openxmlformats.org/officeDocument/2006/relationships/image" Target="../media/image190.png"/><Relationship Id="rId14" Type="http://schemas.openxmlformats.org/officeDocument/2006/relationships/image" Target="../media/image2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3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291.png"/><Relationship Id="rId4" Type="http://schemas.openxmlformats.org/officeDocument/2006/relationships/image" Target="../media/image28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customXml" Target="../ink/ink22.xml"/><Relationship Id="rId18" Type="http://schemas.openxmlformats.org/officeDocument/2006/relationships/image" Target="../media/image4310.png"/><Relationship Id="rId3" Type="http://schemas.openxmlformats.org/officeDocument/2006/relationships/customXml" Target="../ink/ink17.xml"/><Relationship Id="rId21" Type="http://schemas.openxmlformats.org/officeDocument/2006/relationships/image" Target="../media/image4410.png"/><Relationship Id="rId7" Type="http://schemas.openxmlformats.org/officeDocument/2006/relationships/customXml" Target="../ink/ink19.xml"/><Relationship Id="rId12" Type="http://schemas.openxmlformats.org/officeDocument/2006/relationships/image" Target="../media/image400.png"/><Relationship Id="rId17" Type="http://schemas.openxmlformats.org/officeDocument/2006/relationships/customXml" Target="../ink/ink24.xml"/><Relationship Id="rId25" Type="http://schemas.openxmlformats.org/officeDocument/2006/relationships/image" Target="../media/image460.png"/><Relationship Id="rId2" Type="http://schemas.openxmlformats.org/officeDocument/2006/relationships/image" Target="../media/image290.png"/><Relationship Id="rId16" Type="http://schemas.openxmlformats.org/officeDocument/2006/relationships/image" Target="../media/image4210.png"/><Relationship Id="rId20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customXml" Target="../ink/ink21.xml"/><Relationship Id="rId24" Type="http://schemas.openxmlformats.org/officeDocument/2006/relationships/customXml" Target="../ink/ink28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23" Type="http://schemas.openxmlformats.org/officeDocument/2006/relationships/image" Target="../media/image4510.png"/><Relationship Id="rId10" Type="http://schemas.openxmlformats.org/officeDocument/2006/relationships/image" Target="../media/image390.png"/><Relationship Id="rId19" Type="http://schemas.openxmlformats.org/officeDocument/2006/relationships/customXml" Target="../ink/ink25.xml"/><Relationship Id="rId4" Type="http://schemas.openxmlformats.org/officeDocument/2006/relationships/image" Target="../media/image360.png"/><Relationship Id="rId9" Type="http://schemas.openxmlformats.org/officeDocument/2006/relationships/customXml" Target="../ink/ink20.xml"/><Relationship Id="rId14" Type="http://schemas.openxmlformats.org/officeDocument/2006/relationships/image" Target="../media/image411.png"/><Relationship Id="rId22" Type="http://schemas.openxmlformats.org/officeDocument/2006/relationships/customXml" Target="../ink/ink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png"/><Relationship Id="rId13" Type="http://schemas.openxmlformats.org/officeDocument/2006/relationships/customXml" Target="../ink/ink34.xml"/><Relationship Id="rId18" Type="http://schemas.openxmlformats.org/officeDocument/2006/relationships/customXml" Target="../ink/ink37.xml"/><Relationship Id="rId26" Type="http://schemas.openxmlformats.org/officeDocument/2006/relationships/customXml" Target="../ink/ink41.xml"/><Relationship Id="rId3" Type="http://schemas.openxmlformats.org/officeDocument/2006/relationships/customXml" Target="../ink/ink29.xml"/><Relationship Id="rId21" Type="http://schemas.openxmlformats.org/officeDocument/2006/relationships/image" Target="../media/image5910.png"/><Relationship Id="rId7" Type="http://schemas.openxmlformats.org/officeDocument/2006/relationships/customXml" Target="../ink/ink31.xml"/><Relationship Id="rId12" Type="http://schemas.openxmlformats.org/officeDocument/2006/relationships/image" Target="../media/image5510.png"/><Relationship Id="rId17" Type="http://schemas.openxmlformats.org/officeDocument/2006/relationships/image" Target="../media/image5710.png"/><Relationship Id="rId25" Type="http://schemas.openxmlformats.org/officeDocument/2006/relationships/image" Target="../media/image312.png"/><Relationship Id="rId2" Type="http://schemas.openxmlformats.org/officeDocument/2006/relationships/image" Target="../media/image5010.png"/><Relationship Id="rId16" Type="http://schemas.openxmlformats.org/officeDocument/2006/relationships/customXml" Target="../ink/ink36.xml"/><Relationship Id="rId20" Type="http://schemas.openxmlformats.org/officeDocument/2006/relationships/customXml" Target="../ink/ink38.xml"/><Relationship Id="rId29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11" Type="http://schemas.openxmlformats.org/officeDocument/2006/relationships/customXml" Target="../ink/ink33.xml"/><Relationship Id="rId24" Type="http://schemas.openxmlformats.org/officeDocument/2006/relationships/customXml" Target="../ink/ink40.xml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23" Type="http://schemas.openxmlformats.org/officeDocument/2006/relationships/image" Target="../media/image302.png"/><Relationship Id="rId28" Type="http://schemas.openxmlformats.org/officeDocument/2006/relationships/customXml" Target="../ink/ink43.xml"/><Relationship Id="rId10" Type="http://schemas.openxmlformats.org/officeDocument/2006/relationships/image" Target="../media/image320.png"/><Relationship Id="rId19" Type="http://schemas.openxmlformats.org/officeDocument/2006/relationships/image" Target="../media/image5810.png"/><Relationship Id="rId31" Type="http://schemas.openxmlformats.org/officeDocument/2006/relationships/hyperlink" Target="http://www.publicdomainpictures.net/view-image.php?image=155227&amp;picture=light-bulb" TargetMode="External"/><Relationship Id="rId4" Type="http://schemas.openxmlformats.org/officeDocument/2006/relationships/image" Target="../media/image516.png"/><Relationship Id="rId9" Type="http://schemas.openxmlformats.org/officeDocument/2006/relationships/customXml" Target="../ink/ink32.xml"/><Relationship Id="rId14" Type="http://schemas.openxmlformats.org/officeDocument/2006/relationships/image" Target="../media/image5610.png"/><Relationship Id="rId22" Type="http://schemas.openxmlformats.org/officeDocument/2006/relationships/customXml" Target="../ink/ink39.xml"/><Relationship Id="rId27" Type="http://schemas.openxmlformats.org/officeDocument/2006/relationships/customXml" Target="../ink/ink42.xml"/><Relationship Id="rId30" Type="http://schemas.openxmlformats.org/officeDocument/2006/relationships/image" Target="../media/image61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10.png"/><Relationship Id="rId13" Type="http://schemas.openxmlformats.org/officeDocument/2006/relationships/image" Target="../media/image6310.png"/><Relationship Id="rId18" Type="http://schemas.openxmlformats.org/officeDocument/2006/relationships/image" Target="../media/image6810.png"/><Relationship Id="rId26" Type="http://schemas.openxmlformats.org/officeDocument/2006/relationships/image" Target="../media/image760.png"/><Relationship Id="rId3" Type="http://schemas.openxmlformats.org/officeDocument/2006/relationships/image" Target="../media/image350.png"/><Relationship Id="rId21" Type="http://schemas.openxmlformats.org/officeDocument/2006/relationships/image" Target="../media/image711.png"/><Relationship Id="rId7" Type="http://schemas.openxmlformats.org/officeDocument/2006/relationships/image" Target="../media/image520.png"/><Relationship Id="rId12" Type="http://schemas.openxmlformats.org/officeDocument/2006/relationships/image" Target="../media/image6210.png"/><Relationship Id="rId17" Type="http://schemas.openxmlformats.org/officeDocument/2006/relationships/image" Target="../media/image6710.png"/><Relationship Id="rId25" Type="http://schemas.openxmlformats.org/officeDocument/2006/relationships/image" Target="../media/image750.png"/><Relationship Id="rId2" Type="http://schemas.openxmlformats.org/officeDocument/2006/relationships/image" Target="../media/image340.png"/><Relationship Id="rId16" Type="http://schemas.openxmlformats.org/officeDocument/2006/relationships/image" Target="../media/image660.png"/><Relationship Id="rId20" Type="http://schemas.openxmlformats.org/officeDocument/2006/relationships/image" Target="../media/image707.png"/><Relationship Id="rId29" Type="http://schemas.openxmlformats.org/officeDocument/2006/relationships/image" Target="../media/image7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10.png"/><Relationship Id="rId11" Type="http://schemas.openxmlformats.org/officeDocument/2006/relationships/image" Target="../media/image611.png"/><Relationship Id="rId24" Type="http://schemas.openxmlformats.org/officeDocument/2006/relationships/image" Target="../media/image740.png"/><Relationship Id="rId5" Type="http://schemas.openxmlformats.org/officeDocument/2006/relationships/image" Target="../media/image4810.png"/><Relationship Id="rId15" Type="http://schemas.openxmlformats.org/officeDocument/2006/relationships/image" Target="../media/image652.png"/><Relationship Id="rId23" Type="http://schemas.openxmlformats.org/officeDocument/2006/relationships/image" Target="../media/image730.png"/><Relationship Id="rId28" Type="http://schemas.openxmlformats.org/officeDocument/2006/relationships/image" Target="../media/image780.png"/><Relationship Id="rId10" Type="http://schemas.openxmlformats.org/officeDocument/2006/relationships/image" Target="../media/image600.png"/><Relationship Id="rId19" Type="http://schemas.openxmlformats.org/officeDocument/2006/relationships/image" Target="../media/image6910.png"/><Relationship Id="rId31" Type="http://schemas.openxmlformats.org/officeDocument/2006/relationships/image" Target="../media/image812.png"/><Relationship Id="rId4" Type="http://schemas.openxmlformats.org/officeDocument/2006/relationships/image" Target="../media/image470.png"/><Relationship Id="rId9" Type="http://schemas.openxmlformats.org/officeDocument/2006/relationships/image" Target="../media/image5410.png"/><Relationship Id="rId14" Type="http://schemas.openxmlformats.org/officeDocument/2006/relationships/image" Target="../media/image6410.png"/><Relationship Id="rId22" Type="http://schemas.openxmlformats.org/officeDocument/2006/relationships/image" Target="../media/image720.png"/><Relationship Id="rId27" Type="http://schemas.openxmlformats.org/officeDocument/2006/relationships/image" Target="../media/image770.png"/><Relationship Id="rId30" Type="http://schemas.openxmlformats.org/officeDocument/2006/relationships/image" Target="../media/image8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1.png"/><Relationship Id="rId13" Type="http://schemas.openxmlformats.org/officeDocument/2006/relationships/customXml" Target="../ink/ink49.xml"/><Relationship Id="rId18" Type="http://schemas.openxmlformats.org/officeDocument/2006/relationships/image" Target="../media/image900.png"/><Relationship Id="rId26" Type="http://schemas.openxmlformats.org/officeDocument/2006/relationships/customXml" Target="../ink/ink56.xml"/><Relationship Id="rId3" Type="http://schemas.openxmlformats.org/officeDocument/2006/relationships/customXml" Target="../ink/ink44.xml"/><Relationship Id="rId21" Type="http://schemas.openxmlformats.org/officeDocument/2006/relationships/image" Target="../media/image912.png"/><Relationship Id="rId7" Type="http://schemas.openxmlformats.org/officeDocument/2006/relationships/customXml" Target="../ink/ink46.xml"/><Relationship Id="rId12" Type="http://schemas.openxmlformats.org/officeDocument/2006/relationships/image" Target="../media/image871.png"/><Relationship Id="rId17" Type="http://schemas.openxmlformats.org/officeDocument/2006/relationships/customXml" Target="../ink/ink51.xml"/><Relationship Id="rId25" Type="http://schemas.openxmlformats.org/officeDocument/2006/relationships/image" Target="../media/image934.png"/><Relationship Id="rId2" Type="http://schemas.openxmlformats.org/officeDocument/2006/relationships/image" Target="../media/image821.png"/><Relationship Id="rId16" Type="http://schemas.openxmlformats.org/officeDocument/2006/relationships/image" Target="../media/image891.png"/><Relationship Id="rId20" Type="http://schemas.openxmlformats.org/officeDocument/2006/relationships/customXml" Target="../ink/ink53.xml"/><Relationship Id="rId29" Type="http://schemas.openxmlformats.org/officeDocument/2006/relationships/image" Target="../media/image7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1.png"/><Relationship Id="rId11" Type="http://schemas.openxmlformats.org/officeDocument/2006/relationships/customXml" Target="../ink/ink48.xml"/><Relationship Id="rId24" Type="http://schemas.openxmlformats.org/officeDocument/2006/relationships/customXml" Target="../ink/ink55.xml"/><Relationship Id="rId5" Type="http://schemas.openxmlformats.org/officeDocument/2006/relationships/customXml" Target="../ink/ink45.xml"/><Relationship Id="rId15" Type="http://schemas.openxmlformats.org/officeDocument/2006/relationships/customXml" Target="../ink/ink50.xml"/><Relationship Id="rId23" Type="http://schemas.openxmlformats.org/officeDocument/2006/relationships/image" Target="../media/image920.png"/><Relationship Id="rId28" Type="http://schemas.openxmlformats.org/officeDocument/2006/relationships/image" Target="../media/image780.png"/><Relationship Id="rId10" Type="http://schemas.openxmlformats.org/officeDocument/2006/relationships/image" Target="../media/image860.png"/><Relationship Id="rId19" Type="http://schemas.openxmlformats.org/officeDocument/2006/relationships/customXml" Target="../ink/ink52.xml"/><Relationship Id="rId31" Type="http://schemas.openxmlformats.org/officeDocument/2006/relationships/image" Target="../media/image812.png"/><Relationship Id="rId4" Type="http://schemas.openxmlformats.org/officeDocument/2006/relationships/image" Target="../media/image831.png"/><Relationship Id="rId9" Type="http://schemas.openxmlformats.org/officeDocument/2006/relationships/customXml" Target="../ink/ink47.xml"/><Relationship Id="rId14" Type="http://schemas.openxmlformats.org/officeDocument/2006/relationships/image" Target="../media/image880.png"/><Relationship Id="rId22" Type="http://schemas.openxmlformats.org/officeDocument/2006/relationships/customXml" Target="../ink/ink54.xml"/><Relationship Id="rId27" Type="http://schemas.openxmlformats.org/officeDocument/2006/relationships/customXml" Target="../ink/ink57.xml"/><Relationship Id="rId30" Type="http://schemas.openxmlformats.org/officeDocument/2006/relationships/image" Target="../media/image800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0.xml"/><Relationship Id="rId18" Type="http://schemas.openxmlformats.org/officeDocument/2006/relationships/image" Target="../media/image811.png"/><Relationship Id="rId26" Type="http://schemas.openxmlformats.org/officeDocument/2006/relationships/customXml" Target="../ink/ink67.xml"/><Relationship Id="rId21" Type="http://schemas.openxmlformats.org/officeDocument/2006/relationships/customXml" Target="../ink/ink64.xml"/><Relationship Id="rId12" Type="http://schemas.openxmlformats.org/officeDocument/2006/relationships/image" Target="../media/image953.png"/><Relationship Id="rId17" Type="http://schemas.openxmlformats.org/officeDocument/2006/relationships/customXml" Target="../ink/ink62.xml"/><Relationship Id="rId25" Type="http://schemas.openxmlformats.org/officeDocument/2006/relationships/customXml" Target="../ink/ink66.xml"/><Relationship Id="rId16" Type="http://schemas.openxmlformats.org/officeDocument/2006/relationships/image" Target="../media/image801.png"/><Relationship Id="rId20" Type="http://schemas.openxmlformats.org/officeDocument/2006/relationships/image" Target="../media/image820.png"/><Relationship Id="rId29" Type="http://schemas.openxmlformats.org/officeDocument/2006/relationships/image" Target="../media/image78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8.xml"/><Relationship Id="rId11" Type="http://schemas.openxmlformats.org/officeDocument/2006/relationships/customXml" Target="../ink/ink59.xml"/><Relationship Id="rId24" Type="http://schemas.openxmlformats.org/officeDocument/2006/relationships/image" Target="../media/image840.png"/><Relationship Id="rId5" Type="http://schemas.openxmlformats.org/officeDocument/2006/relationships/image" Target="../media/image9410.png"/><Relationship Id="rId15" Type="http://schemas.openxmlformats.org/officeDocument/2006/relationships/customXml" Target="../ink/ink61.xml"/><Relationship Id="rId23" Type="http://schemas.openxmlformats.org/officeDocument/2006/relationships/customXml" Target="../ink/ink65.xml"/><Relationship Id="rId28" Type="http://schemas.openxmlformats.org/officeDocument/2006/relationships/image" Target="../media/image850.png"/><Relationship Id="rId10" Type="http://schemas.openxmlformats.org/officeDocument/2006/relationships/image" Target="../media/image772.png"/><Relationship Id="rId19" Type="http://schemas.openxmlformats.org/officeDocument/2006/relationships/customXml" Target="../ink/ink63.xml"/><Relationship Id="rId4" Type="http://schemas.openxmlformats.org/officeDocument/2006/relationships/image" Target="../media/image7000.png"/><Relationship Id="rId14" Type="http://schemas.openxmlformats.org/officeDocument/2006/relationships/image" Target="../media/image791.png"/><Relationship Id="rId22" Type="http://schemas.openxmlformats.org/officeDocument/2006/relationships/image" Target="../media/image830.png"/><Relationship Id="rId27" Type="http://schemas.openxmlformats.org/officeDocument/2006/relationships/customXml" Target="../ink/ink6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0.png"/><Relationship Id="rId26" Type="http://schemas.openxmlformats.org/officeDocument/2006/relationships/image" Target="../media/image9810.png"/><Relationship Id="rId3" Type="http://schemas.openxmlformats.org/officeDocument/2006/relationships/image" Target="../media/image979.png"/><Relationship Id="rId21" Type="http://schemas.openxmlformats.org/officeDocument/2006/relationships/image" Target="../media/image1070.png"/><Relationship Id="rId25" Type="http://schemas.openxmlformats.org/officeDocument/2006/relationships/customXml" Target="../ink/ink69.xml"/><Relationship Id="rId2" Type="http://schemas.openxmlformats.org/officeDocument/2006/relationships/image" Target="../media/image968.png"/><Relationship Id="rId20" Type="http://schemas.openxmlformats.org/officeDocument/2006/relationships/image" Target="../media/image1060.png"/><Relationship Id="rId29" Type="http://schemas.openxmlformats.org/officeDocument/2006/relationships/customXml" Target="../ink/ink7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10.png"/><Relationship Id="rId24" Type="http://schemas.openxmlformats.org/officeDocument/2006/relationships/hyperlink" Target="http://www.publicdomainpictures.net/view-image.php?image=155227&amp;picture=light-bulb" TargetMode="External"/><Relationship Id="rId32" Type="http://schemas.openxmlformats.org/officeDocument/2006/relationships/image" Target="../media/image1010.png"/><Relationship Id="rId5" Type="http://schemas.openxmlformats.org/officeDocument/2006/relationships/image" Target="../media/image351.png"/><Relationship Id="rId23" Type="http://schemas.openxmlformats.org/officeDocument/2006/relationships/image" Target="../media/image61.jpg"/><Relationship Id="rId28" Type="http://schemas.openxmlformats.org/officeDocument/2006/relationships/image" Target="../media/image996.png"/><Relationship Id="rId10" Type="http://schemas.openxmlformats.org/officeDocument/2006/relationships/image" Target="../media/image890.png"/><Relationship Id="rId19" Type="http://schemas.openxmlformats.org/officeDocument/2006/relationships/image" Target="../media/image1050.png"/><Relationship Id="rId31" Type="http://schemas.openxmlformats.org/officeDocument/2006/relationships/customXml" Target="../ink/ink72.xml"/><Relationship Id="rId4" Type="http://schemas.openxmlformats.org/officeDocument/2006/relationships/image" Target="../media/image341.png"/><Relationship Id="rId14" Type="http://schemas.openxmlformats.org/officeDocument/2006/relationships/image" Target="../media/image9400.png"/><Relationship Id="rId22" Type="http://schemas.openxmlformats.org/officeDocument/2006/relationships/image" Target="../media/image1080.png"/><Relationship Id="rId27" Type="http://schemas.openxmlformats.org/officeDocument/2006/relationships/customXml" Target="../ink/ink70.xml"/><Relationship Id="rId30" Type="http://schemas.openxmlformats.org/officeDocument/2006/relationships/image" Target="../media/image10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F.3 Summer Mathematics 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HK" sz="3600" dirty="0"/>
              <a:t>Inequality</a:t>
            </a:r>
            <a:endParaRPr lang="zh-HK" altLang="en-US" sz="3600" dirty="0"/>
          </a:p>
        </p:txBody>
      </p:sp>
      <p:pic>
        <p:nvPicPr>
          <p:cNvPr id="4" name="圖片 3" descr="http://cdn8.staztic.com/app/a/3109/3109006/fun-math-tricks-1-1-s-307x512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0"/>
            <a:ext cx="4752528" cy="2576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0150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62">
                <a:extLst>
                  <a:ext uri="{FF2B5EF4-FFF2-40B4-BE49-F238E27FC236}">
                    <a16:creationId xmlns:a16="http://schemas.microsoft.com/office/drawing/2014/main" id="{8A801654-5E11-447D-BCD1-CCDE25604C15}"/>
                  </a:ext>
                </a:extLst>
              </p:cNvPr>
              <p:cNvSpPr txBox="1"/>
              <p:nvPr/>
            </p:nvSpPr>
            <p:spPr>
              <a:xfrm>
                <a:off x="2485445" y="856982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 dirty="0"/>
              </a:p>
            </p:txBody>
          </p:sp>
        </mc:Choice>
        <mc:Fallback xmlns="">
          <p:sp>
            <p:nvSpPr>
              <p:cNvPr id="4" name="文字方塊 62">
                <a:extLst>
                  <a:ext uri="{FF2B5EF4-FFF2-40B4-BE49-F238E27FC236}">
                    <a16:creationId xmlns:a16="http://schemas.microsoft.com/office/drawing/2014/main" id="{8A801654-5E11-447D-BCD1-CCDE25604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45" y="856982"/>
                <a:ext cx="1091142" cy="16312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62">
                <a:extLst>
                  <a:ext uri="{FF2B5EF4-FFF2-40B4-BE49-F238E27FC236}">
                    <a16:creationId xmlns:a16="http://schemas.microsoft.com/office/drawing/2014/main" id="{7879E698-2591-4A40-B201-C27F2EFA8459}"/>
                  </a:ext>
                </a:extLst>
              </p:cNvPr>
              <p:cNvSpPr txBox="1"/>
              <p:nvPr/>
            </p:nvSpPr>
            <p:spPr>
              <a:xfrm rot="10800000">
                <a:off x="2485445" y="4004089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 dirty="0"/>
              </a:p>
            </p:txBody>
          </p:sp>
        </mc:Choice>
        <mc:Fallback xmlns="">
          <p:sp>
            <p:nvSpPr>
              <p:cNvPr id="11" name="文字方塊 62">
                <a:extLst>
                  <a:ext uri="{FF2B5EF4-FFF2-40B4-BE49-F238E27FC236}">
                    <a16:creationId xmlns:a16="http://schemas.microsoft.com/office/drawing/2014/main" id="{7879E698-2591-4A40-B201-C27F2EFA8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2485445" y="4004089"/>
                <a:ext cx="1091142" cy="1631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62">
                <a:extLst>
                  <a:ext uri="{FF2B5EF4-FFF2-40B4-BE49-F238E27FC236}">
                    <a16:creationId xmlns:a16="http://schemas.microsoft.com/office/drawing/2014/main" id="{0AD9C1F2-4E25-4C75-A0A8-A24B2F2CE930}"/>
                  </a:ext>
                </a:extLst>
              </p:cNvPr>
              <p:cNvSpPr txBox="1"/>
              <p:nvPr/>
            </p:nvSpPr>
            <p:spPr>
              <a:xfrm>
                <a:off x="7743245" y="759998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HK" altLang="en-US" sz="10000" dirty="0"/>
              </a:p>
            </p:txBody>
          </p:sp>
        </mc:Choice>
        <mc:Fallback xmlns="">
          <p:sp>
            <p:nvSpPr>
              <p:cNvPr id="16" name="文字方塊 62">
                <a:extLst>
                  <a:ext uri="{FF2B5EF4-FFF2-40B4-BE49-F238E27FC236}">
                    <a16:creationId xmlns:a16="http://schemas.microsoft.com/office/drawing/2014/main" id="{0AD9C1F2-4E25-4C75-A0A8-A24B2F2CE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245" y="759998"/>
                <a:ext cx="1091142" cy="1631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62">
                <a:extLst>
                  <a:ext uri="{FF2B5EF4-FFF2-40B4-BE49-F238E27FC236}">
                    <a16:creationId xmlns:a16="http://schemas.microsoft.com/office/drawing/2014/main" id="{F9741A83-A68F-41B2-8C32-1F5B0005D55F}"/>
                  </a:ext>
                </a:extLst>
              </p:cNvPr>
              <p:cNvSpPr txBox="1"/>
              <p:nvPr/>
            </p:nvSpPr>
            <p:spPr>
              <a:xfrm>
                <a:off x="7743245" y="3862085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zh-HK" altLang="en-US" sz="10000" dirty="0"/>
              </a:p>
            </p:txBody>
          </p:sp>
        </mc:Choice>
        <mc:Fallback xmlns="">
          <p:sp>
            <p:nvSpPr>
              <p:cNvPr id="19" name="文字方塊 62">
                <a:extLst>
                  <a:ext uri="{FF2B5EF4-FFF2-40B4-BE49-F238E27FC236}">
                    <a16:creationId xmlns:a16="http://schemas.microsoft.com/office/drawing/2014/main" id="{F9741A83-A68F-41B2-8C32-1F5B0005D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245" y="3862085"/>
                <a:ext cx="1091142" cy="16312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5">
            <a:extLst>
              <a:ext uri="{FF2B5EF4-FFF2-40B4-BE49-F238E27FC236}">
                <a16:creationId xmlns:a16="http://schemas.microsoft.com/office/drawing/2014/main" id="{25852E15-6598-4C8F-B2F0-0FE9727C0BC7}"/>
              </a:ext>
            </a:extLst>
          </p:cNvPr>
          <p:cNvSpPr txBox="1"/>
          <p:nvPr/>
        </p:nvSpPr>
        <p:spPr>
          <a:xfrm>
            <a:off x="1749905" y="2455483"/>
            <a:ext cx="30091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>
                <a:solidFill>
                  <a:srgbClr val="00B050"/>
                </a:solidFill>
              </a:rPr>
              <a:t>Greater than</a:t>
            </a:r>
            <a:endParaRPr lang="zh-HK" altLang="en-US" sz="4000" b="1" dirty="0">
              <a:solidFill>
                <a:srgbClr val="00B05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CD37FE0D-C270-4FF1-AFE4-E2CE47B0E932}"/>
              </a:ext>
            </a:extLst>
          </p:cNvPr>
          <p:cNvSpPr txBox="1"/>
          <p:nvPr/>
        </p:nvSpPr>
        <p:spPr>
          <a:xfrm>
            <a:off x="5907279" y="2488198"/>
            <a:ext cx="5356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>
                <a:solidFill>
                  <a:srgbClr val="7030A0"/>
                </a:solidFill>
              </a:rPr>
              <a:t>Greater than or equal to </a:t>
            </a:r>
            <a:endParaRPr lang="zh-HK" altLang="en-US" sz="4000" b="1" dirty="0">
              <a:solidFill>
                <a:srgbClr val="7030A0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1A506E0B-5A0B-4461-9F85-BE49940015B5}"/>
              </a:ext>
            </a:extLst>
          </p:cNvPr>
          <p:cNvSpPr txBox="1"/>
          <p:nvPr/>
        </p:nvSpPr>
        <p:spPr>
          <a:xfrm>
            <a:off x="1817541" y="5528488"/>
            <a:ext cx="3109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srgbClr val="FFC000"/>
                </a:solidFill>
              </a:rPr>
              <a:t>Smaller</a:t>
            </a:r>
            <a:r>
              <a:rPr lang="en-US" altLang="zh-HK" sz="4000" b="1" dirty="0">
                <a:solidFill>
                  <a:srgbClr val="FFC000"/>
                </a:solidFill>
              </a:rPr>
              <a:t> than</a:t>
            </a:r>
            <a:endParaRPr lang="zh-HK" altLang="en-US" sz="4000" b="1" dirty="0">
              <a:solidFill>
                <a:srgbClr val="FFC000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5D335EEC-F3B1-423E-BC42-FF10A954E2C1}"/>
              </a:ext>
            </a:extLst>
          </p:cNvPr>
          <p:cNvSpPr txBox="1"/>
          <p:nvPr/>
        </p:nvSpPr>
        <p:spPr>
          <a:xfrm>
            <a:off x="5907279" y="5561203"/>
            <a:ext cx="5549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>
                <a:solidFill>
                  <a:schemeClr val="accent1"/>
                </a:solidFill>
              </a:rPr>
              <a:t>Smaller than or equal to </a:t>
            </a:r>
            <a:endParaRPr lang="zh-HK" altLang="en-US" sz="4000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62">
                <a:extLst>
                  <a:ext uri="{FF2B5EF4-FFF2-40B4-BE49-F238E27FC236}">
                    <a16:creationId xmlns:a16="http://schemas.microsoft.com/office/drawing/2014/main" id="{6661B7BC-A213-4B5B-96C5-F4E84D4C6DCC}"/>
                  </a:ext>
                </a:extLst>
              </p:cNvPr>
              <p:cNvSpPr txBox="1"/>
              <p:nvPr/>
            </p:nvSpPr>
            <p:spPr>
              <a:xfrm>
                <a:off x="1818214" y="1051618"/>
                <a:ext cx="22722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8</m:t>
                      </m:r>
                    </m:oMath>
                  </m:oMathPara>
                </a14:m>
                <a:endParaRPr lang="zh-HK" altLang="en-US" sz="8000" dirty="0"/>
              </a:p>
            </p:txBody>
          </p:sp>
        </mc:Choice>
        <mc:Fallback xmlns="">
          <p:sp>
            <p:nvSpPr>
              <p:cNvPr id="10" name="文字方塊 62">
                <a:extLst>
                  <a:ext uri="{FF2B5EF4-FFF2-40B4-BE49-F238E27FC236}">
                    <a16:creationId xmlns:a16="http://schemas.microsoft.com/office/drawing/2014/main" id="{6661B7BC-A213-4B5B-96C5-F4E84D4C6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214" y="1051618"/>
                <a:ext cx="2272242" cy="1323439"/>
              </a:xfrm>
              <a:prstGeom prst="rect">
                <a:avLst/>
              </a:prstGeom>
              <a:blipFill>
                <a:blip r:embed="rId6"/>
                <a:stretch>
                  <a:fillRect r="-1072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62">
                <a:extLst>
                  <a:ext uri="{FF2B5EF4-FFF2-40B4-BE49-F238E27FC236}">
                    <a16:creationId xmlns:a16="http://schemas.microsoft.com/office/drawing/2014/main" id="{CE4AD3B7-29F1-4A1A-9128-9BC70DBC587D}"/>
                  </a:ext>
                </a:extLst>
              </p:cNvPr>
              <p:cNvSpPr txBox="1"/>
              <p:nvPr/>
            </p:nvSpPr>
            <p:spPr>
              <a:xfrm>
                <a:off x="1818244" y="4054205"/>
                <a:ext cx="22722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8</m:t>
                      </m:r>
                    </m:oMath>
                  </m:oMathPara>
                </a14:m>
                <a:endParaRPr lang="zh-HK" altLang="en-US" sz="8000" dirty="0"/>
              </a:p>
            </p:txBody>
          </p:sp>
        </mc:Choice>
        <mc:Fallback xmlns="">
          <p:sp>
            <p:nvSpPr>
              <p:cNvPr id="12" name="文字方塊 62">
                <a:extLst>
                  <a:ext uri="{FF2B5EF4-FFF2-40B4-BE49-F238E27FC236}">
                    <a16:creationId xmlns:a16="http://schemas.microsoft.com/office/drawing/2014/main" id="{CE4AD3B7-29F1-4A1A-9128-9BC70DBC5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244" y="4054205"/>
                <a:ext cx="2272242" cy="1323439"/>
              </a:xfrm>
              <a:prstGeom prst="rect">
                <a:avLst/>
              </a:prstGeom>
              <a:blipFill>
                <a:blip r:embed="rId7"/>
                <a:stretch>
                  <a:fillRect r="-1072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62">
                <a:extLst>
                  <a:ext uri="{FF2B5EF4-FFF2-40B4-BE49-F238E27FC236}">
                    <a16:creationId xmlns:a16="http://schemas.microsoft.com/office/drawing/2014/main" id="{58B65E1F-E983-43B6-BA25-AD9C89201572}"/>
                  </a:ext>
                </a:extLst>
              </p:cNvPr>
              <p:cNvSpPr txBox="1"/>
              <p:nvPr/>
            </p:nvSpPr>
            <p:spPr>
              <a:xfrm>
                <a:off x="6745076" y="902421"/>
                <a:ext cx="374067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−3</m:t>
                      </m:r>
                    </m:oMath>
                  </m:oMathPara>
                </a14:m>
                <a:endParaRPr lang="zh-HK" altLang="en-US" sz="8000" dirty="0"/>
              </a:p>
            </p:txBody>
          </p:sp>
        </mc:Choice>
        <mc:Fallback xmlns="">
          <p:sp>
            <p:nvSpPr>
              <p:cNvPr id="13" name="文字方塊 62">
                <a:extLst>
                  <a:ext uri="{FF2B5EF4-FFF2-40B4-BE49-F238E27FC236}">
                    <a16:creationId xmlns:a16="http://schemas.microsoft.com/office/drawing/2014/main" id="{58B65E1F-E983-43B6-BA25-AD9C89201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76" y="902421"/>
                <a:ext cx="3740677" cy="13234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62">
                <a:extLst>
                  <a:ext uri="{FF2B5EF4-FFF2-40B4-BE49-F238E27FC236}">
                    <a16:creationId xmlns:a16="http://schemas.microsoft.com/office/drawing/2014/main" id="{568BA7AF-E180-471C-AB06-7B6CF78B3301}"/>
                  </a:ext>
                </a:extLst>
              </p:cNvPr>
              <p:cNvSpPr txBox="1"/>
              <p:nvPr/>
            </p:nvSpPr>
            <p:spPr>
              <a:xfrm>
                <a:off x="6745076" y="4039921"/>
                <a:ext cx="374067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−3</m:t>
                      </m:r>
                    </m:oMath>
                  </m:oMathPara>
                </a14:m>
                <a:endParaRPr lang="zh-HK" altLang="en-US" sz="8000" dirty="0"/>
              </a:p>
            </p:txBody>
          </p:sp>
        </mc:Choice>
        <mc:Fallback xmlns="">
          <p:sp>
            <p:nvSpPr>
              <p:cNvPr id="14" name="文字方塊 62">
                <a:extLst>
                  <a:ext uri="{FF2B5EF4-FFF2-40B4-BE49-F238E27FC236}">
                    <a16:creationId xmlns:a16="http://schemas.microsoft.com/office/drawing/2014/main" id="{568BA7AF-E180-471C-AB06-7B6CF78B3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76" y="4039921"/>
                <a:ext cx="3740677" cy="13234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1057F77-5DBE-4F93-B66D-D81974552595}"/>
                  </a:ext>
                </a:extLst>
              </p:cNvPr>
              <p:cNvSpPr txBox="1"/>
              <p:nvPr/>
            </p:nvSpPr>
            <p:spPr>
              <a:xfrm>
                <a:off x="3709811" y="2185787"/>
                <a:ext cx="2035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e.g. 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10, 13, 28…</m:t>
                    </m:r>
                  </m:oMath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1057F77-5DBE-4F93-B66D-D81974552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11" y="2185787"/>
                <a:ext cx="2035388" cy="369332"/>
              </a:xfrm>
              <a:prstGeom prst="rect">
                <a:avLst/>
              </a:prstGeom>
              <a:blipFill>
                <a:blip r:embed="rId10"/>
                <a:stretch>
                  <a:fillRect l="-2703" t="-10000" b="-2666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89A6C9A-8EC9-4E5E-BF74-5605FBFDA729}"/>
                  </a:ext>
                </a:extLst>
              </p:cNvPr>
              <p:cNvSpPr txBox="1"/>
              <p:nvPr/>
            </p:nvSpPr>
            <p:spPr>
              <a:xfrm>
                <a:off x="3576587" y="5265973"/>
                <a:ext cx="2035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e.g. 0, 5, 6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89A6C9A-8EC9-4E5E-BF74-5605FBFDA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587" y="5265973"/>
                <a:ext cx="2035388" cy="369332"/>
              </a:xfrm>
              <a:prstGeom prst="rect">
                <a:avLst/>
              </a:prstGeom>
              <a:blipFill>
                <a:blip r:embed="rId11"/>
                <a:stretch>
                  <a:fillRect l="-2695" t="-10000" b="-2666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3B363C3-243D-4710-98BF-328D3ECFDD3C}"/>
                  </a:ext>
                </a:extLst>
              </p:cNvPr>
              <p:cNvSpPr txBox="1"/>
              <p:nvPr/>
            </p:nvSpPr>
            <p:spPr>
              <a:xfrm>
                <a:off x="9706555" y="2075746"/>
                <a:ext cx="2035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e.g. </a:t>
                </a:r>
                <a14:m>
                  <m:oMath xmlns:m="http://schemas.openxmlformats.org/officeDocument/2006/math">
                    <m:r>
                      <a:rPr lang="en-US" altLang="zh-HK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zh-HK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 −2, −1…</m:t>
                    </m:r>
                  </m:oMath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3B363C3-243D-4710-98BF-328D3ECFD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555" y="2075746"/>
                <a:ext cx="2035388" cy="369332"/>
              </a:xfrm>
              <a:prstGeom prst="rect">
                <a:avLst/>
              </a:prstGeom>
              <a:blipFill>
                <a:blip r:embed="rId12"/>
                <a:stretch>
                  <a:fillRect l="-2395" t="-10000" b="-2666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F94C6F1-C329-4C27-A18D-69FD8E9B6399}"/>
                  </a:ext>
                </a:extLst>
              </p:cNvPr>
              <p:cNvSpPr txBox="1"/>
              <p:nvPr/>
            </p:nvSpPr>
            <p:spPr>
              <a:xfrm>
                <a:off x="9609933" y="5139000"/>
                <a:ext cx="2508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e.g. </a:t>
                </a:r>
                <a14:m>
                  <m:oMath xmlns:m="http://schemas.openxmlformats.org/officeDocument/2006/math">
                    <m:r>
                      <a:rPr lang="en-US" altLang="zh-HK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,  −5, −10…</m:t>
                    </m:r>
                  </m:oMath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F94C6F1-C329-4C27-A18D-69FD8E9B6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933" y="5139000"/>
                <a:ext cx="2508176" cy="369332"/>
              </a:xfrm>
              <a:prstGeom prst="rect">
                <a:avLst/>
              </a:prstGeom>
              <a:blipFill>
                <a:blip r:embed="rId13"/>
                <a:stretch>
                  <a:fillRect l="-1942" t="-8197" b="-24590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FCDA4A1-2E8E-4108-851F-41B0850E882D}"/>
              </a:ext>
            </a:extLst>
          </p:cNvPr>
          <p:cNvSpPr/>
          <p:nvPr/>
        </p:nvSpPr>
        <p:spPr>
          <a:xfrm>
            <a:off x="1706247" y="1222696"/>
            <a:ext cx="864233" cy="41406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7E76BF-1577-486A-9B59-BD35AE7F0E39}"/>
              </a:ext>
            </a:extLst>
          </p:cNvPr>
          <p:cNvSpPr/>
          <p:nvPr/>
        </p:nvSpPr>
        <p:spPr>
          <a:xfrm>
            <a:off x="6737138" y="1205310"/>
            <a:ext cx="864233" cy="41406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93430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10" grpId="0"/>
      <p:bldP spid="12" grpId="0"/>
      <p:bldP spid="13" grpId="0"/>
      <p:bldP spid="14" grpId="0"/>
      <p:bldP spid="15" grpId="0"/>
      <p:bldP spid="17" grpId="0"/>
      <p:bldP spid="18" grpId="0"/>
      <p:bldP spid="20" grpId="0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/>
              <p:nvPr/>
            </p:nvSpPr>
            <p:spPr>
              <a:xfrm>
                <a:off x="6398279" y="482510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−4&gt;20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79" y="482510"/>
                <a:ext cx="406101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E10DF0-2A1A-4F9A-A226-DC68D1C19BCD}"/>
                  </a:ext>
                </a:extLst>
              </p:cNvPr>
              <p:cNvSpPr txBox="1"/>
              <p:nvPr/>
            </p:nvSpPr>
            <p:spPr>
              <a:xfrm>
                <a:off x="7294189" y="1176024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20+4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E10DF0-2A1A-4F9A-A226-DC68D1C19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189" y="1176024"/>
                <a:ext cx="406101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07DCD4-F7F5-4080-B0F5-0DCA38648379}"/>
                  </a:ext>
                </a:extLst>
              </p:cNvPr>
              <p:cNvSpPr txBox="1"/>
              <p:nvPr/>
            </p:nvSpPr>
            <p:spPr>
              <a:xfrm>
                <a:off x="6846517" y="1879420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4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07DCD4-F7F5-4080-B0F5-0DCA38648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517" y="1879420"/>
                <a:ext cx="406101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3AE16F9-4F7A-4655-B095-22B0658D4B30}"/>
                  </a:ext>
                </a:extLst>
              </p:cNvPr>
              <p:cNvSpPr txBox="1"/>
              <p:nvPr/>
            </p:nvSpPr>
            <p:spPr>
              <a:xfrm>
                <a:off x="6855692" y="2532112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3AE16F9-4F7A-4655-B095-22B0658D4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692" y="2532112"/>
                <a:ext cx="406101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554691" y="482510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−4=20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91" y="482510"/>
                <a:ext cx="406101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/>
              <p:nvPr/>
            </p:nvSpPr>
            <p:spPr>
              <a:xfrm>
                <a:off x="1971323" y="1213088"/>
                <a:ext cx="3002232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20+4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323" y="1213088"/>
                <a:ext cx="300223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DD52CC7-12C8-46E5-BBB8-1BD7F548461E}"/>
                  </a:ext>
                </a:extLst>
              </p:cNvPr>
              <p:cNvSpPr txBox="1"/>
              <p:nvPr/>
            </p:nvSpPr>
            <p:spPr>
              <a:xfrm>
                <a:off x="998271" y="2532112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DD52CC7-12C8-46E5-BBB8-1BD7F5484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71" y="2532112"/>
                <a:ext cx="4061012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/>
              <p:nvPr/>
            </p:nvSpPr>
            <p:spPr>
              <a:xfrm>
                <a:off x="989096" y="1911871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96" y="1911871"/>
                <a:ext cx="4061012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415BAD7-9619-445B-9950-B0141FEC1EA1}"/>
                  </a:ext>
                </a:extLst>
              </p:cNvPr>
              <p:cNvSpPr txBox="1"/>
              <p:nvPr/>
            </p:nvSpPr>
            <p:spPr>
              <a:xfrm>
                <a:off x="9158340" y="3235508"/>
                <a:ext cx="294317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000" dirty="0"/>
                  <a:t>e.g. </a:t>
                </a:r>
                <a14:m>
                  <m:oMath xmlns:m="http://schemas.openxmlformats.org/officeDocument/2006/math">
                    <m:r>
                      <a:rPr lang="en-US" altLang="zh-HK" sz="3000" b="0" i="1" smtClean="0">
                        <a:latin typeface="Cambria Math" panose="02040503050406030204" pitchFamily="18" charset="0"/>
                      </a:rPr>
                      <m:t>10, 13 ,28…</m:t>
                    </m:r>
                  </m:oMath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415BAD7-9619-445B-9950-B0141FEC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340" y="3235508"/>
                <a:ext cx="2943173" cy="553998"/>
              </a:xfrm>
              <a:prstGeom prst="rect">
                <a:avLst/>
              </a:prstGeom>
              <a:blipFill>
                <a:blip r:embed="rId10"/>
                <a:stretch>
                  <a:fillRect l="-4762" t="-13187" b="-34066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片 21">
            <a:extLst>
              <a:ext uri="{FF2B5EF4-FFF2-40B4-BE49-F238E27FC236}">
                <a16:creationId xmlns:a16="http://schemas.microsoft.com/office/drawing/2014/main" id="{A4AF785E-372E-4815-9EF4-C5C0860B83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223798" y="4143375"/>
            <a:ext cx="2629784" cy="26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8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2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圓角矩形 29"/>
          <p:cNvSpPr/>
          <p:nvPr/>
        </p:nvSpPr>
        <p:spPr>
          <a:xfrm>
            <a:off x="6240016" y="265342"/>
            <a:ext cx="4248472" cy="24704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9" name="圓角矩形 28"/>
          <p:cNvSpPr/>
          <p:nvPr/>
        </p:nvSpPr>
        <p:spPr>
          <a:xfrm>
            <a:off x="1775520" y="239164"/>
            <a:ext cx="4248472" cy="261377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081088" y="239164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088" y="239164"/>
                <a:ext cx="66979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490039" y="279648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039" y="279648"/>
                <a:ext cx="1157689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54134" y="26534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134" y="265343"/>
                <a:ext cx="78579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002207" y="260649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207" y="260649"/>
                <a:ext cx="66556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2868301" y="1109812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301" y="1109812"/>
                <a:ext cx="669799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400378" y="1135991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378" y="1135991"/>
                <a:ext cx="785792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002208" y="1131297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208" y="1131297"/>
                <a:ext cx="665567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434256" y="1117953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−3</m:t>
                      </m:r>
                    </m:oMath>
                  </m:oMathPara>
                </a14:m>
                <a:endParaRPr lang="zh-HK" altLang="en-US" sz="4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256" y="1117953"/>
                <a:ext cx="1157689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484479" y="265287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zh-HK" altLang="en-US" sz="4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479" y="265287"/>
                <a:ext cx="115768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2885815" y="1912955"/>
                <a:ext cx="1846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&lt;2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815" y="1912955"/>
                <a:ext cx="184697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629529" y="463410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529" y="463410"/>
                <a:ext cx="669799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7001663" y="481367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663" y="481367"/>
                <a:ext cx="1157689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7937766" y="48136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&gt;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766" y="481367"/>
                <a:ext cx="785792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8513831" y="442458"/>
                <a:ext cx="10390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831" y="442458"/>
                <a:ext cx="1039067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7002232" y="480603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232" y="480603"/>
                <a:ext cx="1157689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7430929" y="1078797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29" y="1078797"/>
                <a:ext cx="669799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7912001" y="107879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&gt;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001" y="1078797"/>
                <a:ext cx="785792" cy="83099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8589529" y="1090451"/>
                <a:ext cx="10390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529" y="1090451"/>
                <a:ext cx="1039067" cy="83099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9305919" y="1090451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919" y="1090451"/>
                <a:ext cx="1157689" cy="830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7430928" y="1904808"/>
                <a:ext cx="218842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&gt;12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28" y="1904808"/>
                <a:ext cx="2188420" cy="83099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圓角矩形 30"/>
          <p:cNvSpPr/>
          <p:nvPr/>
        </p:nvSpPr>
        <p:spPr>
          <a:xfrm>
            <a:off x="2287551" y="3039829"/>
            <a:ext cx="2736304" cy="36004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2287551" y="3144937"/>
                <a:ext cx="25298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≤15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51" y="3144937"/>
                <a:ext cx="2529860" cy="83099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293375" y="3144937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375" y="3144937"/>
                <a:ext cx="665567" cy="83099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2647592" y="4225057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592" y="4225057"/>
                <a:ext cx="669799" cy="83099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3197890" y="4258156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890" y="4258156"/>
                <a:ext cx="785792" cy="83099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3871728" y="3960706"/>
                <a:ext cx="1039067" cy="14950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4800" i="1" dirty="0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HK" sz="4800" i="1" dirty="0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15</m:t>
                          </m:r>
                        </m:num>
                        <m:den/>
                      </m:f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728" y="3960706"/>
                <a:ext cx="1039067" cy="149508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4038197" y="4733383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197" y="4733383"/>
                <a:ext cx="665567" cy="83099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2727574" y="5521201"/>
                <a:ext cx="184698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≤3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574" y="5521201"/>
                <a:ext cx="1846980" cy="83099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/>
          <p:cNvSpPr/>
          <p:nvPr/>
        </p:nvSpPr>
        <p:spPr>
          <a:xfrm>
            <a:off x="6608031" y="3039829"/>
            <a:ext cx="3339832" cy="331236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6464015" y="3144936"/>
                <a:ext cx="2653672" cy="1352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4800" i="1">
                              <a:solidFill>
                                <a:srgbClr val="00B0F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15" y="3144936"/>
                <a:ext cx="2653672" cy="1352614"/>
              </a:xfrm>
              <a:prstGeom prst="rect">
                <a:avLst/>
              </a:prstGeom>
              <a:blipFill>
                <a:blip r:embed="rId29"/>
                <a:stretch>
                  <a:fillRect b="-1802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6857939" y="3777163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39" y="3777163"/>
                <a:ext cx="665567" cy="83099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6752047" y="4479990"/>
                <a:ext cx="1846980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047" y="4479990"/>
                <a:ext cx="1846980" cy="83099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/>
              <p:cNvSpPr/>
              <p:nvPr/>
            </p:nvSpPr>
            <p:spPr>
              <a:xfrm>
                <a:off x="8264215" y="4476290"/>
                <a:ext cx="127361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×4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215" y="4476290"/>
                <a:ext cx="1273618" cy="83099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/>
              <p:cNvSpPr/>
              <p:nvPr/>
            </p:nvSpPr>
            <p:spPr>
              <a:xfrm>
                <a:off x="7274325" y="5123452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325" y="5123452"/>
                <a:ext cx="669799" cy="83099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7710604" y="514249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604" y="5142493"/>
                <a:ext cx="785792" cy="83099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8358677" y="5161161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8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77" y="5161161"/>
                <a:ext cx="665567" cy="83099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27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5727036" y="476672"/>
            <a:ext cx="4064233" cy="503337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023992" y="653787"/>
                <a:ext cx="2653672" cy="1352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653787"/>
                <a:ext cx="2653672" cy="1352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719129" y="1286014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129" y="1286014"/>
                <a:ext cx="66556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6312024" y="1988841"/>
                <a:ext cx="230704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4" y="1988841"/>
                <a:ext cx="230704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8405529" y="1985141"/>
                <a:ext cx="127361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×4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529" y="1985141"/>
                <a:ext cx="1273618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6387348" y="3061662"/>
                <a:ext cx="116192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348" y="3061662"/>
                <a:ext cx="1161921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7323451" y="308070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451" y="3080703"/>
                <a:ext cx="785792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7971524" y="3099371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8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524" y="3099371"/>
                <a:ext cx="665567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6781367" y="3904208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367" y="3904208"/>
                <a:ext cx="669799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7331665" y="393730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665" y="3937307"/>
                <a:ext cx="785792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7855926" y="3937307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−8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926" y="3937307"/>
                <a:ext cx="115768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圓角矩形 27"/>
          <p:cNvSpPr/>
          <p:nvPr/>
        </p:nvSpPr>
        <p:spPr>
          <a:xfrm>
            <a:off x="1914279" y="1048973"/>
            <a:ext cx="3468781" cy="38224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772868" y="1194652"/>
                <a:ext cx="2653672" cy="1352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HK" sz="480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868" y="1194652"/>
                <a:ext cx="2653672" cy="13526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2468005" y="1826879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005" y="1826879"/>
                <a:ext cx="665567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2060900" y="2529706"/>
                <a:ext cx="230704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900" y="2529706"/>
                <a:ext cx="2307042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4154405" y="2526006"/>
                <a:ext cx="127361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×4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405" y="2526006"/>
                <a:ext cx="1273618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083354" y="3173168"/>
                <a:ext cx="116192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354" y="3173168"/>
                <a:ext cx="1161921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3019458" y="3192209"/>
                <a:ext cx="7841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58" y="3192209"/>
                <a:ext cx="784189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3667530" y="3210877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8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530" y="3210877"/>
                <a:ext cx="665567" cy="83099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2463683" y="3846880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683" y="3846880"/>
                <a:ext cx="669799" cy="83099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3013982" y="3879979"/>
                <a:ext cx="7841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982" y="3879979"/>
                <a:ext cx="784189" cy="830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3538242" y="3879979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−8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242" y="3879979"/>
                <a:ext cx="1157689" cy="83099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橢圓 1"/>
          <p:cNvSpPr/>
          <p:nvPr/>
        </p:nvSpPr>
        <p:spPr>
          <a:xfrm>
            <a:off x="7873526" y="3430343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6549492" y="2837761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 dirty="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873526" y="2832269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 dirty="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091013" y="4665212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 dirty="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6697778" y="4638006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 dirty="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5" name="橢圓 44"/>
          <p:cNvSpPr/>
          <p:nvPr/>
        </p:nvSpPr>
        <p:spPr>
          <a:xfrm>
            <a:off x="7458593" y="4299227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083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15" grpId="0"/>
      <p:bldP spid="18" grpId="0"/>
      <p:bldP spid="19" grpId="0"/>
      <p:bldP spid="20" grpId="0"/>
      <p:bldP spid="24" grpId="0"/>
      <p:bldP spid="25" grpId="0"/>
      <p:bldP spid="26" grpId="0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9" grpId="0"/>
      <p:bldP spid="40" grpId="0"/>
      <p:bldP spid="41" grpId="0"/>
      <p:bldP spid="2" grpId="0" animBg="1"/>
      <p:bldP spid="16" grpId="0"/>
      <p:bldP spid="42" grpId="0"/>
      <p:bldP spid="43" grpId="0"/>
      <p:bldP spid="44" grpId="0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707978" y="203864"/>
                <a:ext cx="46841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−7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−10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978" y="203864"/>
                <a:ext cx="4684167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707978" y="1101059"/>
                <a:ext cx="211410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6+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10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978" y="1101059"/>
                <a:ext cx="2114105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278040" y="1139968"/>
                <a:ext cx="212256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+7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040" y="1139968"/>
                <a:ext cx="2122569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630076" y="1101059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076" y="1101059"/>
                <a:ext cx="785792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791745" y="2037163"/>
                <a:ext cx="10390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16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5" y="2037163"/>
                <a:ext cx="1039067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268726" y="2037163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8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726" y="2037163"/>
                <a:ext cx="1043299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655840" y="1965155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1965155"/>
                <a:ext cx="785792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66959" y="3013507"/>
                <a:ext cx="1039067" cy="1480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16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59" y="3013507"/>
                <a:ext cx="1039067" cy="1480021"/>
              </a:xfrm>
              <a:prstGeom prst="rect">
                <a:avLst/>
              </a:prstGeom>
              <a:blipFill>
                <a:blip r:embed="rId9"/>
                <a:stretch>
                  <a:fillRect b="-2058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322134" y="3354684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34" y="3354684"/>
                <a:ext cx="66979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4701851" y="3420908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851" y="3420908"/>
                <a:ext cx="785792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030222" y="4614228"/>
                <a:ext cx="6655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222" y="4614228"/>
                <a:ext cx="665567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5322134" y="4573036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34" y="4573036"/>
                <a:ext cx="669799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702084" y="4611945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084" y="4611945"/>
                <a:ext cx="785792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4096237" y="5530548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237" y="5530548"/>
                <a:ext cx="669799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4702084" y="5550332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≤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084" y="5550332"/>
                <a:ext cx="785792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5375921" y="5517233"/>
                <a:ext cx="6655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21" y="5517233"/>
                <a:ext cx="665567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橢圓 22"/>
          <p:cNvSpPr/>
          <p:nvPr/>
        </p:nvSpPr>
        <p:spPr>
          <a:xfrm>
            <a:off x="5278039" y="4976148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3021669" y="4768115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 dirty="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049085" y="4821692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 dirty="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4807337" y="5912252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3174069" y="5704219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 dirty="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038841" y="5729121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 dirty="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188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2399092" y="725796"/>
                <a:ext cx="678102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  <m:d>
                        <m:d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−5</m:t>
                      </m:r>
                      <m:d>
                        <m:d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+4</m:t>
                          </m:r>
                        </m:e>
                      </m:d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&gt;0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92" y="725796"/>
                <a:ext cx="6781023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弧形箭號 (下彎) 3"/>
          <p:cNvSpPr/>
          <p:nvPr/>
        </p:nvSpPr>
        <p:spPr>
          <a:xfrm>
            <a:off x="2727628" y="472053"/>
            <a:ext cx="792088" cy="432048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" name="弧形箭號 (下彎) 4"/>
          <p:cNvSpPr/>
          <p:nvPr/>
        </p:nvSpPr>
        <p:spPr>
          <a:xfrm>
            <a:off x="2716198" y="316607"/>
            <a:ext cx="1740219" cy="576064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弧形箭號 (下彎) 5"/>
          <p:cNvSpPr/>
          <p:nvPr/>
        </p:nvSpPr>
        <p:spPr>
          <a:xfrm>
            <a:off x="5236478" y="316607"/>
            <a:ext cx="1224136" cy="576064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弧形箭號 (下彎) 6"/>
          <p:cNvSpPr/>
          <p:nvPr/>
        </p:nvSpPr>
        <p:spPr>
          <a:xfrm>
            <a:off x="5164470" y="188641"/>
            <a:ext cx="2151856" cy="688369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113060" y="1519291"/>
                <a:ext cx="104329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060" y="1519291"/>
                <a:ext cx="1043298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943873" y="1540493"/>
                <a:ext cx="16396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− 5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73" y="1540493"/>
                <a:ext cx="1639615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925281" y="1502038"/>
                <a:ext cx="12939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+ 6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281" y="1502038"/>
                <a:ext cx="1293944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414967" y="1589892"/>
                <a:ext cx="1635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− 20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67" y="1589892"/>
                <a:ext cx="1635384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011486" y="2348881"/>
                <a:ext cx="16396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− 2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486" y="2348881"/>
                <a:ext cx="1639615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6381397" y="2348881"/>
                <a:ext cx="149912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−14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397" y="2348881"/>
                <a:ext cx="1499128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883871" y="2276873"/>
                <a:ext cx="1330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&gt;0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71" y="2276873"/>
                <a:ext cx="1330301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6460615" y="3107870"/>
                <a:ext cx="16396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− 2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615" y="3107870"/>
                <a:ext cx="1639615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7883870" y="308480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70" y="3084807"/>
                <a:ext cx="785792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8445884" y="3102060"/>
                <a:ext cx="103906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14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884" y="3102060"/>
                <a:ext cx="1039066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7377037" y="3814372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037" y="3814372"/>
                <a:ext cx="669799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8635327" y="3886379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−7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327" y="3886379"/>
                <a:ext cx="1157689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7920807" y="3814372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807" y="3814372"/>
                <a:ext cx="785792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7858699" y="1572638"/>
                <a:ext cx="1330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&gt;0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699" y="1572638"/>
                <a:ext cx="1330301" cy="83099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橢圓 29"/>
          <p:cNvSpPr/>
          <p:nvPr/>
        </p:nvSpPr>
        <p:spPr>
          <a:xfrm>
            <a:off x="8428595" y="3476691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橢圓 30"/>
          <p:cNvSpPr/>
          <p:nvPr/>
        </p:nvSpPr>
        <p:spPr>
          <a:xfrm>
            <a:off x="8070813" y="4218869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7650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7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6" grpId="0"/>
      <p:bldP spid="27" grpId="0"/>
      <p:bldP spid="28" grpId="0"/>
      <p:bldP spid="29" grpId="0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2783633" y="220788"/>
                <a:ext cx="4684167" cy="1480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+1&lt;</m:t>
                      </m:r>
                      <m:f>
                        <m:f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4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+1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3" y="220788"/>
                <a:ext cx="4684167" cy="1480021"/>
              </a:xfrm>
              <a:prstGeom prst="rect">
                <a:avLst/>
              </a:prstGeom>
              <a:blipFill>
                <a:blip r:embed="rId2"/>
                <a:stretch>
                  <a:fillRect b="-2058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046446" y="1001049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446" y="1001049"/>
                <a:ext cx="66556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423593" y="1772817"/>
                <a:ext cx="519392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(2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+1)&lt;4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3" y="1772817"/>
                <a:ext cx="5193921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135561" y="1805916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zh-HK" altLang="en-US" sz="4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1" y="1805916"/>
                <a:ext cx="66556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弧形箭號 (下彎) 5"/>
          <p:cNvSpPr/>
          <p:nvPr/>
        </p:nvSpPr>
        <p:spPr>
          <a:xfrm>
            <a:off x="2711624" y="1560562"/>
            <a:ext cx="648072" cy="35627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弧形箭號 (下彎) 6"/>
          <p:cNvSpPr/>
          <p:nvPr/>
        </p:nvSpPr>
        <p:spPr>
          <a:xfrm>
            <a:off x="2711624" y="1416547"/>
            <a:ext cx="1800200" cy="5215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030917" y="2648343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917" y="2648343"/>
                <a:ext cx="1043299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714176" y="2636913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76" y="2636913"/>
                <a:ext cx="1157689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799856" y="2598004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2598004"/>
                <a:ext cx="785792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623880" y="3356993"/>
                <a:ext cx="246400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−4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880" y="3356993"/>
                <a:ext cx="2464008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799856" y="3318084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3318084"/>
                <a:ext cx="785792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447929" y="3318084"/>
                <a:ext cx="223272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+1−3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9" y="3318084"/>
                <a:ext cx="2232727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023962" y="4142260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962" y="4142260"/>
                <a:ext cx="1043299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871864" y="410574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4105743"/>
                <a:ext cx="785792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447929" y="4077073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9" y="4077073"/>
                <a:ext cx="1157689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4511825" y="4869161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5" y="4869161"/>
                <a:ext cx="669799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4871864" y="4902260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4902260"/>
                <a:ext cx="785792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5447929" y="4902260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9" y="4902260"/>
                <a:ext cx="1157689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5546449" y="2660870"/>
                <a:ext cx="211833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zh-HK" altLang="en-US" sz="4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449" y="2660870"/>
                <a:ext cx="2118337" cy="83099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5550843" y="2660870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843" y="2660870"/>
                <a:ext cx="1043299" cy="83099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369289" y="2670038"/>
                <a:ext cx="12939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+ 1</m:t>
                      </m:r>
                    </m:oMath>
                  </m:oMathPara>
                </a14:m>
                <a:endParaRPr lang="zh-HK" altLang="en-US" sz="4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89" y="2670038"/>
                <a:ext cx="1293944" cy="830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00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265176" y="186854"/>
                <a:ext cx="53201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TW" sz="4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HK" altLang="zh-TW" sz="4000" dirty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HK" altLang="zh-HK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HK" altLang="en-US" sz="4000" dirty="0"/>
                  <a:t>	</a:t>
                </a:r>
                <a:r>
                  <a:rPr lang="en-HK" altLang="zh-HK" sz="4000" dirty="0"/>
                  <a:t>	</a:t>
                </a:r>
                <a14:m>
                  <m:oMath xmlns:m="http://schemas.openxmlformats.org/officeDocument/2006/math">
                    <m:r>
                      <a:rPr lang="en-US" altLang="zh-TW" sz="4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+3&lt;7</m:t>
                    </m:r>
                  </m:oMath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6854"/>
                <a:ext cx="5320159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/>
              <p:nvPr/>
            </p:nvSpPr>
            <p:spPr>
              <a:xfrm>
                <a:off x="1125592" y="925220"/>
                <a:ext cx="422449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+3−3&lt;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7−3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92" y="925220"/>
                <a:ext cx="42244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DD52CC7-12C8-46E5-BBB8-1BD7F548461E}"/>
                  </a:ext>
                </a:extLst>
              </p:cNvPr>
              <p:cNvSpPr txBox="1"/>
              <p:nvPr/>
            </p:nvSpPr>
            <p:spPr>
              <a:xfrm>
                <a:off x="1678372" y="2371472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DD52CC7-12C8-46E5-BBB8-1BD7F5484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372" y="2371472"/>
                <a:ext cx="406101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/>
              <p:nvPr/>
            </p:nvSpPr>
            <p:spPr>
              <a:xfrm>
                <a:off x="1207331" y="1663586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+0&lt;4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331" y="1663586"/>
                <a:ext cx="406101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17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265176" y="186854"/>
                <a:ext cx="53201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TW" sz="4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4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4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HK" altLang="zh-HK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HK" altLang="en-US" sz="4000" dirty="0"/>
                  <a:t>	</a:t>
                </a:r>
                <a:r>
                  <a:rPr lang="en-HK" altLang="zh-HK" sz="4000" dirty="0"/>
                  <a:t>	</a:t>
                </a:r>
                <a14:m>
                  <m:oMath xmlns:m="http://schemas.openxmlformats.org/officeDocument/2006/math">
                    <m:r>
                      <a:rPr lang="en-US" altLang="zh-TW" sz="4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4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4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400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6854"/>
                <a:ext cx="5320159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/>
              <p:nvPr/>
            </p:nvSpPr>
            <p:spPr>
              <a:xfrm>
                <a:off x="2925255" y="833455"/>
                <a:ext cx="2108974" cy="12613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altLang="zh-TW" sz="4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0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HK" altLang="zh-TW" sz="4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HK" altLang="zh-TW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HK" altLang="zh-TW" sz="4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altLang="zh-TW" sz="4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HK" altLang="zh-TW" sz="4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255" y="833455"/>
                <a:ext cx="2108974" cy="12613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/>
              <p:nvPr/>
            </p:nvSpPr>
            <p:spPr>
              <a:xfrm>
                <a:off x="2034988" y="2230966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&lt;5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988" y="2230966"/>
                <a:ext cx="406101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50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265176" y="186854"/>
                <a:ext cx="58308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TW" sz="4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23</m:t>
                    </m:r>
                    <m:r>
                      <m:rPr>
                        <m:nor/>
                      </m:rPr>
                      <a:rPr lang="en-HK" altLang="zh-HK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HK" altLang="en-US" sz="4000" dirty="0"/>
                  <a:t>	</a:t>
                </a:r>
                <a:r>
                  <a:rPr lang="en-HK" altLang="zh-HK" sz="4000" dirty="0"/>
                  <a:t>	</a:t>
                </a:r>
                <a14:m>
                  <m:oMath xmlns:m="http://schemas.openxmlformats.org/officeDocument/2006/math"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4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+3&gt;7</m:t>
                    </m:r>
                  </m:oMath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6854"/>
                <a:ext cx="583082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/>
              <p:nvPr/>
            </p:nvSpPr>
            <p:spPr>
              <a:xfrm>
                <a:off x="2034988" y="958748"/>
                <a:ext cx="460921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altLang="zh-TW" sz="4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i="1" dirty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−3&gt;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7−3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988" y="958748"/>
                <a:ext cx="4609211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1">
                <a:extLst>
                  <a:ext uri="{FF2B5EF4-FFF2-40B4-BE49-F238E27FC236}">
                    <a16:creationId xmlns:a16="http://schemas.microsoft.com/office/drawing/2014/main" id="{750B36B6-50C7-6921-FEBE-ADE9C5FE7B99}"/>
                  </a:ext>
                </a:extLst>
              </p:cNvPr>
              <p:cNvSpPr/>
              <p:nvPr/>
            </p:nvSpPr>
            <p:spPr>
              <a:xfrm>
                <a:off x="2929849" y="1666634"/>
                <a:ext cx="281949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altLang="zh-TW" sz="4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altLang="zh-TW" sz="40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3" name="矩形 1">
                <a:extLst>
                  <a:ext uri="{FF2B5EF4-FFF2-40B4-BE49-F238E27FC236}">
                    <a16:creationId xmlns:a16="http://schemas.microsoft.com/office/drawing/2014/main" id="{750B36B6-50C7-6921-FEBE-ADE9C5FE7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849" y="1666634"/>
                <a:ext cx="281949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1">
                <a:extLst>
                  <a:ext uri="{FF2B5EF4-FFF2-40B4-BE49-F238E27FC236}">
                    <a16:creationId xmlns:a16="http://schemas.microsoft.com/office/drawing/2014/main" id="{2F33EFC1-51D1-44B3-11E9-2BAB2F431FF6}"/>
                  </a:ext>
                </a:extLst>
              </p:cNvPr>
              <p:cNvSpPr/>
              <p:nvPr/>
            </p:nvSpPr>
            <p:spPr>
              <a:xfrm>
                <a:off x="3824710" y="2440826"/>
                <a:ext cx="1924629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altLang="zh-TW" sz="4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4" name="矩形 1">
                <a:extLst>
                  <a:ext uri="{FF2B5EF4-FFF2-40B4-BE49-F238E27FC236}">
                    <a16:creationId xmlns:a16="http://schemas.microsoft.com/office/drawing/2014/main" id="{2F33EFC1-51D1-44B3-11E9-2BAB2F431F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710" y="2440826"/>
                <a:ext cx="1924629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1">
                <a:extLst>
                  <a:ext uri="{FF2B5EF4-FFF2-40B4-BE49-F238E27FC236}">
                    <a16:creationId xmlns:a16="http://schemas.microsoft.com/office/drawing/2014/main" id="{1E556437-8973-6FC1-2089-AA019BC7BA5E}"/>
                  </a:ext>
                </a:extLst>
              </p:cNvPr>
              <p:cNvSpPr/>
              <p:nvPr/>
            </p:nvSpPr>
            <p:spPr>
              <a:xfrm>
                <a:off x="4207827" y="3215018"/>
                <a:ext cx="1541512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HK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5" name="矩形 1">
                <a:extLst>
                  <a:ext uri="{FF2B5EF4-FFF2-40B4-BE49-F238E27FC236}">
                    <a16:creationId xmlns:a16="http://schemas.microsoft.com/office/drawing/2014/main" id="{1E556437-8973-6FC1-2089-AA019BC7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827" y="3215018"/>
                <a:ext cx="154151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72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265176" y="186854"/>
                <a:ext cx="5830824" cy="990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TW" sz="4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HK" altLang="zh-TW" sz="4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4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4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HK" altLang="zh-HK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HK" altLang="en-US" sz="4000" dirty="0"/>
                  <a:t>	</a:t>
                </a:r>
                <a:r>
                  <a:rPr lang="en-HK" altLang="zh-HK" sz="40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000" i="1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HK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11−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6854"/>
                <a:ext cx="5830824" cy="990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筆跡 17">
                <a:extLst>
                  <a:ext uri="{FF2B5EF4-FFF2-40B4-BE49-F238E27FC236}">
                    <a16:creationId xmlns:a16="http://schemas.microsoft.com/office/drawing/2014/main" id="{C15105D0-A4D6-9DB6-6360-91CADA40C70F}"/>
                  </a:ext>
                </a:extLst>
              </p14:cNvPr>
              <p14:cNvContentPartPr/>
              <p14:nvPr/>
            </p14:nvContentPartPr>
            <p14:xfrm>
              <a:off x="3555547" y="991387"/>
              <a:ext cx="275790" cy="45719"/>
            </p14:xfrm>
          </p:contentPart>
        </mc:Choice>
        <mc:Fallback xmlns="">
          <p:pic>
            <p:nvPicPr>
              <p:cNvPr id="10" name="筆跡 17">
                <a:extLst>
                  <a:ext uri="{FF2B5EF4-FFF2-40B4-BE49-F238E27FC236}">
                    <a16:creationId xmlns:a16="http://schemas.microsoft.com/office/drawing/2014/main" id="{C15105D0-A4D6-9DB6-6360-91CADA40C7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1541" y="-12724313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筆跡 17">
                <a:extLst>
                  <a:ext uri="{FF2B5EF4-FFF2-40B4-BE49-F238E27FC236}">
                    <a16:creationId xmlns:a16="http://schemas.microsoft.com/office/drawing/2014/main" id="{BA4ABBE4-3B32-CF78-CB4A-40F20D49903F}"/>
                  </a:ext>
                </a:extLst>
              </p14:cNvPr>
              <p14:cNvContentPartPr/>
              <p14:nvPr/>
            </p14:nvContentPartPr>
            <p14:xfrm>
              <a:off x="5289859" y="992173"/>
              <a:ext cx="275790" cy="45719"/>
            </p14:xfrm>
          </p:contentPart>
        </mc:Choice>
        <mc:Fallback xmlns="">
          <p:pic>
            <p:nvPicPr>
              <p:cNvPr id="11" name="筆跡 17">
                <a:extLst>
                  <a:ext uri="{FF2B5EF4-FFF2-40B4-BE49-F238E27FC236}">
                    <a16:creationId xmlns:a16="http://schemas.microsoft.com/office/drawing/2014/main" id="{BA4ABBE4-3B32-CF78-CB4A-40F20D4990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35853" y="-12723527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">
                <a:extLst>
                  <a:ext uri="{FF2B5EF4-FFF2-40B4-BE49-F238E27FC236}">
                    <a16:creationId xmlns:a16="http://schemas.microsoft.com/office/drawing/2014/main" id="{AC5EC6F1-EE4E-FA6C-FFF3-FD1849EFCEBA}"/>
                  </a:ext>
                </a:extLst>
              </p:cNvPr>
              <p:cNvSpPr/>
              <p:nvPr/>
            </p:nvSpPr>
            <p:spPr>
              <a:xfrm>
                <a:off x="1020004" y="1361084"/>
                <a:ext cx="6961073" cy="10275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HK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sz="3200" b="0" i="1" smtClean="0">
                              <a:latin typeface="Cambria Math" panose="02040503050406030204" pitchFamily="18" charset="0"/>
                            </a:rPr>
                            <m:t>2×3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HK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11−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HK" sz="32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HK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sz="3200" i="1">
                              <a:latin typeface="Cambria Math" panose="02040503050406030204" pitchFamily="18" charset="0"/>
                            </a:rPr>
                            <m:t>2×3</m:t>
                          </m:r>
                        </m:e>
                      </m:d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12" name="矩形 1">
                <a:extLst>
                  <a:ext uri="{FF2B5EF4-FFF2-40B4-BE49-F238E27FC236}">
                    <a16:creationId xmlns:a16="http://schemas.microsoft.com/office/drawing/2014/main" id="{AC5EC6F1-EE4E-FA6C-FFF3-FD1849EFCE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04" y="1361084"/>
                <a:ext cx="6961073" cy="10275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筆跡 17">
                <a:extLst>
                  <a:ext uri="{FF2B5EF4-FFF2-40B4-BE49-F238E27FC236}">
                    <a16:creationId xmlns:a16="http://schemas.microsoft.com/office/drawing/2014/main" id="{98EC921E-933B-05E1-01B7-9D336AD13D31}"/>
                  </a:ext>
                </a:extLst>
              </p14:cNvPr>
              <p14:cNvContentPartPr/>
              <p14:nvPr/>
            </p14:nvContentPartPr>
            <p14:xfrm>
              <a:off x="1824283" y="2186203"/>
              <a:ext cx="275790" cy="45719"/>
            </p14:xfrm>
          </p:contentPart>
        </mc:Choice>
        <mc:Fallback xmlns="">
          <p:pic>
            <p:nvPicPr>
              <p:cNvPr id="14" name="筆跡 17">
                <a:extLst>
                  <a:ext uri="{FF2B5EF4-FFF2-40B4-BE49-F238E27FC236}">
                    <a16:creationId xmlns:a16="http://schemas.microsoft.com/office/drawing/2014/main" id="{98EC921E-933B-05E1-01B7-9D336AD13D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0277" y="-11529497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筆跡 17">
                <a:extLst>
                  <a:ext uri="{FF2B5EF4-FFF2-40B4-BE49-F238E27FC236}">
                    <a16:creationId xmlns:a16="http://schemas.microsoft.com/office/drawing/2014/main" id="{8160B399-39F6-6571-BE7F-33D6C053C67D}"/>
                  </a:ext>
                </a:extLst>
              </p14:cNvPr>
              <p14:cNvContentPartPr/>
              <p14:nvPr/>
            </p14:nvContentPartPr>
            <p14:xfrm>
              <a:off x="3279757" y="1888518"/>
              <a:ext cx="275790" cy="45719"/>
            </p14:xfrm>
          </p:contentPart>
        </mc:Choice>
        <mc:Fallback xmlns="">
          <p:pic>
            <p:nvPicPr>
              <p:cNvPr id="15" name="筆跡 17">
                <a:extLst>
                  <a:ext uri="{FF2B5EF4-FFF2-40B4-BE49-F238E27FC236}">
                    <a16:creationId xmlns:a16="http://schemas.microsoft.com/office/drawing/2014/main" id="{8160B399-39F6-6571-BE7F-33D6C053C6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5751" y="-11827182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筆跡 17">
                <a:extLst>
                  <a:ext uri="{FF2B5EF4-FFF2-40B4-BE49-F238E27FC236}">
                    <a16:creationId xmlns:a16="http://schemas.microsoft.com/office/drawing/2014/main" id="{45B5F055-5E38-0E07-2184-5120052CF84B}"/>
                  </a:ext>
                </a:extLst>
              </p14:cNvPr>
              <p14:cNvContentPartPr/>
              <p14:nvPr/>
            </p14:nvContentPartPr>
            <p14:xfrm>
              <a:off x="3915211" y="1900212"/>
              <a:ext cx="275790" cy="45719"/>
            </p14:xfrm>
          </p:contentPart>
        </mc:Choice>
        <mc:Fallback xmlns="">
          <p:pic>
            <p:nvPicPr>
              <p:cNvPr id="16" name="筆跡 17">
                <a:extLst>
                  <a:ext uri="{FF2B5EF4-FFF2-40B4-BE49-F238E27FC236}">
                    <a16:creationId xmlns:a16="http://schemas.microsoft.com/office/drawing/2014/main" id="{45B5F055-5E38-0E07-2184-5120052CF8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1205" y="-11815488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筆跡 17">
                <a:extLst>
                  <a:ext uri="{FF2B5EF4-FFF2-40B4-BE49-F238E27FC236}">
                    <a16:creationId xmlns:a16="http://schemas.microsoft.com/office/drawing/2014/main" id="{DAECFB59-1433-6426-8183-D9B6B764EBFC}"/>
                  </a:ext>
                </a:extLst>
              </p14:cNvPr>
              <p14:cNvContentPartPr/>
              <p14:nvPr/>
            </p14:nvContentPartPr>
            <p14:xfrm>
              <a:off x="5397275" y="2170421"/>
              <a:ext cx="275790" cy="45719"/>
            </p14:xfrm>
          </p:contentPart>
        </mc:Choice>
        <mc:Fallback xmlns="">
          <p:pic>
            <p:nvPicPr>
              <p:cNvPr id="17" name="筆跡 17">
                <a:extLst>
                  <a:ext uri="{FF2B5EF4-FFF2-40B4-BE49-F238E27FC236}">
                    <a16:creationId xmlns:a16="http://schemas.microsoft.com/office/drawing/2014/main" id="{DAECFB59-1433-6426-8183-D9B6B764EB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43269" y="-11545279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1724E25E-E437-B7BA-7B25-0DE5F4B350BC}"/>
                  </a:ext>
                </a:extLst>
              </p14:cNvPr>
              <p14:cNvContentPartPr/>
              <p14:nvPr/>
            </p14:nvContentPartPr>
            <p14:xfrm>
              <a:off x="6696848" y="1934237"/>
              <a:ext cx="275790" cy="45719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1724E25E-E437-B7BA-7B25-0DE5F4B350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2842" y="-11781463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筆跡 17">
                <a:extLst>
                  <a:ext uri="{FF2B5EF4-FFF2-40B4-BE49-F238E27FC236}">
                    <a16:creationId xmlns:a16="http://schemas.microsoft.com/office/drawing/2014/main" id="{82C0AC9C-8D4C-8A96-D108-EBECA115E37B}"/>
                  </a:ext>
                </a:extLst>
              </p14:cNvPr>
              <p14:cNvContentPartPr/>
              <p14:nvPr/>
            </p14:nvContentPartPr>
            <p14:xfrm>
              <a:off x="7417363" y="1947847"/>
              <a:ext cx="275790" cy="45719"/>
            </p14:xfrm>
          </p:contentPart>
        </mc:Choice>
        <mc:Fallback xmlns="">
          <p:pic>
            <p:nvPicPr>
              <p:cNvPr id="20" name="筆跡 17">
                <a:extLst>
                  <a:ext uri="{FF2B5EF4-FFF2-40B4-BE49-F238E27FC236}">
                    <a16:creationId xmlns:a16="http://schemas.microsoft.com/office/drawing/2014/main" id="{82C0AC9C-8D4C-8A96-D108-EBECA115E3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63357" y="-11767853"/>
                <a:ext cx="383442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329E9D-8121-2113-5DF3-81F069D9F3A6}"/>
              </a:ext>
            </a:extLst>
          </p:cNvPr>
          <p:cNvCxnSpPr>
            <a:cxnSpLocks/>
          </p:cNvCxnSpPr>
          <p:nvPr/>
        </p:nvCxnSpPr>
        <p:spPr>
          <a:xfrm flipV="1">
            <a:off x="3335691" y="1695883"/>
            <a:ext cx="162478" cy="35792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6AC136-AB2A-486C-3F72-719BFF52842A}"/>
              </a:ext>
            </a:extLst>
          </p:cNvPr>
          <p:cNvCxnSpPr>
            <a:cxnSpLocks/>
          </p:cNvCxnSpPr>
          <p:nvPr/>
        </p:nvCxnSpPr>
        <p:spPr>
          <a:xfrm flipV="1">
            <a:off x="1799700" y="2030099"/>
            <a:ext cx="162478" cy="35792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D4D81A-4F1F-762B-ACBF-82BA4E5C6FE0}"/>
              </a:ext>
            </a:extLst>
          </p:cNvPr>
          <p:cNvCxnSpPr>
            <a:cxnSpLocks/>
          </p:cNvCxnSpPr>
          <p:nvPr/>
        </p:nvCxnSpPr>
        <p:spPr>
          <a:xfrm flipV="1">
            <a:off x="7417363" y="1744108"/>
            <a:ext cx="162478" cy="35792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154312-6AC7-118E-C5E8-76E1F8B1A080}"/>
              </a:ext>
            </a:extLst>
          </p:cNvPr>
          <p:cNvCxnSpPr>
            <a:cxnSpLocks/>
          </p:cNvCxnSpPr>
          <p:nvPr/>
        </p:nvCxnSpPr>
        <p:spPr>
          <a:xfrm flipV="1">
            <a:off x="5427754" y="2014317"/>
            <a:ext cx="162478" cy="35792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1">
                <a:extLst>
                  <a:ext uri="{FF2B5EF4-FFF2-40B4-BE49-F238E27FC236}">
                    <a16:creationId xmlns:a16="http://schemas.microsoft.com/office/drawing/2014/main" id="{DF59ADA7-E7F8-6ACA-F84C-D0A6E5BE0B50}"/>
                  </a:ext>
                </a:extLst>
              </p:cNvPr>
              <p:cNvSpPr/>
              <p:nvPr/>
            </p:nvSpPr>
            <p:spPr>
              <a:xfrm>
                <a:off x="1722568" y="2493016"/>
                <a:ext cx="555594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HK" altLang="zh-TW" sz="3200" b="0" i="1" smtClean="0">
                          <a:latin typeface="Cambria Math" panose="02040503050406030204" pitchFamily="18" charset="0"/>
                        </a:rPr>
                        <m:t>×3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HK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11−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HK" sz="3200" i="1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27" name="矩形 1">
                <a:extLst>
                  <a:ext uri="{FF2B5EF4-FFF2-40B4-BE49-F238E27FC236}">
                    <a16:creationId xmlns:a16="http://schemas.microsoft.com/office/drawing/2014/main" id="{DF59ADA7-E7F8-6ACA-F84C-D0A6E5BE0B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568" y="2493016"/>
                <a:ext cx="5555944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筆跡 17">
                <a:extLst>
                  <a:ext uri="{FF2B5EF4-FFF2-40B4-BE49-F238E27FC236}">
                    <a16:creationId xmlns:a16="http://schemas.microsoft.com/office/drawing/2014/main" id="{553DDD20-44DC-9095-9EC7-275BA3541583}"/>
                  </a:ext>
                </a:extLst>
              </p14:cNvPr>
              <p14:cNvContentPartPr/>
              <p14:nvPr/>
            </p14:nvContentPartPr>
            <p14:xfrm>
              <a:off x="4093273" y="2785403"/>
              <a:ext cx="275790" cy="45719"/>
            </p14:xfrm>
          </p:contentPart>
        </mc:Choice>
        <mc:Fallback xmlns="">
          <p:pic>
            <p:nvPicPr>
              <p:cNvPr id="28" name="筆跡 17">
                <a:extLst>
                  <a:ext uri="{FF2B5EF4-FFF2-40B4-BE49-F238E27FC236}">
                    <a16:creationId xmlns:a16="http://schemas.microsoft.com/office/drawing/2014/main" id="{553DDD20-44DC-9095-9EC7-275BA35415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9267" y="-10930297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筆跡 17">
                <a:extLst>
                  <a:ext uri="{FF2B5EF4-FFF2-40B4-BE49-F238E27FC236}">
                    <a16:creationId xmlns:a16="http://schemas.microsoft.com/office/drawing/2014/main" id="{F41BB7B6-CB82-AEF4-BA0C-45E1050F39E0}"/>
                  </a:ext>
                </a:extLst>
              </p14:cNvPr>
              <p14:cNvContentPartPr/>
              <p14:nvPr/>
            </p14:nvContentPartPr>
            <p14:xfrm>
              <a:off x="6894517" y="2808262"/>
              <a:ext cx="275790" cy="45719"/>
            </p14:xfrm>
          </p:contentPart>
        </mc:Choice>
        <mc:Fallback xmlns="">
          <p:pic>
            <p:nvPicPr>
              <p:cNvPr id="29" name="筆跡 17">
                <a:extLst>
                  <a:ext uri="{FF2B5EF4-FFF2-40B4-BE49-F238E27FC236}">
                    <a16:creationId xmlns:a16="http://schemas.microsoft.com/office/drawing/2014/main" id="{F41BB7B6-CB82-AEF4-BA0C-45E1050F39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0511" y="-10907438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1">
                <a:extLst>
                  <a:ext uri="{FF2B5EF4-FFF2-40B4-BE49-F238E27FC236}">
                    <a16:creationId xmlns:a16="http://schemas.microsoft.com/office/drawing/2014/main" id="{7C69B7F6-D152-D9E1-166E-CC8CDFDABF18}"/>
                  </a:ext>
                </a:extLst>
              </p:cNvPr>
              <p:cNvSpPr/>
              <p:nvPr/>
            </p:nvSpPr>
            <p:spPr>
              <a:xfrm>
                <a:off x="1824283" y="3429000"/>
                <a:ext cx="544773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+15≥22−2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30" name="矩形 1">
                <a:extLst>
                  <a:ext uri="{FF2B5EF4-FFF2-40B4-BE49-F238E27FC236}">
                    <a16:creationId xmlns:a16="http://schemas.microsoft.com/office/drawing/2014/main" id="{7C69B7F6-D152-D9E1-166E-CC8CDFDABF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283" y="3429000"/>
                <a:ext cx="5447739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筆跡 17">
                <a:extLst>
                  <a:ext uri="{FF2B5EF4-FFF2-40B4-BE49-F238E27FC236}">
                    <a16:creationId xmlns:a16="http://schemas.microsoft.com/office/drawing/2014/main" id="{6BCA7C7F-9F6B-7100-E6D9-2A4158001305}"/>
                  </a:ext>
                </a:extLst>
              </p14:cNvPr>
              <p14:cNvContentPartPr/>
              <p14:nvPr/>
            </p14:nvContentPartPr>
            <p14:xfrm>
              <a:off x="5543033" y="3721387"/>
              <a:ext cx="690862" cy="45719"/>
            </p14:xfrm>
          </p:contentPart>
        </mc:Choice>
        <mc:Fallback xmlns="">
          <p:pic>
            <p:nvPicPr>
              <p:cNvPr id="32" name="筆跡 17">
                <a:extLst>
                  <a:ext uri="{FF2B5EF4-FFF2-40B4-BE49-F238E27FC236}">
                    <a16:creationId xmlns:a16="http://schemas.microsoft.com/office/drawing/2014/main" id="{6BCA7C7F-9F6B-7100-E6D9-2A415800130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88947" y="-9994313"/>
                <a:ext cx="798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筆跡 17">
                <a:extLst>
                  <a:ext uri="{FF2B5EF4-FFF2-40B4-BE49-F238E27FC236}">
                    <a16:creationId xmlns:a16="http://schemas.microsoft.com/office/drawing/2014/main" id="{7EB2D6F4-6A18-2111-F5B2-252ACD06FBFD}"/>
                  </a:ext>
                </a:extLst>
              </p14:cNvPr>
              <p14:cNvContentPartPr/>
              <p14:nvPr/>
            </p14:nvContentPartPr>
            <p14:xfrm>
              <a:off x="3685032" y="3734326"/>
              <a:ext cx="690862" cy="45719"/>
            </p14:xfrm>
          </p:contentPart>
        </mc:Choice>
        <mc:Fallback xmlns="">
          <p:pic>
            <p:nvPicPr>
              <p:cNvPr id="33" name="筆跡 17">
                <a:extLst>
                  <a:ext uri="{FF2B5EF4-FFF2-40B4-BE49-F238E27FC236}">
                    <a16:creationId xmlns:a16="http://schemas.microsoft.com/office/drawing/2014/main" id="{7EB2D6F4-6A18-2111-F5B2-252ACD06FB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30946" y="-9981374"/>
                <a:ext cx="798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1">
                <a:extLst>
                  <a:ext uri="{FF2B5EF4-FFF2-40B4-BE49-F238E27FC236}">
                    <a16:creationId xmlns:a16="http://schemas.microsoft.com/office/drawing/2014/main" id="{5D7CBB51-549D-B795-B36D-64AE7C913622}"/>
                  </a:ext>
                </a:extLst>
              </p:cNvPr>
              <p:cNvSpPr/>
              <p:nvPr/>
            </p:nvSpPr>
            <p:spPr>
              <a:xfrm>
                <a:off x="-331535" y="4177004"/>
                <a:ext cx="975937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+15+2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−15≥22−2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36" name="矩形 1">
                <a:extLst>
                  <a:ext uri="{FF2B5EF4-FFF2-40B4-BE49-F238E27FC236}">
                    <a16:creationId xmlns:a16="http://schemas.microsoft.com/office/drawing/2014/main" id="{5D7CBB51-549D-B795-B36D-64AE7C913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1535" y="4177004"/>
                <a:ext cx="9759373" cy="5847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7" name="筆跡 17">
                <a:extLst>
                  <a:ext uri="{FF2B5EF4-FFF2-40B4-BE49-F238E27FC236}">
                    <a16:creationId xmlns:a16="http://schemas.microsoft.com/office/drawing/2014/main" id="{6CB67F01-CDEB-BFB7-BDB5-FB6B5F6C6A6F}"/>
                  </a:ext>
                </a:extLst>
              </p14:cNvPr>
              <p14:cNvContentPartPr/>
              <p14:nvPr/>
            </p14:nvContentPartPr>
            <p14:xfrm>
              <a:off x="2686444" y="4487348"/>
              <a:ext cx="690862" cy="45719"/>
            </p14:xfrm>
          </p:contentPart>
        </mc:Choice>
        <mc:Fallback xmlns="">
          <p:pic>
            <p:nvPicPr>
              <p:cNvPr id="37" name="筆跡 17">
                <a:extLst>
                  <a:ext uri="{FF2B5EF4-FFF2-40B4-BE49-F238E27FC236}">
                    <a16:creationId xmlns:a16="http://schemas.microsoft.com/office/drawing/2014/main" id="{6CB67F01-CDEB-BFB7-BDB5-FB6B5F6C6A6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32358" y="-9228352"/>
                <a:ext cx="798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筆跡 17">
                <a:extLst>
                  <a:ext uri="{FF2B5EF4-FFF2-40B4-BE49-F238E27FC236}">
                    <a16:creationId xmlns:a16="http://schemas.microsoft.com/office/drawing/2014/main" id="{44E73B4D-26D3-BAE7-E579-2A3EE2C9323F}"/>
                  </a:ext>
                </a:extLst>
              </p14:cNvPr>
              <p14:cNvContentPartPr/>
              <p14:nvPr/>
            </p14:nvContentPartPr>
            <p14:xfrm>
              <a:off x="3654362" y="4476950"/>
              <a:ext cx="690862" cy="45719"/>
            </p14:xfrm>
          </p:contentPart>
        </mc:Choice>
        <mc:Fallback xmlns="">
          <p:pic>
            <p:nvPicPr>
              <p:cNvPr id="38" name="筆跡 17">
                <a:extLst>
                  <a:ext uri="{FF2B5EF4-FFF2-40B4-BE49-F238E27FC236}">
                    <a16:creationId xmlns:a16="http://schemas.microsoft.com/office/drawing/2014/main" id="{44E73B4D-26D3-BAE7-E579-2A3EE2C932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00276" y="-9238750"/>
                <a:ext cx="798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9" name="筆跡 17">
                <a:extLst>
                  <a:ext uri="{FF2B5EF4-FFF2-40B4-BE49-F238E27FC236}">
                    <a16:creationId xmlns:a16="http://schemas.microsoft.com/office/drawing/2014/main" id="{E29F35F5-C484-EC7D-591E-F3D918E58511}"/>
                  </a:ext>
                </a:extLst>
              </p14:cNvPr>
              <p14:cNvContentPartPr/>
              <p14:nvPr/>
            </p14:nvContentPartPr>
            <p14:xfrm>
              <a:off x="6571744" y="4449188"/>
              <a:ext cx="690862" cy="45719"/>
            </p14:xfrm>
          </p:contentPart>
        </mc:Choice>
        <mc:Fallback xmlns="">
          <p:pic>
            <p:nvPicPr>
              <p:cNvPr id="39" name="筆跡 17">
                <a:extLst>
                  <a:ext uri="{FF2B5EF4-FFF2-40B4-BE49-F238E27FC236}">
                    <a16:creationId xmlns:a16="http://schemas.microsoft.com/office/drawing/2014/main" id="{E29F35F5-C484-EC7D-591E-F3D918E585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17658" y="-9266512"/>
                <a:ext cx="798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0" name="筆跡 17">
                <a:extLst>
                  <a:ext uri="{FF2B5EF4-FFF2-40B4-BE49-F238E27FC236}">
                    <a16:creationId xmlns:a16="http://schemas.microsoft.com/office/drawing/2014/main" id="{CBDC87D2-160E-7AED-678E-C5E09DA9D7EF}"/>
                  </a:ext>
                </a:extLst>
              </p14:cNvPr>
              <p14:cNvContentPartPr/>
              <p14:nvPr/>
            </p14:nvContentPartPr>
            <p14:xfrm>
              <a:off x="7498602" y="4482757"/>
              <a:ext cx="690862" cy="45719"/>
            </p14:xfrm>
          </p:contentPart>
        </mc:Choice>
        <mc:Fallback xmlns="">
          <p:pic>
            <p:nvPicPr>
              <p:cNvPr id="40" name="筆跡 17">
                <a:extLst>
                  <a:ext uri="{FF2B5EF4-FFF2-40B4-BE49-F238E27FC236}">
                    <a16:creationId xmlns:a16="http://schemas.microsoft.com/office/drawing/2014/main" id="{CBDC87D2-160E-7AED-678E-C5E09DA9D7E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44516" y="-9232943"/>
                <a:ext cx="798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1">
                <a:extLst>
                  <a:ext uri="{FF2B5EF4-FFF2-40B4-BE49-F238E27FC236}">
                    <a16:creationId xmlns:a16="http://schemas.microsoft.com/office/drawing/2014/main" id="{83AEE2D9-6B1C-2EF9-40E1-8ED78EDD4398}"/>
                  </a:ext>
                </a:extLst>
              </p:cNvPr>
              <p:cNvSpPr/>
              <p:nvPr/>
            </p:nvSpPr>
            <p:spPr>
              <a:xfrm>
                <a:off x="-408330" y="4912141"/>
                <a:ext cx="975937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HK" sz="320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>
          <p:sp>
            <p:nvSpPr>
              <p:cNvPr id="41" name="矩形 1">
                <a:extLst>
                  <a:ext uri="{FF2B5EF4-FFF2-40B4-BE49-F238E27FC236}">
                    <a16:creationId xmlns:a16="http://schemas.microsoft.com/office/drawing/2014/main" id="{83AEE2D9-6B1C-2EF9-40E1-8ED78EDD4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8330" y="4912141"/>
                <a:ext cx="9759373" cy="5847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1">
                <a:extLst>
                  <a:ext uri="{FF2B5EF4-FFF2-40B4-BE49-F238E27FC236}">
                    <a16:creationId xmlns:a16="http://schemas.microsoft.com/office/drawing/2014/main" id="{3C0CF547-12B3-6D1B-7334-7508DBAD6180}"/>
                  </a:ext>
                </a:extLst>
              </p:cNvPr>
              <p:cNvSpPr/>
              <p:nvPr/>
            </p:nvSpPr>
            <p:spPr>
              <a:xfrm>
                <a:off x="-93791" y="5713846"/>
                <a:ext cx="975937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sz="32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42" name="矩形 1">
                <a:extLst>
                  <a:ext uri="{FF2B5EF4-FFF2-40B4-BE49-F238E27FC236}">
                    <a16:creationId xmlns:a16="http://schemas.microsoft.com/office/drawing/2014/main" id="{3C0CF547-12B3-6D1B-7334-7508DBAD6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791" y="5713846"/>
                <a:ext cx="9759373" cy="58477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51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7" grpId="0"/>
      <p:bldP spid="30" grpId="0"/>
      <p:bldP spid="36" grpId="0"/>
      <p:bldP spid="41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4703AA8E-8ECE-4F68-8156-B3F2AE848177}"/>
              </a:ext>
            </a:extLst>
          </p:cNvPr>
          <p:cNvSpPr/>
          <p:nvPr/>
        </p:nvSpPr>
        <p:spPr>
          <a:xfrm>
            <a:off x="7549015" y="2768102"/>
            <a:ext cx="3507726" cy="1294859"/>
          </a:xfrm>
          <a:prstGeom prst="rect">
            <a:avLst/>
          </a:prstGeom>
          <a:solidFill>
            <a:srgbClr val="B2C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123E12-124C-469A-94A7-62580F975E53}"/>
              </a:ext>
            </a:extLst>
          </p:cNvPr>
          <p:cNvSpPr/>
          <p:nvPr/>
        </p:nvSpPr>
        <p:spPr>
          <a:xfrm>
            <a:off x="828678" y="2781995"/>
            <a:ext cx="3236690" cy="1310100"/>
          </a:xfrm>
          <a:prstGeom prst="rect">
            <a:avLst/>
          </a:prstGeom>
          <a:solidFill>
            <a:srgbClr val="B2C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62">
                <a:extLst>
                  <a:ext uri="{FF2B5EF4-FFF2-40B4-BE49-F238E27FC236}">
                    <a16:creationId xmlns:a16="http://schemas.microsoft.com/office/drawing/2014/main" id="{4A98AAF5-529E-4B31-84A7-5BDEA3EA0055}"/>
                  </a:ext>
                </a:extLst>
              </p:cNvPr>
              <p:cNvSpPr txBox="1"/>
              <p:nvPr/>
            </p:nvSpPr>
            <p:spPr>
              <a:xfrm>
                <a:off x="1716614" y="358113"/>
                <a:ext cx="22722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2</m:t>
                      </m:r>
                    </m:oMath>
                  </m:oMathPara>
                </a14:m>
                <a:endParaRPr lang="zh-HK" altLang="en-US" sz="8000" dirty="0"/>
              </a:p>
            </p:txBody>
          </p:sp>
        </mc:Choice>
        <mc:Fallback xmlns="">
          <p:sp>
            <p:nvSpPr>
              <p:cNvPr id="11" name="文字方塊 62">
                <a:extLst>
                  <a:ext uri="{FF2B5EF4-FFF2-40B4-BE49-F238E27FC236}">
                    <a16:creationId xmlns:a16="http://schemas.microsoft.com/office/drawing/2014/main" id="{4A98AAF5-529E-4B31-84A7-5BDEA3EA0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14" y="358113"/>
                <a:ext cx="2272242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62">
                <a:extLst>
                  <a:ext uri="{FF2B5EF4-FFF2-40B4-BE49-F238E27FC236}">
                    <a16:creationId xmlns:a16="http://schemas.microsoft.com/office/drawing/2014/main" id="{DE95B4A2-4322-41AB-8947-C0006ECFA30D}"/>
                  </a:ext>
                </a:extLst>
              </p:cNvPr>
              <p:cNvSpPr txBox="1"/>
              <p:nvPr/>
            </p:nvSpPr>
            <p:spPr>
              <a:xfrm>
                <a:off x="6734709" y="405346"/>
                <a:ext cx="374067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−3</m:t>
                      </m:r>
                    </m:oMath>
                  </m:oMathPara>
                </a14:m>
                <a:endParaRPr lang="zh-HK" altLang="en-US" sz="8000" dirty="0"/>
              </a:p>
            </p:txBody>
          </p:sp>
        </mc:Choice>
        <mc:Fallback xmlns="">
          <p:sp>
            <p:nvSpPr>
              <p:cNvPr id="13" name="文字方塊 62">
                <a:extLst>
                  <a:ext uri="{FF2B5EF4-FFF2-40B4-BE49-F238E27FC236}">
                    <a16:creationId xmlns:a16="http://schemas.microsoft.com/office/drawing/2014/main" id="{DE95B4A2-4322-41AB-8947-C0006ECFA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709" y="405346"/>
                <a:ext cx="3740677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3B5E55A4-4624-4F8B-A1C2-07291FD0D691}"/>
              </a:ext>
            </a:extLst>
          </p:cNvPr>
          <p:cNvCxnSpPr/>
          <p:nvPr/>
        </p:nvCxnSpPr>
        <p:spPr>
          <a:xfrm>
            <a:off x="772160" y="4084320"/>
            <a:ext cx="457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914708CA-3AFC-4A33-BB62-1E5328C9127A}"/>
              </a:ext>
            </a:extLst>
          </p:cNvPr>
          <p:cNvCxnSpPr>
            <a:cxnSpLocks/>
          </p:cNvCxnSpPr>
          <p:nvPr/>
        </p:nvCxnSpPr>
        <p:spPr>
          <a:xfrm>
            <a:off x="4065368" y="3823008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CB90C95-8119-41AE-8219-8777B8BDCEA6}"/>
                  </a:ext>
                </a:extLst>
              </p:cNvPr>
              <p:cNvSpPr txBox="1"/>
              <p:nvPr/>
            </p:nvSpPr>
            <p:spPr>
              <a:xfrm>
                <a:off x="2740968" y="4353407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CB90C95-8119-41AE-8219-8777B8BDC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968" y="4353407"/>
                <a:ext cx="416557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6F00891-D1D3-49EB-AD11-1B27001FFE46}"/>
                  </a:ext>
                </a:extLst>
              </p:cNvPr>
              <p:cNvSpPr txBox="1"/>
              <p:nvPr/>
            </p:nvSpPr>
            <p:spPr>
              <a:xfrm>
                <a:off x="3857090" y="4356867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6F00891-D1D3-49EB-AD11-1B27001FF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090" y="4356867"/>
                <a:ext cx="416557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6096E93F-3CD4-476F-BCB8-E2EF478D133C}"/>
              </a:ext>
            </a:extLst>
          </p:cNvPr>
          <p:cNvCxnSpPr>
            <a:cxnSpLocks/>
          </p:cNvCxnSpPr>
          <p:nvPr/>
        </p:nvCxnSpPr>
        <p:spPr>
          <a:xfrm>
            <a:off x="4065368" y="2875281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1EF7F240-6FD2-4E56-982F-DC5C0DEBDFE4}"/>
              </a:ext>
            </a:extLst>
          </p:cNvPr>
          <p:cNvSpPr/>
          <p:nvPr/>
        </p:nvSpPr>
        <p:spPr>
          <a:xfrm>
            <a:off x="3963872" y="2665683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D6313BD5-1770-4162-8823-A6600E7F18CA}"/>
              </a:ext>
            </a:extLst>
          </p:cNvPr>
          <p:cNvCxnSpPr>
            <a:cxnSpLocks/>
          </p:cNvCxnSpPr>
          <p:nvPr/>
        </p:nvCxnSpPr>
        <p:spPr>
          <a:xfrm>
            <a:off x="7684985" y="2755971"/>
            <a:ext cx="17018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682C6E3A-3318-4500-8899-DBDB81C9A00F}"/>
              </a:ext>
            </a:extLst>
          </p:cNvPr>
          <p:cNvCxnSpPr/>
          <p:nvPr/>
        </p:nvCxnSpPr>
        <p:spPr>
          <a:xfrm>
            <a:off x="6502402" y="4079239"/>
            <a:ext cx="457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ABA5F3FA-A5B4-40C0-BBD6-543446245573}"/>
              </a:ext>
            </a:extLst>
          </p:cNvPr>
          <p:cNvCxnSpPr>
            <a:cxnSpLocks/>
          </p:cNvCxnSpPr>
          <p:nvPr/>
        </p:nvCxnSpPr>
        <p:spPr>
          <a:xfrm>
            <a:off x="8656322" y="3802379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AAA2192-42B0-4D91-95F5-C474307CA0AF}"/>
              </a:ext>
            </a:extLst>
          </p:cNvPr>
          <p:cNvCxnSpPr>
            <a:cxnSpLocks/>
          </p:cNvCxnSpPr>
          <p:nvPr/>
        </p:nvCxnSpPr>
        <p:spPr>
          <a:xfrm>
            <a:off x="7566669" y="3776980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8C8577A-9B60-42B7-9120-56B38B207F47}"/>
                  </a:ext>
                </a:extLst>
              </p:cNvPr>
              <p:cNvSpPr txBox="1"/>
              <p:nvPr/>
            </p:nvSpPr>
            <p:spPr>
              <a:xfrm>
                <a:off x="8448043" y="4330700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8C8577A-9B60-42B7-9120-56B38B207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043" y="4330700"/>
                <a:ext cx="416557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D15E91F-7218-4BB3-ADE9-74B469E4DE67}"/>
                  </a:ext>
                </a:extLst>
              </p:cNvPr>
              <p:cNvSpPr txBox="1"/>
              <p:nvPr/>
            </p:nvSpPr>
            <p:spPr>
              <a:xfrm>
                <a:off x="7311401" y="4322614"/>
                <a:ext cx="55243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D15E91F-7218-4BB3-ADE9-74B469E4D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401" y="4322614"/>
                <a:ext cx="552436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FAA9D1E-6777-409B-AB52-706E8AF7047A}"/>
              </a:ext>
            </a:extLst>
          </p:cNvPr>
          <p:cNvCxnSpPr>
            <a:cxnSpLocks/>
          </p:cNvCxnSpPr>
          <p:nvPr/>
        </p:nvCxnSpPr>
        <p:spPr>
          <a:xfrm>
            <a:off x="7566670" y="2890519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流程圖: 接點 33">
            <a:extLst>
              <a:ext uri="{FF2B5EF4-FFF2-40B4-BE49-F238E27FC236}">
                <a16:creationId xmlns:a16="http://schemas.microsoft.com/office/drawing/2014/main" id="{5CD24B5C-1ED2-47AC-B26A-A6457BDDAB21}"/>
              </a:ext>
            </a:extLst>
          </p:cNvPr>
          <p:cNvSpPr/>
          <p:nvPr/>
        </p:nvSpPr>
        <p:spPr>
          <a:xfrm>
            <a:off x="7464535" y="2682241"/>
            <a:ext cx="193040" cy="193040"/>
          </a:xfrm>
          <a:prstGeom prst="flowChartConnector">
            <a:avLst/>
          </a:prstGeom>
          <a:solidFill>
            <a:schemeClr val="tx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BA7BC7A-5F0E-4175-8EF3-2EF649E1871F}"/>
              </a:ext>
            </a:extLst>
          </p:cNvPr>
          <p:cNvCxnSpPr>
            <a:cxnSpLocks/>
          </p:cNvCxnSpPr>
          <p:nvPr/>
        </p:nvCxnSpPr>
        <p:spPr>
          <a:xfrm flipH="1">
            <a:off x="2129567" y="2773668"/>
            <a:ext cx="183430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62">
                <a:extLst>
                  <a:ext uri="{FF2B5EF4-FFF2-40B4-BE49-F238E27FC236}">
                    <a16:creationId xmlns:a16="http://schemas.microsoft.com/office/drawing/2014/main" id="{4F4644A9-41FD-4381-AD50-9429A964AF21}"/>
                  </a:ext>
                </a:extLst>
              </p:cNvPr>
              <p:cNvSpPr txBox="1"/>
              <p:nvPr/>
            </p:nvSpPr>
            <p:spPr>
              <a:xfrm rot="10800000">
                <a:off x="2304626" y="290812"/>
                <a:ext cx="1134535" cy="1644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 dirty="0"/>
              </a:p>
            </p:txBody>
          </p:sp>
        </mc:Choice>
        <mc:Fallback xmlns="">
          <p:sp>
            <p:nvSpPr>
              <p:cNvPr id="39" name="文字方塊 62">
                <a:extLst>
                  <a:ext uri="{FF2B5EF4-FFF2-40B4-BE49-F238E27FC236}">
                    <a16:creationId xmlns:a16="http://schemas.microsoft.com/office/drawing/2014/main" id="{4F4644A9-41FD-4381-AD50-9429A964A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2304626" y="290812"/>
                <a:ext cx="1134535" cy="16449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62">
                <a:extLst>
                  <a:ext uri="{FF2B5EF4-FFF2-40B4-BE49-F238E27FC236}">
                    <a16:creationId xmlns:a16="http://schemas.microsoft.com/office/drawing/2014/main" id="{C80FA15D-47B7-426E-A7ED-A554ADB89F82}"/>
                  </a:ext>
                </a:extLst>
              </p:cNvPr>
              <p:cNvSpPr txBox="1"/>
              <p:nvPr/>
            </p:nvSpPr>
            <p:spPr>
              <a:xfrm>
                <a:off x="7657575" y="297681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HK" altLang="en-US" sz="10000" dirty="0"/>
              </a:p>
            </p:txBody>
          </p:sp>
        </mc:Choice>
        <mc:Fallback xmlns="">
          <p:sp>
            <p:nvSpPr>
              <p:cNvPr id="43" name="文字方塊 62">
                <a:extLst>
                  <a:ext uri="{FF2B5EF4-FFF2-40B4-BE49-F238E27FC236}">
                    <a16:creationId xmlns:a16="http://schemas.microsoft.com/office/drawing/2014/main" id="{C80FA15D-47B7-426E-A7ED-A554ADB89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575" y="297681"/>
                <a:ext cx="1091142" cy="16312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62">
                <a:extLst>
                  <a:ext uri="{FF2B5EF4-FFF2-40B4-BE49-F238E27FC236}">
                    <a16:creationId xmlns:a16="http://schemas.microsoft.com/office/drawing/2014/main" id="{45B42273-2B5F-4BAE-8FCD-8D095FC7EEE7}"/>
                  </a:ext>
                </a:extLst>
              </p:cNvPr>
              <p:cNvSpPr txBox="1"/>
              <p:nvPr/>
            </p:nvSpPr>
            <p:spPr>
              <a:xfrm>
                <a:off x="7626353" y="283826"/>
                <a:ext cx="113453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9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9000" dirty="0"/>
              </a:p>
            </p:txBody>
          </p:sp>
        </mc:Choice>
        <mc:Fallback xmlns="">
          <p:sp>
            <p:nvSpPr>
              <p:cNvPr id="44" name="文字方塊 62">
                <a:extLst>
                  <a:ext uri="{FF2B5EF4-FFF2-40B4-BE49-F238E27FC236}">
                    <a16:creationId xmlns:a16="http://schemas.microsoft.com/office/drawing/2014/main" id="{45B42273-2B5F-4BAE-8FCD-8D095FC7E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353" y="283826"/>
                <a:ext cx="1134535" cy="14773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62">
                <a:extLst>
                  <a:ext uri="{FF2B5EF4-FFF2-40B4-BE49-F238E27FC236}">
                    <a16:creationId xmlns:a16="http://schemas.microsoft.com/office/drawing/2014/main" id="{D95572B3-EB86-4343-8FF2-4B9AA4AFC49F}"/>
                  </a:ext>
                </a:extLst>
              </p:cNvPr>
              <p:cNvSpPr txBox="1"/>
              <p:nvPr/>
            </p:nvSpPr>
            <p:spPr>
              <a:xfrm rot="10800000">
                <a:off x="2355002" y="307877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 dirty="0"/>
              </a:p>
            </p:txBody>
          </p:sp>
        </mc:Choice>
        <mc:Fallback xmlns="">
          <p:sp>
            <p:nvSpPr>
              <p:cNvPr id="46" name="文字方塊 62">
                <a:extLst>
                  <a:ext uri="{FF2B5EF4-FFF2-40B4-BE49-F238E27FC236}">
                    <a16:creationId xmlns:a16="http://schemas.microsoft.com/office/drawing/2014/main" id="{D95572B3-EB86-4343-8FF2-4B9AA4AFC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2355002" y="307877"/>
                <a:ext cx="1091142" cy="16312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800CC8F4-42A7-4017-973B-8F906BE9F207}"/>
              </a:ext>
            </a:extLst>
          </p:cNvPr>
          <p:cNvCxnSpPr>
            <a:cxnSpLocks/>
          </p:cNvCxnSpPr>
          <p:nvPr/>
        </p:nvCxnSpPr>
        <p:spPr>
          <a:xfrm>
            <a:off x="2938534" y="3841543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DF8C695-4CC9-4CC6-9FF0-5C76BE1B3BF9}"/>
              </a:ext>
            </a:extLst>
          </p:cNvPr>
          <p:cNvSpPr txBox="1"/>
          <p:nvPr/>
        </p:nvSpPr>
        <p:spPr>
          <a:xfrm>
            <a:off x="301157" y="4118403"/>
            <a:ext cx="91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>
                <a:solidFill>
                  <a:srgbClr val="00B050"/>
                </a:solidFill>
              </a:rPr>
              <a:t>-ve</a:t>
            </a:r>
            <a:endParaRPr lang="zh-HK" altLang="en-US" sz="4000" b="1" dirty="0">
              <a:solidFill>
                <a:srgbClr val="00B050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B65D6D5-BABD-40D0-AA9D-41845CAB55FB}"/>
              </a:ext>
            </a:extLst>
          </p:cNvPr>
          <p:cNvSpPr txBox="1"/>
          <p:nvPr/>
        </p:nvSpPr>
        <p:spPr>
          <a:xfrm>
            <a:off x="4483295" y="4079239"/>
            <a:ext cx="1154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>
                <a:solidFill>
                  <a:srgbClr val="00B050"/>
                </a:solidFill>
              </a:rPr>
              <a:t>+ve</a:t>
            </a:r>
            <a:endParaRPr lang="zh-HK" altLang="en-US" sz="40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D0F578E7-5CFC-4B2D-ACF5-48666E7F9C61}"/>
                  </a:ext>
                </a:extLst>
              </p:cNvPr>
              <p:cNvSpPr txBox="1"/>
              <p:nvPr/>
            </p:nvSpPr>
            <p:spPr>
              <a:xfrm>
                <a:off x="3597750" y="1550195"/>
                <a:ext cx="2035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dirty="0"/>
                  <a:t>e.g. </a:t>
                </a:r>
                <a14:m>
                  <m:oMath xmlns:m="http://schemas.openxmlformats.org/officeDocument/2006/math">
                    <m:r>
                      <a:rPr lang="en-US" altLang="zh-HK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, 1.3 ,0, −4…</m:t>
                    </m:r>
                  </m:oMath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D0F578E7-5CFC-4B2D-ACF5-48666E7F9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50" y="1550195"/>
                <a:ext cx="2035388" cy="369332"/>
              </a:xfrm>
              <a:prstGeom prst="rect">
                <a:avLst/>
              </a:prstGeom>
              <a:blipFill>
                <a:blip r:embed="rId12"/>
                <a:stretch>
                  <a:fillRect l="-2395" t="-8197" b="-24590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9373ED81-4DA2-4837-AF09-DE23AEF0D5D7}"/>
              </a:ext>
            </a:extLst>
          </p:cNvPr>
          <p:cNvCxnSpPr>
            <a:cxnSpLocks/>
          </p:cNvCxnSpPr>
          <p:nvPr/>
        </p:nvCxnSpPr>
        <p:spPr>
          <a:xfrm>
            <a:off x="3527323" y="3838541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32753CF6-1C1C-4294-B8A2-B04DAFC5F8A4}"/>
              </a:ext>
            </a:extLst>
          </p:cNvPr>
          <p:cNvCxnSpPr>
            <a:cxnSpLocks/>
          </p:cNvCxnSpPr>
          <p:nvPr/>
        </p:nvCxnSpPr>
        <p:spPr>
          <a:xfrm>
            <a:off x="1740210" y="3823008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631B58FE-1E00-4C17-97EF-C224E3AE047A}"/>
              </a:ext>
            </a:extLst>
          </p:cNvPr>
          <p:cNvCxnSpPr>
            <a:cxnSpLocks/>
          </p:cNvCxnSpPr>
          <p:nvPr/>
        </p:nvCxnSpPr>
        <p:spPr>
          <a:xfrm>
            <a:off x="2336972" y="3832642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AA017125-3CC6-49CF-8B58-5C2B05602981}"/>
                  </a:ext>
                </a:extLst>
              </p:cNvPr>
              <p:cNvSpPr txBox="1"/>
              <p:nvPr/>
            </p:nvSpPr>
            <p:spPr>
              <a:xfrm>
                <a:off x="3331817" y="4353407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AA017125-3CC6-49CF-8B58-5C2B05602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817" y="4353407"/>
                <a:ext cx="416557" cy="4770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6459DCE9-6DA9-490D-B169-D4703A067D6A}"/>
                  </a:ext>
                </a:extLst>
              </p:cNvPr>
              <p:cNvSpPr txBox="1"/>
              <p:nvPr/>
            </p:nvSpPr>
            <p:spPr>
              <a:xfrm>
                <a:off x="2026856" y="4358715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6459DCE9-6DA9-490D-B169-D4703A067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856" y="4358715"/>
                <a:ext cx="416557" cy="477054"/>
              </a:xfrm>
              <a:prstGeom prst="rect">
                <a:avLst/>
              </a:prstGeom>
              <a:blipFill>
                <a:blip r:embed="rId14"/>
                <a:stretch>
                  <a:fillRect r="-4637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528E6631-F596-4DF6-9A1A-9CBE724D88B8}"/>
                  </a:ext>
                </a:extLst>
              </p:cNvPr>
              <p:cNvSpPr txBox="1"/>
              <p:nvPr/>
            </p:nvSpPr>
            <p:spPr>
              <a:xfrm>
                <a:off x="1467798" y="4353407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528E6631-F596-4DF6-9A1A-9CBE724D8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798" y="4353407"/>
                <a:ext cx="416557" cy="477054"/>
              </a:xfrm>
              <a:prstGeom prst="rect">
                <a:avLst/>
              </a:prstGeom>
              <a:blipFill>
                <a:blip r:embed="rId15"/>
                <a:stretch>
                  <a:fillRect r="-48529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58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0" dur="2000" fill="hold"/>
                                        <p:tgtEl>
                                          <p:spTgt spid="39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0.00347 L -0.05482 0.24676 " pathEditMode="fixed" rAng="0" ptsTypes="AA">
                                      <p:cBhvr>
                                        <p:cTn id="8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9 -4.07407E-6 L 0.09231 0.24769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48" y="12384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7" dur="2000" fill="hold"/>
                                        <p:tgtEl>
                                          <p:spTgt spid="44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3" grpId="0" animBg="1"/>
      <p:bldP spid="13" grpId="0"/>
      <p:bldP spid="20" grpId="0"/>
      <p:bldP spid="21" grpId="0"/>
      <p:bldP spid="25" grpId="0" animBg="1"/>
      <p:bldP spid="31" grpId="0"/>
      <p:bldP spid="32" grpId="0"/>
      <p:bldP spid="34" grpId="0" animBg="1"/>
      <p:bldP spid="39" grpId="0"/>
      <p:bldP spid="39" grpId="1"/>
      <p:bldP spid="43" grpId="0"/>
      <p:bldP spid="44" grpId="0"/>
      <p:bldP spid="44" grpId="1"/>
      <p:bldP spid="44" grpId="2"/>
      <p:bldP spid="44" grpId="3"/>
      <p:bldP spid="46" grpId="0"/>
      <p:bldP spid="53" grpId="0"/>
      <p:bldP spid="54" grpId="0"/>
      <p:bldP spid="58" grpId="0"/>
      <p:bldP spid="62" grpId="0"/>
      <p:bldP spid="63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/>
              <p:nvPr/>
            </p:nvSpPr>
            <p:spPr>
              <a:xfrm>
                <a:off x="1869141" y="551329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5+2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141" y="551329"/>
                <a:ext cx="406101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E10DF0-2A1A-4F9A-A226-DC68D1C19BCD}"/>
                  </a:ext>
                </a:extLst>
              </p:cNvPr>
              <p:cNvSpPr txBox="1"/>
              <p:nvPr/>
            </p:nvSpPr>
            <p:spPr>
              <a:xfrm>
                <a:off x="2768226" y="1259215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−9−5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E10DF0-2A1A-4F9A-A226-DC68D1C19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226" y="1259215"/>
                <a:ext cx="406101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07DCD4-F7F5-4080-B0F5-0DCA38648379}"/>
                  </a:ext>
                </a:extLst>
              </p:cNvPr>
              <p:cNvSpPr txBox="1"/>
              <p:nvPr/>
            </p:nvSpPr>
            <p:spPr>
              <a:xfrm>
                <a:off x="2453686" y="1967101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07DCD4-F7F5-4080-B0F5-0DCA38648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686" y="1967101"/>
                <a:ext cx="406101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3AE16F9-4F7A-4655-B095-22B0658D4B30}"/>
                  </a:ext>
                </a:extLst>
              </p:cNvPr>
              <p:cNvSpPr txBox="1"/>
              <p:nvPr/>
            </p:nvSpPr>
            <p:spPr>
              <a:xfrm>
                <a:off x="2438399" y="2674987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3AE16F9-4F7A-4655-B095-22B0658D4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399" y="2674987"/>
                <a:ext cx="406101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EC64C85-D9EB-4718-BECB-FCC3E2A3CA05}"/>
              </a:ext>
            </a:extLst>
          </p:cNvPr>
          <p:cNvCxnSpPr/>
          <p:nvPr/>
        </p:nvCxnSpPr>
        <p:spPr>
          <a:xfrm>
            <a:off x="7041031" y="3685139"/>
            <a:ext cx="457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DA2C8F3-E075-49F1-BC4F-781AABCB1C9A}"/>
              </a:ext>
            </a:extLst>
          </p:cNvPr>
          <p:cNvCxnSpPr>
            <a:cxnSpLocks/>
          </p:cNvCxnSpPr>
          <p:nvPr/>
        </p:nvCxnSpPr>
        <p:spPr>
          <a:xfrm>
            <a:off x="9423032" y="3408279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9CA8F350-214E-4B0E-B88C-B39A05CB5BDA}"/>
              </a:ext>
            </a:extLst>
          </p:cNvPr>
          <p:cNvCxnSpPr>
            <a:cxnSpLocks/>
          </p:cNvCxnSpPr>
          <p:nvPr/>
        </p:nvCxnSpPr>
        <p:spPr>
          <a:xfrm>
            <a:off x="8404276" y="3408279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B27FC6E-8D5E-4E27-AED0-34E9D5309A8E}"/>
                  </a:ext>
                </a:extLst>
              </p:cNvPr>
              <p:cNvSpPr txBox="1"/>
              <p:nvPr/>
            </p:nvSpPr>
            <p:spPr>
              <a:xfrm>
                <a:off x="9214753" y="3955301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B27FC6E-8D5E-4E27-AED0-34E9D5309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753" y="3955301"/>
                <a:ext cx="416557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040FB-CED5-4079-84D3-53074AFFBD1B}"/>
                  </a:ext>
                </a:extLst>
              </p:cNvPr>
              <p:cNvSpPr txBox="1"/>
              <p:nvPr/>
            </p:nvSpPr>
            <p:spPr>
              <a:xfrm>
                <a:off x="8195997" y="3955301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040FB-CED5-4079-84D3-53074AFFB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997" y="3955301"/>
                <a:ext cx="416557" cy="477054"/>
              </a:xfrm>
              <a:prstGeom prst="rect">
                <a:avLst/>
              </a:prstGeom>
              <a:blipFill>
                <a:blip r:embed="rId7"/>
                <a:stretch>
                  <a:fillRect r="-4637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5B83ACC-3F7B-4A06-9828-E38423620D7B}"/>
              </a:ext>
            </a:extLst>
          </p:cNvPr>
          <p:cNvCxnSpPr>
            <a:cxnSpLocks/>
          </p:cNvCxnSpPr>
          <p:nvPr/>
        </p:nvCxnSpPr>
        <p:spPr>
          <a:xfrm>
            <a:off x="8404275" y="2392306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流程圖: 接點 15">
            <a:extLst>
              <a:ext uri="{FF2B5EF4-FFF2-40B4-BE49-F238E27FC236}">
                <a16:creationId xmlns:a16="http://schemas.microsoft.com/office/drawing/2014/main" id="{49784AE8-E9A1-418D-959D-1AD8C2C201E1}"/>
              </a:ext>
            </a:extLst>
          </p:cNvPr>
          <p:cNvSpPr/>
          <p:nvPr/>
        </p:nvSpPr>
        <p:spPr>
          <a:xfrm>
            <a:off x="8304227" y="2179625"/>
            <a:ext cx="193040" cy="193040"/>
          </a:xfrm>
          <a:prstGeom prst="flowChartConnector">
            <a:avLst/>
          </a:prstGeom>
          <a:solidFill>
            <a:schemeClr val="tx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B7A86AF-800F-4557-ABAA-72EFECD5338F}"/>
              </a:ext>
            </a:extLst>
          </p:cNvPr>
          <p:cNvCxnSpPr>
            <a:cxnSpLocks/>
          </p:cNvCxnSpPr>
          <p:nvPr/>
        </p:nvCxnSpPr>
        <p:spPr>
          <a:xfrm flipH="1">
            <a:off x="6695890" y="2276145"/>
            <a:ext cx="15845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67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3" grpId="0"/>
      <p:bldP spid="14" grpId="0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/>
              <p:nvPr/>
            </p:nvSpPr>
            <p:spPr>
              <a:xfrm>
                <a:off x="1869141" y="551329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141" y="551329"/>
                <a:ext cx="406101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5AB3F040-5D34-440D-BA36-1C18FB815DF3}"/>
                  </a:ext>
                </a:extLst>
              </p14:cNvPr>
              <p14:cNvContentPartPr/>
              <p14:nvPr/>
            </p14:nvContentPartPr>
            <p14:xfrm>
              <a:off x="1770137" y="1444051"/>
              <a:ext cx="2759088" cy="560533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5AB3F040-5D34-440D-BA36-1C18FB815D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3137" y="1417050"/>
                <a:ext cx="2812729" cy="614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352C683F-6F79-48D2-9A94-2C5625551E45}"/>
                  </a:ext>
                </a:extLst>
              </p14:cNvPr>
              <p14:cNvContentPartPr/>
              <p14:nvPr/>
            </p14:nvContentPartPr>
            <p14:xfrm>
              <a:off x="2563023" y="2310553"/>
              <a:ext cx="1966202" cy="564681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352C683F-6F79-48D2-9A94-2C5625551E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6020" y="2283526"/>
                <a:ext cx="2019849" cy="618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05F859DD-70D6-484F-A7DC-6DA8938A2895}"/>
                  </a:ext>
                </a:extLst>
              </p14:cNvPr>
              <p14:cNvContentPartPr/>
              <p14:nvPr/>
            </p14:nvContentPartPr>
            <p14:xfrm>
              <a:off x="2711493" y="3255769"/>
              <a:ext cx="1669262" cy="538214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05F859DD-70D6-484F-A7DC-6DA8938A28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84482" y="3228768"/>
                <a:ext cx="1722923" cy="591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BAB9EC0E-AE80-4EAF-8466-F2BC15FACAB3}"/>
                  </a:ext>
                </a:extLst>
              </p14:cNvPr>
              <p14:cNvContentPartPr/>
              <p14:nvPr/>
            </p14:nvContentPartPr>
            <p14:xfrm>
              <a:off x="2563023" y="4338931"/>
              <a:ext cx="468867" cy="415314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BAB9EC0E-AE80-4EAF-8466-F2BC15FACA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36035" y="4311939"/>
                <a:ext cx="522483" cy="468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599EBA20-1422-4F22-B6DD-4749CC8B1A25}"/>
                  </a:ext>
                </a:extLst>
              </p14:cNvPr>
              <p14:cNvContentPartPr/>
              <p14:nvPr/>
            </p14:nvContentPartPr>
            <p14:xfrm>
              <a:off x="3240801" y="4196177"/>
              <a:ext cx="323174" cy="601724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599EBA20-1422-4F22-B6DD-4749CC8B1A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13840" y="4169186"/>
                <a:ext cx="376737" cy="655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9AD3E02A-7AB4-4B46-965F-8C66916DBA6D}"/>
                  </a:ext>
                </a:extLst>
              </p14:cNvPr>
              <p14:cNvContentPartPr/>
              <p14:nvPr/>
            </p14:nvContentPartPr>
            <p14:xfrm>
              <a:off x="3868776" y="4273052"/>
              <a:ext cx="416557" cy="447973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9AD3E02A-7AB4-4B46-965F-8C66916DBA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41750" y="4246044"/>
                <a:ext cx="470248" cy="501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4AF78A3E-A7C6-4C51-8CCD-E035CCA84A05}"/>
                  </a:ext>
                </a:extLst>
              </p14:cNvPr>
              <p14:cNvContentPartPr/>
              <p14:nvPr/>
            </p14:nvContentPartPr>
            <p14:xfrm>
              <a:off x="7288269" y="3429000"/>
              <a:ext cx="3751307" cy="348813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4AF78A3E-A7C6-4C51-8CCD-E035CCA84A0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61268" y="3401946"/>
                <a:ext cx="3804949" cy="4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77EAE437-7AF0-4406-B127-C4F8246F5622}"/>
                  </a:ext>
                </a:extLst>
              </p14:cNvPr>
              <p14:cNvContentPartPr/>
              <p14:nvPr/>
            </p14:nvContentPartPr>
            <p14:xfrm>
              <a:off x="8575497" y="3361509"/>
              <a:ext cx="31750" cy="452437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77EAE437-7AF0-4406-B127-C4F8246F562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47808" y="3334449"/>
                <a:ext cx="86759" cy="506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C91617D3-756E-4B87-BFDF-288B2B9564F4}"/>
                  </a:ext>
                </a:extLst>
              </p14:cNvPr>
              <p14:cNvContentPartPr/>
              <p14:nvPr/>
            </p14:nvContentPartPr>
            <p14:xfrm>
              <a:off x="9694996" y="3378826"/>
              <a:ext cx="31750" cy="452437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C91617D3-756E-4B87-BFDF-288B2B9564F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67307" y="3351766"/>
                <a:ext cx="86759" cy="506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465CBC40-2612-46BD-A294-0B0EBD8E7A1D}"/>
                  </a:ext>
                </a:extLst>
              </p14:cNvPr>
              <p14:cNvContentPartPr/>
              <p14:nvPr/>
            </p14:nvContentPartPr>
            <p14:xfrm>
              <a:off x="8445572" y="3950114"/>
              <a:ext cx="200025" cy="492125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465CBC40-2612-46BD-A294-0B0EBD8E7A1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18542" y="3923074"/>
                <a:ext cx="253725" cy="5458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3FDDF4F3-4186-4822-9026-FDFDB4759B3C}"/>
                  </a:ext>
                </a:extLst>
              </p14:cNvPr>
              <p14:cNvContentPartPr/>
              <p14:nvPr/>
            </p14:nvContentPartPr>
            <p14:xfrm>
              <a:off x="9496558" y="4074673"/>
              <a:ext cx="396875" cy="352425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3FDDF4F3-4186-4822-9026-FDFDB4759B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69523" y="4047647"/>
                <a:ext cx="450585" cy="406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3D43D22C-569D-43D3-8D53-37B5DC2ED7EA}"/>
                  </a:ext>
                </a:extLst>
              </p14:cNvPr>
              <p14:cNvContentPartPr/>
              <p14:nvPr/>
            </p14:nvContentPartPr>
            <p14:xfrm>
              <a:off x="7547242" y="1345118"/>
              <a:ext cx="2413000" cy="2495550"/>
            </p14:xfrm>
          </p:contentPart>
        </mc:Choice>
        <mc:Fallback xmlns=""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3D43D22C-569D-43D3-8D53-37B5DC2ED7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20231" y="1318106"/>
                <a:ext cx="2466662" cy="25492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803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/>
              <p:nvPr/>
            </p:nvSpPr>
            <p:spPr>
              <a:xfrm>
                <a:off x="1799303" y="579482"/>
                <a:ext cx="63192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n-US" altLang="zh-TW" sz="4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4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TW" sz="4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303" y="579482"/>
                <a:ext cx="6319228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DA52D95B-E8B9-4DC1-88DD-3286B944D796}"/>
                  </a:ext>
                </a:extLst>
              </p14:cNvPr>
              <p14:cNvContentPartPr/>
              <p14:nvPr/>
            </p14:nvContentPartPr>
            <p14:xfrm>
              <a:off x="3894955" y="2386733"/>
              <a:ext cx="2670760" cy="424590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DA52D95B-E8B9-4DC1-88DD-3286B944D7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7956" y="2359746"/>
                <a:ext cx="2724398" cy="478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582BAF38-54E8-4A5A-ADDE-4C01221156A7}"/>
                  </a:ext>
                </a:extLst>
              </p14:cNvPr>
              <p14:cNvContentPartPr/>
              <p14:nvPr/>
            </p14:nvContentPartPr>
            <p14:xfrm>
              <a:off x="5687706" y="4272567"/>
              <a:ext cx="522328" cy="833826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582BAF38-54E8-4A5A-ADDE-4C01221156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60726" y="4245577"/>
                <a:ext cx="575928" cy="887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62D0B32F-4601-4B36-9A3F-DFD8CA334CF6}"/>
                  </a:ext>
                </a:extLst>
              </p14:cNvPr>
              <p14:cNvContentPartPr/>
              <p14:nvPr/>
            </p14:nvContentPartPr>
            <p14:xfrm>
              <a:off x="4556625" y="4511270"/>
              <a:ext cx="369406" cy="42459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62D0B32F-4601-4B36-9A3F-DFD8CA334C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29595" y="4484283"/>
                <a:ext cx="423105" cy="478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E1B3C594-BC65-44BD-904D-5EE7DBC38A23}"/>
                  </a:ext>
                </a:extLst>
              </p14:cNvPr>
              <p14:cNvContentPartPr/>
              <p14:nvPr/>
            </p14:nvContentPartPr>
            <p14:xfrm>
              <a:off x="5174626" y="4509600"/>
              <a:ext cx="272263" cy="41610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E1B3C594-BC65-44BD-904D-5EE7DBC38A2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47616" y="4482604"/>
                <a:ext cx="325923" cy="469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B15D72DC-486D-450A-9286-3C27C45010BB}"/>
                  </a:ext>
                </a:extLst>
              </p14:cNvPr>
              <p14:cNvContentPartPr/>
              <p14:nvPr/>
            </p14:nvContentPartPr>
            <p14:xfrm>
              <a:off x="8096572" y="3422602"/>
              <a:ext cx="3578286" cy="581025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B15D72DC-486D-450A-9286-3C27C45010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69576" y="3395586"/>
                <a:ext cx="3631919" cy="634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261A5302-A373-4EC5-A656-71DCCD3305DD}"/>
                  </a:ext>
                </a:extLst>
              </p14:cNvPr>
              <p14:cNvContentPartPr/>
              <p14:nvPr/>
            </p14:nvContentPartPr>
            <p14:xfrm>
              <a:off x="9180757" y="3444683"/>
              <a:ext cx="31750" cy="452437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261A5302-A373-4EC5-A656-71DCCD3305D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53068" y="3417623"/>
                <a:ext cx="86759" cy="506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9C84D18B-D57F-4D27-8889-D98AD093E991}"/>
                  </a:ext>
                </a:extLst>
              </p14:cNvPr>
              <p14:cNvContentPartPr/>
              <p14:nvPr/>
            </p14:nvContentPartPr>
            <p14:xfrm>
              <a:off x="10143743" y="3472705"/>
              <a:ext cx="31750" cy="452437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9C84D18B-D57F-4D27-8889-D98AD093E9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16054" y="3445645"/>
                <a:ext cx="86759" cy="506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4C1D4B01-4953-4EDC-8DAD-539CB1868FD5}"/>
                  </a:ext>
                </a:extLst>
              </p14:cNvPr>
              <p14:cNvContentPartPr/>
              <p14:nvPr/>
            </p14:nvContentPartPr>
            <p14:xfrm>
              <a:off x="9139878" y="4025708"/>
              <a:ext cx="113507" cy="281783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4C1D4B01-4953-4EDC-8DAD-539CB1868FD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12938" y="3998717"/>
                <a:ext cx="167028" cy="335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F4DF26B8-C9EE-4558-A3F8-ACDC7D19EDF7}"/>
                  </a:ext>
                </a:extLst>
              </p14:cNvPr>
              <p14:cNvContentPartPr/>
              <p14:nvPr/>
            </p14:nvContentPartPr>
            <p14:xfrm>
              <a:off x="10018445" y="4025708"/>
              <a:ext cx="250596" cy="472148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F4DF26B8-C9EE-4558-A3F8-ACDC7D19EDF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999390" y="4006620"/>
                <a:ext cx="288347" cy="509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3836B468-BAD4-45C3-8822-2119918746E0}"/>
                  </a:ext>
                </a:extLst>
              </p14:cNvPr>
              <p14:cNvContentPartPr/>
              <p14:nvPr/>
            </p14:nvContentPartPr>
            <p14:xfrm>
              <a:off x="8785358" y="2356472"/>
              <a:ext cx="1557337" cy="1236663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3836B468-BAD4-45C3-8822-2119918746E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58371" y="2329455"/>
                <a:ext cx="1610951" cy="1290337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6595D4E2-4F95-48BB-ABB2-2E49F22EFC04}"/>
              </a:ext>
            </a:extLst>
          </p:cNvPr>
          <p:cNvGrpSpPr/>
          <p:nvPr/>
        </p:nvGrpSpPr>
        <p:grpSpPr>
          <a:xfrm>
            <a:off x="3209759" y="1509841"/>
            <a:ext cx="3599239" cy="454154"/>
            <a:chOff x="3209759" y="1509841"/>
            <a:chExt cx="3599239" cy="45415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5F75DEB2-0D4D-4AA2-B8AE-7A3451B180D5}"/>
                    </a:ext>
                  </a:extLst>
                </p14:cNvPr>
                <p14:cNvContentPartPr/>
                <p14:nvPr/>
              </p14:nvContentPartPr>
              <p14:xfrm>
                <a:off x="3209759" y="1509841"/>
                <a:ext cx="2112802" cy="454154"/>
              </p14:xfrm>
            </p:contentPart>
          </mc:Choice>
          <mc:Fallback xmlns=""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5F75DEB2-0D4D-4AA2-B8AE-7A3451B180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82755" y="1482851"/>
                  <a:ext cx="2166450" cy="5077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70BA1C01-9F70-42F1-B0DB-0110CF1037C2}"/>
                    </a:ext>
                  </a:extLst>
                </p14:cNvPr>
                <p14:cNvContentPartPr/>
                <p14:nvPr/>
              </p14:nvContentPartPr>
              <p14:xfrm>
                <a:off x="5522912" y="1509841"/>
                <a:ext cx="1286086" cy="409088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70BA1C01-9F70-42F1-B0DB-0110CF1037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95909" y="1482833"/>
                  <a:ext cx="1339733" cy="4627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7F532432-BE8B-43CD-91AF-02B01B223FB1}"/>
                  </a:ext>
                </a:extLst>
              </p14:cNvPr>
              <p14:cNvContentPartPr/>
              <p14:nvPr/>
            </p14:nvContentPartPr>
            <p14:xfrm>
              <a:off x="4528604" y="3413589"/>
              <a:ext cx="369406" cy="42459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7F532432-BE8B-43CD-91AF-02B01B223F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01574" y="3386602"/>
                <a:ext cx="423105" cy="478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37407D86-F806-46E3-BF3A-4DAFD34D77E9}"/>
                  </a:ext>
                </a:extLst>
              </p14:cNvPr>
              <p14:cNvContentPartPr/>
              <p14:nvPr/>
            </p14:nvContentPartPr>
            <p14:xfrm>
              <a:off x="5146605" y="3411919"/>
              <a:ext cx="272263" cy="41610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37407D86-F806-46E3-BF3A-4DAFD34D77E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19595" y="3384923"/>
                <a:ext cx="325923" cy="469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046F0B55-02EF-4AF8-8F30-03959D787C39}"/>
                  </a:ext>
                </a:extLst>
              </p14:cNvPr>
              <p14:cNvContentPartPr/>
              <p14:nvPr/>
            </p14:nvContentPartPr>
            <p14:xfrm>
              <a:off x="5576970" y="3086591"/>
              <a:ext cx="773134" cy="871805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046F0B55-02EF-4AF8-8F30-03959D787C3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40960" y="3050611"/>
                <a:ext cx="844794" cy="943406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B6337248-3ABA-401D-A86A-E3F4A87E371F}"/>
              </a:ext>
            </a:extLst>
          </p:cNvPr>
          <p:cNvSpPr txBox="1"/>
          <p:nvPr/>
        </p:nvSpPr>
        <p:spPr>
          <a:xfrm>
            <a:off x="8782854" y="5250047"/>
            <a:ext cx="3842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b="1" dirty="0"/>
              <a:t>乘</a:t>
            </a:r>
            <a:r>
              <a:rPr lang="en-US" altLang="zh-TW" sz="4000" b="1" dirty="0"/>
              <a:t>/</a:t>
            </a:r>
            <a:r>
              <a:rPr lang="zh-TW" altLang="en-US" sz="4000" b="1" dirty="0"/>
              <a:t>除負數</a:t>
            </a:r>
            <a:endParaRPr lang="en-US" altLang="zh-TW" sz="4000" b="1" dirty="0"/>
          </a:p>
          <a:p>
            <a:r>
              <a:rPr lang="zh-TW" altLang="en-US" sz="4000" b="1" dirty="0"/>
              <a:t>符號方向改變</a:t>
            </a:r>
            <a:endParaRPr lang="zh-HK" altLang="en-US" sz="4000" b="1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C37A714-B64D-4A3E-8BE1-B9B9BD20E26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1"/>
              </a:ext>
            </a:extLst>
          </a:blip>
          <a:stretch>
            <a:fillRect/>
          </a:stretch>
        </p:blipFill>
        <p:spPr>
          <a:xfrm>
            <a:off x="7089932" y="4685991"/>
            <a:ext cx="1692922" cy="196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9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9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93EA291-6101-4F21-9EB5-E37933013D70}"/>
              </a:ext>
            </a:extLst>
          </p:cNvPr>
          <p:cNvSpPr txBox="1"/>
          <p:nvPr/>
        </p:nvSpPr>
        <p:spPr>
          <a:xfrm>
            <a:off x="1149442" y="558575"/>
            <a:ext cx="8361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dirty="0"/>
              <a:t>Dividing three times x by 7 is                        x minus 12. If x is a prime number, find the smallest value of x.</a:t>
            </a:r>
            <a:endParaRPr lang="zh-HK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FBFE743-FB0B-4197-820C-3A11E14A048A}"/>
                  </a:ext>
                </a:extLst>
              </p:cNvPr>
              <p:cNvSpPr txBox="1"/>
              <p:nvPr/>
            </p:nvSpPr>
            <p:spPr>
              <a:xfrm>
                <a:off x="714896" y="1479333"/>
                <a:ext cx="1932005" cy="1244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FBFE743-FB0B-4197-820C-3A11E14A0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6" y="1479333"/>
                <a:ext cx="1932005" cy="12448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FAD4262-ED13-4AED-A7EC-F3F2A618F924}"/>
                  </a:ext>
                </a:extLst>
              </p:cNvPr>
              <p:cNvSpPr txBox="1"/>
              <p:nvPr/>
            </p:nvSpPr>
            <p:spPr>
              <a:xfrm>
                <a:off x="828877" y="2937067"/>
                <a:ext cx="39470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      7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−84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FAD4262-ED13-4AED-A7EC-F3F2A618F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77" y="2937067"/>
                <a:ext cx="3947031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A6CEA4-8C23-4F74-AE8D-67D8D85C481E}"/>
                  </a:ext>
                </a:extLst>
              </p:cNvPr>
              <p:cNvSpPr txBox="1"/>
              <p:nvPr/>
            </p:nvSpPr>
            <p:spPr>
              <a:xfrm>
                <a:off x="3149493" y="6134324"/>
                <a:ext cx="4108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zh-HK" sz="4000" dirty="0"/>
                  <a:t> The value is   </a:t>
                </a:r>
                <a:r>
                  <a:rPr lang="en-US" altLang="zh-HK" sz="4000" b="1" dirty="0">
                    <a:solidFill>
                      <a:srgbClr val="FF0000"/>
                    </a:solidFill>
                  </a:rPr>
                  <a:t>   </a:t>
                </a:r>
                <a:r>
                  <a:rPr lang="en-US" altLang="zh-HK" sz="4000" dirty="0"/>
                  <a:t>.</a:t>
                </a:r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A6CEA4-8C23-4F74-AE8D-67D8D85C4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93" y="6134324"/>
                <a:ext cx="4108312" cy="707886"/>
              </a:xfrm>
              <a:prstGeom prst="rect">
                <a:avLst/>
              </a:prstGeom>
              <a:blipFill>
                <a:blip r:embed="rId4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F818F3-D864-45EF-82B2-5615EEA2E11E}"/>
              </a:ext>
            </a:extLst>
          </p:cNvPr>
          <p:cNvSpPr txBox="1"/>
          <p:nvPr/>
        </p:nvSpPr>
        <p:spPr>
          <a:xfrm>
            <a:off x="5761451" y="573282"/>
            <a:ext cx="16759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3000" dirty="0">
                <a:solidFill>
                  <a:srgbClr val="FFC000"/>
                </a:solidFill>
              </a:rPr>
              <a:t>less than</a:t>
            </a:r>
            <a:endParaRPr lang="zh-HK" altLang="en-US" sz="3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50C91AB-83E5-43B6-A44B-B2C911CF4CB8}"/>
                  </a:ext>
                </a:extLst>
              </p:cNvPr>
              <p:cNvSpPr txBox="1"/>
              <p:nvPr/>
            </p:nvSpPr>
            <p:spPr>
              <a:xfrm>
                <a:off x="2010087" y="1798472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HK" altLang="en-US" sz="4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50C91AB-83E5-43B6-A44B-B2C911CF4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087" y="1798472"/>
                <a:ext cx="636814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A410377C-4CE8-409D-A0FC-58FAA8334CA8}"/>
                  </a:ext>
                </a:extLst>
              </p:cNvPr>
              <p:cNvSpPr txBox="1"/>
              <p:nvPr/>
            </p:nvSpPr>
            <p:spPr>
              <a:xfrm>
                <a:off x="1970026" y="2937067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HK" altLang="en-US" sz="4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A410377C-4CE8-409D-A0FC-58FAA8334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026" y="2937067"/>
                <a:ext cx="636814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D5CF40A-3433-41C5-A897-56BF5BC5C82F}"/>
                  </a:ext>
                </a:extLst>
              </p:cNvPr>
              <p:cNvSpPr txBox="1"/>
              <p:nvPr/>
            </p:nvSpPr>
            <p:spPr>
              <a:xfrm>
                <a:off x="7052756" y="1793313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D5CF40A-3433-41C5-A897-56BF5BC5C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56" y="1793313"/>
                <a:ext cx="636814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0771ED-63FF-4311-AA35-A862027E22CD}"/>
              </a:ext>
            </a:extLst>
          </p:cNvPr>
          <p:cNvSpPr txBox="1"/>
          <p:nvPr/>
        </p:nvSpPr>
        <p:spPr>
          <a:xfrm>
            <a:off x="5642543" y="592510"/>
            <a:ext cx="2080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800" dirty="0">
                <a:solidFill>
                  <a:srgbClr val="00B050"/>
                </a:solidFill>
              </a:rPr>
              <a:t>greater than</a:t>
            </a:r>
            <a:endParaRPr lang="zh-HK" altLang="en-US" sz="28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7729CC5-3FFD-4E13-BF13-B96D879ABDA6}"/>
                  </a:ext>
                </a:extLst>
              </p:cNvPr>
              <p:cNvSpPr txBox="1"/>
              <p:nvPr/>
            </p:nvSpPr>
            <p:spPr>
              <a:xfrm>
                <a:off x="7037266" y="2921453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7729CC5-3FFD-4E13-BF13-B96D879AB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266" y="2921453"/>
                <a:ext cx="636814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E0216F5-CCCF-48B4-85F2-F1215A912A25}"/>
                  </a:ext>
                </a:extLst>
              </p:cNvPr>
              <p:cNvSpPr txBox="1"/>
              <p:nvPr/>
            </p:nvSpPr>
            <p:spPr>
              <a:xfrm>
                <a:off x="6035661" y="6134324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</m:oMath>
                  </m:oMathPara>
                </a14:m>
                <a:endParaRPr lang="zh-HK" altLang="en-US" sz="4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E0216F5-CCCF-48B4-85F2-F1215A912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661" y="6134324"/>
                <a:ext cx="636814" cy="707886"/>
              </a:xfrm>
              <a:prstGeom prst="rect">
                <a:avLst/>
              </a:prstGeom>
              <a:blipFill>
                <a:blip r:embed="rId9"/>
                <a:stretch>
                  <a:fillRect r="-5714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05582A0-BA48-44ED-9B3B-E7E46DD21858}"/>
                  </a:ext>
                </a:extLst>
              </p:cNvPr>
              <p:cNvSpPr txBox="1"/>
              <p:nvPr/>
            </p:nvSpPr>
            <p:spPr>
              <a:xfrm>
                <a:off x="6062068" y="6134394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4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HK" altLang="en-US" sz="4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05582A0-BA48-44ED-9B3B-E7E46DD21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068" y="6134394"/>
                <a:ext cx="636814" cy="707886"/>
              </a:xfrm>
              <a:prstGeom prst="rect">
                <a:avLst/>
              </a:prstGeom>
              <a:blipFill>
                <a:blip r:embed="rId10"/>
                <a:stretch>
                  <a:fillRect r="-3810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C88EE4A-CE61-4C7A-BA4B-636447992116}"/>
                  </a:ext>
                </a:extLst>
              </p:cNvPr>
              <p:cNvSpPr txBox="1"/>
              <p:nvPr/>
            </p:nvSpPr>
            <p:spPr>
              <a:xfrm>
                <a:off x="314917" y="3888922"/>
                <a:ext cx="39470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4      4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C88EE4A-CE61-4C7A-BA4B-636447992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7" y="3888922"/>
                <a:ext cx="3947031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0491E6B-5C35-49F0-85B6-201CDFD58ABC}"/>
                  </a:ext>
                </a:extLst>
              </p:cNvPr>
              <p:cNvSpPr txBox="1"/>
              <p:nvPr/>
            </p:nvSpPr>
            <p:spPr>
              <a:xfrm>
                <a:off x="314915" y="4627395"/>
                <a:ext cx="39470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21      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0491E6B-5C35-49F0-85B6-201CDFD58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5" y="4627395"/>
                <a:ext cx="3947031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A231568-EF8D-4BE3-B4DD-CE3508543846}"/>
                  </a:ext>
                </a:extLst>
              </p:cNvPr>
              <p:cNvSpPr txBox="1"/>
              <p:nvPr/>
            </p:nvSpPr>
            <p:spPr>
              <a:xfrm>
                <a:off x="901539" y="5282100"/>
                <a:ext cx="22919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       21   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A231568-EF8D-4BE3-B4DD-CE3508543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39" y="5282100"/>
                <a:ext cx="2291919" cy="707886"/>
              </a:xfrm>
              <a:prstGeom prst="rect">
                <a:avLst/>
              </a:prstGeom>
              <a:blipFill>
                <a:blip r:embed="rId13"/>
                <a:stretch>
                  <a:fillRect r="-2394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FDA2B78-452B-4805-B41F-85B263089876}"/>
                  </a:ext>
                </a:extLst>
              </p:cNvPr>
              <p:cNvSpPr txBox="1"/>
              <p:nvPr/>
            </p:nvSpPr>
            <p:spPr>
              <a:xfrm>
                <a:off x="2023825" y="3888922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HK" altLang="en-US" sz="4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FDA2B78-452B-4805-B41F-85B263089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825" y="3888922"/>
                <a:ext cx="636814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ABCDB85-13B2-4163-B6DC-08A2652E60A7}"/>
                  </a:ext>
                </a:extLst>
              </p:cNvPr>
              <p:cNvSpPr txBox="1"/>
              <p:nvPr/>
            </p:nvSpPr>
            <p:spPr>
              <a:xfrm>
                <a:off x="2023825" y="4627395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HK" altLang="en-US" sz="4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ABCDB85-13B2-4163-B6DC-08A2652E6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825" y="4627395"/>
                <a:ext cx="636814" cy="7078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8550684-36EC-4FC5-B85E-A039E501D8B3}"/>
                  </a:ext>
                </a:extLst>
              </p:cNvPr>
              <p:cNvSpPr txBox="1"/>
              <p:nvPr/>
            </p:nvSpPr>
            <p:spPr>
              <a:xfrm>
                <a:off x="7052756" y="5396227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HK" altLang="en-US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8550684-36EC-4FC5-B85E-A039E501D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56" y="5396227"/>
                <a:ext cx="636814" cy="7078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A047434-4A2C-4EFA-893B-2D4A2E92F8C9}"/>
                  </a:ext>
                </a:extLst>
              </p:cNvPr>
              <p:cNvSpPr txBox="1"/>
              <p:nvPr/>
            </p:nvSpPr>
            <p:spPr>
              <a:xfrm>
                <a:off x="7052756" y="3873308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A047434-4A2C-4EFA-893B-2D4A2E92F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56" y="3873308"/>
                <a:ext cx="636814" cy="70788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2004EB4-F277-421D-966F-5512F535590E}"/>
                  </a:ext>
                </a:extLst>
              </p:cNvPr>
              <p:cNvSpPr txBox="1"/>
              <p:nvPr/>
            </p:nvSpPr>
            <p:spPr>
              <a:xfrm>
                <a:off x="7052756" y="4627395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2004EB4-F277-421D-966F-5512F535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56" y="4627395"/>
                <a:ext cx="636814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758AA892-C23F-4B7F-AF1F-62B32B73D2C5}"/>
                  </a:ext>
                </a:extLst>
              </p:cNvPr>
              <p:cNvSpPr txBox="1"/>
              <p:nvPr/>
            </p:nvSpPr>
            <p:spPr>
              <a:xfrm>
                <a:off x="2064087" y="5282100"/>
                <a:ext cx="63681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758AA892-C23F-4B7F-AF1F-62B32B73D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087" y="5282100"/>
                <a:ext cx="636814" cy="7078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DC879E1-B9C8-473A-94CD-22C3786A7432}"/>
                  </a:ext>
                </a:extLst>
              </p:cNvPr>
              <p:cNvSpPr txBox="1"/>
              <p:nvPr/>
            </p:nvSpPr>
            <p:spPr>
              <a:xfrm>
                <a:off x="5722982" y="1481712"/>
                <a:ext cx="4061012" cy="1244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DC879E1-B9C8-473A-94CD-22C3786A7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982" y="1481712"/>
                <a:ext cx="4061012" cy="124482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BE1367D-DEAE-4E24-B34E-11683F1CE212}"/>
                  </a:ext>
                </a:extLst>
              </p:cNvPr>
              <p:cNvSpPr txBox="1"/>
              <p:nvPr/>
            </p:nvSpPr>
            <p:spPr>
              <a:xfrm>
                <a:off x="5963849" y="2941389"/>
                <a:ext cx="39470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      7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−84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BE1367D-DEAE-4E24-B34E-11683F1CE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49" y="2941389"/>
                <a:ext cx="3947031" cy="70788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8CAEF5E-0FA8-4D1A-8109-E274503162D4}"/>
                  </a:ext>
                </a:extLst>
              </p:cNvPr>
              <p:cNvSpPr txBox="1"/>
              <p:nvPr/>
            </p:nvSpPr>
            <p:spPr>
              <a:xfrm>
                <a:off x="5323003" y="3891301"/>
                <a:ext cx="39470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4      4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8CAEF5E-0FA8-4D1A-8109-E27450316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003" y="3891301"/>
                <a:ext cx="3947031" cy="70788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9325BA1C-0EEC-4D00-BC4C-C7F5236B0BB1}"/>
                  </a:ext>
                </a:extLst>
              </p:cNvPr>
              <p:cNvSpPr txBox="1"/>
              <p:nvPr/>
            </p:nvSpPr>
            <p:spPr>
              <a:xfrm>
                <a:off x="5323001" y="4629774"/>
                <a:ext cx="39470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21      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9325BA1C-0EEC-4D00-BC4C-C7F5236B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001" y="4629774"/>
                <a:ext cx="3947031" cy="70788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84506C8-BDC5-4434-86E0-7116615FF5E3}"/>
                  </a:ext>
                </a:extLst>
              </p:cNvPr>
              <p:cNvSpPr txBox="1"/>
              <p:nvPr/>
            </p:nvSpPr>
            <p:spPr>
              <a:xfrm>
                <a:off x="5970280" y="5375737"/>
                <a:ext cx="22919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       21   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84506C8-BDC5-4434-86E0-7116615FF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280" y="5375737"/>
                <a:ext cx="2291919" cy="707886"/>
              </a:xfrm>
              <a:prstGeom prst="rect">
                <a:avLst/>
              </a:prstGeom>
              <a:blipFill>
                <a:blip r:embed="rId24"/>
                <a:stretch>
                  <a:fillRect r="-2394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FA6E6B0C-5502-46F2-99A8-B1CC09CB3117}"/>
              </a:ext>
            </a:extLst>
          </p:cNvPr>
          <p:cNvCxnSpPr>
            <a:cxnSpLocks/>
          </p:cNvCxnSpPr>
          <p:nvPr/>
        </p:nvCxnSpPr>
        <p:spPr>
          <a:xfrm>
            <a:off x="9608344" y="0"/>
            <a:ext cx="0" cy="685800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B860301-5F93-42D6-94AC-320D55C1D089}"/>
                  </a:ext>
                </a:extLst>
              </p:cNvPr>
              <p:cNvSpPr/>
              <p:nvPr/>
            </p:nvSpPr>
            <p:spPr>
              <a:xfrm>
                <a:off x="2583655" y="1787144"/>
                <a:ext cx="1766702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B860301-5F93-42D6-94AC-320D55C1D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655" y="1787144"/>
                <a:ext cx="1766702" cy="70788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66B502B-C856-481D-B1ED-0712465EB544}"/>
                  </a:ext>
                </a:extLst>
              </p:cNvPr>
              <p:cNvSpPr txBox="1"/>
              <p:nvPr/>
            </p:nvSpPr>
            <p:spPr>
              <a:xfrm>
                <a:off x="2573546" y="5785156"/>
                <a:ext cx="294317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000" dirty="0"/>
                  <a:t>e.g. </a:t>
                </a:r>
                <a14:m>
                  <m:oMath xmlns:m="http://schemas.openxmlformats.org/officeDocument/2006/math">
                    <m:r>
                      <a:rPr lang="en-US" altLang="zh-HK" sz="3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HK" sz="3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HK" sz="3000" b="0" i="1" smtClean="0">
                        <a:latin typeface="Cambria Math" panose="02040503050406030204" pitchFamily="18" charset="0"/>
                      </a:rPr>
                      <m:t>, 23,24…</m:t>
                    </m:r>
                  </m:oMath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66B502B-C856-481D-B1ED-0712465EB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546" y="5785156"/>
                <a:ext cx="2943173" cy="553998"/>
              </a:xfrm>
              <a:prstGeom prst="rect">
                <a:avLst/>
              </a:prstGeom>
              <a:blipFill>
                <a:blip r:embed="rId26"/>
                <a:stretch>
                  <a:fillRect l="-4762" t="-13187" b="-34066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0831EBE-481E-4A87-85D6-D91ED8EF4971}"/>
                  </a:ext>
                </a:extLst>
              </p:cNvPr>
              <p:cNvSpPr txBox="1"/>
              <p:nvPr/>
            </p:nvSpPr>
            <p:spPr>
              <a:xfrm>
                <a:off x="6962369" y="5934269"/>
                <a:ext cx="294317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000" dirty="0"/>
                  <a:t>e.g. </a:t>
                </a:r>
                <a14:m>
                  <m:oMath xmlns:m="http://schemas.openxmlformats.org/officeDocument/2006/math">
                    <m:r>
                      <a:rPr lang="en-US" altLang="zh-HK" sz="3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HK" sz="3000" b="0" i="1" dirty="0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altLang="zh-HK" sz="3000" b="0" i="1" smtClean="0">
                        <a:latin typeface="Cambria Math" panose="02040503050406030204" pitchFamily="18" charset="0"/>
                      </a:rPr>
                      <m:t> 19, 18…</m:t>
                    </m:r>
                  </m:oMath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0831EBE-481E-4A87-85D6-D91ED8EF4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369" y="5934269"/>
                <a:ext cx="2943173" cy="553998"/>
              </a:xfrm>
              <a:prstGeom prst="rect">
                <a:avLst/>
              </a:prstGeom>
              <a:blipFill>
                <a:blip r:embed="rId27"/>
                <a:stretch>
                  <a:fillRect l="-4762" t="-13187" b="-34066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62">
                <a:extLst>
                  <a:ext uri="{FF2B5EF4-FFF2-40B4-BE49-F238E27FC236}">
                    <a16:creationId xmlns:a16="http://schemas.microsoft.com/office/drawing/2014/main" id="{4D233C12-5A01-461A-8796-C4EF29F45531}"/>
                  </a:ext>
                </a:extLst>
              </p:cNvPr>
              <p:cNvSpPr txBox="1"/>
              <p:nvPr/>
            </p:nvSpPr>
            <p:spPr>
              <a:xfrm>
                <a:off x="10376631" y="-294149"/>
                <a:ext cx="10911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文字方塊 62">
                <a:extLst>
                  <a:ext uri="{FF2B5EF4-FFF2-40B4-BE49-F238E27FC236}">
                    <a16:creationId xmlns:a16="http://schemas.microsoft.com/office/drawing/2014/main" id="{4D233C12-5A01-461A-8796-C4EF29F45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631" y="-294149"/>
                <a:ext cx="1091142" cy="132343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62">
                <a:extLst>
                  <a:ext uri="{FF2B5EF4-FFF2-40B4-BE49-F238E27FC236}">
                    <a16:creationId xmlns:a16="http://schemas.microsoft.com/office/drawing/2014/main" id="{1283336B-E67D-49B8-9C7A-2E5420947586}"/>
                  </a:ext>
                </a:extLst>
              </p:cNvPr>
              <p:cNvSpPr txBox="1"/>
              <p:nvPr/>
            </p:nvSpPr>
            <p:spPr>
              <a:xfrm rot="10800000">
                <a:off x="10371037" y="1172987"/>
                <a:ext cx="10911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5" name="文字方塊 62">
                <a:extLst>
                  <a:ext uri="{FF2B5EF4-FFF2-40B4-BE49-F238E27FC236}">
                    <a16:creationId xmlns:a16="http://schemas.microsoft.com/office/drawing/2014/main" id="{1283336B-E67D-49B8-9C7A-2E5420947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10371037" y="1172987"/>
                <a:ext cx="1091142" cy="132343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D2F7F69C-B74A-4EBE-815A-93BA0704BA21}"/>
              </a:ext>
            </a:extLst>
          </p:cNvPr>
          <p:cNvCxnSpPr>
            <a:cxnSpLocks/>
          </p:cNvCxnSpPr>
          <p:nvPr/>
        </p:nvCxnSpPr>
        <p:spPr>
          <a:xfrm flipV="1">
            <a:off x="9608344" y="1284677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504534C-DFD9-4B87-AFF4-469D549E8D3B}"/>
              </a:ext>
            </a:extLst>
          </p:cNvPr>
          <p:cNvCxnSpPr>
            <a:cxnSpLocks/>
          </p:cNvCxnSpPr>
          <p:nvPr/>
        </p:nvCxnSpPr>
        <p:spPr>
          <a:xfrm flipV="1">
            <a:off x="9585026" y="2587325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3B84FCD-3E56-4AAD-BFC2-A531CA3BA836}"/>
              </a:ext>
            </a:extLst>
          </p:cNvPr>
          <p:cNvSpPr txBox="1"/>
          <p:nvPr/>
        </p:nvSpPr>
        <p:spPr>
          <a:xfrm>
            <a:off x="9409303" y="769562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00B050"/>
                </a:solidFill>
              </a:rPr>
              <a:t>Greater than</a:t>
            </a:r>
            <a:endParaRPr lang="zh-HK" altLang="en-US" sz="2400" b="1" dirty="0">
              <a:solidFill>
                <a:srgbClr val="00B050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FEC45FA-8B6F-439A-8224-45DBFA2E4F6B}"/>
              </a:ext>
            </a:extLst>
          </p:cNvPr>
          <p:cNvSpPr txBox="1"/>
          <p:nvPr/>
        </p:nvSpPr>
        <p:spPr>
          <a:xfrm>
            <a:off x="9242044" y="3359347"/>
            <a:ext cx="3376925" cy="62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rgbClr val="7030A0"/>
                </a:solidFill>
              </a:rPr>
              <a:t>Greater than or equal to</a:t>
            </a:r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826BA3C9-8860-44F3-976D-4F83ED4EB2B8}"/>
              </a:ext>
            </a:extLst>
          </p:cNvPr>
          <p:cNvGrpSpPr/>
          <p:nvPr/>
        </p:nvGrpSpPr>
        <p:grpSpPr>
          <a:xfrm>
            <a:off x="10368955" y="2342946"/>
            <a:ext cx="1091142" cy="1323439"/>
            <a:chOff x="6751103" y="1563081"/>
            <a:chExt cx="1091142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62">
                  <a:extLst>
                    <a:ext uri="{FF2B5EF4-FFF2-40B4-BE49-F238E27FC236}">
                      <a16:creationId xmlns:a16="http://schemas.microsoft.com/office/drawing/2014/main" id="{5BF3D851-5BB7-44E9-A4FF-A1B18FA73928}"/>
                    </a:ext>
                  </a:extLst>
                </p:cNvPr>
                <p:cNvSpPr txBox="1"/>
                <p:nvPr/>
              </p:nvSpPr>
              <p:spPr>
                <a:xfrm>
                  <a:off x="6751103" y="1563081"/>
                  <a:ext cx="1091142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8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zh-HK" altLang="en-US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字方塊 62">
                  <a:extLst>
                    <a:ext uri="{FF2B5EF4-FFF2-40B4-BE49-F238E27FC236}">
                      <a16:creationId xmlns:a16="http://schemas.microsoft.com/office/drawing/2014/main" id="{5BF3D851-5BB7-44E9-A4FF-A1B18FA73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1103" y="1563081"/>
                  <a:ext cx="1091142" cy="132343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61448D16-C1CA-4081-9BCB-6E9236C9A090}"/>
                </a:ext>
              </a:extLst>
            </p:cNvPr>
            <p:cNvCxnSpPr>
              <a:cxnSpLocks/>
            </p:cNvCxnSpPr>
            <p:nvPr/>
          </p:nvCxnSpPr>
          <p:spPr>
            <a:xfrm>
              <a:off x="6989224" y="2677093"/>
              <a:ext cx="63025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7D6A9FE7-CE9B-420D-8983-B8279062618E}"/>
              </a:ext>
            </a:extLst>
          </p:cNvPr>
          <p:cNvSpPr txBox="1"/>
          <p:nvPr/>
        </p:nvSpPr>
        <p:spPr>
          <a:xfrm>
            <a:off x="9234888" y="5685524"/>
            <a:ext cx="3376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chemeClr val="accent1"/>
                </a:solidFill>
              </a:rPr>
              <a:t>Smaller than or equal to </a:t>
            </a:r>
            <a:endParaRPr lang="zh-HK" altLang="en-US" sz="2000" b="1" dirty="0">
              <a:solidFill>
                <a:schemeClr val="accent1"/>
              </a:solidFill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218C94D-33ED-4A26-85D5-FA7C8688D0D8}"/>
              </a:ext>
            </a:extLst>
          </p:cNvPr>
          <p:cNvGrpSpPr/>
          <p:nvPr/>
        </p:nvGrpSpPr>
        <p:grpSpPr>
          <a:xfrm>
            <a:off x="10359993" y="4500288"/>
            <a:ext cx="1091142" cy="1323439"/>
            <a:chOff x="9755231" y="1679183"/>
            <a:chExt cx="1091142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62">
                  <a:extLst>
                    <a:ext uri="{FF2B5EF4-FFF2-40B4-BE49-F238E27FC236}">
                      <a16:creationId xmlns:a16="http://schemas.microsoft.com/office/drawing/2014/main" id="{DA406BDF-1AC9-4095-B7EB-7AB5EFBC4F85}"/>
                    </a:ext>
                  </a:extLst>
                </p:cNvPr>
                <p:cNvSpPr txBox="1"/>
                <p:nvPr/>
              </p:nvSpPr>
              <p:spPr>
                <a:xfrm>
                  <a:off x="9755231" y="1679183"/>
                  <a:ext cx="1091142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8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HK" altLang="en-US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字方塊 62">
                  <a:extLst>
                    <a:ext uri="{FF2B5EF4-FFF2-40B4-BE49-F238E27FC236}">
                      <a16:creationId xmlns:a16="http://schemas.microsoft.com/office/drawing/2014/main" id="{DA406BDF-1AC9-4095-B7EB-7AB5EFBC4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5231" y="1679183"/>
                  <a:ext cx="1091142" cy="132343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BFDC3613-CB35-4EC2-8641-EC2D302978DC}"/>
                </a:ext>
              </a:extLst>
            </p:cNvPr>
            <p:cNvCxnSpPr>
              <a:cxnSpLocks/>
            </p:cNvCxnSpPr>
            <p:nvPr/>
          </p:nvCxnSpPr>
          <p:spPr>
            <a:xfrm>
              <a:off x="10005847" y="2828758"/>
              <a:ext cx="602456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3581FE42-3287-4D0A-ADBA-DE46C4B47498}"/>
              </a:ext>
            </a:extLst>
          </p:cNvPr>
          <p:cNvCxnSpPr>
            <a:cxnSpLocks/>
          </p:cNvCxnSpPr>
          <p:nvPr/>
        </p:nvCxnSpPr>
        <p:spPr>
          <a:xfrm flipV="1">
            <a:off x="9586710" y="4741831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BF7FD99-C4FE-416A-B4E0-1605877182AB}"/>
              </a:ext>
            </a:extLst>
          </p:cNvPr>
          <p:cNvSpPr txBox="1"/>
          <p:nvPr/>
        </p:nvSpPr>
        <p:spPr>
          <a:xfrm>
            <a:off x="9357520" y="2140278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FFC000"/>
                </a:solidFill>
              </a:rPr>
              <a:t>Smaller than</a:t>
            </a:r>
            <a:endParaRPr lang="zh-HK" altLang="en-US" sz="2400" b="1" dirty="0">
              <a:solidFill>
                <a:srgbClr val="FFC000"/>
              </a:solidFill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9FB20145-0162-4270-971A-AE41C4A042C2}"/>
              </a:ext>
            </a:extLst>
          </p:cNvPr>
          <p:cNvCxnSpPr>
            <a:cxnSpLocks/>
          </p:cNvCxnSpPr>
          <p:nvPr/>
        </p:nvCxnSpPr>
        <p:spPr>
          <a:xfrm>
            <a:off x="1263477" y="1029290"/>
            <a:ext cx="40595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0A43FF5F-4ADB-4CCE-B85C-3BE176AE34D6}"/>
              </a:ext>
            </a:extLst>
          </p:cNvPr>
          <p:cNvCxnSpPr>
            <a:cxnSpLocks/>
          </p:cNvCxnSpPr>
          <p:nvPr/>
        </p:nvCxnSpPr>
        <p:spPr>
          <a:xfrm flipV="1">
            <a:off x="7703545" y="1013256"/>
            <a:ext cx="1657927" cy="87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09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0" grpId="1"/>
      <p:bldP spid="18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10" grpId="0"/>
      <p:bldP spid="40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93EA291-6101-4F21-9EB5-E37933013D70}"/>
              </a:ext>
            </a:extLst>
          </p:cNvPr>
          <p:cNvSpPr txBox="1"/>
          <p:nvPr/>
        </p:nvSpPr>
        <p:spPr>
          <a:xfrm>
            <a:off x="936960" y="646074"/>
            <a:ext cx="9618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dirty="0"/>
              <a:t>If the sum of 4 and 5 times of </a:t>
            </a:r>
            <a:r>
              <a:rPr lang="zh-HK" altLang="en-US" sz="3000" dirty="0"/>
              <a:t>𝑥 </a:t>
            </a:r>
            <a:r>
              <a:rPr lang="en-US" altLang="zh-HK" sz="3000" dirty="0"/>
              <a:t>is</a:t>
            </a:r>
          </a:p>
          <a:p>
            <a:r>
              <a:rPr lang="en-US" altLang="zh-HK" sz="3000" dirty="0"/>
              <a:t>to 10, find the minimum integral value of </a:t>
            </a:r>
            <a:r>
              <a:rPr lang="zh-HK" altLang="en-US" sz="3000" dirty="0"/>
              <a:t>𝑥</a:t>
            </a:r>
            <a:r>
              <a:rPr lang="en-US" altLang="zh-HK" sz="3000" dirty="0"/>
              <a:t>.</a:t>
            </a:r>
            <a:endParaRPr lang="zh-HK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A6CEA4-8C23-4F74-AE8D-67D8D85C481E}"/>
                  </a:ext>
                </a:extLst>
              </p:cNvPr>
              <p:cNvSpPr txBox="1"/>
              <p:nvPr/>
            </p:nvSpPr>
            <p:spPr>
              <a:xfrm>
                <a:off x="3251596" y="5287810"/>
                <a:ext cx="46244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zh-HK" sz="4000" dirty="0"/>
                  <a:t> The value is    </a:t>
                </a:r>
                <a:r>
                  <a:rPr lang="en-US" altLang="zh-HK" sz="40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HK" sz="4000" dirty="0"/>
                  <a:t>.</a:t>
                </a:r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A6CEA4-8C23-4F74-AE8D-67D8D85C4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596" y="5287810"/>
                <a:ext cx="4624496" cy="707886"/>
              </a:xfrm>
              <a:prstGeom prst="rect">
                <a:avLst/>
              </a:prstGeom>
              <a:blipFill>
                <a:blip r:embed="rId2"/>
                <a:stretch>
                  <a:fillRect t="-15385" b="-35043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F818F3-D864-45EF-82B2-5615EEA2E11E}"/>
              </a:ext>
            </a:extLst>
          </p:cNvPr>
          <p:cNvSpPr txBox="1"/>
          <p:nvPr/>
        </p:nvSpPr>
        <p:spPr>
          <a:xfrm>
            <a:off x="6217171" y="653135"/>
            <a:ext cx="51878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3000" dirty="0">
                <a:solidFill>
                  <a:srgbClr val="7030A0"/>
                </a:solidFill>
              </a:rPr>
              <a:t>greater than or equal</a:t>
            </a:r>
            <a:endParaRPr lang="zh-HK" altLang="en-US" sz="3000" dirty="0">
              <a:solidFill>
                <a:srgbClr val="7030A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0771ED-63FF-4311-AA35-A862027E22CD}"/>
              </a:ext>
            </a:extLst>
          </p:cNvPr>
          <p:cNvSpPr txBox="1"/>
          <p:nvPr/>
        </p:nvSpPr>
        <p:spPr>
          <a:xfrm>
            <a:off x="6722730" y="653135"/>
            <a:ext cx="29436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3000" b="1" dirty="0">
                <a:solidFill>
                  <a:schemeClr val="accent1"/>
                </a:solidFill>
              </a:rPr>
              <a:t>not</a:t>
            </a:r>
            <a:r>
              <a:rPr lang="zh-TW" altLang="en-US" sz="3000" b="1" dirty="0">
                <a:solidFill>
                  <a:schemeClr val="accent1"/>
                </a:solidFill>
              </a:rPr>
              <a:t> </a:t>
            </a:r>
            <a:r>
              <a:rPr lang="en-US" altLang="zh-HK" sz="3000" b="1" dirty="0">
                <a:solidFill>
                  <a:schemeClr val="accent1"/>
                </a:solidFill>
              </a:rPr>
              <a:t>greater than</a:t>
            </a:r>
            <a:endParaRPr lang="zh-HK" altLang="en-US" sz="3000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42C37681-9B89-4F6F-9523-C0415442A730}"/>
                  </a:ext>
                </a:extLst>
              </p14:cNvPr>
              <p14:cNvContentPartPr/>
              <p14:nvPr/>
            </p14:nvContentPartPr>
            <p14:xfrm>
              <a:off x="3178264" y="2205413"/>
              <a:ext cx="1922111" cy="548032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42C37681-9B89-4F6F-9523-C0415442A7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1263" y="2178407"/>
                <a:ext cx="1975753" cy="6016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7808E642-5E76-4DDD-AA49-8AF0E9E825F8}"/>
                  </a:ext>
                </a:extLst>
              </p14:cNvPr>
              <p14:cNvContentPartPr/>
              <p14:nvPr/>
            </p14:nvContentPartPr>
            <p14:xfrm>
              <a:off x="6008858" y="2169331"/>
              <a:ext cx="489639" cy="48963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7808E642-5E76-4DDD-AA49-8AF0E9E825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81856" y="2142309"/>
                <a:ext cx="543283" cy="543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849A66F7-12BC-4918-88BD-CD87BCFC6238}"/>
                  </a:ext>
                </a:extLst>
              </p14:cNvPr>
              <p14:cNvContentPartPr/>
              <p14:nvPr/>
            </p14:nvContentPartPr>
            <p14:xfrm>
              <a:off x="4352096" y="3076317"/>
              <a:ext cx="709341" cy="500595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849A66F7-12BC-4918-88BD-CD87BCFC62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5077" y="3049326"/>
                <a:ext cx="763019" cy="5542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6B7AFB97-D984-40A2-AA4B-B52181FC75AE}"/>
                  </a:ext>
                </a:extLst>
              </p14:cNvPr>
              <p14:cNvContentPartPr/>
              <p14:nvPr/>
            </p14:nvContentPartPr>
            <p14:xfrm>
              <a:off x="6027607" y="3021619"/>
              <a:ext cx="226070" cy="571513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6B7AFB97-D984-40A2-AA4B-B52181FC75A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00565" y="2994593"/>
                <a:ext cx="279793" cy="6252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D3DA941C-C8BA-4C5E-815E-BC270CE17CFB}"/>
                  </a:ext>
                </a:extLst>
              </p14:cNvPr>
              <p14:cNvContentPartPr/>
              <p14:nvPr/>
            </p14:nvContentPartPr>
            <p14:xfrm>
              <a:off x="4654322" y="4046430"/>
              <a:ext cx="437467" cy="500595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D3DA941C-C8BA-4C5E-815E-BC270CE17C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7296" y="4019439"/>
                <a:ext cx="491159" cy="5542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633DF831-F90A-4D17-8C9C-C063AFC42ECD}"/>
                  </a:ext>
                </a:extLst>
              </p14:cNvPr>
              <p14:cNvContentPartPr/>
              <p14:nvPr/>
            </p14:nvContentPartPr>
            <p14:xfrm>
              <a:off x="5987543" y="4079265"/>
              <a:ext cx="757340" cy="489640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633DF831-F90A-4D17-8C9C-C063AFC42EC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60547" y="4052263"/>
                <a:ext cx="810973" cy="543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B91E7302-74D5-4B1E-9386-6B524004DF72}"/>
                  </a:ext>
                </a:extLst>
              </p14:cNvPr>
              <p14:cNvContentPartPr/>
              <p14:nvPr/>
            </p14:nvContentPartPr>
            <p14:xfrm>
              <a:off x="5266982" y="3046507"/>
              <a:ext cx="421576" cy="593099"/>
            </p14:xfrm>
          </p:contentPart>
        </mc:Choice>
        <mc:Fallback xmlns=""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B91E7302-74D5-4B1E-9386-6B524004DF7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39981" y="3019482"/>
                <a:ext cx="475218" cy="646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77DD1AAF-7E28-4025-95A7-01BDD906468E}"/>
                  </a:ext>
                </a:extLst>
              </p14:cNvPr>
              <p14:cNvContentPartPr/>
              <p14:nvPr/>
            </p14:nvContentPartPr>
            <p14:xfrm>
              <a:off x="5265464" y="2182979"/>
              <a:ext cx="383015" cy="538850"/>
            </p14:xfrm>
          </p:contentPart>
        </mc:Choice>
        <mc:Fallback xmlns=""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77DD1AAF-7E28-4025-95A7-01BDD906468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38466" y="2155946"/>
                <a:ext cx="436651" cy="592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79DC3E55-0689-4660-BBA7-5772E79E58D2}"/>
                  </a:ext>
                </a:extLst>
              </p14:cNvPr>
              <p14:cNvContentPartPr/>
              <p14:nvPr/>
            </p14:nvContentPartPr>
            <p14:xfrm>
              <a:off x="5226903" y="3952308"/>
              <a:ext cx="421576" cy="593099"/>
            </p14:xfrm>
          </p:contentPart>
        </mc:Choice>
        <mc:Fallback xmlns=""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79DC3E55-0689-4660-BBA7-5772E79E58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99902" y="3925283"/>
                <a:ext cx="475218" cy="646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筆跡 26">
                <a:extLst>
                  <a:ext uri="{FF2B5EF4-FFF2-40B4-BE49-F238E27FC236}">
                    <a16:creationId xmlns:a16="http://schemas.microsoft.com/office/drawing/2014/main" id="{65BA52AE-E0C5-45BB-8F63-2ABC0B902FEF}"/>
                  </a:ext>
                </a:extLst>
              </p14:cNvPr>
              <p14:cNvContentPartPr/>
              <p14:nvPr/>
            </p14:nvContentPartPr>
            <p14:xfrm>
              <a:off x="6373158" y="5412854"/>
              <a:ext cx="250678" cy="373908"/>
            </p14:xfrm>
          </p:contentPart>
        </mc:Choice>
        <mc:Fallback xmlns="">
          <p:pic>
            <p:nvPicPr>
              <p:cNvPr id="27" name="筆跡 26">
                <a:extLst>
                  <a:ext uri="{FF2B5EF4-FFF2-40B4-BE49-F238E27FC236}">
                    <a16:creationId xmlns:a16="http://schemas.microsoft.com/office/drawing/2014/main" id="{65BA52AE-E0C5-45BB-8F63-2ABC0B902FE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46106" y="5385838"/>
                <a:ext cx="304420" cy="427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A5D8321E-7778-4E75-88CF-47FD9FA7F3E6}"/>
                  </a:ext>
                </a:extLst>
              </p14:cNvPr>
              <p14:cNvContentPartPr/>
              <p14:nvPr/>
            </p14:nvContentPartPr>
            <p14:xfrm>
              <a:off x="6455634" y="5253185"/>
              <a:ext cx="42863" cy="609600"/>
            </p14:xfrm>
          </p:contentPart>
        </mc:Choice>
        <mc:Fallback xmlns=""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A5D8321E-7778-4E75-88CF-47FD9FA7F3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28391" y="5226164"/>
                <a:ext cx="96987" cy="663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筆跡 27">
                <a:extLst>
                  <a:ext uri="{FF2B5EF4-FFF2-40B4-BE49-F238E27FC236}">
                    <a16:creationId xmlns:a16="http://schemas.microsoft.com/office/drawing/2014/main" id="{B62B3A97-D4F9-4E1B-A728-E74E7F5B7975}"/>
                  </a:ext>
                </a:extLst>
              </p14:cNvPr>
              <p14:cNvContentPartPr/>
              <p14:nvPr/>
            </p14:nvContentPartPr>
            <p14:xfrm>
              <a:off x="5291530" y="2259873"/>
              <a:ext cx="326059" cy="473106"/>
            </p14:xfrm>
          </p:contentPart>
        </mc:Choice>
        <mc:Fallback xmlns="">
          <p:pic>
            <p:nvPicPr>
              <p:cNvPr id="28" name="筆跡 27">
                <a:extLst>
                  <a:ext uri="{FF2B5EF4-FFF2-40B4-BE49-F238E27FC236}">
                    <a16:creationId xmlns:a16="http://schemas.microsoft.com/office/drawing/2014/main" id="{B62B3A97-D4F9-4E1B-A728-E74E7F5B79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64509" y="2232849"/>
                <a:ext cx="379742" cy="526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筆跡 29">
                <a:extLst>
                  <a:ext uri="{FF2B5EF4-FFF2-40B4-BE49-F238E27FC236}">
                    <a16:creationId xmlns:a16="http://schemas.microsoft.com/office/drawing/2014/main" id="{5A6B46F7-9260-4D6D-88DC-B160BDC06AD3}"/>
                  </a:ext>
                </a:extLst>
              </p14:cNvPr>
              <p14:cNvContentPartPr/>
              <p14:nvPr/>
            </p14:nvContentPartPr>
            <p14:xfrm>
              <a:off x="5318313" y="3137023"/>
              <a:ext cx="326059" cy="473106"/>
            </p14:xfrm>
          </p:contentPart>
        </mc:Choice>
        <mc:Fallback xmlns="">
          <p:pic>
            <p:nvPicPr>
              <p:cNvPr id="30" name="筆跡 29">
                <a:extLst>
                  <a:ext uri="{FF2B5EF4-FFF2-40B4-BE49-F238E27FC236}">
                    <a16:creationId xmlns:a16="http://schemas.microsoft.com/office/drawing/2014/main" id="{5A6B46F7-9260-4D6D-88DC-B160BDC06AD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91292" y="3109999"/>
                <a:ext cx="379742" cy="526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75E717A2-9A95-4312-A3A1-2446C7362DE2}"/>
                  </a:ext>
                </a:extLst>
              </p14:cNvPr>
              <p14:cNvContentPartPr/>
              <p14:nvPr/>
            </p14:nvContentPartPr>
            <p14:xfrm>
              <a:off x="5310831" y="4049788"/>
              <a:ext cx="326059" cy="473106"/>
            </p14:xfrm>
          </p:contentPart>
        </mc:Choice>
        <mc:Fallback xmlns=""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75E717A2-9A95-4312-A3A1-2446C7362DE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83810" y="4022764"/>
                <a:ext cx="379742" cy="526794"/>
              </a:xfrm>
              <a:prstGeom prst="rect">
                <a:avLst/>
              </a:prstGeom>
            </p:spPr>
          </p:pic>
        </mc:Fallback>
      </mc:AlternateContent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2AD549B-8025-49B3-B24A-265126843D52}"/>
              </a:ext>
            </a:extLst>
          </p:cNvPr>
          <p:cNvCxnSpPr>
            <a:cxnSpLocks/>
          </p:cNvCxnSpPr>
          <p:nvPr/>
        </p:nvCxnSpPr>
        <p:spPr>
          <a:xfrm>
            <a:off x="9608344" y="0"/>
            <a:ext cx="0" cy="685800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62">
                <a:extLst>
                  <a:ext uri="{FF2B5EF4-FFF2-40B4-BE49-F238E27FC236}">
                    <a16:creationId xmlns:a16="http://schemas.microsoft.com/office/drawing/2014/main" id="{8AB13772-03C0-4F4A-AF22-28CFC3BF17E8}"/>
                  </a:ext>
                </a:extLst>
              </p:cNvPr>
              <p:cNvSpPr txBox="1"/>
              <p:nvPr/>
            </p:nvSpPr>
            <p:spPr>
              <a:xfrm>
                <a:off x="10376631" y="-294149"/>
                <a:ext cx="10911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文字方塊 62">
                <a:extLst>
                  <a:ext uri="{FF2B5EF4-FFF2-40B4-BE49-F238E27FC236}">
                    <a16:creationId xmlns:a16="http://schemas.microsoft.com/office/drawing/2014/main" id="{8AB13772-03C0-4F4A-AF22-28CFC3BF1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631" y="-294149"/>
                <a:ext cx="1091142" cy="132343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76DC6747-1701-49BB-A3A8-0DF18264C96A}"/>
              </a:ext>
            </a:extLst>
          </p:cNvPr>
          <p:cNvSpPr txBox="1"/>
          <p:nvPr/>
        </p:nvSpPr>
        <p:spPr>
          <a:xfrm>
            <a:off x="9409303" y="769562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00B050"/>
                </a:solidFill>
              </a:rPr>
              <a:t>Greater than</a:t>
            </a:r>
            <a:endParaRPr lang="zh-HK" altLang="en-US" sz="24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62">
                <a:extLst>
                  <a:ext uri="{FF2B5EF4-FFF2-40B4-BE49-F238E27FC236}">
                    <a16:creationId xmlns:a16="http://schemas.microsoft.com/office/drawing/2014/main" id="{6A461400-B74C-4001-8027-D0EDD8628C6A}"/>
                  </a:ext>
                </a:extLst>
              </p:cNvPr>
              <p:cNvSpPr txBox="1"/>
              <p:nvPr/>
            </p:nvSpPr>
            <p:spPr>
              <a:xfrm rot="10800000">
                <a:off x="10371037" y="1172987"/>
                <a:ext cx="10911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文字方塊 62">
                <a:extLst>
                  <a:ext uri="{FF2B5EF4-FFF2-40B4-BE49-F238E27FC236}">
                    <a16:creationId xmlns:a16="http://schemas.microsoft.com/office/drawing/2014/main" id="{6A461400-B74C-4001-8027-D0EDD8628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10371037" y="1172987"/>
                <a:ext cx="1091142" cy="132343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BE6EBA8F-B90A-4D81-9FA4-DE792E8ED0C2}"/>
              </a:ext>
            </a:extLst>
          </p:cNvPr>
          <p:cNvSpPr txBox="1"/>
          <p:nvPr/>
        </p:nvSpPr>
        <p:spPr>
          <a:xfrm>
            <a:off x="9357520" y="2140278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FFC000"/>
                </a:solidFill>
              </a:rPr>
              <a:t>Smaller than</a:t>
            </a:r>
            <a:endParaRPr lang="zh-HK" altLang="en-US" sz="2400" b="1" dirty="0">
              <a:solidFill>
                <a:srgbClr val="FFC000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443C858-CE24-46AC-94CE-46D0B68DE2E0}"/>
              </a:ext>
            </a:extLst>
          </p:cNvPr>
          <p:cNvSpPr txBox="1"/>
          <p:nvPr/>
        </p:nvSpPr>
        <p:spPr>
          <a:xfrm>
            <a:off x="9242044" y="3359347"/>
            <a:ext cx="3376925" cy="62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rgbClr val="7030A0"/>
                </a:solidFill>
              </a:rPr>
              <a:t>Greater than or equal to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652D6A9-0323-4BCE-BE07-DBB5AF3BB66F}"/>
              </a:ext>
            </a:extLst>
          </p:cNvPr>
          <p:cNvSpPr txBox="1"/>
          <p:nvPr/>
        </p:nvSpPr>
        <p:spPr>
          <a:xfrm>
            <a:off x="9805286" y="3711756"/>
            <a:ext cx="2384736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en-US" altLang="zh-HK" sz="2000" b="1" dirty="0">
                <a:solidFill>
                  <a:srgbClr val="FF0000"/>
                </a:solidFill>
              </a:rPr>
              <a:t>Not</a:t>
            </a:r>
            <a:r>
              <a:rPr lang="en-US" altLang="zh-HK" sz="2000" b="1" dirty="0">
                <a:solidFill>
                  <a:srgbClr val="7030A0"/>
                </a:solidFill>
              </a:rPr>
              <a:t> smaller than</a:t>
            </a: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8C98B924-8E66-404B-BDB1-6156A9A813F9}"/>
              </a:ext>
            </a:extLst>
          </p:cNvPr>
          <p:cNvGrpSpPr/>
          <p:nvPr/>
        </p:nvGrpSpPr>
        <p:grpSpPr>
          <a:xfrm>
            <a:off x="10368955" y="2342946"/>
            <a:ext cx="1091142" cy="1323439"/>
            <a:chOff x="6751103" y="1563081"/>
            <a:chExt cx="1091142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62">
                  <a:extLst>
                    <a:ext uri="{FF2B5EF4-FFF2-40B4-BE49-F238E27FC236}">
                      <a16:creationId xmlns:a16="http://schemas.microsoft.com/office/drawing/2014/main" id="{B7CFE16D-64BF-4BFC-846B-B9F27D719A02}"/>
                    </a:ext>
                  </a:extLst>
                </p:cNvPr>
                <p:cNvSpPr txBox="1"/>
                <p:nvPr/>
              </p:nvSpPr>
              <p:spPr>
                <a:xfrm>
                  <a:off x="6751103" y="1563081"/>
                  <a:ext cx="1091142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8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zh-HK" altLang="en-US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字方塊 62">
                  <a:extLst>
                    <a:ext uri="{FF2B5EF4-FFF2-40B4-BE49-F238E27FC236}">
                      <a16:creationId xmlns:a16="http://schemas.microsoft.com/office/drawing/2014/main" id="{B7CFE16D-64BF-4BFC-846B-B9F27D719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1103" y="1563081"/>
                  <a:ext cx="1091142" cy="132343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EFB0618D-44C0-4E59-82A7-C6597CA21561}"/>
                </a:ext>
              </a:extLst>
            </p:cNvPr>
            <p:cNvCxnSpPr>
              <a:cxnSpLocks/>
            </p:cNvCxnSpPr>
            <p:nvPr/>
          </p:nvCxnSpPr>
          <p:spPr>
            <a:xfrm>
              <a:off x="6989224" y="2677093"/>
              <a:ext cx="63025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6914C95-04CD-45FA-8B72-A98E79190AA0}"/>
              </a:ext>
            </a:extLst>
          </p:cNvPr>
          <p:cNvSpPr txBox="1"/>
          <p:nvPr/>
        </p:nvSpPr>
        <p:spPr>
          <a:xfrm>
            <a:off x="9234888" y="5685524"/>
            <a:ext cx="3376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chemeClr val="accent1"/>
                </a:solidFill>
              </a:rPr>
              <a:t>Smaller than or equal to </a:t>
            </a:r>
            <a:endParaRPr lang="zh-HK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E75FD71-D1E9-4FBF-98D5-C192468E6F0B}"/>
              </a:ext>
            </a:extLst>
          </p:cNvPr>
          <p:cNvSpPr txBox="1"/>
          <p:nvPr/>
        </p:nvSpPr>
        <p:spPr>
          <a:xfrm>
            <a:off x="9684486" y="5806656"/>
            <a:ext cx="2384736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en-US" altLang="zh-HK" sz="2000" b="1" dirty="0">
                <a:solidFill>
                  <a:srgbClr val="FF0000"/>
                </a:solidFill>
              </a:rPr>
              <a:t>Not </a:t>
            </a:r>
            <a:r>
              <a:rPr lang="en-US" altLang="zh-HK" sz="2000" b="1" dirty="0">
                <a:solidFill>
                  <a:schemeClr val="accent1"/>
                </a:solidFill>
              </a:rPr>
              <a:t>greater than</a:t>
            </a: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4DAD7F54-DFDA-4867-B999-37F9FCBA1CF0}"/>
              </a:ext>
            </a:extLst>
          </p:cNvPr>
          <p:cNvGrpSpPr/>
          <p:nvPr/>
        </p:nvGrpSpPr>
        <p:grpSpPr>
          <a:xfrm>
            <a:off x="10359993" y="4500288"/>
            <a:ext cx="1091142" cy="1323439"/>
            <a:chOff x="9755231" y="1679183"/>
            <a:chExt cx="1091142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62">
                  <a:extLst>
                    <a:ext uri="{FF2B5EF4-FFF2-40B4-BE49-F238E27FC236}">
                      <a16:creationId xmlns:a16="http://schemas.microsoft.com/office/drawing/2014/main" id="{8EA9819C-FE9B-4C46-896A-5350E5089DED}"/>
                    </a:ext>
                  </a:extLst>
                </p:cNvPr>
                <p:cNvSpPr txBox="1"/>
                <p:nvPr/>
              </p:nvSpPr>
              <p:spPr>
                <a:xfrm>
                  <a:off x="9755231" y="1679183"/>
                  <a:ext cx="1091142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8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HK" altLang="en-US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62">
                  <a:extLst>
                    <a:ext uri="{FF2B5EF4-FFF2-40B4-BE49-F238E27FC236}">
                      <a16:creationId xmlns:a16="http://schemas.microsoft.com/office/drawing/2014/main" id="{8EA9819C-FE9B-4C46-896A-5350E5089D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5231" y="1679183"/>
                  <a:ext cx="1091142" cy="132343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4BF66DA0-FD43-43E4-A2F8-23592600F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005847" y="2828758"/>
              <a:ext cx="602456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9148CCB-A648-4960-A54A-A1372A02734B}"/>
              </a:ext>
            </a:extLst>
          </p:cNvPr>
          <p:cNvCxnSpPr>
            <a:cxnSpLocks/>
          </p:cNvCxnSpPr>
          <p:nvPr/>
        </p:nvCxnSpPr>
        <p:spPr>
          <a:xfrm flipV="1">
            <a:off x="9608344" y="1284677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74529CAD-03B8-4AB4-B473-596B2BC0C580}"/>
              </a:ext>
            </a:extLst>
          </p:cNvPr>
          <p:cNvCxnSpPr>
            <a:cxnSpLocks/>
          </p:cNvCxnSpPr>
          <p:nvPr/>
        </p:nvCxnSpPr>
        <p:spPr>
          <a:xfrm flipV="1">
            <a:off x="9585026" y="2587325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B9C87759-D15C-41A2-A162-C210C95C9CD4}"/>
              </a:ext>
            </a:extLst>
          </p:cNvPr>
          <p:cNvCxnSpPr>
            <a:cxnSpLocks/>
          </p:cNvCxnSpPr>
          <p:nvPr/>
        </p:nvCxnSpPr>
        <p:spPr>
          <a:xfrm flipV="1">
            <a:off x="9586710" y="4741831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39ED2462-0B66-435B-9EAD-4858BB281996}"/>
              </a:ext>
            </a:extLst>
          </p:cNvPr>
          <p:cNvCxnSpPr>
            <a:cxnSpLocks/>
          </p:cNvCxnSpPr>
          <p:nvPr/>
        </p:nvCxnSpPr>
        <p:spPr>
          <a:xfrm>
            <a:off x="1848719" y="1106080"/>
            <a:ext cx="40595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D39D3722-1309-42CD-9067-C788A9123133}"/>
              </a:ext>
            </a:extLst>
          </p:cNvPr>
          <p:cNvCxnSpPr>
            <a:cxnSpLocks/>
          </p:cNvCxnSpPr>
          <p:nvPr/>
        </p:nvCxnSpPr>
        <p:spPr>
          <a:xfrm>
            <a:off x="1408257" y="1543489"/>
            <a:ext cx="5014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65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36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93EA291-6101-4F21-9EB5-E37933013D70}"/>
              </a:ext>
            </a:extLst>
          </p:cNvPr>
          <p:cNvSpPr txBox="1"/>
          <p:nvPr/>
        </p:nvSpPr>
        <p:spPr>
          <a:xfrm>
            <a:off x="1507780" y="594744"/>
            <a:ext cx="79881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dirty="0"/>
              <a:t>There are 10 green balls and some red balls in a bag. If the number of green balls is less than three times the number of red balls by </a:t>
            </a:r>
            <a:r>
              <a:rPr lang="en-US" altLang="zh-HK" sz="3000" dirty="0">
                <a:solidFill>
                  <a:srgbClr val="7030A0"/>
                </a:solidFill>
              </a:rPr>
              <a:t>at least </a:t>
            </a:r>
            <a:r>
              <a:rPr lang="en-US" altLang="zh-HK" sz="3000" dirty="0"/>
              <a:t>7, at least how many red balls are there in the bag?</a:t>
            </a:r>
            <a:endParaRPr lang="zh-HK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A6CEA4-8C23-4F74-AE8D-67D8D85C481E}"/>
                  </a:ext>
                </a:extLst>
              </p:cNvPr>
              <p:cNvSpPr txBox="1"/>
              <p:nvPr/>
            </p:nvSpPr>
            <p:spPr>
              <a:xfrm>
                <a:off x="3724210" y="5829462"/>
                <a:ext cx="35727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4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zh-HK" sz="4000" dirty="0"/>
                  <a:t> The value is  </a:t>
                </a:r>
                <a:r>
                  <a:rPr lang="en-US" altLang="zh-HK" sz="40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HK" sz="4000" dirty="0"/>
                  <a:t>.</a:t>
                </a:r>
                <a:endParaRPr lang="zh-HK" altLang="en-US" sz="4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A6CEA4-8C23-4F74-AE8D-67D8D85C4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10" y="5829462"/>
                <a:ext cx="3572756" cy="707886"/>
              </a:xfrm>
              <a:prstGeom prst="rect">
                <a:avLst/>
              </a:prstGeom>
              <a:blipFill>
                <a:blip r:embed="rId4"/>
                <a:stretch>
                  <a:fillRect t="-15517" r="-9556" b="-3620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7E64BE8-6D3E-4A21-994E-C21038FD3B8E}"/>
                  </a:ext>
                </a:extLst>
              </p:cNvPr>
              <p:cNvSpPr txBox="1"/>
              <p:nvPr/>
            </p:nvSpPr>
            <p:spPr>
              <a:xfrm>
                <a:off x="1948246" y="2725738"/>
                <a:ext cx="67688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Let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HK" altLang="en-US" sz="2400" dirty="0"/>
                  <a:t> </a:t>
                </a:r>
                <a:r>
                  <a:rPr lang="en-US" altLang="zh-HK" sz="2400" dirty="0"/>
                  <a:t>be the number of red balls in the bag.</a:t>
                </a:r>
                <a:endParaRPr lang="zh-HK" altLang="en-US" sz="24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7E64BE8-6D3E-4A21-994E-C21038FD3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246" y="2725738"/>
                <a:ext cx="6768811" cy="461665"/>
              </a:xfrm>
              <a:prstGeom prst="rect">
                <a:avLst/>
              </a:prstGeom>
              <a:blipFill>
                <a:blip r:embed="rId5"/>
                <a:stretch>
                  <a:fillRect l="-1441" t="-10526" b="-28947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C150033C-2FFC-441F-A4EC-5707DFCA250C}"/>
                  </a:ext>
                </a:extLst>
              </p14:cNvPr>
              <p14:cNvContentPartPr/>
              <p14:nvPr/>
            </p14:nvContentPartPr>
            <p14:xfrm>
              <a:off x="3619079" y="3296066"/>
              <a:ext cx="1625936" cy="399069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C150033C-2FFC-441F-A4EC-5707DFCA25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92070" y="3269053"/>
                <a:ext cx="1679594" cy="4527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60F96139-2DE3-4D06-B28B-A71F97128923}"/>
                  </a:ext>
                </a:extLst>
              </p14:cNvPr>
              <p14:cNvContentPartPr/>
              <p14:nvPr/>
            </p14:nvContentPartPr>
            <p14:xfrm>
              <a:off x="5499266" y="3296066"/>
              <a:ext cx="326059" cy="473106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60F96139-2DE3-4D06-B28B-A71F9712892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72245" y="3269042"/>
                <a:ext cx="379742" cy="526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3C4F75A7-DE02-4C4B-B8CF-C00104539EC6}"/>
                  </a:ext>
                </a:extLst>
              </p14:cNvPr>
              <p14:cNvContentPartPr/>
              <p14:nvPr/>
            </p14:nvContentPartPr>
            <p14:xfrm>
              <a:off x="6043418" y="3259047"/>
              <a:ext cx="367033" cy="473106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3C4F75A7-DE02-4C4B-B8CF-C00104539EC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16430" y="3232043"/>
                <a:ext cx="420649" cy="526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C83B41CF-BA3E-46B5-BCD4-E7A873DF7E46}"/>
                  </a:ext>
                </a:extLst>
              </p14:cNvPr>
              <p14:cNvContentPartPr/>
              <p14:nvPr/>
            </p14:nvContentPartPr>
            <p14:xfrm>
              <a:off x="4570113" y="4084903"/>
              <a:ext cx="674902" cy="397001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C83B41CF-BA3E-46B5-BCD4-E7A873DF7E4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543131" y="4057908"/>
                <a:ext cx="728506" cy="450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88E4674E-B7F7-44AE-83EF-8A076A996695}"/>
                  </a:ext>
                </a:extLst>
              </p14:cNvPr>
              <p14:cNvContentPartPr/>
              <p14:nvPr/>
            </p14:nvContentPartPr>
            <p14:xfrm>
              <a:off x="6097549" y="4084903"/>
              <a:ext cx="515612" cy="473106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88E4674E-B7F7-44AE-83EF-8A076A99669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70563" y="4057920"/>
                <a:ext cx="569224" cy="526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B8B20859-1918-4753-B4B8-D8054747A4D1}"/>
                  </a:ext>
                </a:extLst>
              </p14:cNvPr>
              <p14:cNvContentPartPr/>
              <p14:nvPr/>
            </p14:nvContentPartPr>
            <p14:xfrm>
              <a:off x="4959510" y="4929712"/>
              <a:ext cx="328613" cy="343694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B8B20859-1918-4753-B4B8-D8054747A4D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32486" y="4902720"/>
                <a:ext cx="382301" cy="397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00244BDC-7959-4859-8169-17195ADAC248}"/>
                  </a:ext>
                </a:extLst>
              </p14:cNvPr>
              <p14:cNvContentPartPr/>
              <p14:nvPr/>
            </p14:nvContentPartPr>
            <p14:xfrm>
              <a:off x="6354767" y="4793511"/>
              <a:ext cx="552324" cy="777031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00244BDC-7959-4859-8169-17195ADAC24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27763" y="4766493"/>
                <a:ext cx="605972" cy="8307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3DB2888C-3668-46A1-BF58-9AA3F47C2CF0}"/>
                  </a:ext>
                </a:extLst>
              </p14:cNvPr>
              <p14:cNvContentPartPr/>
              <p14:nvPr/>
            </p14:nvContentPartPr>
            <p14:xfrm>
              <a:off x="5936629" y="4945500"/>
              <a:ext cx="318741" cy="371376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3DB2888C-3668-46A1-BF58-9AA3F47C2CF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09586" y="4918484"/>
                <a:ext cx="372465" cy="425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7E062046-1AA7-4240-9997-B8BD6CC2C51D}"/>
                  </a:ext>
                </a:extLst>
              </p14:cNvPr>
              <p14:cNvContentPartPr/>
              <p14:nvPr/>
            </p14:nvContentPartPr>
            <p14:xfrm>
              <a:off x="5510588" y="4089658"/>
              <a:ext cx="326059" cy="473106"/>
            </p14:xfrm>
          </p:contentPart>
        </mc:Choice>
        <mc:Fallback xmlns=""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7E062046-1AA7-4240-9997-B8BD6CC2C5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83567" y="4062634"/>
                <a:ext cx="379742" cy="526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8F7D645D-8849-45AD-A955-4F678C1ECC57}"/>
                  </a:ext>
                </a:extLst>
              </p14:cNvPr>
              <p14:cNvContentPartPr/>
              <p14:nvPr/>
            </p14:nvContentPartPr>
            <p14:xfrm>
              <a:off x="5499266" y="4880177"/>
              <a:ext cx="326059" cy="473106"/>
            </p14:xfrm>
          </p:contentPart>
        </mc:Choice>
        <mc:Fallback xmlns=""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8F7D645D-8849-45AD-A955-4F678C1ECC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72245" y="4853153"/>
                <a:ext cx="379742" cy="526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4B7EEA12-BEDF-4CE6-B2DE-AF2E302B0450}"/>
                  </a:ext>
                </a:extLst>
              </p14:cNvPr>
              <p14:cNvContentPartPr/>
              <p14:nvPr/>
            </p14:nvContentPartPr>
            <p14:xfrm>
              <a:off x="6907091" y="5924242"/>
              <a:ext cx="214775" cy="404712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4B7EEA12-BEDF-4CE6-B2DE-AF2E302B045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80424" y="5897237"/>
                <a:ext cx="268469" cy="458362"/>
              </a:xfrm>
              <a:prstGeom prst="rect">
                <a:avLst/>
              </a:prstGeom>
            </p:spPr>
          </p:pic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C3EBEB6B-1114-413B-8BBB-C77C285E4BAE}"/>
              </a:ext>
            </a:extLst>
          </p:cNvPr>
          <p:cNvCxnSpPr>
            <a:cxnSpLocks/>
          </p:cNvCxnSpPr>
          <p:nvPr/>
        </p:nvCxnSpPr>
        <p:spPr>
          <a:xfrm>
            <a:off x="9601356" y="27958"/>
            <a:ext cx="0" cy="685800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62">
                <a:extLst>
                  <a:ext uri="{FF2B5EF4-FFF2-40B4-BE49-F238E27FC236}">
                    <a16:creationId xmlns:a16="http://schemas.microsoft.com/office/drawing/2014/main" id="{855F3D01-49B1-4BE9-AA5A-954CD13EC365}"/>
                  </a:ext>
                </a:extLst>
              </p:cNvPr>
              <p:cNvSpPr txBox="1"/>
              <p:nvPr/>
            </p:nvSpPr>
            <p:spPr>
              <a:xfrm>
                <a:off x="10376631" y="-294149"/>
                <a:ext cx="10911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字方塊 62">
                <a:extLst>
                  <a:ext uri="{FF2B5EF4-FFF2-40B4-BE49-F238E27FC236}">
                    <a16:creationId xmlns:a16="http://schemas.microsoft.com/office/drawing/2014/main" id="{855F3D01-49B1-4BE9-AA5A-954CD13EC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631" y="-294149"/>
                <a:ext cx="1091142" cy="132343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E2EE52C8-680F-4EA1-9A0B-0746305AEA43}"/>
              </a:ext>
            </a:extLst>
          </p:cNvPr>
          <p:cNvSpPr txBox="1"/>
          <p:nvPr/>
        </p:nvSpPr>
        <p:spPr>
          <a:xfrm>
            <a:off x="9409303" y="769562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00B050"/>
                </a:solidFill>
              </a:rPr>
              <a:t>Greater than</a:t>
            </a:r>
            <a:endParaRPr lang="zh-HK" altLang="en-US" sz="24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62">
                <a:extLst>
                  <a:ext uri="{FF2B5EF4-FFF2-40B4-BE49-F238E27FC236}">
                    <a16:creationId xmlns:a16="http://schemas.microsoft.com/office/drawing/2014/main" id="{10FF9E3E-B46B-4F91-B524-16D89625A33F}"/>
                  </a:ext>
                </a:extLst>
              </p:cNvPr>
              <p:cNvSpPr txBox="1"/>
              <p:nvPr/>
            </p:nvSpPr>
            <p:spPr>
              <a:xfrm rot="10800000">
                <a:off x="10371037" y="1172987"/>
                <a:ext cx="10911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文字方塊 62">
                <a:extLst>
                  <a:ext uri="{FF2B5EF4-FFF2-40B4-BE49-F238E27FC236}">
                    <a16:creationId xmlns:a16="http://schemas.microsoft.com/office/drawing/2014/main" id="{10FF9E3E-B46B-4F91-B524-16D89625A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10371037" y="1172987"/>
                <a:ext cx="1091142" cy="132343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D96E12CD-AAAB-420F-9912-D1E061D46C57}"/>
              </a:ext>
            </a:extLst>
          </p:cNvPr>
          <p:cNvSpPr txBox="1"/>
          <p:nvPr/>
        </p:nvSpPr>
        <p:spPr>
          <a:xfrm>
            <a:off x="9357520" y="2140278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FFC000"/>
                </a:solidFill>
              </a:rPr>
              <a:t>Smaller than</a:t>
            </a:r>
            <a:endParaRPr lang="zh-HK" altLang="en-US" sz="2400" b="1" dirty="0">
              <a:solidFill>
                <a:srgbClr val="FFC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D0B501B-03FD-4C17-9BD6-079FCEEB80FB}"/>
              </a:ext>
            </a:extLst>
          </p:cNvPr>
          <p:cNvSpPr txBox="1"/>
          <p:nvPr/>
        </p:nvSpPr>
        <p:spPr>
          <a:xfrm>
            <a:off x="9242044" y="3359347"/>
            <a:ext cx="3376925" cy="62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rgbClr val="7030A0"/>
                </a:solidFill>
              </a:rPr>
              <a:t>Greater than or equal to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0CDCA62-B376-41DE-8807-B0D2B2CF1B5D}"/>
              </a:ext>
            </a:extLst>
          </p:cNvPr>
          <p:cNvSpPr txBox="1"/>
          <p:nvPr/>
        </p:nvSpPr>
        <p:spPr>
          <a:xfrm>
            <a:off x="9805286" y="3711756"/>
            <a:ext cx="2384736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en-US" altLang="zh-HK" sz="2000" b="1" dirty="0">
                <a:solidFill>
                  <a:srgbClr val="FF0000"/>
                </a:solidFill>
              </a:rPr>
              <a:t>Not</a:t>
            </a:r>
            <a:r>
              <a:rPr lang="en-US" altLang="zh-HK" sz="2000" b="1" dirty="0">
                <a:solidFill>
                  <a:srgbClr val="7030A0"/>
                </a:solidFill>
              </a:rPr>
              <a:t> smaller than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57B1D07-A132-4FB5-983B-8C228F43B083}"/>
              </a:ext>
            </a:extLst>
          </p:cNvPr>
          <p:cNvSpPr txBox="1"/>
          <p:nvPr/>
        </p:nvSpPr>
        <p:spPr>
          <a:xfrm>
            <a:off x="10013686" y="4070337"/>
            <a:ext cx="1615401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rgbClr val="7030A0"/>
                </a:solidFill>
              </a:rPr>
              <a:t>At least</a:t>
            </a:r>
            <a:endParaRPr lang="zh-HK" altLang="en-US" sz="2000" b="1" dirty="0">
              <a:solidFill>
                <a:srgbClr val="7030A0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C31C31A-3277-4AD9-A119-04E8EC62223F}"/>
              </a:ext>
            </a:extLst>
          </p:cNvPr>
          <p:cNvGrpSpPr/>
          <p:nvPr/>
        </p:nvGrpSpPr>
        <p:grpSpPr>
          <a:xfrm>
            <a:off x="10368955" y="2342946"/>
            <a:ext cx="1091142" cy="1323439"/>
            <a:chOff x="6751103" y="1563081"/>
            <a:chExt cx="1091142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62">
                  <a:extLst>
                    <a:ext uri="{FF2B5EF4-FFF2-40B4-BE49-F238E27FC236}">
                      <a16:creationId xmlns:a16="http://schemas.microsoft.com/office/drawing/2014/main" id="{1A8F9DB2-82BD-47F8-AFEF-DEBFD2C0FCC8}"/>
                    </a:ext>
                  </a:extLst>
                </p:cNvPr>
                <p:cNvSpPr txBox="1"/>
                <p:nvPr/>
              </p:nvSpPr>
              <p:spPr>
                <a:xfrm>
                  <a:off x="6751103" y="1563081"/>
                  <a:ext cx="1091142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8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zh-HK" altLang="en-US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字方塊 62">
                  <a:extLst>
                    <a:ext uri="{FF2B5EF4-FFF2-40B4-BE49-F238E27FC236}">
                      <a16:creationId xmlns:a16="http://schemas.microsoft.com/office/drawing/2014/main" id="{1A8F9DB2-82BD-47F8-AFEF-DEBFD2C0F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1103" y="1563081"/>
                  <a:ext cx="1091142" cy="132343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F9A08844-968E-4870-81BE-2ACD3416BA5C}"/>
                </a:ext>
              </a:extLst>
            </p:cNvPr>
            <p:cNvCxnSpPr>
              <a:cxnSpLocks/>
            </p:cNvCxnSpPr>
            <p:nvPr/>
          </p:nvCxnSpPr>
          <p:spPr>
            <a:xfrm>
              <a:off x="6989224" y="2677093"/>
              <a:ext cx="63025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34B248C-F94D-4611-9605-0E269A95B02B}"/>
              </a:ext>
            </a:extLst>
          </p:cNvPr>
          <p:cNvSpPr txBox="1"/>
          <p:nvPr/>
        </p:nvSpPr>
        <p:spPr>
          <a:xfrm>
            <a:off x="9234888" y="5685524"/>
            <a:ext cx="3376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chemeClr val="accent1"/>
                </a:solidFill>
              </a:rPr>
              <a:t>Smaller than or equal to </a:t>
            </a:r>
            <a:endParaRPr lang="zh-HK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CF392A1-2BDB-41BF-A815-CB73E095C064}"/>
              </a:ext>
            </a:extLst>
          </p:cNvPr>
          <p:cNvSpPr txBox="1"/>
          <p:nvPr/>
        </p:nvSpPr>
        <p:spPr>
          <a:xfrm>
            <a:off x="9684486" y="5806656"/>
            <a:ext cx="2384736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en-US" altLang="zh-HK" sz="2000" b="1" dirty="0">
                <a:solidFill>
                  <a:srgbClr val="FF0000"/>
                </a:solidFill>
              </a:rPr>
              <a:t>Not</a:t>
            </a:r>
            <a:r>
              <a:rPr lang="en-US" altLang="zh-HK" sz="2000" b="1" dirty="0">
                <a:solidFill>
                  <a:schemeClr val="accent1"/>
                </a:solidFill>
              </a:rPr>
              <a:t> greater than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5B9D5F2-B257-4E27-8B1E-1C42FDB59943}"/>
              </a:ext>
            </a:extLst>
          </p:cNvPr>
          <p:cNvSpPr txBox="1"/>
          <p:nvPr/>
        </p:nvSpPr>
        <p:spPr>
          <a:xfrm>
            <a:off x="10106825" y="6117510"/>
            <a:ext cx="1615401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000" b="1" dirty="0">
                <a:solidFill>
                  <a:schemeClr val="accent1"/>
                </a:solidFill>
              </a:rPr>
              <a:t>At most</a:t>
            </a:r>
            <a:endParaRPr lang="zh-HK" altLang="en-US" sz="2000" b="1" dirty="0">
              <a:solidFill>
                <a:schemeClr val="accent1"/>
              </a:solidFill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39CE0F10-94AC-44CC-BDFE-6AEF69DE45D5}"/>
              </a:ext>
            </a:extLst>
          </p:cNvPr>
          <p:cNvGrpSpPr/>
          <p:nvPr/>
        </p:nvGrpSpPr>
        <p:grpSpPr>
          <a:xfrm>
            <a:off x="10359993" y="4500288"/>
            <a:ext cx="1091142" cy="1323439"/>
            <a:chOff x="9755231" y="1679183"/>
            <a:chExt cx="1091142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62">
                  <a:extLst>
                    <a:ext uri="{FF2B5EF4-FFF2-40B4-BE49-F238E27FC236}">
                      <a16:creationId xmlns:a16="http://schemas.microsoft.com/office/drawing/2014/main" id="{00861CEA-580D-4251-9B66-B6C7B73C1015}"/>
                    </a:ext>
                  </a:extLst>
                </p:cNvPr>
                <p:cNvSpPr txBox="1"/>
                <p:nvPr/>
              </p:nvSpPr>
              <p:spPr>
                <a:xfrm>
                  <a:off x="9755231" y="1679183"/>
                  <a:ext cx="1091142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8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HK" altLang="en-US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字方塊 62">
                  <a:extLst>
                    <a:ext uri="{FF2B5EF4-FFF2-40B4-BE49-F238E27FC236}">
                      <a16:creationId xmlns:a16="http://schemas.microsoft.com/office/drawing/2014/main" id="{00861CEA-580D-4251-9B66-B6C7B73C1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5231" y="1679183"/>
                  <a:ext cx="1091142" cy="132343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1BCC944D-AF42-47FD-8CEE-BA3D482F311B}"/>
                </a:ext>
              </a:extLst>
            </p:cNvPr>
            <p:cNvCxnSpPr>
              <a:cxnSpLocks/>
            </p:cNvCxnSpPr>
            <p:nvPr/>
          </p:nvCxnSpPr>
          <p:spPr>
            <a:xfrm>
              <a:off x="10005847" y="2828758"/>
              <a:ext cx="602456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0FA03D4F-2247-42DA-8E3B-6F243112B5B3}"/>
              </a:ext>
            </a:extLst>
          </p:cNvPr>
          <p:cNvCxnSpPr>
            <a:cxnSpLocks/>
          </p:cNvCxnSpPr>
          <p:nvPr/>
        </p:nvCxnSpPr>
        <p:spPr>
          <a:xfrm flipV="1">
            <a:off x="9608344" y="1284677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991726E1-57D5-4FCD-BF59-D505545555F7}"/>
              </a:ext>
            </a:extLst>
          </p:cNvPr>
          <p:cNvCxnSpPr>
            <a:cxnSpLocks/>
          </p:cNvCxnSpPr>
          <p:nvPr/>
        </p:nvCxnSpPr>
        <p:spPr>
          <a:xfrm flipV="1">
            <a:off x="9585026" y="2587325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85CC71D3-6E0E-43AA-97D5-48684DF5D58B}"/>
              </a:ext>
            </a:extLst>
          </p:cNvPr>
          <p:cNvCxnSpPr>
            <a:cxnSpLocks/>
          </p:cNvCxnSpPr>
          <p:nvPr/>
        </p:nvCxnSpPr>
        <p:spPr>
          <a:xfrm flipV="1">
            <a:off x="9586710" y="4741831"/>
            <a:ext cx="2583656" cy="154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57A9342B-ED48-4B00-A413-F44F7DB002CC}"/>
              </a:ext>
            </a:extLst>
          </p:cNvPr>
          <p:cNvCxnSpPr>
            <a:cxnSpLocks/>
          </p:cNvCxnSpPr>
          <p:nvPr/>
        </p:nvCxnSpPr>
        <p:spPr>
          <a:xfrm>
            <a:off x="3243121" y="1509350"/>
            <a:ext cx="609915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5293C812-91D1-4A78-842A-813E474A3D0C}"/>
              </a:ext>
            </a:extLst>
          </p:cNvPr>
          <p:cNvCxnSpPr>
            <a:cxnSpLocks/>
          </p:cNvCxnSpPr>
          <p:nvPr/>
        </p:nvCxnSpPr>
        <p:spPr>
          <a:xfrm>
            <a:off x="1582492" y="1967875"/>
            <a:ext cx="4582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4E346114-8FF8-4A45-AE71-F77A7E02195A}"/>
              </a:ext>
            </a:extLst>
          </p:cNvPr>
          <p:cNvCxnSpPr>
            <a:cxnSpLocks/>
          </p:cNvCxnSpPr>
          <p:nvPr/>
        </p:nvCxnSpPr>
        <p:spPr>
          <a:xfrm>
            <a:off x="7831917" y="1967875"/>
            <a:ext cx="3519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99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29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62">
                <a:extLst>
                  <a:ext uri="{FF2B5EF4-FFF2-40B4-BE49-F238E27FC236}">
                    <a16:creationId xmlns:a16="http://schemas.microsoft.com/office/drawing/2014/main" id="{497805AF-57E2-4404-9620-99604E176592}"/>
                  </a:ext>
                </a:extLst>
              </p:cNvPr>
              <p:cNvSpPr txBox="1"/>
              <p:nvPr/>
            </p:nvSpPr>
            <p:spPr>
              <a:xfrm rot="10800000">
                <a:off x="3524009" y="449213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文字方塊 62">
                <a:extLst>
                  <a:ext uri="{FF2B5EF4-FFF2-40B4-BE49-F238E27FC236}">
                    <a16:creationId xmlns:a16="http://schemas.microsoft.com/office/drawing/2014/main" id="{497805AF-57E2-4404-9620-99604E176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524009" y="449213"/>
                <a:ext cx="1091142" cy="16312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62">
                <a:extLst>
                  <a:ext uri="{FF2B5EF4-FFF2-40B4-BE49-F238E27FC236}">
                    <a16:creationId xmlns:a16="http://schemas.microsoft.com/office/drawing/2014/main" id="{066D34FC-54C3-4C1C-8DE6-F834E566E138}"/>
                  </a:ext>
                </a:extLst>
              </p:cNvPr>
              <p:cNvSpPr txBox="1"/>
              <p:nvPr/>
            </p:nvSpPr>
            <p:spPr>
              <a:xfrm>
                <a:off x="1253390" y="334612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字方塊 62">
                <a:extLst>
                  <a:ext uri="{FF2B5EF4-FFF2-40B4-BE49-F238E27FC236}">
                    <a16:creationId xmlns:a16="http://schemas.microsoft.com/office/drawing/2014/main" id="{066D34FC-54C3-4C1C-8DE6-F834E566E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390" y="334612"/>
                <a:ext cx="1091142" cy="1631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D46D8CEA-FD19-4267-8EDE-F239CA9197DF}"/>
              </a:ext>
            </a:extLst>
          </p:cNvPr>
          <p:cNvSpPr txBox="1"/>
          <p:nvPr/>
        </p:nvSpPr>
        <p:spPr>
          <a:xfrm>
            <a:off x="235960" y="1849597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00B050"/>
                </a:solidFill>
              </a:rPr>
              <a:t>Greater than</a:t>
            </a:r>
            <a:endParaRPr lang="zh-HK" altLang="en-US" sz="2400" b="1" dirty="0">
              <a:solidFill>
                <a:srgbClr val="00B05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C3384E7-91C7-4507-98DB-D81C43ECCC16}"/>
              </a:ext>
            </a:extLst>
          </p:cNvPr>
          <p:cNvSpPr txBox="1"/>
          <p:nvPr/>
        </p:nvSpPr>
        <p:spPr>
          <a:xfrm>
            <a:off x="5312462" y="1612680"/>
            <a:ext cx="3376925" cy="727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400" b="1" dirty="0">
                <a:solidFill>
                  <a:srgbClr val="7030A0"/>
                </a:solidFill>
              </a:rPr>
              <a:t>Greater than or equal to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5026C98-88DE-44B5-9A1D-494B5230867D}"/>
              </a:ext>
            </a:extLst>
          </p:cNvPr>
          <p:cNvSpPr txBox="1"/>
          <p:nvPr/>
        </p:nvSpPr>
        <p:spPr>
          <a:xfrm>
            <a:off x="5875704" y="2050817"/>
            <a:ext cx="2384736" cy="727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en-US" altLang="zh-HK" sz="2400" b="1" dirty="0">
                <a:solidFill>
                  <a:srgbClr val="FF0000"/>
                </a:solidFill>
              </a:rPr>
              <a:t>Not</a:t>
            </a:r>
            <a:r>
              <a:rPr lang="en-US" altLang="zh-HK" sz="2400" b="1" dirty="0"/>
              <a:t> </a:t>
            </a:r>
            <a:r>
              <a:rPr lang="en-US" altLang="zh-HK" sz="2400" b="1" dirty="0">
                <a:solidFill>
                  <a:srgbClr val="7030A0"/>
                </a:solidFill>
              </a:rPr>
              <a:t>smaller than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B20AFFF-F121-4523-BB63-D6DBBDC94E03}"/>
              </a:ext>
            </a:extLst>
          </p:cNvPr>
          <p:cNvSpPr txBox="1"/>
          <p:nvPr/>
        </p:nvSpPr>
        <p:spPr>
          <a:xfrm>
            <a:off x="6084104" y="2537987"/>
            <a:ext cx="1615401" cy="727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400" b="1" dirty="0">
                <a:solidFill>
                  <a:srgbClr val="7030A0"/>
                </a:solidFill>
              </a:rPr>
              <a:t>At least</a:t>
            </a:r>
            <a:endParaRPr lang="zh-HK" altLang="en-US" sz="2400" b="1" dirty="0">
              <a:solidFill>
                <a:srgbClr val="7030A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2897C38-1459-495E-B0B2-357B1C2C2333}"/>
              </a:ext>
            </a:extLst>
          </p:cNvPr>
          <p:cNvGrpSpPr/>
          <p:nvPr/>
        </p:nvGrpSpPr>
        <p:grpSpPr>
          <a:xfrm>
            <a:off x="6439373" y="203370"/>
            <a:ext cx="1091142" cy="1631216"/>
            <a:chOff x="6751103" y="1563081"/>
            <a:chExt cx="1091142" cy="1631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62">
                  <a:extLst>
                    <a:ext uri="{FF2B5EF4-FFF2-40B4-BE49-F238E27FC236}">
                      <a16:creationId xmlns:a16="http://schemas.microsoft.com/office/drawing/2014/main" id="{45328C02-31CD-4BCE-9931-F495B3D13F08}"/>
                    </a:ext>
                  </a:extLst>
                </p:cNvPr>
                <p:cNvSpPr txBox="1"/>
                <p:nvPr/>
              </p:nvSpPr>
              <p:spPr>
                <a:xfrm>
                  <a:off x="6751103" y="1563081"/>
                  <a:ext cx="1091142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10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zh-HK" altLang="en-US" sz="1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62">
                  <a:extLst>
                    <a:ext uri="{FF2B5EF4-FFF2-40B4-BE49-F238E27FC236}">
                      <a16:creationId xmlns:a16="http://schemas.microsoft.com/office/drawing/2014/main" id="{45328C02-31CD-4BCE-9931-F495B3D13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1103" y="1563081"/>
                  <a:ext cx="1091142" cy="16312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62996C1-FB0A-4283-B8C1-5E04AD17569E}"/>
                </a:ext>
              </a:extLst>
            </p:cNvPr>
            <p:cNvCxnSpPr/>
            <p:nvPr/>
          </p:nvCxnSpPr>
          <p:spPr>
            <a:xfrm>
              <a:off x="6873631" y="2948556"/>
              <a:ext cx="846086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DA549A3-A36B-4281-9BC7-AEB5D4730EE4}"/>
              </a:ext>
            </a:extLst>
          </p:cNvPr>
          <p:cNvSpPr txBox="1"/>
          <p:nvPr/>
        </p:nvSpPr>
        <p:spPr>
          <a:xfrm>
            <a:off x="2566920" y="1874280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solidFill>
                  <a:srgbClr val="FFC000"/>
                </a:solidFill>
              </a:rPr>
              <a:t>Smaller than</a:t>
            </a:r>
            <a:endParaRPr lang="zh-HK" altLang="en-US" sz="2400" b="1" dirty="0">
              <a:solidFill>
                <a:srgbClr val="FFC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2F26A70-102A-4F2F-AA50-4804EE4007FF}"/>
              </a:ext>
            </a:extLst>
          </p:cNvPr>
          <p:cNvSpPr txBox="1"/>
          <p:nvPr/>
        </p:nvSpPr>
        <p:spPr>
          <a:xfrm>
            <a:off x="8857876" y="1884739"/>
            <a:ext cx="3376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400" b="1" dirty="0">
                <a:solidFill>
                  <a:schemeClr val="accent1"/>
                </a:solidFill>
              </a:rPr>
              <a:t>Smaller than or equal to </a:t>
            </a:r>
            <a:endParaRPr lang="zh-HK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C1CA463-E2B8-4C9E-9455-9BDDB1FED4B1}"/>
              </a:ext>
            </a:extLst>
          </p:cNvPr>
          <p:cNvSpPr txBox="1"/>
          <p:nvPr/>
        </p:nvSpPr>
        <p:spPr>
          <a:xfrm>
            <a:off x="9250322" y="2055879"/>
            <a:ext cx="2384736" cy="727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en-US" altLang="zh-HK" sz="2400" b="1" dirty="0">
                <a:solidFill>
                  <a:srgbClr val="FF0000"/>
                </a:solidFill>
              </a:rPr>
              <a:t>Not</a:t>
            </a:r>
            <a:r>
              <a:rPr lang="en-US" altLang="zh-HK" sz="2400" b="1" dirty="0"/>
              <a:t> </a:t>
            </a:r>
            <a:r>
              <a:rPr lang="en-US" altLang="zh-HK" sz="2400" b="1" dirty="0">
                <a:solidFill>
                  <a:schemeClr val="accent1"/>
                </a:solidFill>
              </a:rPr>
              <a:t>greater than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1B52B9E-78F1-4F3E-86F6-F196732D6479}"/>
              </a:ext>
            </a:extLst>
          </p:cNvPr>
          <p:cNvSpPr txBox="1"/>
          <p:nvPr/>
        </p:nvSpPr>
        <p:spPr>
          <a:xfrm>
            <a:off x="9458722" y="2496869"/>
            <a:ext cx="1615401" cy="727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HK" sz="2400" b="1" dirty="0">
                <a:solidFill>
                  <a:schemeClr val="accent1"/>
                </a:solidFill>
              </a:rPr>
              <a:t>At most</a:t>
            </a:r>
            <a:endParaRPr lang="zh-HK" altLang="en-US" sz="2400" b="1" dirty="0">
              <a:solidFill>
                <a:schemeClr val="accent1"/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073D2AC-8683-4BD1-9B9F-1EB04303CC6F}"/>
              </a:ext>
            </a:extLst>
          </p:cNvPr>
          <p:cNvGrpSpPr/>
          <p:nvPr/>
        </p:nvGrpSpPr>
        <p:grpSpPr>
          <a:xfrm>
            <a:off x="9755231" y="257525"/>
            <a:ext cx="1091142" cy="1631216"/>
            <a:chOff x="9755231" y="1602225"/>
            <a:chExt cx="1091142" cy="1631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62">
                  <a:extLst>
                    <a:ext uri="{FF2B5EF4-FFF2-40B4-BE49-F238E27FC236}">
                      <a16:creationId xmlns:a16="http://schemas.microsoft.com/office/drawing/2014/main" id="{3BF3B701-89F9-4E36-B287-DDB868082244}"/>
                    </a:ext>
                  </a:extLst>
                </p:cNvPr>
                <p:cNvSpPr txBox="1"/>
                <p:nvPr/>
              </p:nvSpPr>
              <p:spPr>
                <a:xfrm>
                  <a:off x="9755231" y="1602225"/>
                  <a:ext cx="1091142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HK" sz="10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HK" altLang="en-US" sz="1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字方塊 62">
                  <a:extLst>
                    <a:ext uri="{FF2B5EF4-FFF2-40B4-BE49-F238E27FC236}">
                      <a16:creationId xmlns:a16="http://schemas.microsoft.com/office/drawing/2014/main" id="{3BF3B701-89F9-4E36-B287-DDB868082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5231" y="1602225"/>
                  <a:ext cx="1091142" cy="163121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D20D566-B3C8-4264-BAA1-CE74EC289B14}"/>
                </a:ext>
              </a:extLst>
            </p:cNvPr>
            <p:cNvCxnSpPr/>
            <p:nvPr/>
          </p:nvCxnSpPr>
          <p:spPr>
            <a:xfrm>
              <a:off x="9898691" y="2958968"/>
              <a:ext cx="846086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62">
                <a:extLst>
                  <a:ext uri="{FF2B5EF4-FFF2-40B4-BE49-F238E27FC236}">
                    <a16:creationId xmlns:a16="http://schemas.microsoft.com/office/drawing/2014/main" id="{BA2A1BDB-B06B-4885-A2E9-1673CE82E7AF}"/>
                  </a:ext>
                </a:extLst>
              </p:cNvPr>
              <p:cNvSpPr txBox="1"/>
              <p:nvPr/>
            </p:nvSpPr>
            <p:spPr>
              <a:xfrm>
                <a:off x="1635914" y="3382527"/>
                <a:ext cx="22722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2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1" name="文字方塊 62">
                <a:extLst>
                  <a:ext uri="{FF2B5EF4-FFF2-40B4-BE49-F238E27FC236}">
                    <a16:creationId xmlns:a16="http://schemas.microsoft.com/office/drawing/2014/main" id="{BA2A1BDB-B06B-4885-A2E9-1673CE82E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914" y="3382527"/>
                <a:ext cx="2272242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62">
                <a:extLst>
                  <a:ext uri="{FF2B5EF4-FFF2-40B4-BE49-F238E27FC236}">
                    <a16:creationId xmlns:a16="http://schemas.microsoft.com/office/drawing/2014/main" id="{8453CC35-BBA8-491E-AE85-4EC03CBA9C83}"/>
                  </a:ext>
                </a:extLst>
              </p:cNvPr>
              <p:cNvSpPr txBox="1"/>
              <p:nvPr/>
            </p:nvSpPr>
            <p:spPr>
              <a:xfrm>
                <a:off x="5136915" y="3364725"/>
                <a:ext cx="374067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−3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22" name="文字方塊 62">
                <a:extLst>
                  <a:ext uri="{FF2B5EF4-FFF2-40B4-BE49-F238E27FC236}">
                    <a16:creationId xmlns:a16="http://schemas.microsoft.com/office/drawing/2014/main" id="{8453CC35-BBA8-491E-AE85-4EC03CBA9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915" y="3364725"/>
                <a:ext cx="3740677" cy="70788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7F87DBD-947E-4D8C-B7CA-0AA9C2492B1A}"/>
              </a:ext>
            </a:extLst>
          </p:cNvPr>
          <p:cNvCxnSpPr>
            <a:cxnSpLocks/>
          </p:cNvCxnSpPr>
          <p:nvPr/>
        </p:nvCxnSpPr>
        <p:spPr>
          <a:xfrm>
            <a:off x="455865" y="5830814"/>
            <a:ext cx="3770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F6524EA-172D-4217-B05A-D67608BC3634}"/>
              </a:ext>
            </a:extLst>
          </p:cNvPr>
          <p:cNvCxnSpPr>
            <a:cxnSpLocks/>
          </p:cNvCxnSpPr>
          <p:nvPr/>
        </p:nvCxnSpPr>
        <p:spPr>
          <a:xfrm>
            <a:off x="2609785" y="5553954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7873EC5-AC5B-498F-84B9-0E9F774D9AC7}"/>
              </a:ext>
            </a:extLst>
          </p:cNvPr>
          <p:cNvCxnSpPr>
            <a:cxnSpLocks/>
          </p:cNvCxnSpPr>
          <p:nvPr/>
        </p:nvCxnSpPr>
        <p:spPr>
          <a:xfrm>
            <a:off x="3331145" y="5553954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9CD8EDA-8A99-4E6F-8BA9-F1EDBC00F7F6}"/>
                  </a:ext>
                </a:extLst>
              </p:cNvPr>
              <p:cNvSpPr txBox="1"/>
              <p:nvPr/>
            </p:nvSpPr>
            <p:spPr>
              <a:xfrm>
                <a:off x="2401506" y="6082275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9CD8EDA-8A99-4E6F-8BA9-F1EDBC00F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506" y="6082275"/>
                <a:ext cx="416557" cy="4770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590C99E-A099-47C6-BA6B-85DF0514E3ED}"/>
                  </a:ext>
                </a:extLst>
              </p:cNvPr>
              <p:cNvSpPr txBox="1"/>
              <p:nvPr/>
            </p:nvSpPr>
            <p:spPr>
              <a:xfrm>
                <a:off x="3122866" y="6077194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590C99E-A099-47C6-BA6B-85DF0514E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866" y="6077194"/>
                <a:ext cx="416557" cy="477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7984892-2AC6-4F80-B22E-E8FC1BE91A91}"/>
              </a:ext>
            </a:extLst>
          </p:cNvPr>
          <p:cNvCxnSpPr>
            <a:cxnSpLocks/>
          </p:cNvCxnSpPr>
          <p:nvPr/>
        </p:nvCxnSpPr>
        <p:spPr>
          <a:xfrm>
            <a:off x="3331144" y="4601454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流程圖: 接點 28">
            <a:extLst>
              <a:ext uri="{FF2B5EF4-FFF2-40B4-BE49-F238E27FC236}">
                <a16:creationId xmlns:a16="http://schemas.microsoft.com/office/drawing/2014/main" id="{3EBEDD9C-F656-4DD0-A989-639F8037214F}"/>
              </a:ext>
            </a:extLst>
          </p:cNvPr>
          <p:cNvSpPr/>
          <p:nvPr/>
        </p:nvSpPr>
        <p:spPr>
          <a:xfrm>
            <a:off x="3234624" y="4394480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824EBAE0-BD32-4204-941A-ED563259460F}"/>
              </a:ext>
            </a:extLst>
          </p:cNvPr>
          <p:cNvCxnSpPr>
            <a:cxnSpLocks/>
          </p:cNvCxnSpPr>
          <p:nvPr/>
        </p:nvCxnSpPr>
        <p:spPr>
          <a:xfrm>
            <a:off x="6287635" y="4507546"/>
            <a:ext cx="17018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EBDF020C-0D95-4532-8657-0789FB12F314}"/>
              </a:ext>
            </a:extLst>
          </p:cNvPr>
          <p:cNvCxnSpPr>
            <a:cxnSpLocks/>
          </p:cNvCxnSpPr>
          <p:nvPr/>
        </p:nvCxnSpPr>
        <p:spPr>
          <a:xfrm>
            <a:off x="5105052" y="5830814"/>
            <a:ext cx="32226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B98DD97B-57D9-47FA-A0A6-C51CCF8063D2}"/>
              </a:ext>
            </a:extLst>
          </p:cNvPr>
          <p:cNvCxnSpPr>
            <a:cxnSpLocks/>
          </p:cNvCxnSpPr>
          <p:nvPr/>
        </p:nvCxnSpPr>
        <p:spPr>
          <a:xfrm>
            <a:off x="7258972" y="5553954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8D9AEF3-E754-45D1-8630-0B574E8660CA}"/>
              </a:ext>
            </a:extLst>
          </p:cNvPr>
          <p:cNvCxnSpPr>
            <a:cxnSpLocks/>
          </p:cNvCxnSpPr>
          <p:nvPr/>
        </p:nvCxnSpPr>
        <p:spPr>
          <a:xfrm>
            <a:off x="6169319" y="5528555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7DE6680-19A8-45E0-A4C9-FB3BA60EDC0B}"/>
                  </a:ext>
                </a:extLst>
              </p:cNvPr>
              <p:cNvSpPr txBox="1"/>
              <p:nvPr/>
            </p:nvSpPr>
            <p:spPr>
              <a:xfrm>
                <a:off x="7050693" y="6082275"/>
                <a:ext cx="4165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7DE6680-19A8-45E0-A4C9-FB3BA60E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693" y="6082275"/>
                <a:ext cx="416557" cy="4770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CB6035E-1929-4653-BCC1-19478847F37A}"/>
                  </a:ext>
                </a:extLst>
              </p:cNvPr>
              <p:cNvSpPr txBox="1"/>
              <p:nvPr/>
            </p:nvSpPr>
            <p:spPr>
              <a:xfrm>
                <a:off x="5914051" y="6074189"/>
                <a:ext cx="55243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HK" altLang="en-US" sz="25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CB6035E-1929-4653-BCC1-19478847F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051" y="6074189"/>
                <a:ext cx="552436" cy="477054"/>
              </a:xfrm>
              <a:prstGeom prst="rect">
                <a:avLst/>
              </a:prstGeom>
              <a:blipFill>
                <a:blip r:embed="rId20"/>
                <a:stretch>
                  <a:fillRect r="-10989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402639D7-CDFA-4064-8D91-F065EB442A25}"/>
              </a:ext>
            </a:extLst>
          </p:cNvPr>
          <p:cNvCxnSpPr>
            <a:cxnSpLocks/>
          </p:cNvCxnSpPr>
          <p:nvPr/>
        </p:nvCxnSpPr>
        <p:spPr>
          <a:xfrm>
            <a:off x="6169320" y="4642094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流程圖: 接點 36">
            <a:extLst>
              <a:ext uri="{FF2B5EF4-FFF2-40B4-BE49-F238E27FC236}">
                <a16:creationId xmlns:a16="http://schemas.microsoft.com/office/drawing/2014/main" id="{BC3012BC-A9D6-43C2-95B7-1EA1B2A7F28B}"/>
              </a:ext>
            </a:extLst>
          </p:cNvPr>
          <p:cNvSpPr/>
          <p:nvPr/>
        </p:nvSpPr>
        <p:spPr>
          <a:xfrm>
            <a:off x="6067185" y="4433816"/>
            <a:ext cx="193040" cy="193040"/>
          </a:xfrm>
          <a:prstGeom prst="flowChartConnector">
            <a:avLst/>
          </a:prstGeom>
          <a:solidFill>
            <a:schemeClr val="tx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3FA3338-859C-4DC3-B1F7-5FFAEB3295E7}"/>
              </a:ext>
            </a:extLst>
          </p:cNvPr>
          <p:cNvCxnSpPr>
            <a:cxnSpLocks/>
          </p:cNvCxnSpPr>
          <p:nvPr/>
        </p:nvCxnSpPr>
        <p:spPr>
          <a:xfrm flipH="1">
            <a:off x="1400319" y="4502465"/>
            <a:ext cx="183430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62">
                <a:extLst>
                  <a:ext uri="{FF2B5EF4-FFF2-40B4-BE49-F238E27FC236}">
                    <a16:creationId xmlns:a16="http://schemas.microsoft.com/office/drawing/2014/main" id="{F53BA705-A1FE-481C-A875-F1A984ACEAC8}"/>
                  </a:ext>
                </a:extLst>
              </p:cNvPr>
              <p:cNvSpPr txBox="1"/>
              <p:nvPr/>
            </p:nvSpPr>
            <p:spPr>
              <a:xfrm rot="10800000">
                <a:off x="2204767" y="3437340"/>
                <a:ext cx="11345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39" name="文字方塊 62">
                <a:extLst>
                  <a:ext uri="{FF2B5EF4-FFF2-40B4-BE49-F238E27FC236}">
                    <a16:creationId xmlns:a16="http://schemas.microsoft.com/office/drawing/2014/main" id="{F53BA705-A1FE-481C-A875-F1A984ACE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2204767" y="3437340"/>
                <a:ext cx="1134535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62">
                <a:extLst>
                  <a:ext uri="{FF2B5EF4-FFF2-40B4-BE49-F238E27FC236}">
                    <a16:creationId xmlns:a16="http://schemas.microsoft.com/office/drawing/2014/main" id="{F7876C64-50E2-43A8-92F9-0CA6AA1447E7}"/>
                  </a:ext>
                </a:extLst>
              </p:cNvPr>
              <p:cNvSpPr txBox="1"/>
              <p:nvPr/>
            </p:nvSpPr>
            <p:spPr>
              <a:xfrm>
                <a:off x="6238438" y="3385216"/>
                <a:ext cx="10911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HK" altLang="en-US" sz="4000" dirty="0"/>
              </a:p>
            </p:txBody>
          </p:sp>
        </mc:Choice>
        <mc:Fallback xmlns="">
          <p:sp>
            <p:nvSpPr>
              <p:cNvPr id="40" name="文字方塊 62">
                <a:extLst>
                  <a:ext uri="{FF2B5EF4-FFF2-40B4-BE49-F238E27FC236}">
                    <a16:creationId xmlns:a16="http://schemas.microsoft.com/office/drawing/2014/main" id="{F7876C64-50E2-43A8-92F9-0CA6AA144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438" y="3385216"/>
                <a:ext cx="1091142" cy="70788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50">
            <a:extLst>
              <a:ext uri="{FF2B5EF4-FFF2-40B4-BE49-F238E27FC236}">
                <a16:creationId xmlns:a16="http://schemas.microsoft.com/office/drawing/2014/main" id="{CE4A5E16-582C-422A-9595-74F63FEFC055}"/>
              </a:ext>
            </a:extLst>
          </p:cNvPr>
          <p:cNvSpPr txBox="1"/>
          <p:nvPr/>
        </p:nvSpPr>
        <p:spPr>
          <a:xfrm>
            <a:off x="9768255" y="5548246"/>
            <a:ext cx="3842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/>
              <a:t>乘</a:t>
            </a:r>
            <a:r>
              <a:rPr lang="en-US" altLang="zh-TW" sz="3000" b="1" dirty="0"/>
              <a:t>/</a:t>
            </a:r>
            <a:r>
              <a:rPr lang="zh-TW" altLang="en-US" sz="3000" b="1" dirty="0"/>
              <a:t>除負數</a:t>
            </a:r>
            <a:endParaRPr lang="en-US" altLang="zh-TW" sz="3000" b="1" dirty="0"/>
          </a:p>
          <a:p>
            <a:r>
              <a:rPr lang="zh-TW" altLang="en-US" sz="3000" b="1" dirty="0"/>
              <a:t>符號方向改變</a:t>
            </a:r>
            <a:endParaRPr lang="zh-HK" altLang="en-US" sz="3000" b="1" dirty="0"/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22F9A14F-A94C-470E-B8BD-05C8BA9D492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tretch>
            <a:fillRect/>
          </a:stretch>
        </p:blipFill>
        <p:spPr>
          <a:xfrm>
            <a:off x="8664618" y="5311468"/>
            <a:ext cx="1103637" cy="1280352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0F9717EF-4D02-44AC-B0DB-FB91E8D07447}"/>
              </a:ext>
            </a:extLst>
          </p:cNvPr>
          <p:cNvCxnSpPr/>
          <p:nvPr/>
        </p:nvCxnSpPr>
        <p:spPr>
          <a:xfrm flipV="1">
            <a:off x="84524" y="3359844"/>
            <a:ext cx="12025513" cy="834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38559383-0A31-48A3-9D08-2272CF6BC2CB}"/>
              </a:ext>
            </a:extLst>
          </p:cNvPr>
          <p:cNvCxnSpPr>
            <a:cxnSpLocks/>
          </p:cNvCxnSpPr>
          <p:nvPr/>
        </p:nvCxnSpPr>
        <p:spPr>
          <a:xfrm flipV="1">
            <a:off x="8689387" y="3382527"/>
            <a:ext cx="0" cy="351715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5" name="筆跡 44">
                <a:extLst>
                  <a:ext uri="{FF2B5EF4-FFF2-40B4-BE49-F238E27FC236}">
                    <a16:creationId xmlns:a16="http://schemas.microsoft.com/office/drawing/2014/main" id="{160D8D5D-D417-4CD7-8E0E-7C42CF01D261}"/>
                  </a:ext>
                </a:extLst>
              </p14:cNvPr>
              <p14:cNvContentPartPr/>
              <p14:nvPr/>
            </p14:nvContentPartPr>
            <p14:xfrm>
              <a:off x="9823871" y="4626856"/>
              <a:ext cx="367995" cy="422968"/>
            </p14:xfrm>
          </p:contentPart>
        </mc:Choice>
        <mc:Fallback xmlns="">
          <p:pic>
            <p:nvPicPr>
              <p:cNvPr id="45" name="筆跡 44">
                <a:extLst>
                  <a:ext uri="{FF2B5EF4-FFF2-40B4-BE49-F238E27FC236}">
                    <a16:creationId xmlns:a16="http://schemas.microsoft.com/office/drawing/2014/main" id="{160D8D5D-D417-4CD7-8E0E-7C42CF01D26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796839" y="4599858"/>
                <a:ext cx="421698" cy="476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6" name="筆跡 45">
                <a:extLst>
                  <a:ext uri="{FF2B5EF4-FFF2-40B4-BE49-F238E27FC236}">
                    <a16:creationId xmlns:a16="http://schemas.microsoft.com/office/drawing/2014/main" id="{42A95705-CA72-4111-B5AE-9AEEED7106C2}"/>
                  </a:ext>
                </a:extLst>
              </p14:cNvPr>
              <p14:cNvContentPartPr/>
              <p14:nvPr/>
            </p14:nvContentPartPr>
            <p14:xfrm>
              <a:off x="10377817" y="4617897"/>
              <a:ext cx="276757" cy="422969"/>
            </p14:xfrm>
          </p:contentPart>
        </mc:Choice>
        <mc:Fallback xmlns="">
          <p:pic>
            <p:nvPicPr>
              <p:cNvPr id="46" name="筆跡 45">
                <a:extLst>
                  <a:ext uri="{FF2B5EF4-FFF2-40B4-BE49-F238E27FC236}">
                    <a16:creationId xmlns:a16="http://schemas.microsoft.com/office/drawing/2014/main" id="{42A95705-CA72-4111-B5AE-9AEEED7106C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350790" y="4590899"/>
                <a:ext cx="330451" cy="476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7" name="筆跡 46">
                <a:extLst>
                  <a:ext uri="{FF2B5EF4-FFF2-40B4-BE49-F238E27FC236}">
                    <a16:creationId xmlns:a16="http://schemas.microsoft.com/office/drawing/2014/main" id="{9837D09A-4A7F-4C6E-8385-D524034592C7}"/>
                  </a:ext>
                </a:extLst>
              </p14:cNvPr>
              <p14:cNvContentPartPr/>
              <p14:nvPr/>
            </p14:nvContentPartPr>
            <p14:xfrm>
              <a:off x="10818701" y="4370998"/>
              <a:ext cx="853751" cy="962711"/>
            </p14:xfrm>
          </p:contentPart>
        </mc:Choice>
        <mc:Fallback xmlns="">
          <p:pic>
            <p:nvPicPr>
              <p:cNvPr id="47" name="筆跡 46">
                <a:extLst>
                  <a:ext uri="{FF2B5EF4-FFF2-40B4-BE49-F238E27FC236}">
                    <a16:creationId xmlns:a16="http://schemas.microsoft.com/office/drawing/2014/main" id="{9837D09A-4A7F-4C6E-8385-D524034592C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82693" y="4335022"/>
                <a:ext cx="925407" cy="1034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8" name="筆跡 47">
                <a:extLst>
                  <a:ext uri="{FF2B5EF4-FFF2-40B4-BE49-F238E27FC236}">
                    <a16:creationId xmlns:a16="http://schemas.microsoft.com/office/drawing/2014/main" id="{65ADB007-0E45-4F90-BD50-0CFF3DB5081D}"/>
                  </a:ext>
                </a:extLst>
              </p14:cNvPr>
              <p14:cNvContentPartPr/>
              <p14:nvPr/>
            </p14:nvContentPartPr>
            <p14:xfrm>
              <a:off x="9084768" y="3686545"/>
              <a:ext cx="2670760" cy="424590"/>
            </p14:xfrm>
          </p:contentPart>
        </mc:Choice>
        <mc:Fallback xmlns="">
          <p:pic>
            <p:nvPicPr>
              <p:cNvPr id="48" name="筆跡 47">
                <a:extLst>
                  <a:ext uri="{FF2B5EF4-FFF2-40B4-BE49-F238E27FC236}">
                    <a16:creationId xmlns:a16="http://schemas.microsoft.com/office/drawing/2014/main" id="{65ADB007-0E45-4F90-BD50-0CFF3DB5081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057769" y="3659558"/>
                <a:ext cx="2724398" cy="4782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923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6" grpId="0"/>
      <p:bldP spid="27" grpId="0"/>
      <p:bldP spid="29" grpId="0" animBg="1"/>
      <p:bldP spid="34" grpId="0"/>
      <p:bldP spid="35" grpId="0"/>
      <p:bldP spid="37" grpId="0" animBg="1"/>
      <p:bldP spid="39" grpId="0"/>
      <p:bldP spid="40" grpId="0"/>
      <p:bldP spid="51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69D393D-630B-41BB-96A8-6C59E4947B2D}"/>
</file>

<file path=customXml/itemProps2.xml><?xml version="1.0" encoding="utf-8"?>
<ds:datastoreItem xmlns:ds="http://schemas.openxmlformats.org/officeDocument/2006/customXml" ds:itemID="{D3E0BCD4-FB65-4382-B24E-645D79CF78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AD5849-C5D9-4B51-ABE4-774CABC09325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53703969-f457-4a88-8c40-86a712be61e1"/>
    <ds:schemaRef ds:uri="1d17fa38-d5b6-4a8b-82e7-5ce3b2398ac5"/>
  </ds:schemaRefs>
</ds:datastoreItem>
</file>

<file path=docMetadata/LabelInfo.xml><?xml version="1.0" encoding="utf-8"?>
<clbl:labelList xmlns:clbl="http://schemas.microsoft.com/office/2020/mipLabelMetadata">
  <clbl:label id="{484143f7-cfb3-4418-8737-2355b236cf4f}" enabled="0" method="" siteId="{484143f7-cfb3-4418-8737-2355b236cf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856</Words>
  <Application>Microsoft Office PowerPoint</Application>
  <PresentationFormat>Widescreen</PresentationFormat>
  <Paragraphs>273</Paragraphs>
  <Slides>20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華康超特楷體</vt:lpstr>
      <vt:lpstr>Arial</vt:lpstr>
      <vt:lpstr>Calibri</vt:lpstr>
      <vt:lpstr>Calibri Light</vt:lpstr>
      <vt:lpstr>Cambria Math</vt:lpstr>
      <vt:lpstr>Times New Roman</vt:lpstr>
      <vt:lpstr>Office 佈景主題</vt:lpstr>
      <vt:lpstr>F.3 Summer Mathematics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Tai Sura</dc:creator>
  <cp:lastModifiedBy>CSPT02</cp:lastModifiedBy>
  <cp:revision>1</cp:revision>
  <dcterms:created xsi:type="dcterms:W3CDTF">2022-07-28T06:10:20Z</dcterms:created>
  <dcterms:modified xsi:type="dcterms:W3CDTF">2025-07-08T10:49:41Z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