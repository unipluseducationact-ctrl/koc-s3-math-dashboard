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2B08A-1118-43EE-BBA1-B3572CA22428}" v="1" dt="2025-09-12T03:20:19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spt" userId="S::mathspt@unipluseducation.com::0238e0ea-a655-48f2-bae3-2ff3e0b97742" providerId="AD" clId="Web-{E8EADFBC-62C9-5B9C-1366-594E735AECC9}"/>
    <pc:docChg chg="delSld modSld">
      <pc:chgData name="mathspt" userId="S::mathspt@unipluseducation.com::0238e0ea-a655-48f2-bae3-2ff3e0b97742" providerId="AD" clId="Web-{E8EADFBC-62C9-5B9C-1366-594E735AECC9}" dt="2025-08-27T06:43:16.561" v="3"/>
      <pc:docMkLst>
        <pc:docMk/>
      </pc:docMkLst>
      <pc:sldChg chg="delSp del delAnim">
        <pc:chgData name="mathspt" userId="S::mathspt@unipluseducation.com::0238e0ea-a655-48f2-bae3-2ff3e0b97742" providerId="AD" clId="Web-{E8EADFBC-62C9-5B9C-1366-594E735AECC9}" dt="2025-08-27T06:43:16.561" v="3"/>
        <pc:sldMkLst>
          <pc:docMk/>
          <pc:sldMk cId="1132085832" sldId="257"/>
        </pc:sldMkLst>
      </pc:sldChg>
      <pc:sldChg chg="del">
        <pc:chgData name="mathspt" userId="S::mathspt@unipluseducation.com::0238e0ea-a655-48f2-bae3-2ff3e0b97742" providerId="AD" clId="Web-{E8EADFBC-62C9-5B9C-1366-594E735AECC9}" dt="2025-08-27T06:43:16.214" v="2"/>
        <pc:sldMkLst>
          <pc:docMk/>
          <pc:sldMk cId="3982490220" sldId="258"/>
        </pc:sldMkLst>
      </pc:sldChg>
    </pc:docChg>
  </pc:docChgLst>
  <pc:docChgLst>
    <pc:chgData name="mathspt" userId="0238e0ea-a655-48f2-bae3-2ff3e0b97742" providerId="ADAL" clId="{0EB631E3-728E-4294-B5D9-0A865652A129}"/>
    <pc:docChg chg="modSld">
      <pc:chgData name="mathspt" userId="0238e0ea-a655-48f2-bae3-2ff3e0b97742" providerId="ADAL" clId="{0EB631E3-728E-4294-B5D9-0A865652A129}" dt="2025-09-12T03:20:19.801" v="0" actId="164"/>
      <pc:docMkLst>
        <pc:docMk/>
      </pc:docMkLst>
      <pc:sldChg chg="addSp modSp">
        <pc:chgData name="mathspt" userId="0238e0ea-a655-48f2-bae3-2ff3e0b97742" providerId="ADAL" clId="{0EB631E3-728E-4294-B5D9-0A865652A129}" dt="2025-09-12T03:20:19.801" v="0" actId="164"/>
        <pc:sldMkLst>
          <pc:docMk/>
          <pc:sldMk cId="1337984155" sldId="261"/>
        </pc:sldMkLst>
        <pc:spChg chg="mod">
          <ac:chgData name="mathspt" userId="0238e0ea-a655-48f2-bae3-2ff3e0b97742" providerId="ADAL" clId="{0EB631E3-728E-4294-B5D9-0A865652A129}" dt="2025-09-12T03:20:19.801" v="0" actId="164"/>
          <ac:spMkLst>
            <pc:docMk/>
            <pc:sldMk cId="1337984155" sldId="261"/>
            <ac:spMk id="68" creationId="{90C044DE-2805-E7FC-7F3B-6C742F747CF9}"/>
          </ac:spMkLst>
        </pc:spChg>
        <pc:spChg chg="mod">
          <ac:chgData name="mathspt" userId="0238e0ea-a655-48f2-bae3-2ff3e0b97742" providerId="ADAL" clId="{0EB631E3-728E-4294-B5D9-0A865652A129}" dt="2025-09-12T03:20:19.801" v="0" actId="164"/>
          <ac:spMkLst>
            <pc:docMk/>
            <pc:sldMk cId="1337984155" sldId="261"/>
            <ac:spMk id="73" creationId="{2C4DA927-2677-7DBB-AE38-ABCAECD56B1E}"/>
          </ac:spMkLst>
        </pc:spChg>
        <pc:grpChg chg="add mod">
          <ac:chgData name="mathspt" userId="0238e0ea-a655-48f2-bae3-2ff3e0b97742" providerId="ADAL" clId="{0EB631E3-728E-4294-B5D9-0A865652A129}" dt="2025-09-12T03:20:19.801" v="0" actId="164"/>
          <ac:grpSpMkLst>
            <pc:docMk/>
            <pc:sldMk cId="1337984155" sldId="261"/>
            <ac:grpSpMk id="2" creationId="{FF4BB314-F5CE-831D-22BA-ED1125EBF8B7}"/>
          </ac:grpSpMkLst>
        </pc:grpChg>
        <pc:grpChg chg="mod">
          <ac:chgData name="mathspt" userId="0238e0ea-a655-48f2-bae3-2ff3e0b97742" providerId="ADAL" clId="{0EB631E3-728E-4294-B5D9-0A865652A129}" dt="2025-09-12T03:20:19.801" v="0" actId="164"/>
          <ac:grpSpMkLst>
            <pc:docMk/>
            <pc:sldMk cId="1337984155" sldId="261"/>
            <ac:grpSpMk id="69" creationId="{EC264E5E-B8F0-35E8-6AF9-6B5E15739FE7}"/>
          </ac:grpSpMkLst>
        </pc:grpChg>
      </pc:sldChg>
    </pc:docChg>
  </pc:docChgLst>
  <pc:docChgLst>
    <pc:chgData name="mathspt" userId="0238e0ea-a655-48f2-bae3-2ff3e0b97742" providerId="ADAL" clId="{05581AAF-193D-40DF-9A00-721F0CFF3878}"/>
    <pc:docChg chg="undo custSel addSld delSld modSld sldOrd">
      <pc:chgData name="mathspt" userId="0238e0ea-a655-48f2-bae3-2ff3e0b97742" providerId="ADAL" clId="{05581AAF-193D-40DF-9A00-721F0CFF3878}" dt="2025-08-07T10:58:33.563" v="1990" actId="1076"/>
      <pc:docMkLst>
        <pc:docMk/>
      </pc:docMkLst>
      <pc:sldChg chg="addSp delSp modSp mod delAnim modAnim">
        <pc:chgData name="mathspt" userId="0238e0ea-a655-48f2-bae3-2ff3e0b97742" providerId="ADAL" clId="{05581AAF-193D-40DF-9A00-721F0CFF3878}" dt="2025-08-07T08:19:51.618" v="56" actId="2711"/>
        <pc:sldMkLst>
          <pc:docMk/>
          <pc:sldMk cId="3820923878" sldId="256"/>
        </pc:sldMkLst>
      </pc:sldChg>
      <pc:sldChg chg="addSp delSp modSp mod modAnim">
        <pc:chgData name="mathspt" userId="0238e0ea-a655-48f2-bae3-2ff3e0b97742" providerId="ADAL" clId="{05581AAF-193D-40DF-9A00-721F0CFF3878}" dt="2025-08-07T10:37:59.795" v="1936" actId="1076"/>
        <pc:sldMkLst>
          <pc:docMk/>
          <pc:sldMk cId="1132085832" sldId="257"/>
        </pc:sldMkLst>
      </pc:sldChg>
      <pc:sldChg chg="addSp delSp modSp mod modAnim">
        <pc:chgData name="mathspt" userId="0238e0ea-a655-48f2-bae3-2ff3e0b97742" providerId="ADAL" clId="{05581AAF-193D-40DF-9A00-721F0CFF3878}" dt="2025-08-07T10:58:33.563" v="1990" actId="1076"/>
        <pc:sldMkLst>
          <pc:docMk/>
          <pc:sldMk cId="3982490220" sldId="258"/>
        </pc:sldMkLst>
      </pc:sldChg>
      <pc:sldChg chg="addSp delSp modSp mod delAnim modAnim">
        <pc:chgData name="mathspt" userId="0238e0ea-a655-48f2-bae3-2ff3e0b97742" providerId="ADAL" clId="{05581AAF-193D-40DF-9A00-721F0CFF3878}" dt="2025-08-07T10:53:52.333" v="1940" actId="1076"/>
        <pc:sldMkLst>
          <pc:docMk/>
          <pc:sldMk cId="2899560609" sldId="259"/>
        </pc:sldMkLst>
      </pc:sldChg>
      <pc:sldChg chg="addSp delSp modSp mod modAnim">
        <pc:chgData name="mathspt" userId="0238e0ea-a655-48f2-bae3-2ff3e0b97742" providerId="ADAL" clId="{05581AAF-193D-40DF-9A00-721F0CFF3878}" dt="2025-08-07T10:56:47.417" v="1983" actId="1076"/>
        <pc:sldMkLst>
          <pc:docMk/>
          <pc:sldMk cId="1690914886" sldId="260"/>
        </pc:sldMkLst>
      </pc:sldChg>
      <pc:sldChg chg="addSp modSp new mod ord">
        <pc:chgData name="mathspt" userId="0238e0ea-a655-48f2-bae3-2ff3e0b97742" providerId="ADAL" clId="{05581AAF-193D-40DF-9A00-721F0CFF3878}" dt="2025-08-07T10:54:49.827" v="1955" actId="34135"/>
        <pc:sldMkLst>
          <pc:docMk/>
          <pc:sldMk cId="1337984155" sldId="261"/>
        </pc:sldMkLst>
      </pc:sldChg>
      <pc:sldChg chg="addSp modSp new mod">
        <pc:chgData name="mathspt" userId="0238e0ea-a655-48f2-bae3-2ff3e0b97742" providerId="ADAL" clId="{05581AAF-193D-40DF-9A00-721F0CFF3878}" dt="2025-08-07T10:55:20.110" v="1964" actId="34135"/>
        <pc:sldMkLst>
          <pc:docMk/>
          <pc:sldMk cId="2729221859" sldId="262"/>
        </pc:sldMkLst>
      </pc:sldChg>
      <pc:sldChg chg="addSp modSp new mod">
        <pc:chgData name="mathspt" userId="0238e0ea-a655-48f2-bae3-2ff3e0b97742" providerId="ADAL" clId="{05581AAF-193D-40DF-9A00-721F0CFF3878}" dt="2025-08-07T10:55:49.518" v="1970" actId="34135"/>
        <pc:sldMkLst>
          <pc:docMk/>
          <pc:sldMk cId="1637107249" sldId="263"/>
        </pc:sldMkLst>
      </pc:sldChg>
      <pc:sldChg chg="new del">
        <pc:chgData name="mathspt" userId="0238e0ea-a655-48f2-bae3-2ff3e0b97742" providerId="ADAL" clId="{05581AAF-193D-40DF-9A00-721F0CFF3878}" dt="2025-08-07T10:56:07.798" v="1971" actId="2696"/>
        <pc:sldMkLst>
          <pc:docMk/>
          <pc:sldMk cId="134856650" sldId="264"/>
        </pc:sldMkLst>
      </pc:sldChg>
      <pc:sldChg chg="new del">
        <pc:chgData name="mathspt" userId="0238e0ea-a655-48f2-bae3-2ff3e0b97742" providerId="ADAL" clId="{05581AAF-193D-40DF-9A00-721F0CFF3878}" dt="2025-08-07T10:56:10.683" v="1972" actId="2696"/>
        <pc:sldMkLst>
          <pc:docMk/>
          <pc:sldMk cId="1300144897" sldId="265"/>
        </pc:sldMkLst>
      </pc:sldChg>
      <pc:sldChg chg="new del">
        <pc:chgData name="mathspt" userId="0238e0ea-a655-48f2-bae3-2ff3e0b97742" providerId="ADAL" clId="{05581AAF-193D-40DF-9A00-721F0CFF3878}" dt="2025-08-07T10:56:12.861" v="1973" actId="2696"/>
        <pc:sldMkLst>
          <pc:docMk/>
          <pc:sldMk cId="101703258" sldId="266"/>
        </pc:sldMkLst>
      </pc:sldChg>
      <pc:sldChg chg="new del">
        <pc:chgData name="mathspt" userId="0238e0ea-a655-48f2-bae3-2ff3e0b97742" providerId="ADAL" clId="{05581AAF-193D-40DF-9A00-721F0CFF3878}" dt="2025-08-07T10:56:14.584" v="1974" actId="2696"/>
        <pc:sldMkLst>
          <pc:docMk/>
          <pc:sldMk cId="2608103252" sldId="267"/>
        </pc:sldMkLst>
      </pc:sldChg>
    </pc:docChg>
  </pc:docChgLst>
  <pc:docChgLst>
    <pc:chgData clId="Web-{E8EADFBC-62C9-5B9C-1366-594E735AECC9}"/>
    <pc:docChg chg="delSld">
      <pc:chgData name="" userId="" providerId="" clId="Web-{E8EADFBC-62C9-5B9C-1366-594E735AECC9}" dt="2025-08-27T06:42:56.542" v="0"/>
      <pc:docMkLst>
        <pc:docMk/>
      </pc:docMkLst>
      <pc:sldChg chg="del">
        <pc:chgData name="" userId="" providerId="" clId="Web-{E8EADFBC-62C9-5B9C-1366-594E735AECC9}" dt="2025-08-27T06:42:56.542" v="0"/>
        <pc:sldMkLst>
          <pc:docMk/>
          <pc:sldMk cId="3820923878" sldId="256"/>
        </pc:sldMkLst>
      </pc:sldChg>
    </pc:docChg>
  </pc:docChgLst>
  <pc:docChgLst>
    <pc:chgData name="mathspt" userId="0238e0ea-a655-48f2-bae3-2ff3e0b97742" providerId="ADAL" clId="{F788A1C2-729E-493D-A861-CD8D4B298BC8}"/>
    <pc:docChg chg="undo custSel modSld">
      <pc:chgData name="mathspt" userId="0238e0ea-a655-48f2-bae3-2ff3e0b97742" providerId="ADAL" clId="{F788A1C2-729E-493D-A861-CD8D4B298BC8}" dt="2025-08-27T07:07:15.492" v="851" actId="2711"/>
      <pc:docMkLst>
        <pc:docMk/>
      </pc:docMkLst>
      <pc:sldChg chg="addSp modSp mod modAnim">
        <pc:chgData name="mathspt" userId="0238e0ea-a655-48f2-bae3-2ff3e0b97742" providerId="ADAL" clId="{F788A1C2-729E-493D-A861-CD8D4B298BC8}" dt="2025-07-31T11:03:08.740" v="1" actId="1076"/>
        <pc:sldMkLst>
          <pc:docMk/>
          <pc:sldMk cId="3820923878" sldId="256"/>
        </pc:sldMkLst>
      </pc:sldChg>
      <pc:sldChg chg="addSp delSp modSp mod">
        <pc:chgData name="mathspt" userId="0238e0ea-a655-48f2-bae3-2ff3e0b97742" providerId="ADAL" clId="{F788A1C2-729E-493D-A861-CD8D4B298BC8}" dt="2025-08-27T07:07:15.492" v="851" actId="2711"/>
        <pc:sldMkLst>
          <pc:docMk/>
          <pc:sldMk cId="1337984155" sldId="261"/>
        </pc:sldMkLst>
        <pc:spChg chg="mod topLvl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5" creationId="{6B057D0E-E1DA-E22E-9CD8-1F7963AEC6FC}"/>
          </ac:spMkLst>
        </pc:spChg>
        <pc:spChg chg="mod topLvl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6" creationId="{C1A7BCAE-FCBA-C288-AA6D-801924EC8C7B}"/>
          </ac:spMkLst>
        </pc:spChg>
        <pc:spChg chg="mod topLvl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7" creationId="{647C409F-149D-A232-4B9B-29A9488D8C11}"/>
          </ac:spMkLst>
        </pc:spChg>
        <pc:spChg chg="mod topLvl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9" creationId="{BFDC6342-EC46-A639-6800-F82B168722F5}"/>
          </ac:spMkLst>
        </pc:spChg>
        <pc:spChg chg="add mod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16" creationId="{FB884F50-8513-635F-5288-E907AF4847C7}"/>
          </ac:spMkLst>
        </pc:spChg>
        <pc:spChg chg="add mod">
          <ac:chgData name="mathspt" userId="0238e0ea-a655-48f2-bae3-2ff3e0b97742" providerId="ADAL" clId="{F788A1C2-729E-493D-A861-CD8D4B298BC8}" dt="2025-08-27T06:58:15.483" v="696" actId="164"/>
          <ac:spMkLst>
            <pc:docMk/>
            <pc:sldMk cId="1337984155" sldId="261"/>
            <ac:spMk id="17" creationId="{85690D4F-12D9-C66C-BD88-F6EDEC268E68}"/>
          </ac:spMkLst>
        </pc:spChg>
        <pc:spChg chg="add mod">
          <ac:chgData name="mathspt" userId="0238e0ea-a655-48f2-bae3-2ff3e0b97742" providerId="ADAL" clId="{F788A1C2-729E-493D-A861-CD8D4B298BC8}" dt="2025-08-27T06:58:03.377" v="695" actId="164"/>
          <ac:spMkLst>
            <pc:docMk/>
            <pc:sldMk cId="1337984155" sldId="261"/>
            <ac:spMk id="27" creationId="{81C02838-04C7-468F-A488-FF7A0F4494A7}"/>
          </ac:spMkLst>
        </pc:spChg>
        <pc:spChg chg="add mod">
          <ac:chgData name="mathspt" userId="0238e0ea-a655-48f2-bae3-2ff3e0b97742" providerId="ADAL" clId="{F788A1C2-729E-493D-A861-CD8D4B298BC8}" dt="2025-08-27T06:58:03.377" v="695" actId="164"/>
          <ac:spMkLst>
            <pc:docMk/>
            <pc:sldMk cId="1337984155" sldId="261"/>
            <ac:spMk id="28" creationId="{457BFE08-27AA-0D43-E097-94B1B280D909}"/>
          </ac:spMkLst>
        </pc:spChg>
        <pc:spChg chg="add mod">
          <ac:chgData name="mathspt" userId="0238e0ea-a655-48f2-bae3-2ff3e0b97742" providerId="ADAL" clId="{F788A1C2-729E-493D-A861-CD8D4B298BC8}" dt="2025-08-27T06:58:03.377" v="695" actId="164"/>
          <ac:spMkLst>
            <pc:docMk/>
            <pc:sldMk cId="1337984155" sldId="261"/>
            <ac:spMk id="29" creationId="{CF27B6F7-7CE5-3D26-889C-E90FE390CB82}"/>
          </ac:spMkLst>
        </pc:spChg>
        <pc:spChg chg="add mod">
          <ac:chgData name="mathspt" userId="0238e0ea-a655-48f2-bae3-2ff3e0b97742" providerId="ADAL" clId="{F788A1C2-729E-493D-A861-CD8D4B298BC8}" dt="2025-08-27T06:56:35.183" v="686" actId="1076"/>
          <ac:spMkLst>
            <pc:docMk/>
            <pc:sldMk cId="1337984155" sldId="261"/>
            <ac:spMk id="35" creationId="{216E24DE-B2E9-BC1A-DF56-2704E6209157}"/>
          </ac:spMkLst>
        </pc:spChg>
        <pc:spChg chg="mod">
          <ac:chgData name="mathspt" userId="0238e0ea-a655-48f2-bae3-2ff3e0b97742" providerId="ADAL" clId="{F788A1C2-729E-493D-A861-CD8D4B298BC8}" dt="2025-08-27T06:58:25.104" v="700"/>
          <ac:spMkLst>
            <pc:docMk/>
            <pc:sldMk cId="1337984155" sldId="261"/>
            <ac:spMk id="48" creationId="{BA4ACC81-C773-464A-2A85-15FF8BB7D7B9}"/>
          </ac:spMkLst>
        </pc:spChg>
        <pc:spChg chg="mod">
          <ac:chgData name="mathspt" userId="0238e0ea-a655-48f2-bae3-2ff3e0b97742" providerId="ADAL" clId="{F788A1C2-729E-493D-A861-CD8D4B298BC8}" dt="2025-08-27T06:58:25.104" v="700"/>
          <ac:spMkLst>
            <pc:docMk/>
            <pc:sldMk cId="1337984155" sldId="261"/>
            <ac:spMk id="50" creationId="{DB904EF0-9107-F87E-0307-8D5BD155FDB6}"/>
          </ac:spMkLst>
        </pc:spChg>
        <pc:spChg chg="mod">
          <ac:chgData name="mathspt" userId="0238e0ea-a655-48f2-bae3-2ff3e0b97742" providerId="ADAL" clId="{F788A1C2-729E-493D-A861-CD8D4B298BC8}" dt="2025-08-27T06:58:25.104" v="700"/>
          <ac:spMkLst>
            <pc:docMk/>
            <pc:sldMk cId="1337984155" sldId="261"/>
            <ac:spMk id="51" creationId="{FE88B588-E11C-A0BE-F606-FCDC6C5B3FA2}"/>
          </ac:spMkLst>
        </pc:spChg>
        <pc:spChg chg="mod">
          <ac:chgData name="mathspt" userId="0238e0ea-a655-48f2-bae3-2ff3e0b97742" providerId="ADAL" clId="{F788A1C2-729E-493D-A861-CD8D4B298BC8}" dt="2025-08-27T06:58:25.104" v="700"/>
          <ac:spMkLst>
            <pc:docMk/>
            <pc:sldMk cId="1337984155" sldId="261"/>
            <ac:spMk id="52" creationId="{AC23BD47-2A9B-7F95-27C6-FFB9250494FD}"/>
          </ac:spMkLst>
        </pc:spChg>
        <pc:spChg chg="mod">
          <ac:chgData name="mathspt" userId="0238e0ea-a655-48f2-bae3-2ff3e0b97742" providerId="ADAL" clId="{F788A1C2-729E-493D-A861-CD8D4B298BC8}" dt="2025-08-27T06:58:27.251" v="701"/>
          <ac:spMkLst>
            <pc:docMk/>
            <pc:sldMk cId="1337984155" sldId="261"/>
            <ac:spMk id="54" creationId="{88BAFBB4-5042-A843-4479-6C2E3B080AAD}"/>
          </ac:spMkLst>
        </pc:spChg>
        <pc:spChg chg="mod">
          <ac:chgData name="mathspt" userId="0238e0ea-a655-48f2-bae3-2ff3e0b97742" providerId="ADAL" clId="{F788A1C2-729E-493D-A861-CD8D4B298BC8}" dt="2025-08-27T06:59:18.649" v="711" actId="20577"/>
          <ac:spMkLst>
            <pc:docMk/>
            <pc:sldMk cId="1337984155" sldId="261"/>
            <ac:spMk id="56" creationId="{1B5FD8BA-68A7-7210-9140-07B12F7DD769}"/>
          </ac:spMkLst>
        </pc:spChg>
        <pc:spChg chg="add mod">
          <ac:chgData name="mathspt" userId="0238e0ea-a655-48f2-bae3-2ff3e0b97742" providerId="ADAL" clId="{F788A1C2-729E-493D-A861-CD8D4B298BC8}" dt="2025-08-27T06:59:49.856" v="716" actId="1076"/>
          <ac:spMkLst>
            <pc:docMk/>
            <pc:sldMk cId="1337984155" sldId="261"/>
            <ac:spMk id="64" creationId="{F0192EBF-F32C-8B10-57A6-BBD2CF3B3395}"/>
          </ac:spMkLst>
        </pc:spChg>
        <pc:spChg chg="mod topLvl">
          <ac:chgData name="mathspt" userId="0238e0ea-a655-48f2-bae3-2ff3e0b97742" providerId="ADAL" clId="{F788A1C2-729E-493D-A861-CD8D4B298BC8}" dt="2025-08-27T07:00:59.488" v="760" actId="1076"/>
          <ac:spMkLst>
            <pc:docMk/>
            <pc:sldMk cId="1337984155" sldId="261"/>
            <ac:spMk id="68" creationId="{90C044DE-2805-E7FC-7F3B-6C742F747CF9}"/>
          </ac:spMkLst>
        </pc:spChg>
        <pc:spChg chg="add mod">
          <ac:chgData name="mathspt" userId="0238e0ea-a655-48f2-bae3-2ff3e0b97742" providerId="ADAL" clId="{F788A1C2-729E-493D-A861-CD8D4B298BC8}" dt="2025-08-27T07:02:06.541" v="765" actId="20577"/>
          <ac:spMkLst>
            <pc:docMk/>
            <pc:sldMk cId="1337984155" sldId="261"/>
            <ac:spMk id="73" creationId="{2C4DA927-2677-7DBB-AE38-ABCAECD56B1E}"/>
          </ac:spMkLst>
        </pc:spChg>
        <pc:spChg chg="mod topLvl">
          <ac:chgData name="mathspt" userId="0238e0ea-a655-48f2-bae3-2ff3e0b97742" providerId="ADAL" clId="{F788A1C2-729E-493D-A861-CD8D4B298BC8}" dt="2025-08-27T07:03:50.495" v="783" actId="1038"/>
          <ac:spMkLst>
            <pc:docMk/>
            <pc:sldMk cId="1337984155" sldId="261"/>
            <ac:spMk id="78" creationId="{04139F0E-E4DF-7CE4-4FAF-B40181E53724}"/>
          </ac:spMkLst>
        </pc:spChg>
        <pc:spChg chg="add mod">
          <ac:chgData name="mathspt" userId="0238e0ea-a655-48f2-bae3-2ff3e0b97742" providerId="ADAL" clId="{F788A1C2-729E-493D-A861-CD8D4B298BC8}" dt="2025-08-27T07:07:15.492" v="851" actId="2711"/>
          <ac:spMkLst>
            <pc:docMk/>
            <pc:sldMk cId="1337984155" sldId="261"/>
            <ac:spMk id="83" creationId="{4466AF01-DBEC-4619-DA6E-46899FBC313A}"/>
          </ac:spMkLst>
        </pc:spChg>
        <pc:grpChg chg="add mod">
          <ac:chgData name="mathspt" userId="0238e0ea-a655-48f2-bae3-2ff3e0b97742" providerId="ADAL" clId="{F788A1C2-729E-493D-A861-CD8D4B298BC8}" dt="2025-08-27T06:52:14.109" v="347" actId="164"/>
          <ac:grpSpMkLst>
            <pc:docMk/>
            <pc:sldMk cId="1337984155" sldId="261"/>
            <ac:grpSpMk id="30" creationId="{647EB416-3357-2758-1F75-7155C0099790}"/>
          </ac:grpSpMkLst>
        </pc:grpChg>
        <pc:grpChg chg="add mod">
          <ac:chgData name="mathspt" userId="0238e0ea-a655-48f2-bae3-2ff3e0b97742" providerId="ADAL" clId="{F788A1C2-729E-493D-A861-CD8D4B298BC8}" dt="2025-08-27T06:56:27.696" v="685" actId="1036"/>
          <ac:grpSpMkLst>
            <pc:docMk/>
            <pc:sldMk cId="1337984155" sldId="261"/>
            <ac:grpSpMk id="31" creationId="{CEBABE98-E83D-A358-B52A-AB5767B53540}"/>
          </ac:grpSpMkLst>
        </pc:grpChg>
        <pc:grpChg chg="add mod">
          <ac:chgData name="mathspt" userId="0238e0ea-a655-48f2-bae3-2ff3e0b97742" providerId="ADAL" clId="{F788A1C2-729E-493D-A861-CD8D4B298BC8}" dt="2025-08-27T06:58:03.377" v="695" actId="164"/>
          <ac:grpSpMkLst>
            <pc:docMk/>
            <pc:sldMk cId="1337984155" sldId="261"/>
            <ac:grpSpMk id="45" creationId="{83D56375-24A2-21CC-0683-108899A5862E}"/>
          </ac:grpSpMkLst>
        </pc:grpChg>
        <pc:grpChg chg="add mod">
          <ac:chgData name="mathspt" userId="0238e0ea-a655-48f2-bae3-2ff3e0b97742" providerId="ADAL" clId="{F788A1C2-729E-493D-A861-CD8D4B298BC8}" dt="2025-08-27T06:58:18.628" v="698" actId="1076"/>
          <ac:grpSpMkLst>
            <pc:docMk/>
            <pc:sldMk cId="1337984155" sldId="261"/>
            <ac:grpSpMk id="46" creationId="{742CD8AB-0408-F670-D674-FFA7353EAF0F}"/>
          </ac:grpSpMkLst>
        </pc:grpChg>
        <pc:grpChg chg="add mod">
          <ac:chgData name="mathspt" userId="0238e0ea-a655-48f2-bae3-2ff3e0b97742" providerId="ADAL" clId="{F788A1C2-729E-493D-A861-CD8D4B298BC8}" dt="2025-08-27T06:58:25.104" v="700"/>
          <ac:grpSpMkLst>
            <pc:docMk/>
            <pc:sldMk cId="1337984155" sldId="261"/>
            <ac:grpSpMk id="47" creationId="{D6128360-B1D9-FC0F-A302-0AA6308EABBF}"/>
          </ac:grpSpMkLst>
        </pc:grpChg>
        <pc:grpChg chg="add mod">
          <ac:chgData name="mathspt" userId="0238e0ea-a655-48f2-bae3-2ff3e0b97742" providerId="ADAL" clId="{F788A1C2-729E-493D-A861-CD8D4B298BC8}" dt="2025-08-27T06:59:23.906" v="712" actId="14100"/>
          <ac:grpSpMkLst>
            <pc:docMk/>
            <pc:sldMk cId="1337984155" sldId="261"/>
            <ac:grpSpMk id="53" creationId="{4E4C7732-5598-9D53-40AB-99FD8721B982}"/>
          </ac:grpSpMkLst>
        </pc:grpChg>
        <pc:grpChg chg="add mod">
          <ac:chgData name="mathspt" userId="0238e0ea-a655-48f2-bae3-2ff3e0b97742" providerId="ADAL" clId="{F788A1C2-729E-493D-A861-CD8D4B298BC8}" dt="2025-08-27T06:59:34.035" v="714" actId="1076"/>
          <ac:grpSpMkLst>
            <pc:docMk/>
            <pc:sldMk cId="1337984155" sldId="261"/>
            <ac:grpSpMk id="60" creationId="{C518ACBA-F7FA-7A6C-AE58-F439BC56CBB4}"/>
          </ac:grpSpMkLst>
        </pc:grpChg>
        <pc:grpChg chg="add mod">
          <ac:chgData name="mathspt" userId="0238e0ea-a655-48f2-bae3-2ff3e0b97742" providerId="ADAL" clId="{F788A1C2-729E-493D-A861-CD8D4B298BC8}" dt="2025-08-27T07:00:45.865" v="756" actId="1076"/>
          <ac:grpSpMkLst>
            <pc:docMk/>
            <pc:sldMk cId="1337984155" sldId="261"/>
            <ac:grpSpMk id="69" creationId="{EC264E5E-B8F0-35E8-6AF9-6B5E15739FE7}"/>
          </ac:grpSpMkLst>
        </pc:grpChg>
        <pc:cxnChg chg="add mod topLvl">
          <ac:chgData name="mathspt" userId="0238e0ea-a655-48f2-bae3-2ff3e0b97742" providerId="ADAL" clId="{F788A1C2-729E-493D-A861-CD8D4B298BC8}" dt="2025-08-27T06:58:15.483" v="696" actId="164"/>
          <ac:cxnSpMkLst>
            <pc:docMk/>
            <pc:sldMk cId="1337984155" sldId="261"/>
            <ac:cxnSpMk id="13" creationId="{D71E948B-C575-6F64-22C2-D7266DCA5825}"/>
          </ac:cxnSpMkLst>
        </pc:cxnChg>
        <pc:cxnChg chg="add mod">
          <ac:chgData name="mathspt" userId="0238e0ea-a655-48f2-bae3-2ff3e0b97742" providerId="ADAL" clId="{F788A1C2-729E-493D-A861-CD8D4B298BC8}" dt="2025-08-27T06:58:15.483" v="696" actId="164"/>
          <ac:cxnSpMkLst>
            <pc:docMk/>
            <pc:sldMk cId="1337984155" sldId="261"/>
            <ac:cxnSpMk id="18" creationId="{B5666DB5-08F6-63D3-24EB-315D66FF4636}"/>
          </ac:cxnSpMkLst>
        </pc:cxnChg>
        <pc:cxnChg chg="add mod">
          <ac:chgData name="mathspt" userId="0238e0ea-a655-48f2-bae3-2ff3e0b97742" providerId="ADAL" clId="{F788A1C2-729E-493D-A861-CD8D4B298BC8}" dt="2025-08-27T06:52:14.109" v="347" actId="164"/>
          <ac:cxnSpMkLst>
            <pc:docMk/>
            <pc:sldMk cId="1337984155" sldId="261"/>
            <ac:cxnSpMk id="19" creationId="{F832B6CE-F1CB-738E-DDBF-5B53BFA00EB9}"/>
          </ac:cxnSpMkLst>
        </pc:cxnChg>
        <pc:cxnChg chg="add mod">
          <ac:chgData name="mathspt" userId="0238e0ea-a655-48f2-bae3-2ff3e0b97742" providerId="ADAL" clId="{F788A1C2-729E-493D-A861-CD8D4B298BC8}" dt="2025-08-27T06:52:14.109" v="347" actId="164"/>
          <ac:cxnSpMkLst>
            <pc:docMk/>
            <pc:sldMk cId="1337984155" sldId="261"/>
            <ac:cxnSpMk id="20" creationId="{E5D30401-3B65-58FC-0F17-0C5BAFF6DDBC}"/>
          </ac:cxnSpMkLst>
        </pc:cxnChg>
        <pc:cxnChg chg="add mod">
          <ac:chgData name="mathspt" userId="0238e0ea-a655-48f2-bae3-2ff3e0b97742" providerId="ADAL" clId="{F788A1C2-729E-493D-A861-CD8D4B298BC8}" dt="2025-08-27T06:52:14.109" v="347" actId="164"/>
          <ac:cxnSpMkLst>
            <pc:docMk/>
            <pc:sldMk cId="1337984155" sldId="261"/>
            <ac:cxnSpMk id="21" creationId="{3ADD5B5C-3782-CEBC-E3CC-0B3BFF81C170}"/>
          </ac:cxnSpMkLst>
        </pc:cxnChg>
        <pc:cxnChg chg="mod">
          <ac:chgData name="mathspt" userId="0238e0ea-a655-48f2-bae3-2ff3e0b97742" providerId="ADAL" clId="{F788A1C2-729E-493D-A861-CD8D4B298BC8}" dt="2025-08-27T06:52:16.226" v="348"/>
          <ac:cxnSpMkLst>
            <pc:docMk/>
            <pc:sldMk cId="1337984155" sldId="261"/>
            <ac:cxnSpMk id="32" creationId="{609E269B-9F4B-7F4F-2CFA-F6CA5F998663}"/>
          </ac:cxnSpMkLst>
        </pc:cxnChg>
        <pc:cxnChg chg="mod">
          <ac:chgData name="mathspt" userId="0238e0ea-a655-48f2-bae3-2ff3e0b97742" providerId="ADAL" clId="{F788A1C2-729E-493D-A861-CD8D4B298BC8}" dt="2025-08-27T06:52:16.226" v="348"/>
          <ac:cxnSpMkLst>
            <pc:docMk/>
            <pc:sldMk cId="1337984155" sldId="261"/>
            <ac:cxnSpMk id="33" creationId="{40C5DCD8-BBF3-F243-BF2B-BB80B2E2002A}"/>
          </ac:cxnSpMkLst>
        </pc:cxnChg>
        <pc:cxnChg chg="mod">
          <ac:chgData name="mathspt" userId="0238e0ea-a655-48f2-bae3-2ff3e0b97742" providerId="ADAL" clId="{F788A1C2-729E-493D-A861-CD8D4B298BC8}" dt="2025-08-27T06:52:16.226" v="348"/>
          <ac:cxnSpMkLst>
            <pc:docMk/>
            <pc:sldMk cId="1337984155" sldId="261"/>
            <ac:cxnSpMk id="34" creationId="{EC6B3D4F-4831-3646-C3C7-4E8DA636859F}"/>
          </ac:cxnSpMkLst>
        </pc:cxnChg>
        <pc:cxnChg chg="mod">
          <ac:chgData name="mathspt" userId="0238e0ea-a655-48f2-bae3-2ff3e0b97742" providerId="ADAL" clId="{F788A1C2-729E-493D-A861-CD8D4B298BC8}" dt="2025-08-27T06:58:25.104" v="700"/>
          <ac:cxnSpMkLst>
            <pc:docMk/>
            <pc:sldMk cId="1337984155" sldId="261"/>
            <ac:cxnSpMk id="49" creationId="{5FB554A5-5721-D2D8-E7A3-F421AF787FC4}"/>
          </ac:cxnSpMkLst>
        </pc:cxnChg>
        <pc:cxnChg chg="mod">
          <ac:chgData name="mathspt" userId="0238e0ea-a655-48f2-bae3-2ff3e0b97742" providerId="ADAL" clId="{F788A1C2-729E-493D-A861-CD8D4B298BC8}" dt="2025-08-27T06:58:52.272" v="706" actId="14100"/>
          <ac:cxnSpMkLst>
            <pc:docMk/>
            <pc:sldMk cId="1337984155" sldId="261"/>
            <ac:cxnSpMk id="55" creationId="{44422806-7358-D32D-AE82-5AC35E3D78FA}"/>
          </ac:cxnSpMkLst>
        </pc:cxnChg>
        <pc:cxnChg chg="mod">
          <ac:chgData name="mathspt" userId="0238e0ea-a655-48f2-bae3-2ff3e0b97742" providerId="ADAL" clId="{F788A1C2-729E-493D-A861-CD8D4B298BC8}" dt="2025-08-27T06:59:29.322" v="713"/>
          <ac:cxnSpMkLst>
            <pc:docMk/>
            <pc:sldMk cId="1337984155" sldId="261"/>
            <ac:cxnSpMk id="61" creationId="{DEDBBB73-127B-AA64-735D-B9576216DB9B}"/>
          </ac:cxnSpMkLst>
        </pc:cxnChg>
        <pc:cxnChg chg="mod">
          <ac:chgData name="mathspt" userId="0238e0ea-a655-48f2-bae3-2ff3e0b97742" providerId="ADAL" clId="{F788A1C2-729E-493D-A861-CD8D4B298BC8}" dt="2025-08-27T06:59:29.322" v="713"/>
          <ac:cxnSpMkLst>
            <pc:docMk/>
            <pc:sldMk cId="1337984155" sldId="261"/>
            <ac:cxnSpMk id="62" creationId="{2DDFC9F1-2034-D773-5ABB-7DA3A02FBA19}"/>
          </ac:cxnSpMkLst>
        </pc:cxnChg>
        <pc:cxnChg chg="mod">
          <ac:chgData name="mathspt" userId="0238e0ea-a655-48f2-bae3-2ff3e0b97742" providerId="ADAL" clId="{F788A1C2-729E-493D-A861-CD8D4B298BC8}" dt="2025-08-27T06:59:29.322" v="713"/>
          <ac:cxnSpMkLst>
            <pc:docMk/>
            <pc:sldMk cId="1337984155" sldId="261"/>
            <ac:cxnSpMk id="63" creationId="{58DC029E-9F4C-7A52-328C-08D38BA74C84}"/>
          </ac:cxnSpMkLst>
        </pc:cxnChg>
        <pc:cxnChg chg="mod">
          <ac:chgData name="mathspt" userId="0238e0ea-a655-48f2-bae3-2ff3e0b97742" providerId="ADAL" clId="{F788A1C2-729E-493D-A861-CD8D4B298BC8}" dt="2025-08-27T07:00:05.415" v="717"/>
          <ac:cxnSpMkLst>
            <pc:docMk/>
            <pc:sldMk cId="1337984155" sldId="261"/>
            <ac:cxnSpMk id="70" creationId="{F6306F48-31DF-FD7A-810B-A5F258D3DABC}"/>
          </ac:cxnSpMkLst>
        </pc:cxnChg>
        <pc:cxnChg chg="mod">
          <ac:chgData name="mathspt" userId="0238e0ea-a655-48f2-bae3-2ff3e0b97742" providerId="ADAL" clId="{F788A1C2-729E-493D-A861-CD8D4B298BC8}" dt="2025-08-27T07:00:05.415" v="717"/>
          <ac:cxnSpMkLst>
            <pc:docMk/>
            <pc:sldMk cId="1337984155" sldId="261"/>
            <ac:cxnSpMk id="71" creationId="{EE8DBD15-63BD-CB5F-A7EB-EF5721F91C49}"/>
          </ac:cxnSpMkLst>
        </pc:cxnChg>
        <pc:cxnChg chg="mod">
          <ac:chgData name="mathspt" userId="0238e0ea-a655-48f2-bae3-2ff3e0b97742" providerId="ADAL" clId="{F788A1C2-729E-493D-A861-CD8D4B298BC8}" dt="2025-08-27T07:00:05.415" v="717"/>
          <ac:cxnSpMkLst>
            <pc:docMk/>
            <pc:sldMk cId="1337984155" sldId="261"/>
            <ac:cxnSpMk id="72" creationId="{90F227B2-9009-9CAA-5B4A-A212A1EF6A26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8:26:52.17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0,'5525'0,"-5456"0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11:20.34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0,'6310'0,"-6231"0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E20897-1053-4D47-D63B-44A7AFD5A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59EA22-3496-F66B-F1D6-9B65FAB8D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791933-D561-6F3B-E4F0-11DEFDC0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F8F8E6-4E13-BCFB-145B-96880119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C88FFC-1551-5FAF-9EC7-281654AB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861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1AFF9-5D23-5682-D9CA-0AAF0D57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36D1C5-48AB-68A4-0453-4410F60BF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7D19D4-1E7E-7DD1-2F81-07AFEBF3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8EF261-1C6A-BA8B-9348-154EF10A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EA635D-584D-7B28-85A4-2B52F8A2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8677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94FCBE-770B-315F-300A-65B25464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5CA9EC-1AB0-DB80-29F6-D4FC1423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C103BA-D233-65BA-667B-F3B80357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013767-5FB5-4C69-9A38-D81F9BFC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B6CFAF-8002-051A-C4DE-90B70250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752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94A0CD-24E0-0C22-B9EF-BAA16E95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2880C4-81DE-A64F-BC16-FC9C80737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F27512-DD7F-DC8A-80DA-916BD24DB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7C18FF-78DD-20CC-D336-985823F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207649-D225-832D-B543-BC90FACC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2227A5-5060-8481-AE63-D5C6F65E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899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94E124-FA5A-F15C-9FCB-214AB58E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FDE9CA-F0B2-2298-4A15-19C573A32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788689B-A192-2330-83CA-A0A97B175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2B27B45-0F2A-E01A-3940-0CEFCAF0A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159DB45-98D2-4BF6-012C-9F43249B5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DF7876-AB5F-2610-8126-CD3460C9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FF9C0-D34B-FED6-E24F-FF608E15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B4AC1BA-1978-C1A8-E078-01ABAE5F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9878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A53426-C8F3-11DE-DB20-2CAC3B0B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075610-018D-F16E-F1B8-D172005B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40BCDC5-3850-249C-E8A2-8A54F2C9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0F4F11-BB7A-4AD2-5284-A35FE0D6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3939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065E05-40C9-9550-28C3-3A1F9CE5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4F42BB-1333-EAA5-8564-238A6F3D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7CC06-28BF-9D12-0E3C-D48E2D01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087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3B03F5-7F12-75F1-E5DC-BA7874C0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962060-C62E-C7DA-646E-53C3A03CC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2284BE0-26D8-C648-B662-5A82138CD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FF39D9-225D-9F67-EA9C-BEDAE855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498A16-219B-9EA9-495F-47A93BD4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D0DD10-0D88-5F46-F8AB-932DBB68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0542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B7407D-C874-F96A-8B63-016937EF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6D19F6D-197C-BD8F-B5F2-EDED189A8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4D29D-A4EB-B883-382C-AF2F95903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F854A6-F727-1EC7-984A-435FF795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BD6EFD-1B07-11DD-DD64-B46F9C3C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6D0E3E-A955-D044-F9F2-A0A68BF2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9418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5EBA8-6B84-856A-DD0E-DD0D0E3F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6C8834-52EA-6001-475F-C7D38D3B4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DA6CC6-723D-F1FF-26E4-B55D203A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4CF3B2-955B-1E8A-72C8-4BB9261A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DFB9D3-F220-0A5F-DF23-78C79F43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5922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3DA0FB5-28F2-5D8B-3BDD-6B26BCA36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1BDC12-3618-B6A3-6BF8-3E6756FEB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6E7C43-480E-2C88-C4D7-B9B6E1F2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F9BB75-9594-728A-C7AD-31FA5151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4CF5AA-D2F5-C0D1-FD46-C45ABF5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6004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4A07328-423F-C482-B612-A292D7DF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7C8FB1-C8BF-2D29-1B88-8F823AC98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6554A7-8686-C62B-6F9B-8CB40B36E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40D27-BC47-46F4-A28B-1B0366912E86}" type="datetimeFigureOut">
              <a:rPr lang="zh-HK" altLang="en-US" smtClean="0"/>
              <a:t>12/9/2025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7E5FB8-8A82-E7EA-0CE2-6A4C85A59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999FC4-AA56-278B-1944-5B64668D1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076D6-336C-4982-BEE7-153BB9E8542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500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AB89D79-01A2-C539-C402-889DA11D7E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" y="21538"/>
            <a:ext cx="6363588" cy="2600688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70CF63C9-9FFF-9ADF-6C6F-4BD2A6F75998}"/>
              </a:ext>
            </a:extLst>
          </p:cNvPr>
          <p:cNvGrpSpPr/>
          <p:nvPr/>
        </p:nvGrpSpPr>
        <p:grpSpPr>
          <a:xfrm>
            <a:off x="3205369" y="724280"/>
            <a:ext cx="2319838" cy="427714"/>
            <a:chOff x="5557626" y="3475694"/>
            <a:chExt cx="2319838" cy="427714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01F81571-7851-7DFE-B0D4-41E6ECE5E80C}"/>
                </a:ext>
              </a:extLst>
            </p:cNvPr>
            <p:cNvSpPr txBox="1"/>
            <p:nvPr/>
          </p:nvSpPr>
          <p:spPr>
            <a:xfrm>
              <a:off x="6121395" y="3489821"/>
              <a:ext cx="6053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06C15E2-7637-8F46-9F0E-3E693E7D7ACB}"/>
                </a:ext>
              </a:extLst>
            </p:cNvPr>
            <p:cNvSpPr txBox="1"/>
            <p:nvPr/>
          </p:nvSpPr>
          <p:spPr>
            <a:xfrm>
              <a:off x="5557626" y="3485007"/>
              <a:ext cx="5353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2A79A88-FD00-B1B0-54E8-F2A21CC7D16F}"/>
                    </a:ext>
                  </a:extLst>
                </p:cNvPr>
                <p:cNvSpPr txBox="1"/>
                <p:nvPr/>
              </p:nvSpPr>
              <p:spPr>
                <a:xfrm>
                  <a:off x="5969902" y="3478343"/>
                  <a:ext cx="26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2A79A88-FD00-B1B0-54E8-F2A21CC7D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902" y="3478343"/>
                  <a:ext cx="266650" cy="400110"/>
                </a:xfrm>
                <a:prstGeom prst="rect">
                  <a:avLst/>
                </a:prstGeom>
                <a:blipFill>
                  <a:blip r:embed="rId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73BA179-641B-3891-0A30-13562286ED2B}"/>
                </a:ext>
              </a:extLst>
            </p:cNvPr>
            <p:cNvSpPr txBox="1"/>
            <p:nvPr/>
          </p:nvSpPr>
          <p:spPr>
            <a:xfrm>
              <a:off x="7233438" y="3494152"/>
              <a:ext cx="644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44C4336-6D48-F29F-5A3D-16DCB9632866}"/>
                </a:ext>
              </a:extLst>
            </p:cNvPr>
            <p:cNvSpPr txBox="1"/>
            <p:nvPr/>
          </p:nvSpPr>
          <p:spPr>
            <a:xfrm>
              <a:off x="6676898" y="350329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102DD85-457B-2019-1A9A-ED8546044FCD}"/>
                    </a:ext>
                  </a:extLst>
                </p:cNvPr>
                <p:cNvSpPr txBox="1"/>
                <p:nvPr/>
              </p:nvSpPr>
              <p:spPr>
                <a:xfrm>
                  <a:off x="7036903" y="3475694"/>
                  <a:ext cx="26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102DD85-457B-2019-1A9A-ED8546044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903" y="3475694"/>
                  <a:ext cx="266650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CF3E12A7-8FAD-BFA8-C157-8B7B9EB0CFF9}"/>
                </a:ext>
              </a:extLst>
            </p:cNvPr>
            <p:cNvGrpSpPr/>
            <p:nvPr/>
          </p:nvGrpSpPr>
          <p:grpSpPr>
            <a:xfrm rot="5400000">
              <a:off x="6568116" y="3636073"/>
              <a:ext cx="238095" cy="163999"/>
              <a:chOff x="8806649" y="5623025"/>
              <a:chExt cx="238095" cy="163999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CD1ECA24-28D4-F71E-7A50-7926C05B9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649" y="5623025"/>
                <a:ext cx="108201" cy="16399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BEAA9089-F46F-BE1D-B8C2-3BF03A9580AA}"/>
                  </a:ext>
                </a:extLst>
              </p:cNvPr>
              <p:cNvCxnSpPr>
                <a:cxnSpLocks/>
              </p:cNvCxnSpPr>
              <p:nvPr/>
            </p:nvCxnSpPr>
            <p:spPr>
              <a:xfrm rot="19503596" flipH="1">
                <a:off x="8871077" y="5647940"/>
                <a:ext cx="173667" cy="98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5D20EBE9-C13D-2BBD-78DF-8BDE47EC35D3}"/>
              </a:ext>
            </a:extLst>
          </p:cNvPr>
          <p:cNvGrpSpPr/>
          <p:nvPr/>
        </p:nvGrpSpPr>
        <p:grpSpPr>
          <a:xfrm>
            <a:off x="3361349" y="1151994"/>
            <a:ext cx="2110438" cy="418885"/>
            <a:chOff x="5742596" y="3466232"/>
            <a:chExt cx="2110438" cy="418885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B4E0DC1-5E81-632D-5329-8BC35E8711AC}"/>
                </a:ext>
              </a:extLst>
            </p:cNvPr>
            <p:cNvSpPr txBox="1"/>
            <p:nvPr/>
          </p:nvSpPr>
          <p:spPr>
            <a:xfrm>
              <a:off x="6313017" y="3472371"/>
              <a:ext cx="5420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6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71A8723-FD20-B4A9-0D3A-D607249F6215}"/>
                </a:ext>
              </a:extLst>
            </p:cNvPr>
            <p:cNvSpPr txBox="1"/>
            <p:nvPr/>
          </p:nvSpPr>
          <p:spPr>
            <a:xfrm>
              <a:off x="5742596" y="3485007"/>
              <a:ext cx="5353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2EC06194-342E-FFDA-F088-9507C6596CB2}"/>
                    </a:ext>
                  </a:extLst>
                </p:cNvPr>
                <p:cNvSpPr txBox="1"/>
                <p:nvPr/>
              </p:nvSpPr>
              <p:spPr>
                <a:xfrm>
                  <a:off x="6119972" y="3478343"/>
                  <a:ext cx="26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2EC06194-342E-FFDA-F088-9507C6596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9972" y="3478343"/>
                  <a:ext cx="266650" cy="400110"/>
                </a:xfrm>
                <a:prstGeom prst="rect">
                  <a:avLst/>
                </a:prstGeom>
                <a:blipFill>
                  <a:blip r:embed="rId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743CA07D-C476-23BA-AD8D-46DB36E0B3E6}"/>
                </a:ext>
              </a:extLst>
            </p:cNvPr>
            <p:cNvSpPr txBox="1"/>
            <p:nvPr/>
          </p:nvSpPr>
          <p:spPr>
            <a:xfrm>
              <a:off x="7209008" y="3466232"/>
              <a:ext cx="644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99484DD4-77D3-02BE-ADA1-38F8EF19A99D}"/>
                </a:ext>
              </a:extLst>
            </p:cNvPr>
            <p:cNvSpPr txBox="1"/>
            <p:nvPr/>
          </p:nvSpPr>
          <p:spPr>
            <a:xfrm>
              <a:off x="6659448" y="347886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19ABCC8-3873-5734-CF75-AD658C98CC38}"/>
                    </a:ext>
                  </a:extLst>
                </p:cNvPr>
                <p:cNvSpPr txBox="1"/>
                <p:nvPr/>
              </p:nvSpPr>
              <p:spPr>
                <a:xfrm>
                  <a:off x="7015963" y="3472204"/>
                  <a:ext cx="26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19ABCC8-3873-5734-CF75-AD658C98C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5963" y="3472204"/>
                  <a:ext cx="266650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B89E225D-BEFD-24B7-4C99-E7E82AEA5603}"/>
                </a:ext>
              </a:extLst>
            </p:cNvPr>
            <p:cNvGrpSpPr/>
            <p:nvPr/>
          </p:nvGrpSpPr>
          <p:grpSpPr>
            <a:xfrm rot="5400000">
              <a:off x="6568116" y="3636073"/>
              <a:ext cx="238095" cy="163999"/>
              <a:chOff x="8806649" y="5623025"/>
              <a:chExt cx="238095" cy="163999"/>
            </a:xfrm>
          </p:grpSpPr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45252B8F-873F-0F72-DFDE-CD19F2EA3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649" y="5623025"/>
                <a:ext cx="108201" cy="16399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8003DC97-00D9-8862-10C0-5976D2139B4D}"/>
                  </a:ext>
                </a:extLst>
              </p:cNvPr>
              <p:cNvCxnSpPr>
                <a:cxnSpLocks/>
              </p:cNvCxnSpPr>
              <p:nvPr/>
            </p:nvCxnSpPr>
            <p:spPr>
              <a:xfrm rot="19503596" flipH="1">
                <a:off x="8871077" y="5647940"/>
                <a:ext cx="173667" cy="98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750F244-325D-6975-F049-EA32948CF402}"/>
              </a:ext>
            </a:extLst>
          </p:cNvPr>
          <p:cNvGrpSpPr/>
          <p:nvPr/>
        </p:nvGrpSpPr>
        <p:grpSpPr>
          <a:xfrm>
            <a:off x="3730195" y="1595292"/>
            <a:ext cx="1097566" cy="413587"/>
            <a:chOff x="6121395" y="3489821"/>
            <a:chExt cx="1097566" cy="413587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5DF1992B-5B33-517C-0055-BF8DFAC57371}"/>
                </a:ext>
              </a:extLst>
            </p:cNvPr>
            <p:cNvSpPr txBox="1"/>
            <p:nvPr/>
          </p:nvSpPr>
          <p:spPr>
            <a:xfrm>
              <a:off x="6121395" y="3489821"/>
              <a:ext cx="6053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507C2B87-9C1F-A848-8C9B-F30C1627BDB4}"/>
                </a:ext>
              </a:extLst>
            </p:cNvPr>
            <p:cNvSpPr txBox="1"/>
            <p:nvPr/>
          </p:nvSpPr>
          <p:spPr>
            <a:xfrm>
              <a:off x="6676898" y="350329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24</a:t>
              </a:r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0B7E023E-737D-3D97-AFD2-064AFDCBD249}"/>
                </a:ext>
              </a:extLst>
            </p:cNvPr>
            <p:cNvGrpSpPr/>
            <p:nvPr/>
          </p:nvGrpSpPr>
          <p:grpSpPr>
            <a:xfrm rot="5400000">
              <a:off x="6568116" y="3636073"/>
              <a:ext cx="238095" cy="163999"/>
              <a:chOff x="8806649" y="5623025"/>
              <a:chExt cx="238095" cy="163999"/>
            </a:xfrm>
          </p:grpSpPr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60814775-0AF9-F933-512C-CED1EDE271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649" y="5623025"/>
                <a:ext cx="108201" cy="16399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E992C6C0-C4A3-AA9F-4157-18B0BB51155C}"/>
                  </a:ext>
                </a:extLst>
              </p:cNvPr>
              <p:cNvCxnSpPr>
                <a:cxnSpLocks/>
              </p:cNvCxnSpPr>
              <p:nvPr/>
            </p:nvCxnSpPr>
            <p:spPr>
              <a:xfrm rot="19503596" flipH="1">
                <a:off x="8871077" y="5647940"/>
                <a:ext cx="173667" cy="98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019107BB-BF81-8EBD-D27C-60E048D0C9D3}"/>
              </a:ext>
            </a:extLst>
          </p:cNvPr>
          <p:cNvGrpSpPr/>
          <p:nvPr/>
        </p:nvGrpSpPr>
        <p:grpSpPr>
          <a:xfrm>
            <a:off x="3744675" y="1955061"/>
            <a:ext cx="1097566" cy="413587"/>
            <a:chOff x="6121395" y="3489821"/>
            <a:chExt cx="1097566" cy="413587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D2634EC-3DE3-C992-2414-87B837612827}"/>
                </a:ext>
              </a:extLst>
            </p:cNvPr>
            <p:cNvSpPr txBox="1"/>
            <p:nvPr/>
          </p:nvSpPr>
          <p:spPr>
            <a:xfrm>
              <a:off x="6121395" y="3489821"/>
              <a:ext cx="6053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9F4CD56-2567-863F-3DA9-FAE04D4FEE24}"/>
                </a:ext>
              </a:extLst>
            </p:cNvPr>
            <p:cNvSpPr txBox="1"/>
            <p:nvPr/>
          </p:nvSpPr>
          <p:spPr>
            <a:xfrm>
              <a:off x="6676898" y="350329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FA2A5822-AA86-F2E3-B329-84386AE577B4}"/>
                </a:ext>
              </a:extLst>
            </p:cNvPr>
            <p:cNvGrpSpPr/>
            <p:nvPr/>
          </p:nvGrpSpPr>
          <p:grpSpPr>
            <a:xfrm rot="5400000">
              <a:off x="6568116" y="3636073"/>
              <a:ext cx="238095" cy="163999"/>
              <a:chOff x="8806649" y="5623025"/>
              <a:chExt cx="238095" cy="163999"/>
            </a:xfrm>
          </p:grpSpPr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C2A9B830-F259-B171-B927-7157EF340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649" y="5623025"/>
                <a:ext cx="108201" cy="16399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27BF41D4-586D-7518-182A-6CF0966D2C72}"/>
                  </a:ext>
                </a:extLst>
              </p:cNvPr>
              <p:cNvCxnSpPr>
                <a:cxnSpLocks/>
              </p:cNvCxnSpPr>
              <p:nvPr/>
            </p:nvCxnSpPr>
            <p:spPr>
              <a:xfrm rot="19503596" flipH="1">
                <a:off x="8871077" y="5647940"/>
                <a:ext cx="173667" cy="98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AC37DEED-0046-A706-67EC-B5A2872CCAC2}"/>
                  </a:ext>
                </a:extLst>
              </p14:cNvPr>
              <p14:cNvContentPartPr/>
              <p14:nvPr/>
            </p14:nvContentPartPr>
            <p14:xfrm>
              <a:off x="716994" y="1238213"/>
              <a:ext cx="2015429" cy="45719"/>
            </p14:xfrm>
          </p:contentPart>
        </mc:Choice>
        <mc:Fallback xmlns=""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AC37DEED-0046-A706-67EC-B5A2872CCA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961" y="-12477487"/>
                <a:ext cx="2123135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956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711DF2-4929-C8BA-3864-8DC3F9E2A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5" y="116801"/>
            <a:ext cx="11422069" cy="35247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36930B7-4F39-F0C0-B300-6EC185E4AF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5" y="469275"/>
            <a:ext cx="3258005" cy="2162477"/>
          </a:xfrm>
          <a:prstGeom prst="rect">
            <a:avLst/>
          </a:prstGeom>
        </p:spPr>
      </p:pic>
      <p:grpSp>
        <p:nvGrpSpPr>
          <p:cNvPr id="79" name="群組 78">
            <a:extLst>
              <a:ext uri="{FF2B5EF4-FFF2-40B4-BE49-F238E27FC236}">
                <a16:creationId xmlns:a16="http://schemas.microsoft.com/office/drawing/2014/main" id="{F5B8DAC7-FAC4-2BCB-6E1D-43C1766B1A9D}"/>
              </a:ext>
            </a:extLst>
          </p:cNvPr>
          <p:cNvGrpSpPr/>
          <p:nvPr/>
        </p:nvGrpSpPr>
        <p:grpSpPr>
          <a:xfrm>
            <a:off x="3331014" y="553029"/>
            <a:ext cx="1957525" cy="427714"/>
            <a:chOff x="3604626" y="1122799"/>
            <a:chExt cx="1957525" cy="427714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260D7A8-9693-B892-63D1-1A8C13C292A5}"/>
                </a:ext>
              </a:extLst>
            </p:cNvPr>
            <p:cNvSpPr txBox="1"/>
            <p:nvPr/>
          </p:nvSpPr>
          <p:spPr>
            <a:xfrm>
              <a:off x="3604626" y="1132112"/>
              <a:ext cx="5353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05C6A5A1-383C-320F-A796-AFA7C32D9DEF}"/>
                </a:ext>
              </a:extLst>
            </p:cNvPr>
            <p:cNvSpPr txBox="1"/>
            <p:nvPr/>
          </p:nvSpPr>
          <p:spPr>
            <a:xfrm>
              <a:off x="4344332" y="1150403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17</a:t>
              </a: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E219DC0A-C106-62C3-BA54-392F7A1D115A}"/>
                </a:ext>
              </a:extLst>
            </p:cNvPr>
            <p:cNvGrpSpPr/>
            <p:nvPr/>
          </p:nvGrpSpPr>
          <p:grpSpPr>
            <a:xfrm rot="5400000">
              <a:off x="4161751" y="1242078"/>
              <a:ext cx="187703" cy="177464"/>
              <a:chOff x="8797471" y="5680788"/>
              <a:chExt cx="187703" cy="177464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C98FA04D-565A-BC9C-08E0-30BF66245D5F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 rot="16200000">
                <a:off x="8765491" y="5712768"/>
                <a:ext cx="177461" cy="1135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B23308E1-C6E2-D17B-4203-07F781DB1DBD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 rot="16200000" flipV="1">
                <a:off x="8859342" y="5732420"/>
                <a:ext cx="177462" cy="74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2830DFA5-6004-0E34-B3A3-817411788298}"/>
                </a:ext>
              </a:extLst>
            </p:cNvPr>
            <p:cNvSpPr txBox="1"/>
            <p:nvPr/>
          </p:nvSpPr>
          <p:spPr>
            <a:xfrm>
              <a:off x="4918125" y="1141257"/>
              <a:ext cx="644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FA2CEDDD-5748-9DB0-2A9A-FEF4CF2EC012}"/>
                    </a:ext>
                  </a:extLst>
                </p:cNvPr>
                <p:cNvSpPr txBox="1"/>
                <p:nvPr/>
              </p:nvSpPr>
              <p:spPr>
                <a:xfrm>
                  <a:off x="4721590" y="1122799"/>
                  <a:ext cx="2666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FA2CEDDD-5748-9DB0-2A9A-FEF4CF2EC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1590" y="1122799"/>
                  <a:ext cx="266650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1D78F6A3-7E2D-15BB-276A-4F8F62954831}"/>
              </a:ext>
            </a:extLst>
          </p:cNvPr>
          <p:cNvGrpSpPr/>
          <p:nvPr/>
        </p:nvGrpSpPr>
        <p:grpSpPr>
          <a:xfrm>
            <a:off x="3362744" y="951164"/>
            <a:ext cx="1281769" cy="418401"/>
            <a:chOff x="5971698" y="3485007"/>
            <a:chExt cx="1281769" cy="418401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E8ECDCF4-0E26-D0D8-3368-E2D68447FD5E}"/>
                </a:ext>
              </a:extLst>
            </p:cNvPr>
            <p:cNvSpPr txBox="1"/>
            <p:nvPr/>
          </p:nvSpPr>
          <p:spPr>
            <a:xfrm>
              <a:off x="5971698" y="3485007"/>
              <a:ext cx="5353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8F06131F-F5BF-3311-CD9F-700F205E436D}"/>
                </a:ext>
              </a:extLst>
            </p:cNvPr>
            <p:cNvSpPr txBox="1"/>
            <p:nvPr/>
          </p:nvSpPr>
          <p:spPr>
            <a:xfrm>
              <a:off x="6711404" y="350329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14</a:t>
              </a:r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88DE2237-9F44-FD5F-490B-14659136FD5C}"/>
                </a:ext>
              </a:extLst>
            </p:cNvPr>
            <p:cNvGrpSpPr/>
            <p:nvPr/>
          </p:nvGrpSpPr>
          <p:grpSpPr>
            <a:xfrm rot="5400000">
              <a:off x="6528822" y="3594972"/>
              <a:ext cx="187703" cy="177464"/>
              <a:chOff x="8797471" y="5680788"/>
              <a:chExt cx="187703" cy="177464"/>
            </a:xfrm>
          </p:grpSpPr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44D13FA3-261D-0F55-37CC-197204424598}"/>
                  </a:ext>
                </a:extLst>
              </p:cNvPr>
              <p:cNvCxnSpPr>
                <a:cxnSpLocks/>
                <a:endCxn id="58" idx="1"/>
              </p:cNvCxnSpPr>
              <p:nvPr/>
            </p:nvCxnSpPr>
            <p:spPr>
              <a:xfrm rot="16200000">
                <a:off x="8765491" y="5712768"/>
                <a:ext cx="177461" cy="1135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2D65FAB0-1555-99F3-B690-41DFE5731DF4}"/>
                  </a:ext>
                </a:extLst>
              </p:cNvPr>
              <p:cNvCxnSpPr>
                <a:cxnSpLocks/>
                <a:endCxn id="58" idx="1"/>
              </p:cNvCxnSpPr>
              <p:nvPr/>
            </p:nvCxnSpPr>
            <p:spPr>
              <a:xfrm rot="16200000" flipV="1">
                <a:off x="8859342" y="5732420"/>
                <a:ext cx="177462" cy="74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446FE869-94F6-D828-232C-83C4F3009B15}"/>
              </a:ext>
            </a:extLst>
          </p:cNvPr>
          <p:cNvGrpSpPr/>
          <p:nvPr/>
        </p:nvGrpSpPr>
        <p:grpSpPr>
          <a:xfrm>
            <a:off x="3509749" y="1299416"/>
            <a:ext cx="1143745" cy="418401"/>
            <a:chOff x="6109722" y="3485007"/>
            <a:chExt cx="1143745" cy="418401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C29E7BF7-38D9-D81E-8891-D0C167907E55}"/>
                </a:ext>
              </a:extLst>
            </p:cNvPr>
            <p:cNvSpPr txBox="1"/>
            <p:nvPr/>
          </p:nvSpPr>
          <p:spPr>
            <a:xfrm>
              <a:off x="6109722" y="3485007"/>
              <a:ext cx="5353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BA210017-7C2F-00C8-8920-33C76257134B}"/>
                </a:ext>
              </a:extLst>
            </p:cNvPr>
            <p:cNvSpPr txBox="1"/>
            <p:nvPr/>
          </p:nvSpPr>
          <p:spPr>
            <a:xfrm>
              <a:off x="6711404" y="3503298"/>
              <a:ext cx="5420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B60BB404-E7C6-CBFA-38B3-32B52491CD69}"/>
                </a:ext>
              </a:extLst>
            </p:cNvPr>
            <p:cNvGrpSpPr/>
            <p:nvPr/>
          </p:nvGrpSpPr>
          <p:grpSpPr>
            <a:xfrm rot="5400000">
              <a:off x="6528822" y="3594972"/>
              <a:ext cx="187703" cy="177464"/>
              <a:chOff x="8797471" y="5680788"/>
              <a:chExt cx="187703" cy="177464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524EF905-EC6A-AA8C-2541-9E843E5A86F9}"/>
                  </a:ext>
                </a:extLst>
              </p:cNvPr>
              <p:cNvCxnSpPr>
                <a:cxnSpLocks/>
                <a:endCxn id="64" idx="1"/>
              </p:cNvCxnSpPr>
              <p:nvPr/>
            </p:nvCxnSpPr>
            <p:spPr>
              <a:xfrm rot="16200000">
                <a:off x="8765491" y="5712768"/>
                <a:ext cx="177461" cy="1135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562419D0-8286-9771-2056-27B4AFC7D5CE}"/>
                  </a:ext>
                </a:extLst>
              </p:cNvPr>
              <p:cNvCxnSpPr>
                <a:cxnSpLocks/>
                <a:endCxn id="64" idx="1"/>
              </p:cNvCxnSpPr>
              <p:nvPr/>
            </p:nvCxnSpPr>
            <p:spPr>
              <a:xfrm rot="16200000" flipV="1">
                <a:off x="8859342" y="5732420"/>
                <a:ext cx="177462" cy="74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9A9DB78B-1339-46FB-0ACC-941559063975}"/>
              </a:ext>
            </a:extLst>
          </p:cNvPr>
          <p:cNvGrpSpPr/>
          <p:nvPr/>
        </p:nvGrpSpPr>
        <p:grpSpPr>
          <a:xfrm>
            <a:off x="2807010" y="1696893"/>
            <a:ext cx="6972891" cy="461665"/>
            <a:chOff x="2830014" y="1986289"/>
            <a:chExt cx="6972891" cy="461665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91DFCBCD-60A2-9261-A563-B5FC8AF6C820}"/>
                </a:ext>
              </a:extLst>
            </p:cNvPr>
            <p:cNvSpPr txBox="1"/>
            <p:nvPr/>
          </p:nvSpPr>
          <p:spPr>
            <a:xfrm>
              <a:off x="3087218" y="2070043"/>
              <a:ext cx="67156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>
                  <a:solidFill>
                    <a:srgbClr val="FF0000"/>
                  </a:solidFill>
                  <a:latin typeface="Lucida Calligraphy" panose="03010101010101010101" pitchFamily="66" charset="0"/>
                </a:rPr>
                <a:t>The numbers in the group must be larger than 2.</a:t>
              </a:r>
              <a:endParaRPr lang="zh-HK" altLang="en-US" sz="1600"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5B8C8F8-4D5A-F0EB-91A8-9844BC0748F6}"/>
                    </a:ext>
                  </a:extLst>
                </p:cNvPr>
                <p:cNvSpPr txBox="1"/>
                <p:nvPr/>
              </p:nvSpPr>
              <p:spPr>
                <a:xfrm>
                  <a:off x="2830014" y="1986289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5B8C8F8-4D5A-F0EB-91A8-9844BC074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0014" y="1986289"/>
                  <a:ext cx="295688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B65EDED4-D5EB-734A-7D9B-FDE8A42609B0}"/>
              </a:ext>
            </a:extLst>
          </p:cNvPr>
          <p:cNvGrpSpPr/>
          <p:nvPr/>
        </p:nvGrpSpPr>
        <p:grpSpPr>
          <a:xfrm>
            <a:off x="2869552" y="2019800"/>
            <a:ext cx="5291036" cy="461665"/>
            <a:chOff x="2904058" y="2408597"/>
            <a:chExt cx="5291036" cy="461665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B98747BC-9887-C34A-B9AE-319934C87F14}"/>
                </a:ext>
              </a:extLst>
            </p:cNvPr>
            <p:cNvSpPr txBox="1"/>
            <p:nvPr/>
          </p:nvSpPr>
          <p:spPr>
            <a:xfrm>
              <a:off x="3087217" y="2487311"/>
              <a:ext cx="51078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>
                  <a:solidFill>
                    <a:srgbClr val="FF0000"/>
                  </a:solidFill>
                  <a:latin typeface="Lucida Calligraphy" panose="03010101010101010101" pitchFamily="66" charset="0"/>
                </a:rPr>
                <a:t>Only 2.1, 3.2, 4.3 can satisfy the requirement.</a:t>
              </a:r>
              <a:endParaRPr lang="zh-HK" altLang="en-US" sz="1600"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EDE44BEA-7C09-2257-1B0B-D71A0E6E3198}"/>
                    </a:ext>
                  </a:extLst>
                </p:cNvPr>
                <p:cNvSpPr txBox="1"/>
                <p:nvPr/>
              </p:nvSpPr>
              <p:spPr>
                <a:xfrm rot="10800000">
                  <a:off x="2904058" y="2408597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EDE44BEA-7C09-2257-1B0B-D71A0E6E3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2904058" y="2408597"/>
                  <a:ext cx="295688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0" name="筆跡 79">
                <a:extLst>
                  <a:ext uri="{FF2B5EF4-FFF2-40B4-BE49-F238E27FC236}">
                    <a16:creationId xmlns:a16="http://schemas.microsoft.com/office/drawing/2014/main" id="{6C6F0EFA-109A-296C-1777-3AD6F65CA944}"/>
                  </a:ext>
                </a:extLst>
              </p14:cNvPr>
              <p14:cNvContentPartPr/>
              <p14:nvPr/>
            </p14:nvContentPartPr>
            <p14:xfrm>
              <a:off x="372470" y="1974081"/>
              <a:ext cx="2301719" cy="45719"/>
            </p14:xfrm>
          </p:contentPart>
        </mc:Choice>
        <mc:Fallback xmlns="">
          <p:pic>
            <p:nvPicPr>
              <p:cNvPr id="80" name="筆跡 79">
                <a:extLst>
                  <a:ext uri="{FF2B5EF4-FFF2-40B4-BE49-F238E27FC236}">
                    <a16:creationId xmlns:a16="http://schemas.microsoft.com/office/drawing/2014/main" id="{6C6F0EFA-109A-296C-1777-3AD6F65CA9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8439" y="-11741619"/>
                <a:ext cx="240942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91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98A89B3-949A-4809-AE5A-82809A677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07"/>
            <a:ext cx="12192000" cy="1132056"/>
          </a:xfrm>
          <a:prstGeom prst="rect">
            <a:avLst/>
          </a:prstGeom>
        </p:spPr>
      </p:pic>
      <p:grpSp>
        <p:nvGrpSpPr>
          <p:cNvPr id="46" name="群組 45">
            <a:extLst>
              <a:ext uri="{FF2B5EF4-FFF2-40B4-BE49-F238E27FC236}">
                <a16:creationId xmlns:a16="http://schemas.microsoft.com/office/drawing/2014/main" id="{742CD8AB-0408-F670-D674-FFA7353EAF0F}"/>
              </a:ext>
            </a:extLst>
          </p:cNvPr>
          <p:cNvGrpSpPr/>
          <p:nvPr/>
        </p:nvGrpSpPr>
        <p:grpSpPr>
          <a:xfrm>
            <a:off x="937352" y="1276801"/>
            <a:ext cx="1507602" cy="696215"/>
            <a:chOff x="937352" y="1276801"/>
            <a:chExt cx="1507602" cy="696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C1A7BCAE-FCBA-C288-AA6D-801924EC8C7B}"/>
                    </a:ext>
                  </a:extLst>
                </p:cNvPr>
                <p:cNvSpPr txBox="1"/>
                <p:nvPr/>
              </p:nvSpPr>
              <p:spPr>
                <a:xfrm>
                  <a:off x="1777384" y="142536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C1A7BCAE-FCBA-C288-AA6D-801924EC8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384" y="1425366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47C409F-149D-A232-4B9B-29A9488D8C11}"/>
                    </a:ext>
                  </a:extLst>
                </p:cNvPr>
                <p:cNvSpPr txBox="1"/>
                <p:nvPr/>
              </p:nvSpPr>
              <p:spPr>
                <a:xfrm>
                  <a:off x="1442527" y="157290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47C409F-149D-A232-4B9B-29A9488D8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2527" y="1572906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FDC6342-EC46-A639-6800-F82B168722F5}"/>
                </a:ext>
              </a:extLst>
            </p:cNvPr>
            <p:cNvSpPr txBox="1"/>
            <p:nvPr/>
          </p:nvSpPr>
          <p:spPr>
            <a:xfrm>
              <a:off x="1429917" y="1277826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6B057D0E-E1DA-E22E-9CD8-1F7963AEC6FC}"/>
                </a:ext>
              </a:extLst>
            </p:cNvPr>
            <p:cNvSpPr txBox="1"/>
            <p:nvPr/>
          </p:nvSpPr>
          <p:spPr>
            <a:xfrm>
              <a:off x="937352" y="1425366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(a)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cxnSp>
          <p:nvCxnSpPr>
            <p:cNvPr id="13" name="直線接點 77">
              <a:extLst>
                <a:ext uri="{FF2B5EF4-FFF2-40B4-BE49-F238E27FC236}">
                  <a16:creationId xmlns:a16="http://schemas.microsoft.com/office/drawing/2014/main" id="{D71E948B-C575-6F64-22C2-D7266DCA58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60602" y="1612785"/>
              <a:ext cx="304172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FB884F50-8513-635F-5288-E907AF4847C7}"/>
                    </a:ext>
                  </a:extLst>
                </p:cNvPr>
                <p:cNvSpPr txBox="1"/>
                <p:nvPr/>
              </p:nvSpPr>
              <p:spPr>
                <a:xfrm>
                  <a:off x="2122707" y="157188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FB884F50-8513-635F-5288-E907AF4847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707" y="1571881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5690D4F-12D9-C66C-BD88-F6EDEC268E68}"/>
                </a:ext>
              </a:extLst>
            </p:cNvPr>
            <p:cNvSpPr txBox="1"/>
            <p:nvPr/>
          </p:nvSpPr>
          <p:spPr>
            <a:xfrm>
              <a:off x="2110097" y="1276801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cxnSp>
          <p:nvCxnSpPr>
            <p:cNvPr id="18" name="直線接點 77">
              <a:extLst>
                <a:ext uri="{FF2B5EF4-FFF2-40B4-BE49-F238E27FC236}">
                  <a16:creationId xmlns:a16="http://schemas.microsoft.com/office/drawing/2014/main" id="{B5666DB5-08F6-63D3-24EB-315D66FF46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40782" y="1611760"/>
              <a:ext cx="304172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47EB416-3357-2758-1F75-7155C0099790}"/>
              </a:ext>
            </a:extLst>
          </p:cNvPr>
          <p:cNvGrpSpPr/>
          <p:nvPr/>
        </p:nvGrpSpPr>
        <p:grpSpPr>
          <a:xfrm>
            <a:off x="2589778" y="1530347"/>
            <a:ext cx="207069" cy="238095"/>
            <a:chOff x="2589778" y="1530347"/>
            <a:chExt cx="207069" cy="238095"/>
          </a:xfrm>
        </p:grpSpPr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832B6CE-F1CB-738E-DDBF-5B53BFA00EB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36199" y="1502448"/>
              <a:ext cx="108201" cy="163999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5D30401-3B65-58FC-0F17-0C5BAFF6DDBC}"/>
                </a:ext>
              </a:extLst>
            </p:cNvPr>
            <p:cNvCxnSpPr>
              <a:cxnSpLocks/>
            </p:cNvCxnSpPr>
            <p:nvPr/>
          </p:nvCxnSpPr>
          <p:spPr>
            <a:xfrm rot="3303596" flipH="1">
              <a:off x="2611450" y="1632508"/>
              <a:ext cx="173667" cy="9820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3ADD5B5C-3782-CEBC-E3CC-0B3BFF81C1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778" y="1746749"/>
              <a:ext cx="20706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83D56375-24A2-21CC-0683-108899A5862E}"/>
              </a:ext>
            </a:extLst>
          </p:cNvPr>
          <p:cNvGrpSpPr/>
          <p:nvPr/>
        </p:nvGrpSpPr>
        <p:grpSpPr>
          <a:xfrm>
            <a:off x="2801749" y="1418204"/>
            <a:ext cx="1143265" cy="407272"/>
            <a:chOff x="2801749" y="1418204"/>
            <a:chExt cx="1143265" cy="407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1C02838-04C7-468F-A488-FF7A0F4494A7}"/>
                    </a:ext>
                  </a:extLst>
                </p:cNvPr>
                <p:cNvSpPr txBox="1"/>
                <p:nvPr/>
              </p:nvSpPr>
              <p:spPr>
                <a:xfrm>
                  <a:off x="2801749" y="1425366"/>
                  <a:ext cx="5428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1C02838-04C7-468F-A488-FF7A0F449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749" y="1425366"/>
                  <a:ext cx="54286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457BFE08-27AA-0D43-E097-94B1B280D909}"/>
                    </a:ext>
                  </a:extLst>
                </p:cNvPr>
                <p:cNvSpPr txBox="1"/>
                <p:nvPr/>
              </p:nvSpPr>
              <p:spPr>
                <a:xfrm>
                  <a:off x="3243087" y="141820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457BFE08-27AA-0D43-E097-94B1B280D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3087" y="1418204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F27B6F7-7CE5-3D26-889C-E90FE390CB82}"/>
                    </a:ext>
                  </a:extLst>
                </p:cNvPr>
                <p:cNvSpPr txBox="1"/>
                <p:nvPr/>
              </p:nvSpPr>
              <p:spPr>
                <a:xfrm>
                  <a:off x="3402146" y="1424341"/>
                  <a:ext cx="5428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F27B6F7-7CE5-3D26-889C-E90FE390C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146" y="1424341"/>
                  <a:ext cx="54286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EBABE98-E83D-A358-B52A-AB5767B53540}"/>
              </a:ext>
            </a:extLst>
          </p:cNvPr>
          <p:cNvGrpSpPr/>
          <p:nvPr/>
        </p:nvGrpSpPr>
        <p:grpSpPr>
          <a:xfrm>
            <a:off x="2619438" y="2008008"/>
            <a:ext cx="207069" cy="238095"/>
            <a:chOff x="2589778" y="1530347"/>
            <a:chExt cx="207069" cy="238095"/>
          </a:xfrm>
        </p:grpSpPr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609E269B-9F4B-7F4F-2CFA-F6CA5F9986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36199" y="1502448"/>
              <a:ext cx="108201" cy="163999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40C5DCD8-BBF3-F243-BF2B-BB80B2E2002A}"/>
                </a:ext>
              </a:extLst>
            </p:cNvPr>
            <p:cNvCxnSpPr>
              <a:cxnSpLocks/>
            </p:cNvCxnSpPr>
            <p:nvPr/>
          </p:nvCxnSpPr>
          <p:spPr>
            <a:xfrm rot="3303596" flipH="1">
              <a:off x="2611450" y="1632508"/>
              <a:ext cx="173667" cy="9820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EC6B3D4F-4831-3646-C3C7-4E8DA6368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778" y="1746749"/>
              <a:ext cx="20706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16E24DE-B2E9-BC1A-DF56-2704E6209157}"/>
                  </a:ext>
                </a:extLst>
              </p:cNvPr>
              <p:cNvSpPr txBox="1"/>
              <p:nvPr/>
            </p:nvSpPr>
            <p:spPr>
              <a:xfrm>
                <a:off x="2787706" y="1926515"/>
                <a:ext cx="5428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16E24DE-B2E9-BC1A-DF56-2704E6209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06" y="1926515"/>
                <a:ext cx="54286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D6128360-B1D9-FC0F-A302-0AA6308EABBF}"/>
              </a:ext>
            </a:extLst>
          </p:cNvPr>
          <p:cNvGrpSpPr/>
          <p:nvPr/>
        </p:nvGrpSpPr>
        <p:grpSpPr>
          <a:xfrm>
            <a:off x="1541834" y="1813259"/>
            <a:ext cx="1197896" cy="692022"/>
            <a:chOff x="1574403" y="1764790"/>
            <a:chExt cx="1197896" cy="6920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BA4ACC81-C773-464A-2A85-15FF8BB7D7B9}"/>
                    </a:ext>
                  </a:extLst>
                </p:cNvPr>
                <p:cNvSpPr txBox="1"/>
                <p:nvPr/>
              </p:nvSpPr>
              <p:spPr>
                <a:xfrm>
                  <a:off x="1978450" y="2056702"/>
                  <a:ext cx="42766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BA4ACC81-C773-464A-2A85-15FF8BB7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8450" y="2056702"/>
                  <a:ext cx="42766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線接點 77">
              <a:extLst>
                <a:ext uri="{FF2B5EF4-FFF2-40B4-BE49-F238E27FC236}">
                  <a16:creationId xmlns:a16="http://schemas.microsoft.com/office/drawing/2014/main" id="{5FB554A5-5721-D2D8-E7A3-F421AF787F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12688" y="2108855"/>
              <a:ext cx="887494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DB904EF0-9107-F87E-0307-8D5BD155FDB6}"/>
                </a:ext>
              </a:extLst>
            </p:cNvPr>
            <p:cNvSpPr txBox="1"/>
            <p:nvPr/>
          </p:nvSpPr>
          <p:spPr>
            <a:xfrm>
              <a:off x="1574403" y="1764790"/>
              <a:ext cx="502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3x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FE88B588-E11C-A0BE-F606-FCDC6C5B3FA2}"/>
                    </a:ext>
                  </a:extLst>
                </p:cNvPr>
                <p:cNvSpPr txBox="1"/>
                <p:nvPr/>
              </p:nvSpPr>
              <p:spPr>
                <a:xfrm>
                  <a:off x="1935202" y="176682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FE88B588-E11C-A0BE-F606-FCDC6C5B3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5202" y="1766827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AC23BD47-2A9B-7F95-27C6-FFB9250494FD}"/>
                </a:ext>
              </a:extLst>
            </p:cNvPr>
            <p:cNvSpPr txBox="1"/>
            <p:nvPr/>
          </p:nvSpPr>
          <p:spPr>
            <a:xfrm>
              <a:off x="2117379" y="1785147"/>
              <a:ext cx="654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rPr>
                <a:t>4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4E4C7732-5598-9D53-40AB-99FD8721B982}"/>
              </a:ext>
            </a:extLst>
          </p:cNvPr>
          <p:cNvGrpSpPr/>
          <p:nvPr/>
        </p:nvGrpSpPr>
        <p:grpSpPr>
          <a:xfrm>
            <a:off x="2084809" y="2437019"/>
            <a:ext cx="553151" cy="728175"/>
            <a:chOff x="1978450" y="1728637"/>
            <a:chExt cx="544418" cy="7281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88BAFBB4-5042-A843-4479-6C2E3B080AAD}"/>
                    </a:ext>
                  </a:extLst>
                </p:cNvPr>
                <p:cNvSpPr txBox="1"/>
                <p:nvPr/>
              </p:nvSpPr>
              <p:spPr>
                <a:xfrm>
                  <a:off x="1978450" y="2056702"/>
                  <a:ext cx="42766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88BAFBB4-5042-A843-4479-6C2E3B080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8450" y="2056702"/>
                  <a:ext cx="42766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線接點 77">
              <a:extLst>
                <a:ext uri="{FF2B5EF4-FFF2-40B4-BE49-F238E27FC236}">
                  <a16:creationId xmlns:a16="http://schemas.microsoft.com/office/drawing/2014/main" id="{44422806-7358-D32D-AE82-5AC35E3D78F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86246" y="2108855"/>
              <a:ext cx="513936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1B5FD8BA-68A7-7210-9140-07B12F7DD769}"/>
                </a:ext>
              </a:extLst>
            </p:cNvPr>
            <p:cNvSpPr txBox="1"/>
            <p:nvPr/>
          </p:nvSpPr>
          <p:spPr>
            <a:xfrm>
              <a:off x="2020017" y="1728637"/>
              <a:ext cx="502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7x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C518ACBA-F7FA-7A6C-AE58-F439BC56CBB4}"/>
              </a:ext>
            </a:extLst>
          </p:cNvPr>
          <p:cNvGrpSpPr/>
          <p:nvPr/>
        </p:nvGrpSpPr>
        <p:grpSpPr>
          <a:xfrm>
            <a:off x="2672273" y="2698189"/>
            <a:ext cx="207069" cy="238095"/>
            <a:chOff x="2589778" y="1530347"/>
            <a:chExt cx="207069" cy="238095"/>
          </a:xfrm>
        </p:grpSpPr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DEDBBB73-127B-AA64-735D-B9576216DB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36199" y="1502448"/>
              <a:ext cx="108201" cy="163999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2DDFC9F1-2034-D773-5ABB-7DA3A02FBA19}"/>
                </a:ext>
              </a:extLst>
            </p:cNvPr>
            <p:cNvCxnSpPr>
              <a:cxnSpLocks/>
            </p:cNvCxnSpPr>
            <p:nvPr/>
          </p:nvCxnSpPr>
          <p:spPr>
            <a:xfrm rot="3303596" flipH="1">
              <a:off x="2611450" y="1632508"/>
              <a:ext cx="173667" cy="98202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58DC029E-9F4C-7A52-328C-08D38BA74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778" y="1746749"/>
              <a:ext cx="20706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0192EBF-F32C-8B10-57A6-BBD2CF3B3395}"/>
                  </a:ext>
                </a:extLst>
              </p:cNvPr>
              <p:cNvSpPr txBox="1"/>
              <p:nvPr/>
            </p:nvSpPr>
            <p:spPr>
              <a:xfrm>
                <a:off x="2909926" y="2579266"/>
                <a:ext cx="5428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0192EBF-F32C-8B10-57A6-BBD2CF3B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26" y="2579266"/>
                <a:ext cx="54286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FF4BB314-F5CE-831D-22BA-ED1125EBF8B7}"/>
              </a:ext>
            </a:extLst>
          </p:cNvPr>
          <p:cNvGrpSpPr/>
          <p:nvPr/>
        </p:nvGrpSpPr>
        <p:grpSpPr>
          <a:xfrm>
            <a:off x="2302072" y="3066193"/>
            <a:ext cx="1120138" cy="400110"/>
            <a:chOff x="2302072" y="3066193"/>
            <a:chExt cx="1120138" cy="400110"/>
          </a:xfrm>
        </p:grpSpPr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0C044DE-2805-E7FC-7F3B-6C742F747CF9}"/>
                </a:ext>
              </a:extLst>
            </p:cNvPr>
            <p:cNvSpPr txBox="1"/>
            <p:nvPr/>
          </p:nvSpPr>
          <p:spPr>
            <a:xfrm>
              <a:off x="2302072" y="3066193"/>
              <a:ext cx="3993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EC264E5E-B8F0-35E8-6AF9-6B5E15739FE7}"/>
                </a:ext>
              </a:extLst>
            </p:cNvPr>
            <p:cNvGrpSpPr/>
            <p:nvPr/>
          </p:nvGrpSpPr>
          <p:grpSpPr>
            <a:xfrm>
              <a:off x="2672273" y="3149520"/>
              <a:ext cx="207069" cy="238095"/>
              <a:chOff x="2589778" y="1530347"/>
              <a:chExt cx="207069" cy="23809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6306F48-31DF-FD7A-810B-A5F258D3DAB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636199" y="1502448"/>
                <a:ext cx="108201" cy="163999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EE8DBD15-63BD-CB5F-A7EB-EF5721F91C49}"/>
                  </a:ext>
                </a:extLst>
              </p:cNvPr>
              <p:cNvCxnSpPr>
                <a:cxnSpLocks/>
              </p:cNvCxnSpPr>
              <p:nvPr/>
            </p:nvCxnSpPr>
            <p:spPr>
              <a:xfrm rot="3303596" flipH="1">
                <a:off x="2611450" y="1632508"/>
                <a:ext cx="173667" cy="98202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90F227B2-9009-9CAA-5B4A-A212A1EF6A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9778" y="1746749"/>
                <a:ext cx="207069" cy="0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2C4DA927-2677-7DBB-AE38-ABCAECD56B1E}"/>
                    </a:ext>
                  </a:extLst>
                </p:cNvPr>
                <p:cNvSpPr txBox="1"/>
                <p:nvPr/>
              </p:nvSpPr>
              <p:spPr>
                <a:xfrm>
                  <a:off x="2879342" y="3066193"/>
                  <a:ext cx="5428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2C4DA927-2677-7DBB-AE38-ABCAECD56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9342" y="3066193"/>
                  <a:ext cx="54286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04139F0E-E4DF-7CE4-4FAF-B40181E53724}"/>
              </a:ext>
            </a:extLst>
          </p:cNvPr>
          <p:cNvSpPr txBox="1"/>
          <p:nvPr/>
        </p:nvSpPr>
        <p:spPr>
          <a:xfrm>
            <a:off x="1018708" y="3679223"/>
            <a:ext cx="523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4466AF01-DBEC-4619-DA6E-46899FBC313A}"/>
              </a:ext>
            </a:extLst>
          </p:cNvPr>
          <p:cNvSpPr txBox="1"/>
          <p:nvPr/>
        </p:nvSpPr>
        <p:spPr>
          <a:xfrm>
            <a:off x="1541833" y="3692807"/>
            <a:ext cx="7203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The required  positive integers are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,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,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 and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798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B5637F5-A930-F8A8-897B-11AE3ABF04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57" y="0"/>
            <a:ext cx="12192000" cy="70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2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D35073A-61F0-F933-C86A-128ACC0507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76"/>
            <a:ext cx="12192000" cy="106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0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F246AA-E56F-476E-8A65-384377AE92C0}">
  <ds:schemaRefs>
    <ds:schemaRef ds:uri="53703969-f457-4a88-8c40-86a712be61e1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1d17fa38-d5b6-4a8b-82e7-5ce3b2398ac5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B687CB6-FD3D-4A6F-83D5-F1F9496FDF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31209B-55EB-49E4-87BB-BBED6BF9AAA1}"/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寬螢幕</PresentationFormat>
  <Paragraphs>49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mathspt</dc:creator>
  <cp:lastModifiedBy>mathspt</cp:lastModifiedBy>
  <cp:revision>1</cp:revision>
  <dcterms:created xsi:type="dcterms:W3CDTF">2025-07-31T09:59:57Z</dcterms:created>
  <dcterms:modified xsi:type="dcterms:W3CDTF">2025-09-12T03:20:28Z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