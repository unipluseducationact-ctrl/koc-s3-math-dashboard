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notesSlides/notesSlide2.xml" ContentType="application/vnd.openxmlformats-officedocument.presentationml.notesSlide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484" r:id="rId5"/>
    <p:sldId id="485" r:id="rId6"/>
    <p:sldId id="486" r:id="rId7"/>
    <p:sldId id="487" r:id="rId8"/>
    <p:sldId id="513" r:id="rId9"/>
    <p:sldId id="511" r:id="rId10"/>
    <p:sldId id="488" r:id="rId11"/>
    <p:sldId id="512" r:id="rId12"/>
    <p:sldId id="500" r:id="rId13"/>
    <p:sldId id="501" r:id="rId14"/>
    <p:sldId id="502" r:id="rId15"/>
    <p:sldId id="503" r:id="rId16"/>
    <p:sldId id="514" r:id="rId17"/>
    <p:sldId id="505" r:id="rId18"/>
    <p:sldId id="515" r:id="rId19"/>
    <p:sldId id="506" r:id="rId20"/>
    <p:sldId id="507" r:id="rId21"/>
    <p:sldId id="516" r:id="rId22"/>
    <p:sldId id="517" r:id="rId23"/>
    <p:sldId id="518" r:id="rId24"/>
    <p:sldId id="508" r:id="rId25"/>
    <p:sldId id="509" r:id="rId26"/>
    <p:sldId id="519" r:id="rId27"/>
    <p:sldId id="520" r:id="rId28"/>
    <p:sldId id="510" r:id="rId29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Maths L10" id="{08156BA3-22CF-4F2C-9B45-1418D95E8BA0}">
          <p14:sldIdLst>
            <p14:sldId id="484"/>
            <p14:sldId id="485"/>
            <p14:sldId id="486"/>
            <p14:sldId id="487"/>
            <p14:sldId id="513"/>
            <p14:sldId id="511"/>
            <p14:sldId id="488"/>
            <p14:sldId id="512"/>
          </p14:sldIdLst>
        </p14:section>
        <p14:section name="Pre S3 Maths L11" id="{8D620B21-3946-499A-A4EE-54B0AE7CD689}">
          <p14:sldIdLst>
            <p14:sldId id="500"/>
            <p14:sldId id="501"/>
            <p14:sldId id="502"/>
            <p14:sldId id="503"/>
            <p14:sldId id="514"/>
            <p14:sldId id="505"/>
            <p14:sldId id="515"/>
          </p14:sldIdLst>
        </p14:section>
        <p14:section name="Pre S3 Maths L12" id="{F07D13A9-EB74-44B7-A2CE-C480A52F8D29}">
          <p14:sldIdLst>
            <p14:sldId id="506"/>
            <p14:sldId id="507"/>
            <p14:sldId id="516"/>
            <p14:sldId id="517"/>
            <p14:sldId id="518"/>
            <p14:sldId id="508"/>
            <p14:sldId id="509"/>
            <p14:sldId id="519"/>
            <p14:sldId id="520"/>
            <p14:sldId id="5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CBFF"/>
    <a:srgbClr val="66FFFF"/>
    <a:srgbClr val="E59EDD"/>
    <a:srgbClr val="FF7C80"/>
    <a:srgbClr val="FF99FF"/>
    <a:srgbClr val="5DD5FF"/>
    <a:srgbClr val="FF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D771C-6A67-467B-A986-39174811E176}" v="1819" dt="2025-07-31T05:29:33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>
        <p:scale>
          <a:sx n="69" d="100"/>
          <a:sy n="69" d="100"/>
        </p:scale>
        <p:origin x="118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 Sura" userId="51f810a5dc7c05aa" providerId="LiveId" clId="{118ABC16-D749-42B2-82A8-2878D098F169}"/>
    <pc:docChg chg="custSel addSld delSld modSld addSection modSection">
      <pc:chgData name="Tai Sura" userId="51f810a5dc7c05aa" providerId="LiveId" clId="{118ABC16-D749-42B2-82A8-2878D098F169}" dt="2022-07-30T03:35:29.059" v="74"/>
      <pc:docMkLst>
        <pc:docMk/>
      </pc:docMkLst>
      <pc:sldChg chg="delSp new del mod">
        <pc:chgData name="Tai Sura" userId="51f810a5dc7c05aa" providerId="LiveId" clId="{118ABC16-D749-42B2-82A8-2878D098F169}" dt="2022-07-30T03:35:10.302" v="72" actId="47"/>
        <pc:sldMkLst>
          <pc:docMk/>
          <pc:sldMk cId="2346840186" sldId="25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54178837" sldId="378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883093029" sldId="379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852689055" sldId="381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340111880" sldId="383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69089539" sldId="38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020092285" sldId="385"/>
        </pc:sldMkLst>
      </pc:sldChg>
      <pc:sldChg chg="modSp add mod">
        <pc:chgData name="Tai Sura" userId="51f810a5dc7c05aa" providerId="LiveId" clId="{118ABC16-D749-42B2-82A8-2878D098F169}" dt="2022-07-28T06:12:05.221" v="37" actId="20577"/>
        <pc:sldMkLst>
          <pc:docMk/>
          <pc:sldMk cId="3027699691" sldId="386"/>
        </pc:sldMkLst>
      </pc:sldChg>
      <pc:sldChg chg="modSp add">
        <pc:chgData name="Tai Sura" userId="51f810a5dc7c05aa" providerId="LiveId" clId="{118ABC16-D749-42B2-82A8-2878D098F169}" dt="2022-07-28T06:12:42.798" v="65" actId="20577"/>
        <pc:sldMkLst>
          <pc:docMk/>
          <pc:sldMk cId="1624585304" sldId="387"/>
        </pc:sldMkLst>
      </pc:sldChg>
      <pc:sldChg chg="add modAnim">
        <pc:chgData name="Tai Sura" userId="51f810a5dc7c05aa" providerId="LiveId" clId="{118ABC16-D749-42B2-82A8-2878D098F169}" dt="2022-07-30T03:35:29.059" v="74"/>
        <pc:sldMkLst>
          <pc:docMk/>
          <pc:sldMk cId="3839971599" sldId="399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17041588" sldId="400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065936135" sldId="401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18039536" sldId="402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84186784" sldId="403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33791810" sldId="40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969039947" sldId="405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356548245" sldId="40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92368153" sldId="407"/>
        </pc:sldMkLst>
      </pc:sldChg>
      <pc:sldChg chg="delSp new del mod">
        <pc:chgData name="Tai Sura" userId="51f810a5dc7c05aa" providerId="LiveId" clId="{118ABC16-D749-42B2-82A8-2878D098F169}" dt="2022-07-30T03:35:14.200" v="73" actId="47"/>
        <pc:sldMkLst>
          <pc:docMk/>
          <pc:sldMk cId="467897697" sldId="408"/>
        </pc:sldMkLst>
      </pc:sldChg>
    </pc:docChg>
  </pc:docChgLst>
  <pc:docChgLst>
    <pc:chgData name="Tai Sura" userId="51f810a5dc7c05aa" providerId="LiveId" clId="{43658A68-44D1-4596-8C7B-F7DB0C9A87D1}"/>
    <pc:docChg chg="custSel addSld delSld modSld addSection modSection">
      <pc:chgData name="Tai Sura" userId="51f810a5dc7c05aa" providerId="LiveId" clId="{43658A68-44D1-4596-8C7B-F7DB0C9A87D1}" dt="2022-07-30T03:50:10.957" v="12" actId="478"/>
      <pc:docMkLst>
        <pc:docMk/>
      </pc:docMkLst>
      <pc:sldChg chg="add">
        <pc:chgData name="Tai Sura" userId="51f810a5dc7c05aa" providerId="LiveId" clId="{43658A68-44D1-4596-8C7B-F7DB0C9A87D1}" dt="2022-07-30T03:49:38.761" v="5"/>
        <pc:sldMkLst>
          <pc:docMk/>
          <pc:sldMk cId="89158702" sldId="259"/>
        </pc:sldMkLst>
      </pc:sldChg>
      <pc:sldChg chg="delSp add mod">
        <pc:chgData name="Tai Sura" userId="51f810a5dc7c05aa" providerId="LiveId" clId="{43658A68-44D1-4596-8C7B-F7DB0C9A87D1}" dt="2022-07-30T03:49:55.635" v="7" actId="478"/>
        <pc:sldMkLst>
          <pc:docMk/>
          <pc:sldMk cId="3419679498" sldId="261"/>
        </pc:sldMkLst>
      </pc:sldChg>
      <pc:sldChg chg="delSp add mod">
        <pc:chgData name="Tai Sura" userId="51f810a5dc7c05aa" providerId="LiveId" clId="{43658A68-44D1-4596-8C7B-F7DB0C9A87D1}" dt="2022-07-30T03:50:04.672" v="10" actId="478"/>
        <pc:sldMkLst>
          <pc:docMk/>
          <pc:sldMk cId="514094472" sldId="264"/>
        </pc:sldMkLst>
      </pc:sldChg>
      <pc:sldChg chg="delSp add mod">
        <pc:chgData name="Tai Sura" userId="51f810a5dc7c05aa" providerId="LiveId" clId="{43658A68-44D1-4596-8C7B-F7DB0C9A87D1}" dt="2022-07-30T03:50:08.225" v="11" actId="478"/>
        <pc:sldMkLst>
          <pc:docMk/>
          <pc:sldMk cId="2419655881" sldId="265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4076923869" sldId="268"/>
        </pc:sldMkLst>
      </pc:sldChg>
      <pc:sldChg chg="delSp add mod">
        <pc:chgData name="Tai Sura" userId="51f810a5dc7c05aa" providerId="LiveId" clId="{43658A68-44D1-4596-8C7B-F7DB0C9A87D1}" dt="2022-07-30T03:49:58.019" v="8" actId="478"/>
        <pc:sldMkLst>
          <pc:docMk/>
          <pc:sldMk cId="1688030957" sldId="270"/>
        </pc:sldMkLst>
      </pc:sldChg>
      <pc:sldChg chg="delSp add mod">
        <pc:chgData name="Tai Sura" userId="51f810a5dc7c05aa" providerId="LiveId" clId="{43658A68-44D1-4596-8C7B-F7DB0C9A87D1}" dt="2022-07-30T03:50:00.911" v="9" actId="478"/>
        <pc:sldMkLst>
          <pc:docMk/>
          <pc:sldMk cId="682194600" sldId="271"/>
        </pc:sldMkLst>
      </pc:sldChg>
      <pc:sldChg chg="delSp add mod">
        <pc:chgData name="Tai Sura" userId="51f810a5dc7c05aa" providerId="LiveId" clId="{43658A68-44D1-4596-8C7B-F7DB0C9A87D1}" dt="2022-07-30T03:50:10.957" v="12" actId="478"/>
        <pc:sldMkLst>
          <pc:docMk/>
          <pc:sldMk cId="1390996231" sldId="272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3693085094" sldId="274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874170983" sldId="275"/>
        </pc:sldMkLst>
      </pc:sldChg>
      <pc:sldChg chg="delSp new del mod">
        <pc:chgData name="Tai Sura" userId="51f810a5dc7c05aa" providerId="LiveId" clId="{43658A68-44D1-4596-8C7B-F7DB0C9A87D1}" dt="2022-07-30T03:49:41.715" v="6" actId="47"/>
        <pc:sldMkLst>
          <pc:docMk/>
          <pc:sldMk cId="2155286538" sldId="408"/>
        </pc:sldMkLst>
      </pc:sldChg>
    </pc:docChg>
  </pc:docChgLst>
  <pc:docChgLst>
    <pc:chgData name="CSPT02" userId="21f640c2-b5d5-40ed-b03e-b88c15baf445" providerId="ADAL" clId="{F9AD771C-6A67-467B-A986-39174811E176}"/>
    <pc:docChg chg="undo custSel addSld delSld modSld sldOrd modSection">
      <pc:chgData name="CSPT02" userId="21f640c2-b5d5-40ed-b03e-b88c15baf445" providerId="ADAL" clId="{F9AD771C-6A67-467B-A986-39174811E176}" dt="2025-07-31T05:31:39.182" v="2962" actId="1076"/>
      <pc:docMkLst>
        <pc:docMk/>
      </pc:docMkLst>
      <pc:sldChg chg="modSp">
        <pc:chgData name="CSPT02" userId="21f640c2-b5d5-40ed-b03e-b88c15baf445" providerId="ADAL" clId="{F9AD771C-6A67-467B-A986-39174811E176}" dt="2025-07-30T06:54:06.346" v="0" actId="2711"/>
        <pc:sldMkLst>
          <pc:docMk/>
          <pc:sldMk cId="3467658314" sldId="486"/>
        </pc:sldMkLst>
        <pc:spChg chg="mod">
          <ac:chgData name="CSPT02" userId="21f640c2-b5d5-40ed-b03e-b88c15baf445" providerId="ADAL" clId="{F9AD771C-6A67-467B-A986-39174811E176}" dt="2025-07-30T06:54:06.346" v="0" actId="2711"/>
          <ac:spMkLst>
            <pc:docMk/>
            <pc:sldMk cId="3467658314" sldId="486"/>
            <ac:spMk id="23" creationId="{483094C9-F99A-34BB-9D33-ACC05540D8CA}"/>
          </ac:spMkLst>
        </pc:spChg>
      </pc:sldChg>
      <pc:sldChg chg="addSp modSp mod modAnim">
        <pc:chgData name="CSPT02" userId="21f640c2-b5d5-40ed-b03e-b88c15baf445" providerId="ADAL" clId="{F9AD771C-6A67-467B-A986-39174811E176}" dt="2025-07-30T07:48:20.335" v="382"/>
        <pc:sldMkLst>
          <pc:docMk/>
          <pc:sldMk cId="1996644932" sldId="488"/>
        </pc:sldMkLst>
        <pc:inkChg chg="add mod">
          <ac:chgData name="CSPT02" userId="21f640c2-b5d5-40ed-b03e-b88c15baf445" providerId="ADAL" clId="{F9AD771C-6A67-467B-A986-39174811E176}" dt="2025-07-30T07:45:00.514" v="349" actId="1076"/>
          <ac:inkMkLst>
            <pc:docMk/>
            <pc:sldMk cId="1996644932" sldId="488"/>
            <ac:inkMk id="2" creationId="{9DF3C683-9E6C-8A14-A29C-6451D97BD509}"/>
          </ac:inkMkLst>
        </pc:inkChg>
        <pc:inkChg chg="add mod">
          <ac:chgData name="CSPT02" userId="21f640c2-b5d5-40ed-b03e-b88c15baf445" providerId="ADAL" clId="{F9AD771C-6A67-467B-A986-39174811E176}" dt="2025-07-30T07:45:05.163" v="351" actId="1076"/>
          <ac:inkMkLst>
            <pc:docMk/>
            <pc:sldMk cId="1996644932" sldId="488"/>
            <ac:inkMk id="4" creationId="{1CA6D6B7-B8A2-74DA-CFDD-4037A29A0015}"/>
          </ac:inkMkLst>
        </pc:inkChg>
        <pc:cxnChg chg="add mod">
          <ac:chgData name="CSPT02" userId="21f640c2-b5d5-40ed-b03e-b88c15baf445" providerId="ADAL" clId="{F9AD771C-6A67-467B-A986-39174811E176}" dt="2025-07-30T07:47:11.535" v="372" actId="1076"/>
          <ac:cxnSpMkLst>
            <pc:docMk/>
            <pc:sldMk cId="1996644932" sldId="488"/>
            <ac:cxnSpMk id="55" creationId="{3FCBB9A2-8021-23D4-86CD-D1E91B48EB35}"/>
          </ac:cxnSpMkLst>
        </pc:cxnChg>
        <pc:cxnChg chg="add mod">
          <ac:chgData name="CSPT02" userId="21f640c2-b5d5-40ed-b03e-b88c15baf445" providerId="ADAL" clId="{F9AD771C-6A67-467B-A986-39174811E176}" dt="2025-07-30T07:48:05.912" v="381" actId="14100"/>
          <ac:cxnSpMkLst>
            <pc:docMk/>
            <pc:sldMk cId="1996644932" sldId="488"/>
            <ac:cxnSpMk id="60" creationId="{CDE91B25-D6F2-5561-B11A-F279871DCCC8}"/>
          </ac:cxnSpMkLst>
        </pc:cxnChg>
      </pc:sldChg>
      <pc:sldChg chg="modSp">
        <pc:chgData name="CSPT02" userId="21f640c2-b5d5-40ed-b03e-b88c15baf445" providerId="ADAL" clId="{F9AD771C-6A67-467B-A986-39174811E176}" dt="2025-07-30T08:25:25.192" v="678" actId="2711"/>
        <pc:sldMkLst>
          <pc:docMk/>
          <pc:sldMk cId="1319752652" sldId="501"/>
        </pc:sldMkLst>
        <pc:spChg chg="mod">
          <ac:chgData name="CSPT02" userId="21f640c2-b5d5-40ed-b03e-b88c15baf445" providerId="ADAL" clId="{F9AD771C-6A67-467B-A986-39174811E176}" dt="2025-07-30T08:25:25.192" v="678" actId="2711"/>
          <ac:spMkLst>
            <pc:docMk/>
            <pc:sldMk cId="1319752652" sldId="501"/>
            <ac:spMk id="8" creationId="{FD01E818-8D58-510C-976C-18B0359BF6B8}"/>
          </ac:spMkLst>
        </pc:spChg>
      </pc:sldChg>
      <pc:sldChg chg="modSp modAnim">
        <pc:chgData name="CSPT02" userId="21f640c2-b5d5-40ed-b03e-b88c15baf445" providerId="ADAL" clId="{F9AD771C-6A67-467B-A986-39174811E176}" dt="2025-07-30T08:30:53.117" v="688"/>
        <pc:sldMkLst>
          <pc:docMk/>
          <pc:sldMk cId="4045258679" sldId="503"/>
        </pc:sldMkLst>
        <pc:spChg chg="mod">
          <ac:chgData name="CSPT02" userId="21f640c2-b5d5-40ed-b03e-b88c15baf445" providerId="ADAL" clId="{F9AD771C-6A67-467B-A986-39174811E176}" dt="2025-07-30T08:28:35.141" v="687" actId="2711"/>
          <ac:spMkLst>
            <pc:docMk/>
            <pc:sldMk cId="4045258679" sldId="503"/>
            <ac:spMk id="115" creationId="{0B3C38D0-C4DE-5C3A-7879-19BFFA84F52F}"/>
          </ac:spMkLst>
        </pc:spChg>
      </pc:sldChg>
      <pc:sldChg chg="del">
        <pc:chgData name="CSPT02" userId="21f640c2-b5d5-40ed-b03e-b88c15baf445" providerId="ADAL" clId="{F9AD771C-6A67-467B-A986-39174811E176}" dt="2025-07-30T08:47:59.324" v="690" actId="47"/>
        <pc:sldMkLst>
          <pc:docMk/>
          <pc:sldMk cId="1664019949" sldId="504"/>
        </pc:sldMkLst>
      </pc:sldChg>
      <pc:sldChg chg="addSp delSp modSp mod">
        <pc:chgData name="CSPT02" userId="21f640c2-b5d5-40ed-b03e-b88c15baf445" providerId="ADAL" clId="{F9AD771C-6A67-467B-A986-39174811E176}" dt="2025-07-30T09:02:44.816" v="705" actId="21"/>
        <pc:sldMkLst>
          <pc:docMk/>
          <pc:sldMk cId="4044132480" sldId="505"/>
        </pc:sldMkLst>
        <pc:picChg chg="add del mod modCrop">
          <ac:chgData name="CSPT02" userId="21f640c2-b5d5-40ed-b03e-b88c15baf445" providerId="ADAL" clId="{F9AD771C-6A67-467B-A986-39174811E176}" dt="2025-07-30T09:02:44.816" v="705" actId="21"/>
          <ac:picMkLst>
            <pc:docMk/>
            <pc:sldMk cId="4044132480" sldId="505"/>
            <ac:picMk id="5" creationId="{26A2CF7D-4686-19A7-6DC8-0A4BE4AD9B1B}"/>
          </ac:picMkLst>
        </pc:picChg>
      </pc:sldChg>
      <pc:sldChg chg="addSp delSp modSp mod modAnim">
        <pc:chgData name="CSPT02" userId="21f640c2-b5d5-40ed-b03e-b88c15baf445" providerId="ADAL" clId="{F9AD771C-6A67-467B-A986-39174811E176}" dt="2025-07-30T10:03:11.440" v="1245" actId="1076"/>
        <pc:sldMkLst>
          <pc:docMk/>
          <pc:sldMk cId="2501498529" sldId="507"/>
        </pc:sldMkLst>
        <pc:spChg chg="del">
          <ac:chgData name="CSPT02" userId="21f640c2-b5d5-40ed-b03e-b88c15baf445" providerId="ADAL" clId="{F9AD771C-6A67-467B-A986-39174811E176}" dt="2025-07-30T09:53:33.787" v="1222" actId="478"/>
          <ac:spMkLst>
            <pc:docMk/>
            <pc:sldMk cId="2501498529" sldId="507"/>
            <ac:spMk id="2" creationId="{6BF42519-892A-4C2A-8161-4B8E70BF03A8}"/>
          </ac:spMkLst>
        </pc:spChg>
        <pc:spChg chg="del">
          <ac:chgData name="CSPT02" userId="21f640c2-b5d5-40ed-b03e-b88c15baf445" providerId="ADAL" clId="{F9AD771C-6A67-467B-A986-39174811E176}" dt="2025-07-30T09:53:37.009" v="1223" actId="478"/>
          <ac:spMkLst>
            <pc:docMk/>
            <pc:sldMk cId="2501498529" sldId="507"/>
            <ac:spMk id="4" creationId="{5C1A9053-0967-08C4-6701-CD8443D6BBBA}"/>
          </ac:spMkLst>
        </pc:spChg>
        <pc:spChg chg="mod">
          <ac:chgData name="CSPT02" userId="21f640c2-b5d5-40ed-b03e-b88c15baf445" providerId="ADAL" clId="{F9AD771C-6A67-467B-A986-39174811E176}" dt="2025-07-30T09:53:46.283" v="1224" actId="207"/>
          <ac:spMkLst>
            <pc:docMk/>
            <pc:sldMk cId="2501498529" sldId="507"/>
            <ac:spMk id="15" creationId="{EDFFE590-2841-F139-3239-236E265D3366}"/>
          </ac:spMkLst>
        </pc:spChg>
        <pc:picChg chg="add mod">
          <ac:chgData name="CSPT02" userId="21f640c2-b5d5-40ed-b03e-b88c15baf445" providerId="ADAL" clId="{F9AD771C-6A67-467B-A986-39174811E176}" dt="2025-07-30T10:03:11.440" v="1245" actId="1076"/>
          <ac:picMkLst>
            <pc:docMk/>
            <pc:sldMk cId="2501498529" sldId="507"/>
            <ac:picMk id="7" creationId="{63CD3470-0296-730C-FEBD-C3F1CF00E81B}"/>
          </ac:picMkLst>
        </pc:picChg>
      </pc:sldChg>
      <pc:sldChg chg="addSp delSp modSp mod">
        <pc:chgData name="CSPT02" userId="21f640c2-b5d5-40ed-b03e-b88c15baf445" providerId="ADAL" clId="{F9AD771C-6A67-467B-A986-39174811E176}" dt="2025-07-31T04:45:45.807" v="2259" actId="21"/>
        <pc:sldMkLst>
          <pc:docMk/>
          <pc:sldMk cId="350699258" sldId="509"/>
        </pc:sldMkLst>
        <pc:picChg chg="add del mod modCrop">
          <ac:chgData name="CSPT02" userId="21f640c2-b5d5-40ed-b03e-b88c15baf445" providerId="ADAL" clId="{F9AD771C-6A67-467B-A986-39174811E176}" dt="2025-07-31T04:45:45.807" v="2259" actId="21"/>
          <ac:picMkLst>
            <pc:docMk/>
            <pc:sldMk cId="350699258" sldId="509"/>
            <ac:picMk id="5" creationId="{FD706A32-92E7-BCF3-A640-9D21B6AEDE0C}"/>
          </ac:picMkLst>
        </pc:picChg>
      </pc:sldChg>
      <pc:sldChg chg="addSp delSp modSp mod delAnim modAnim">
        <pc:chgData name="CSPT02" userId="21f640c2-b5d5-40ed-b03e-b88c15baf445" providerId="ADAL" clId="{F9AD771C-6A67-467B-A986-39174811E176}" dt="2025-07-31T05:31:39.182" v="2962" actId="1076"/>
        <pc:sldMkLst>
          <pc:docMk/>
          <pc:sldMk cId="4041085690" sldId="510"/>
        </pc:sldMkLst>
        <pc:spChg chg="add mod">
          <ac:chgData name="CSPT02" userId="21f640c2-b5d5-40ed-b03e-b88c15baf445" providerId="ADAL" clId="{F9AD771C-6A67-467B-A986-39174811E176}" dt="2025-07-31T05:20:27.968" v="2726" actId="207"/>
          <ac:spMkLst>
            <pc:docMk/>
            <pc:sldMk cId="4041085690" sldId="510"/>
            <ac:spMk id="6" creationId="{9BE6862D-03AA-730C-176F-BECE28A4CC2B}"/>
          </ac:spMkLst>
        </pc:spChg>
        <pc:spChg chg="mod">
          <ac:chgData name="CSPT02" userId="21f640c2-b5d5-40ed-b03e-b88c15baf445" providerId="ADAL" clId="{F9AD771C-6A67-467B-A986-39174811E176}" dt="2025-07-31T05:26:35.359" v="2929" actId="1076"/>
          <ac:spMkLst>
            <pc:docMk/>
            <pc:sldMk cId="4041085690" sldId="510"/>
            <ac:spMk id="14" creationId="{F32E6C2E-4B17-6B24-B23E-378A6F787FEF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29" creationId="{FB60087A-2227-1A23-2ECA-0B5C567515E1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38" creationId="{C1A93BEF-F9D8-AE11-E189-59C61CEA9D75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39" creationId="{09950B98-820D-4F52-ADBC-51C78131B8D3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44" creationId="{ABCDB12E-8D4D-B8F7-7840-E6DD4183FB38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45" creationId="{17651CA9-C73D-AD57-40D5-EEAB8403089A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54" creationId="{66397608-658E-15DE-0D09-0E3DF4DC0E22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60" creationId="{73B17DF6-82F0-95E9-3E10-57B300F6EC80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64" creationId="{D8A7F601-FF8B-2564-476E-3847BB850379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65" creationId="{4AB4B54A-20D1-8F0B-7C3A-4CAEC0F8A02F}"/>
          </ac:spMkLst>
        </pc:spChg>
        <pc:spChg chg="mod">
          <ac:chgData name="CSPT02" userId="21f640c2-b5d5-40ed-b03e-b88c15baf445" providerId="ADAL" clId="{F9AD771C-6A67-467B-A986-39174811E176}" dt="2025-07-31T05:27:00.531" v="2933" actId="1076"/>
          <ac:spMkLst>
            <pc:docMk/>
            <pc:sldMk cId="4041085690" sldId="510"/>
            <ac:spMk id="66" creationId="{39AC1BA5-1CE2-662F-5393-B12E70018CE6}"/>
          </ac:spMkLst>
        </pc:spChg>
        <pc:spChg chg="add mod">
          <ac:chgData name="CSPT02" userId="21f640c2-b5d5-40ed-b03e-b88c15baf445" providerId="ADAL" clId="{F9AD771C-6A67-467B-A986-39174811E176}" dt="2025-07-31T05:21:19.382" v="2738" actId="14100"/>
          <ac:spMkLst>
            <pc:docMk/>
            <pc:sldMk cId="4041085690" sldId="510"/>
            <ac:spMk id="67" creationId="{101CF1D4-6FA1-8F87-10B7-2E9E5768DFC7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72" creationId="{F1A50884-9CF5-3FFD-1133-5BE6257EB46F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73" creationId="{D499DF90-3370-CBF9-CDFA-3012C30F1125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74" creationId="{B4B2416D-B01E-F551-A7B7-18A72F10AC13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78" creationId="{E15D37EF-7D0E-2C61-3E16-4F36A8F345D5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79" creationId="{1CE4C4DF-5D1A-0E81-DC32-6D05333D7F6B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85" creationId="{3557EE8B-E974-FCA3-B211-8D3CF45D65C0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86" creationId="{B70A3BE8-FD1D-0984-143D-6C5958D1A2BA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87" creationId="{8CBD29C7-42D2-0F75-AFDD-2DFC3A5CE3EE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89" creationId="{8D2CB773-1D3F-1622-065A-88B8D272A96D}"/>
          </ac:spMkLst>
        </pc:spChg>
        <pc:spChg chg="mod">
          <ac:chgData name="CSPT02" userId="21f640c2-b5d5-40ed-b03e-b88c15baf445" providerId="ADAL" clId="{F9AD771C-6A67-467B-A986-39174811E176}" dt="2025-07-31T05:27:04.454" v="2934" actId="1076"/>
          <ac:spMkLst>
            <pc:docMk/>
            <pc:sldMk cId="4041085690" sldId="510"/>
            <ac:spMk id="90" creationId="{35134640-1C5D-7E52-8315-900A55001147}"/>
          </ac:spMkLst>
        </pc:spChg>
        <pc:spChg chg="add mod">
          <ac:chgData name="CSPT02" userId="21f640c2-b5d5-40ed-b03e-b88c15baf445" providerId="ADAL" clId="{F9AD771C-6A67-467B-A986-39174811E176}" dt="2025-07-31T05:30:04.017" v="2957" actId="1076"/>
          <ac:spMkLst>
            <pc:docMk/>
            <pc:sldMk cId="4041085690" sldId="510"/>
            <ac:spMk id="94" creationId="{07DBAD6F-F497-D870-E235-0788AE1F25A8}"/>
          </ac:spMkLst>
        </pc:spChg>
        <pc:spChg chg="mod">
          <ac:chgData name="CSPT02" userId="21f640c2-b5d5-40ed-b03e-b88c15baf445" providerId="ADAL" clId="{F9AD771C-6A67-467B-A986-39174811E176}" dt="2025-07-31T05:27:09.092" v="2935" actId="1076"/>
          <ac:spMkLst>
            <pc:docMk/>
            <pc:sldMk cId="4041085690" sldId="510"/>
            <ac:spMk id="102" creationId="{A94A747E-4BAA-8FD3-9784-FE3E7EC3198E}"/>
          </ac:spMkLst>
        </pc:spChg>
        <pc:spChg chg="mod">
          <ac:chgData name="CSPT02" userId="21f640c2-b5d5-40ed-b03e-b88c15baf445" providerId="ADAL" clId="{F9AD771C-6A67-467B-A986-39174811E176}" dt="2025-07-31T05:27:09.092" v="2935" actId="1076"/>
          <ac:spMkLst>
            <pc:docMk/>
            <pc:sldMk cId="4041085690" sldId="510"/>
            <ac:spMk id="103" creationId="{304A6364-6B24-FDAB-A630-015E4069FD9D}"/>
          </ac:spMkLst>
        </pc:spChg>
        <pc:spChg chg="mod">
          <ac:chgData name="CSPT02" userId="21f640c2-b5d5-40ed-b03e-b88c15baf445" providerId="ADAL" clId="{F9AD771C-6A67-467B-A986-39174811E176}" dt="2025-07-31T05:27:09.092" v="2935" actId="1076"/>
          <ac:spMkLst>
            <pc:docMk/>
            <pc:sldMk cId="4041085690" sldId="510"/>
            <ac:spMk id="104" creationId="{A88718FB-635B-0040-E669-7340B724978B}"/>
          </ac:spMkLst>
        </pc:spChg>
        <pc:spChg chg="mod">
          <ac:chgData name="CSPT02" userId="21f640c2-b5d5-40ed-b03e-b88c15baf445" providerId="ADAL" clId="{F9AD771C-6A67-467B-A986-39174811E176}" dt="2025-07-31T05:27:09.092" v="2935" actId="1076"/>
          <ac:spMkLst>
            <pc:docMk/>
            <pc:sldMk cId="4041085690" sldId="510"/>
            <ac:spMk id="106" creationId="{4C31F98B-34F8-2917-8903-40E3B9EB8E5F}"/>
          </ac:spMkLst>
        </pc:spChg>
        <pc:spChg chg="mod">
          <ac:chgData name="CSPT02" userId="21f640c2-b5d5-40ed-b03e-b88c15baf445" providerId="ADAL" clId="{F9AD771C-6A67-467B-A986-39174811E176}" dt="2025-07-31T05:27:09.092" v="2935" actId="1076"/>
          <ac:spMkLst>
            <pc:docMk/>
            <pc:sldMk cId="4041085690" sldId="510"/>
            <ac:spMk id="107" creationId="{50CDFF08-914F-CF6C-82F0-70D9E5FA48CF}"/>
          </ac:spMkLst>
        </pc:spChg>
        <pc:spChg chg="add mod">
          <ac:chgData name="CSPT02" userId="21f640c2-b5d5-40ed-b03e-b88c15baf445" providerId="ADAL" clId="{F9AD771C-6A67-467B-A986-39174811E176}" dt="2025-07-31T05:23:31.439" v="2757" actId="1076"/>
          <ac:spMkLst>
            <pc:docMk/>
            <pc:sldMk cId="4041085690" sldId="510"/>
            <ac:spMk id="108" creationId="{41E3855B-4A8F-68BB-F93A-BBDEE391D32B}"/>
          </ac:spMkLst>
        </pc:spChg>
        <pc:spChg chg="add mod">
          <ac:chgData name="CSPT02" userId="21f640c2-b5d5-40ed-b03e-b88c15baf445" providerId="ADAL" clId="{F9AD771C-6A67-467B-A986-39174811E176}" dt="2025-07-31T05:28:41.804" v="2953" actId="1076"/>
          <ac:spMkLst>
            <pc:docMk/>
            <pc:sldMk cId="4041085690" sldId="510"/>
            <ac:spMk id="109" creationId="{8F93BC95-122E-2D21-125C-F34D47B47F12}"/>
          </ac:spMkLst>
        </pc:spChg>
        <pc:spChg chg="add mod">
          <ac:chgData name="CSPT02" userId="21f640c2-b5d5-40ed-b03e-b88c15baf445" providerId="ADAL" clId="{F9AD771C-6A67-467B-A986-39174811E176}" dt="2025-07-31T05:26:47.790" v="2930" actId="1076"/>
          <ac:spMkLst>
            <pc:docMk/>
            <pc:sldMk cId="4041085690" sldId="510"/>
            <ac:spMk id="110" creationId="{CBBFE773-1FA3-C0B1-C62B-D4AEE422EBC3}"/>
          </ac:spMkLst>
        </pc:spChg>
        <pc:spChg chg="add mod">
          <ac:chgData name="CSPT02" userId="21f640c2-b5d5-40ed-b03e-b88c15baf445" providerId="ADAL" clId="{F9AD771C-6A67-467B-A986-39174811E176}" dt="2025-07-31T05:26:47.790" v="2930" actId="1076"/>
          <ac:spMkLst>
            <pc:docMk/>
            <pc:sldMk cId="4041085690" sldId="510"/>
            <ac:spMk id="111" creationId="{C974EAC2-1EA5-55A6-2B70-E3A320B848B0}"/>
          </ac:spMkLst>
        </pc:spChg>
        <pc:spChg chg="mod">
          <ac:chgData name="CSPT02" userId="21f640c2-b5d5-40ed-b03e-b88c15baf445" providerId="ADAL" clId="{F9AD771C-6A67-467B-A986-39174811E176}" dt="2025-07-31T05:31:07.862" v="2958" actId="1076"/>
          <ac:spMkLst>
            <pc:docMk/>
            <pc:sldMk cId="4041085690" sldId="510"/>
            <ac:spMk id="118" creationId="{A61D4917-D9B7-5E07-9A24-9072D87EDA68}"/>
          </ac:spMkLst>
        </pc:spChg>
        <pc:spChg chg="mod">
          <ac:chgData name="CSPT02" userId="21f640c2-b5d5-40ed-b03e-b88c15baf445" providerId="ADAL" clId="{F9AD771C-6A67-467B-A986-39174811E176}" dt="2025-07-31T05:31:07.862" v="2958" actId="1076"/>
          <ac:spMkLst>
            <pc:docMk/>
            <pc:sldMk cId="4041085690" sldId="510"/>
            <ac:spMk id="119" creationId="{5E56B5CE-31E9-0962-D256-4BCC9A6C683C}"/>
          </ac:spMkLst>
        </pc:spChg>
        <pc:spChg chg="mod">
          <ac:chgData name="CSPT02" userId="21f640c2-b5d5-40ed-b03e-b88c15baf445" providerId="ADAL" clId="{F9AD771C-6A67-467B-A986-39174811E176}" dt="2025-07-31T05:31:14.721" v="2959" actId="1076"/>
          <ac:spMkLst>
            <pc:docMk/>
            <pc:sldMk cId="4041085690" sldId="510"/>
            <ac:spMk id="120" creationId="{B2E1E9CC-62F1-0CF4-F227-B3D2870DAEC3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27" creationId="{80B2BA36-CE80-91A0-3726-F033691332D7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28" creationId="{915B9C93-06DC-E5B5-6696-4AC370014497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29" creationId="{68E5181E-036B-C57C-24BE-AFA0B649BC72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37" creationId="{DFE6B11F-4553-741B-0E49-55392CA08B0E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38" creationId="{841390C4-39FF-D77D-BE2D-C61644E4E045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39" creationId="{1624B323-9442-75CC-CC20-6E55ACB01A20}"/>
          </ac:spMkLst>
        </pc:spChg>
        <pc:spChg chg="mod">
          <ac:chgData name="CSPT02" userId="21f640c2-b5d5-40ed-b03e-b88c15baf445" providerId="ADAL" clId="{F9AD771C-6A67-467B-A986-39174811E176}" dt="2025-07-31T05:31:27.634" v="2961" actId="1076"/>
          <ac:spMkLst>
            <pc:docMk/>
            <pc:sldMk cId="4041085690" sldId="510"/>
            <ac:spMk id="145" creationId="{E582FCF8-BCB7-1491-6D47-F009DD3B2017}"/>
          </ac:spMkLst>
        </pc:spChg>
        <pc:spChg chg="mod">
          <ac:chgData name="CSPT02" userId="21f640c2-b5d5-40ed-b03e-b88c15baf445" providerId="ADAL" clId="{F9AD771C-6A67-467B-A986-39174811E176}" dt="2025-07-31T05:31:18.755" v="2960" actId="1076"/>
          <ac:spMkLst>
            <pc:docMk/>
            <pc:sldMk cId="4041085690" sldId="510"/>
            <ac:spMk id="151" creationId="{5B04E61B-9F3E-4CD7-ED41-3C99A6D7FF56}"/>
          </ac:spMkLst>
        </pc:spChg>
        <pc:grpChg chg="mod">
          <ac:chgData name="CSPT02" userId="21f640c2-b5d5-40ed-b03e-b88c15baf445" providerId="ADAL" clId="{F9AD771C-6A67-467B-A986-39174811E176}" dt="2025-07-31T05:18:37.308" v="2710" actId="34135"/>
          <ac:grpSpMkLst>
            <pc:docMk/>
            <pc:sldMk cId="4041085690" sldId="510"/>
            <ac:grpSpMk id="8" creationId="{69675322-03EA-AC33-9B76-5DCD032F32E0}"/>
          </ac:grpSpMkLst>
        </pc:grpChg>
        <pc:grpChg chg="mod">
          <ac:chgData name="CSPT02" userId="21f640c2-b5d5-40ed-b03e-b88c15baf445" providerId="ADAL" clId="{F9AD771C-6A67-467B-A986-39174811E176}" dt="2025-07-31T05:27:09.092" v="2935" actId="1076"/>
          <ac:grpSpMkLst>
            <pc:docMk/>
            <pc:sldMk cId="4041085690" sldId="510"/>
            <ac:grpSpMk id="113" creationId="{6C6A2C20-C7FC-F8C7-665C-02668A1A53EE}"/>
          </ac:grpSpMkLst>
        </pc:grpChg>
        <pc:grpChg chg="mod">
          <ac:chgData name="CSPT02" userId="21f640c2-b5d5-40ed-b03e-b88c15baf445" providerId="ADAL" clId="{F9AD771C-6A67-467B-A986-39174811E176}" dt="2025-07-31T05:31:27.634" v="2961" actId="1076"/>
          <ac:grpSpMkLst>
            <pc:docMk/>
            <pc:sldMk cId="4041085690" sldId="510"/>
            <ac:grpSpMk id="122" creationId="{2F3A2C57-A9E5-AD5D-FBD9-9727E0823B3F}"/>
          </ac:grpSpMkLst>
        </pc:grpChg>
        <pc:grpChg chg="mod">
          <ac:chgData name="CSPT02" userId="21f640c2-b5d5-40ed-b03e-b88c15baf445" providerId="ADAL" clId="{F9AD771C-6A67-467B-A986-39174811E176}" dt="2025-07-31T05:31:27.634" v="2961" actId="1076"/>
          <ac:grpSpMkLst>
            <pc:docMk/>
            <pc:sldMk cId="4041085690" sldId="510"/>
            <ac:grpSpMk id="130" creationId="{CB605CC7-2222-14A3-CB80-23D7E728AD40}"/>
          </ac:grpSpMkLst>
        </pc:grpChg>
        <pc:grpChg chg="mod">
          <ac:chgData name="CSPT02" userId="21f640c2-b5d5-40ed-b03e-b88c15baf445" providerId="ADAL" clId="{F9AD771C-6A67-467B-A986-39174811E176}" dt="2025-07-31T05:31:27.634" v="2961" actId="1076"/>
          <ac:grpSpMkLst>
            <pc:docMk/>
            <pc:sldMk cId="4041085690" sldId="510"/>
            <ac:grpSpMk id="146" creationId="{5D117521-A736-9A07-F6B1-B019AE117109}"/>
          </ac:grpSpMkLst>
        </pc:grpChg>
        <pc:grpChg chg="mod">
          <ac:chgData name="CSPT02" userId="21f640c2-b5d5-40ed-b03e-b88c15baf445" providerId="ADAL" clId="{F9AD771C-6A67-467B-A986-39174811E176}" dt="2025-07-31T05:31:39.182" v="2962" actId="1076"/>
          <ac:grpSpMkLst>
            <pc:docMk/>
            <pc:sldMk cId="4041085690" sldId="510"/>
            <ac:grpSpMk id="152" creationId="{D3E8053C-1EF3-EA1D-46D3-616917150F2C}"/>
          </ac:grpSpMkLst>
        </pc:grpChg>
        <pc:picChg chg="mod">
          <ac:chgData name="CSPT02" userId="21f640c2-b5d5-40ed-b03e-b88c15baf445" providerId="ADAL" clId="{F9AD771C-6A67-467B-A986-39174811E176}" dt="2025-07-31T05:18:37.308" v="2710" actId="34135"/>
          <ac:picMkLst>
            <pc:docMk/>
            <pc:sldMk cId="4041085690" sldId="510"/>
            <ac:picMk id="3" creationId="{8A544D53-85FD-D170-BA44-6BCAF22B8BDF}"/>
          </ac:picMkLst>
        </pc:picChg>
        <pc:picChg chg="add del mod">
          <ac:chgData name="CSPT02" userId="21f640c2-b5d5-40ed-b03e-b88c15baf445" providerId="ADAL" clId="{F9AD771C-6A67-467B-A986-39174811E176}" dt="2025-07-31T05:27:25.434" v="2938" actId="478"/>
          <ac:picMkLst>
            <pc:docMk/>
            <pc:sldMk cId="4041085690" sldId="510"/>
            <ac:picMk id="4" creationId="{EF4804FE-BBB9-F86A-C39F-40EEBC5A959F}"/>
          </ac:picMkLst>
        </pc:picChg>
        <pc:picChg chg="mod">
          <ac:chgData name="CSPT02" userId="21f640c2-b5d5-40ed-b03e-b88c15baf445" providerId="ADAL" clId="{F9AD771C-6A67-467B-A986-39174811E176}" dt="2025-07-31T05:18:37.308" v="2710" actId="34135"/>
          <ac:picMkLst>
            <pc:docMk/>
            <pc:sldMk cId="4041085690" sldId="510"/>
            <ac:picMk id="5" creationId="{912B1285-74A9-812E-1C3F-03752C09E185}"/>
          </ac:picMkLst>
        </pc:picChg>
        <pc:picChg chg="mod">
          <ac:chgData name="CSPT02" userId="21f640c2-b5d5-40ed-b03e-b88c15baf445" providerId="ADAL" clId="{F9AD771C-6A67-467B-A986-39174811E176}" dt="2025-07-31T05:18:37.308" v="2710" actId="34135"/>
          <ac:picMkLst>
            <pc:docMk/>
            <pc:sldMk cId="4041085690" sldId="510"/>
            <ac:picMk id="7" creationId="{D69C00F5-13C8-30BD-8EE9-28E4F5DCC8C8}"/>
          </ac:picMkLst>
        </pc:picChg>
        <pc:inkChg chg="mod">
          <ac:chgData name="CSPT02" userId="21f640c2-b5d5-40ed-b03e-b88c15baf445" providerId="ADAL" clId="{F9AD771C-6A67-467B-A986-39174811E176}" dt="2025-07-31T05:15:16.996" v="2698" actId="208"/>
          <ac:inkMkLst>
            <pc:docMk/>
            <pc:sldMk cId="4041085690" sldId="510"/>
            <ac:inkMk id="13" creationId="{1A40A20A-9597-A1F4-793A-224E4D0B2E44}"/>
          </ac:inkMkLst>
        </pc:inkChg>
        <pc:cxnChg chg="add mod">
          <ac:chgData name="CSPT02" userId="21f640c2-b5d5-40ed-b03e-b88c15baf445" providerId="ADAL" clId="{F9AD771C-6A67-467B-A986-39174811E176}" dt="2025-07-31T05:28:07.343" v="2948" actId="1582"/>
          <ac:cxnSpMkLst>
            <pc:docMk/>
            <pc:sldMk cId="4041085690" sldId="510"/>
            <ac:cxnSpMk id="77" creationId="{5EC77A58-286C-CC77-B60C-B6F3911090D8}"/>
          </ac:cxnSpMkLst>
        </pc:cxnChg>
        <pc:cxnChg chg="add del mod">
          <ac:chgData name="CSPT02" userId="21f640c2-b5d5-40ed-b03e-b88c15baf445" providerId="ADAL" clId="{F9AD771C-6A67-467B-A986-39174811E176}" dt="2025-07-31T05:27:34.715" v="2939" actId="478"/>
          <ac:cxnSpMkLst>
            <pc:docMk/>
            <pc:sldMk cId="4041085690" sldId="510"/>
            <ac:cxnSpMk id="101" creationId="{4E051A16-9569-3EED-1D88-9D6B89CB44FF}"/>
          </ac:cxnSpMkLst>
        </pc:cxnChg>
        <pc:cxnChg chg="mod">
          <ac:chgData name="CSPT02" userId="21f640c2-b5d5-40ed-b03e-b88c15baf445" providerId="ADAL" clId="{F9AD771C-6A67-467B-A986-39174811E176}" dt="2025-07-31T05:27:09.092" v="2935" actId="1076"/>
          <ac:cxnSpMkLst>
            <pc:docMk/>
            <pc:sldMk cId="4041085690" sldId="510"/>
            <ac:cxnSpMk id="105" creationId="{E3904C58-A34F-5FE8-39B3-4EF14735BECB}"/>
          </ac:cxnSpMkLst>
        </pc:cxnChg>
        <pc:cxnChg chg="add mod">
          <ac:chgData name="CSPT02" userId="21f640c2-b5d5-40ed-b03e-b88c15baf445" providerId="ADAL" clId="{F9AD771C-6A67-467B-A986-39174811E176}" dt="2025-07-31T05:28:03.766" v="2947" actId="1582"/>
          <ac:cxnSpMkLst>
            <pc:docMk/>
            <pc:sldMk cId="4041085690" sldId="510"/>
            <ac:cxnSpMk id="121" creationId="{C5C86FFC-30B2-7B81-E697-09CD9D94253C}"/>
          </ac:cxnSpMkLst>
        </pc:cxnChg>
        <pc:cxnChg chg="add mod">
          <ac:chgData name="CSPT02" userId="21f640c2-b5d5-40ed-b03e-b88c15baf445" providerId="ADAL" clId="{F9AD771C-6A67-467B-A986-39174811E176}" dt="2025-07-31T05:28:37.146" v="2952" actId="208"/>
          <ac:cxnSpMkLst>
            <pc:docMk/>
            <pc:sldMk cId="4041085690" sldId="510"/>
            <ac:cxnSpMk id="158" creationId="{2445FC2C-C08D-202B-FA19-C2BB5EFA7C68}"/>
          </ac:cxnSpMkLst>
        </pc:cxnChg>
      </pc:sldChg>
      <pc:sldChg chg="addSp delSp modSp mod addAnim delAnim modAnim">
        <pc:chgData name="CSPT02" userId="21f640c2-b5d5-40ed-b03e-b88c15baf445" providerId="ADAL" clId="{F9AD771C-6A67-467B-A986-39174811E176}" dt="2025-07-30T07:41:41.088" v="347" actId="207"/>
        <pc:sldMkLst>
          <pc:docMk/>
          <pc:sldMk cId="2724891558" sldId="511"/>
        </pc:sldMkLst>
        <pc:spChg chg="add mod">
          <ac:chgData name="CSPT02" userId="21f640c2-b5d5-40ed-b03e-b88c15baf445" providerId="ADAL" clId="{F9AD771C-6A67-467B-A986-39174811E176}" dt="2025-07-30T07:28:47.809" v="254" actId="1076"/>
          <ac:spMkLst>
            <pc:docMk/>
            <pc:sldMk cId="2724891558" sldId="511"/>
            <ac:spMk id="6" creationId="{476861C9-7422-9625-BF0C-C81186BC6162}"/>
          </ac:spMkLst>
        </pc:spChg>
        <pc:spChg chg="add del">
          <ac:chgData name="CSPT02" userId="21f640c2-b5d5-40ed-b03e-b88c15baf445" providerId="ADAL" clId="{F9AD771C-6A67-467B-A986-39174811E176}" dt="2025-07-30T07:23:01.148" v="181" actId="34122"/>
          <ac:spMkLst>
            <pc:docMk/>
            <pc:sldMk cId="2724891558" sldId="511"/>
            <ac:spMk id="8" creationId="{93563B57-C3DE-463C-A76D-2D483C94F582}"/>
          </ac:spMkLst>
        </pc:spChg>
        <pc:spChg chg="mod">
          <ac:chgData name="CSPT02" userId="21f640c2-b5d5-40ed-b03e-b88c15baf445" providerId="ADAL" clId="{F9AD771C-6A67-467B-A986-39174811E176}" dt="2025-07-30T07:40:48.778" v="342" actId="207"/>
          <ac:spMkLst>
            <pc:docMk/>
            <pc:sldMk cId="2724891558" sldId="511"/>
            <ac:spMk id="10" creationId="{149F4FFF-2607-1D41-5BDA-567DE40B63D1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11" creationId="{7B9F51FA-4372-B52C-6561-7145900D4BC6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12" creationId="{B7C2E8BF-7649-C6D1-C26E-F3C2C9C5BAC1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13" creationId="{3EBCDECD-5D49-E257-F737-CFA58059271E}"/>
          </ac:spMkLst>
        </pc:spChg>
        <pc:spChg chg="mod">
          <ac:chgData name="CSPT02" userId="21f640c2-b5d5-40ed-b03e-b88c15baf445" providerId="ADAL" clId="{F9AD771C-6A67-467B-A986-39174811E176}" dt="2025-07-30T07:40:35.313" v="341" actId="207"/>
          <ac:spMkLst>
            <pc:docMk/>
            <pc:sldMk cId="2724891558" sldId="511"/>
            <ac:spMk id="14" creationId="{4D025E7C-BB32-F1E1-CE64-9FC9D3AB5A6B}"/>
          </ac:spMkLst>
        </pc:spChg>
        <pc:spChg chg="add mod">
          <ac:chgData name="CSPT02" userId="21f640c2-b5d5-40ed-b03e-b88c15baf445" providerId="ADAL" clId="{F9AD771C-6A67-467B-A986-39174811E176}" dt="2025-07-30T07:28:56.439" v="257" actId="20577"/>
          <ac:spMkLst>
            <pc:docMk/>
            <pc:sldMk cId="2724891558" sldId="511"/>
            <ac:spMk id="16" creationId="{AD4AC367-00D4-46BC-2175-A4081128BC2A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17" creationId="{8F6DFE9A-3F77-1D54-EAFC-A4E7C0438851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18" creationId="{D000123F-5F0C-12D4-73AE-84A24C36A020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19" creationId="{2AFF7F49-6E14-49E1-A7B3-91C7B0051A13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20" creationId="{C17E1465-B49C-8EB7-29D1-9921D9C1C3F0}"/>
          </ac:spMkLst>
        </pc:spChg>
        <pc:spChg chg="mod">
          <ac:chgData name="CSPT02" userId="21f640c2-b5d5-40ed-b03e-b88c15baf445" providerId="ADAL" clId="{F9AD771C-6A67-467B-A986-39174811E176}" dt="2025-07-30T07:27:43.129" v="243" actId="1076"/>
          <ac:spMkLst>
            <pc:docMk/>
            <pc:sldMk cId="2724891558" sldId="511"/>
            <ac:spMk id="21" creationId="{4CB122E5-3B0D-7AD6-E810-2245A5040E24}"/>
          </ac:spMkLst>
        </pc:spChg>
        <pc:spChg chg="mod">
          <ac:chgData name="CSPT02" userId="21f640c2-b5d5-40ed-b03e-b88c15baf445" providerId="ADAL" clId="{F9AD771C-6A67-467B-A986-39174811E176}" dt="2025-07-30T07:41:41.088" v="347" actId="207"/>
          <ac:spMkLst>
            <pc:docMk/>
            <pc:sldMk cId="2724891558" sldId="511"/>
            <ac:spMk id="23" creationId="{1DD96831-5FEC-2570-CAFE-038F10BAEB35}"/>
          </ac:spMkLst>
        </pc:spChg>
        <pc:spChg chg="mod">
          <ac:chgData name="CSPT02" userId="21f640c2-b5d5-40ed-b03e-b88c15baf445" providerId="ADAL" clId="{F9AD771C-6A67-467B-A986-39174811E176}" dt="2025-07-30T07:41:19.597" v="345" actId="1076"/>
          <ac:spMkLst>
            <pc:docMk/>
            <pc:sldMk cId="2724891558" sldId="511"/>
            <ac:spMk id="30" creationId="{A3DD42C4-C2A3-E3F9-8976-3E8E333B00FF}"/>
          </ac:spMkLst>
        </pc:spChg>
        <pc:spChg chg="mod">
          <ac:chgData name="CSPT02" userId="21f640c2-b5d5-40ed-b03e-b88c15baf445" providerId="ADAL" clId="{F9AD771C-6A67-467B-A986-39174811E176}" dt="2025-07-30T07:41:25.100" v="346" actId="207"/>
          <ac:spMkLst>
            <pc:docMk/>
            <pc:sldMk cId="2724891558" sldId="511"/>
            <ac:spMk id="34" creationId="{76765AB9-30BC-8331-9FC2-07B279B6A9B0}"/>
          </ac:spMkLst>
        </pc:spChg>
        <pc:spChg chg="mod">
          <ac:chgData name="CSPT02" userId="21f640c2-b5d5-40ed-b03e-b88c15baf445" providerId="ADAL" clId="{F9AD771C-6A67-467B-A986-39174811E176}" dt="2025-07-30T07:41:25.100" v="346" actId="207"/>
          <ac:spMkLst>
            <pc:docMk/>
            <pc:sldMk cId="2724891558" sldId="511"/>
            <ac:spMk id="36" creationId="{A2CF629C-164B-C3F8-3BC3-75653E47730A}"/>
          </ac:spMkLst>
        </pc:spChg>
        <pc:spChg chg="mod">
          <ac:chgData name="CSPT02" userId="21f640c2-b5d5-40ed-b03e-b88c15baf445" providerId="ADAL" clId="{F9AD771C-6A67-467B-A986-39174811E176}" dt="2025-07-30T07:28:44.712" v="253" actId="1076"/>
          <ac:spMkLst>
            <pc:docMk/>
            <pc:sldMk cId="2724891558" sldId="511"/>
            <ac:spMk id="39" creationId="{A5824FFD-5D69-BE73-2070-0CE6E7CE88BF}"/>
          </ac:spMkLst>
        </pc:spChg>
        <pc:spChg chg="mod">
          <ac:chgData name="CSPT02" userId="21f640c2-b5d5-40ed-b03e-b88c15baf445" providerId="ADAL" clId="{F9AD771C-6A67-467B-A986-39174811E176}" dt="2025-07-30T07:28:44.712" v="253" actId="1076"/>
          <ac:spMkLst>
            <pc:docMk/>
            <pc:sldMk cId="2724891558" sldId="511"/>
            <ac:spMk id="43" creationId="{4C327A28-F574-0501-58F8-56432B38B9C2}"/>
          </ac:spMkLst>
        </pc:spChg>
        <pc:spChg chg="mod">
          <ac:chgData name="CSPT02" userId="21f640c2-b5d5-40ed-b03e-b88c15baf445" providerId="ADAL" clId="{F9AD771C-6A67-467B-A986-39174811E176}" dt="2025-07-30T07:32:55.037" v="294" actId="14100"/>
          <ac:spMkLst>
            <pc:docMk/>
            <pc:sldMk cId="2724891558" sldId="511"/>
            <ac:spMk id="46" creationId="{10216BBC-16AB-3390-5FE8-89C6C736BCA2}"/>
          </ac:spMkLst>
        </pc:spChg>
        <pc:spChg chg="mod">
          <ac:chgData name="CSPT02" userId="21f640c2-b5d5-40ed-b03e-b88c15baf445" providerId="ADAL" clId="{F9AD771C-6A67-467B-A986-39174811E176}" dt="2025-07-30T07:31:55.983" v="278" actId="207"/>
          <ac:spMkLst>
            <pc:docMk/>
            <pc:sldMk cId="2724891558" sldId="511"/>
            <ac:spMk id="47" creationId="{25C5FE40-4D41-46F8-C6E8-715E3460948B}"/>
          </ac:spMkLst>
        </pc:spChg>
        <pc:spChg chg="mod">
          <ac:chgData name="CSPT02" userId="21f640c2-b5d5-40ed-b03e-b88c15baf445" providerId="ADAL" clId="{F9AD771C-6A67-467B-A986-39174811E176}" dt="2025-07-30T07:33:13.690" v="302" actId="14100"/>
          <ac:spMkLst>
            <pc:docMk/>
            <pc:sldMk cId="2724891558" sldId="511"/>
            <ac:spMk id="48" creationId="{8C7D1FEC-66C6-BDF8-B239-CDB9BA575714}"/>
          </ac:spMkLst>
        </pc:spChg>
        <pc:spChg chg="mod">
          <ac:chgData name="CSPT02" userId="21f640c2-b5d5-40ed-b03e-b88c15baf445" providerId="ADAL" clId="{F9AD771C-6A67-467B-A986-39174811E176}" dt="2025-07-30T07:28:44.712" v="253" actId="1076"/>
          <ac:spMkLst>
            <pc:docMk/>
            <pc:sldMk cId="2724891558" sldId="511"/>
            <ac:spMk id="51" creationId="{85F23877-83F1-787A-8121-F02D1D26AA51}"/>
          </ac:spMkLst>
        </pc:spChg>
        <pc:spChg chg="mod">
          <ac:chgData name="CSPT02" userId="21f640c2-b5d5-40ed-b03e-b88c15baf445" providerId="ADAL" clId="{F9AD771C-6A67-467B-A986-39174811E176}" dt="2025-07-30T07:33:05.987" v="300" actId="1076"/>
          <ac:spMkLst>
            <pc:docMk/>
            <pc:sldMk cId="2724891558" sldId="511"/>
            <ac:spMk id="53" creationId="{8E4D32DB-0D70-857C-540D-221B0AC08BDE}"/>
          </ac:spMkLst>
        </pc:spChg>
        <pc:spChg chg="mod">
          <ac:chgData name="CSPT02" userId="21f640c2-b5d5-40ed-b03e-b88c15baf445" providerId="ADAL" clId="{F9AD771C-6A67-467B-A986-39174811E176}" dt="2025-07-30T07:28:44.712" v="253" actId="1076"/>
          <ac:spMkLst>
            <pc:docMk/>
            <pc:sldMk cId="2724891558" sldId="511"/>
            <ac:spMk id="57" creationId="{D6831FBB-42A0-CAF3-F1EC-D90B5DA4AFED}"/>
          </ac:spMkLst>
        </pc:spChg>
        <pc:spChg chg="mod">
          <ac:chgData name="CSPT02" userId="21f640c2-b5d5-40ed-b03e-b88c15baf445" providerId="ADAL" clId="{F9AD771C-6A67-467B-A986-39174811E176}" dt="2025-07-30T07:28:44.712" v="253" actId="1076"/>
          <ac:spMkLst>
            <pc:docMk/>
            <pc:sldMk cId="2724891558" sldId="511"/>
            <ac:spMk id="61" creationId="{AF16C8B8-502E-EA0D-A1E8-42D00FAFC281}"/>
          </ac:spMkLst>
        </pc:spChg>
        <pc:spChg chg="mod">
          <ac:chgData name="CSPT02" userId="21f640c2-b5d5-40ed-b03e-b88c15baf445" providerId="ADAL" clId="{F9AD771C-6A67-467B-A986-39174811E176}" dt="2025-07-30T07:28:44.712" v="253" actId="1076"/>
          <ac:spMkLst>
            <pc:docMk/>
            <pc:sldMk cId="2724891558" sldId="511"/>
            <ac:spMk id="63" creationId="{BD407180-EC59-2866-7704-1A38645F0190}"/>
          </ac:spMkLst>
        </pc:spChg>
        <pc:spChg chg="mod">
          <ac:chgData name="CSPT02" userId="21f640c2-b5d5-40ed-b03e-b88c15baf445" providerId="ADAL" clId="{F9AD771C-6A67-467B-A986-39174811E176}" dt="2025-07-30T07:36:31.972" v="339" actId="207"/>
          <ac:spMkLst>
            <pc:docMk/>
            <pc:sldMk cId="2724891558" sldId="511"/>
            <ac:spMk id="66" creationId="{B8F92A93-53E4-B782-347D-D4C07905F8E0}"/>
          </ac:spMkLst>
        </pc:spChg>
        <pc:spChg chg="mod">
          <ac:chgData name="CSPT02" userId="21f640c2-b5d5-40ed-b03e-b88c15baf445" providerId="ADAL" clId="{F9AD771C-6A67-467B-A986-39174811E176}" dt="2025-07-30T07:36:31.972" v="339" actId="207"/>
          <ac:spMkLst>
            <pc:docMk/>
            <pc:sldMk cId="2724891558" sldId="511"/>
            <ac:spMk id="67" creationId="{3338BBCD-873B-7E6D-B139-74AE110CD00B}"/>
          </ac:spMkLst>
        </pc:spChg>
        <pc:picChg chg="mod ord modCrop">
          <ac:chgData name="CSPT02" userId="21f640c2-b5d5-40ed-b03e-b88c15baf445" providerId="ADAL" clId="{F9AD771C-6A67-467B-A986-39174811E176}" dt="2025-07-30T07:29:25.236" v="260" actId="167"/>
          <ac:picMkLst>
            <pc:docMk/>
            <pc:sldMk cId="2724891558" sldId="511"/>
            <ac:picMk id="9" creationId="{9E717842-1A6D-B015-342E-A24B584E8485}"/>
          </ac:picMkLst>
        </pc:picChg>
        <pc:inkChg chg="add del mod">
          <ac:chgData name="CSPT02" userId="21f640c2-b5d5-40ed-b03e-b88c15baf445" providerId="ADAL" clId="{F9AD771C-6A67-467B-A986-39174811E176}" dt="2025-07-30T07:31:28.261" v="273" actId="478"/>
          <ac:inkMkLst>
            <pc:docMk/>
            <pc:sldMk cId="2724891558" sldId="511"/>
            <ac:inkMk id="2" creationId="{54F2FF62-5B1E-F7EC-1C0F-1C0F878386F7}"/>
          </ac:inkMkLst>
        </pc:inkChg>
        <pc:inkChg chg="add mod">
          <ac:chgData name="CSPT02" userId="21f640c2-b5d5-40ed-b03e-b88c15baf445" providerId="ADAL" clId="{F9AD771C-6A67-467B-A986-39174811E176}" dt="2025-07-30T07:30:05.869" v="267" actId="1076"/>
          <ac:inkMkLst>
            <pc:docMk/>
            <pc:sldMk cId="2724891558" sldId="511"/>
            <ac:inkMk id="3" creationId="{AE92314C-D356-D2B0-B6F3-BCDC2E238DFF}"/>
          </ac:inkMkLst>
        </pc:inkChg>
        <pc:inkChg chg="add mod">
          <ac:chgData name="CSPT02" userId="21f640c2-b5d5-40ed-b03e-b88c15baf445" providerId="ADAL" clId="{F9AD771C-6A67-467B-A986-39174811E176}" dt="2025-07-30T07:27:30.592" v="242" actId="1076"/>
          <ac:inkMkLst>
            <pc:docMk/>
            <pc:sldMk cId="2724891558" sldId="511"/>
            <ac:inkMk id="4" creationId="{C72474E3-2800-74F7-3E35-D3671F71C36A}"/>
          </ac:inkMkLst>
        </pc:inkChg>
        <pc:inkChg chg="add del mod ord">
          <ac:chgData name="CSPT02" userId="21f640c2-b5d5-40ed-b03e-b88c15baf445" providerId="ADAL" clId="{F9AD771C-6A67-467B-A986-39174811E176}" dt="2025-07-30T07:29:51.455" v="266" actId="478"/>
          <ac:inkMkLst>
            <pc:docMk/>
            <pc:sldMk cId="2724891558" sldId="511"/>
            <ac:inkMk id="25" creationId="{A1DF9590-EA61-ED0B-210A-698D24154521}"/>
          </ac:inkMkLst>
        </pc:inkChg>
        <pc:inkChg chg="add mod">
          <ac:chgData name="CSPT02" userId="21f640c2-b5d5-40ed-b03e-b88c15baf445" providerId="ADAL" clId="{F9AD771C-6A67-467B-A986-39174811E176}" dt="2025-07-30T07:31:48.433" v="277" actId="208"/>
          <ac:inkMkLst>
            <pc:docMk/>
            <pc:sldMk cId="2724891558" sldId="511"/>
            <ac:inkMk id="27" creationId="{52DB338D-CAED-FC86-62FA-B1EB64F1830C}"/>
          </ac:inkMkLst>
        </pc:inkChg>
        <pc:inkChg chg="add del mod">
          <ac:chgData name="CSPT02" userId="21f640c2-b5d5-40ed-b03e-b88c15baf445" providerId="ADAL" clId="{F9AD771C-6A67-467B-A986-39174811E176}" dt="2025-07-30T07:31:37.909" v="276" actId="478"/>
          <ac:inkMkLst>
            <pc:docMk/>
            <pc:sldMk cId="2724891558" sldId="511"/>
            <ac:inkMk id="35" creationId="{C2FB1439-7BB8-A068-1ECF-BC5EBEFE0497}"/>
          </ac:inkMkLst>
        </pc:inkChg>
        <pc:inkChg chg="add del mod">
          <ac:chgData name="CSPT02" userId="21f640c2-b5d5-40ed-b03e-b88c15baf445" providerId="ADAL" clId="{F9AD771C-6A67-467B-A986-39174811E176}" dt="2025-07-30T07:34:30.408" v="315" actId="478"/>
          <ac:inkMkLst>
            <pc:docMk/>
            <pc:sldMk cId="2724891558" sldId="511"/>
            <ac:inkMk id="37" creationId="{7AD4E550-E575-18A0-F379-4552454E16B9}"/>
          </ac:inkMkLst>
        </pc:inkChg>
        <pc:inkChg chg="add mod">
          <ac:chgData name="CSPT02" userId="21f640c2-b5d5-40ed-b03e-b88c15baf445" providerId="ADAL" clId="{F9AD771C-6A67-467B-A986-39174811E176}" dt="2025-07-30T07:34:36.994" v="317" actId="1076"/>
          <ac:inkMkLst>
            <pc:docMk/>
            <pc:sldMk cId="2724891558" sldId="511"/>
            <ac:inkMk id="38" creationId="{367A6929-0210-6479-D871-79595D9D3719}"/>
          </ac:inkMkLst>
        </pc:inkChg>
        <pc:inkChg chg="add del">
          <ac:chgData name="CSPT02" userId="21f640c2-b5d5-40ed-b03e-b88c15baf445" providerId="ADAL" clId="{F9AD771C-6A67-467B-A986-39174811E176}" dt="2025-07-30T07:23:28.903" v="187" actId="478"/>
          <ac:inkMkLst>
            <pc:docMk/>
            <pc:sldMk cId="2724891558" sldId="511"/>
            <ac:inkMk id="72" creationId="{8D6184DB-5677-6D24-178B-D56FE5CBAB6C}"/>
          </ac:inkMkLst>
        </pc:inkChg>
        <pc:cxnChg chg="mod">
          <ac:chgData name="CSPT02" userId="21f640c2-b5d5-40ed-b03e-b88c15baf445" providerId="ADAL" clId="{F9AD771C-6A67-467B-A986-39174811E176}" dt="2025-07-30T07:41:25.100" v="346" actId="207"/>
          <ac:cxnSpMkLst>
            <pc:docMk/>
            <pc:sldMk cId="2724891558" sldId="511"/>
            <ac:cxnSpMk id="33" creationId="{EC39AADD-6E5B-1E31-778A-B9D4A9D7F332}"/>
          </ac:cxnSpMkLst>
        </pc:cxnChg>
        <pc:cxnChg chg="mod">
          <ac:chgData name="CSPT02" userId="21f640c2-b5d5-40ed-b03e-b88c15baf445" providerId="ADAL" clId="{F9AD771C-6A67-467B-A986-39174811E176}" dt="2025-07-30T07:36:31.972" v="339" actId="207"/>
          <ac:cxnSpMkLst>
            <pc:docMk/>
            <pc:sldMk cId="2724891558" sldId="511"/>
            <ac:cxnSpMk id="65" creationId="{1C159BF6-718C-EB77-85F2-050BFE596F93}"/>
          </ac:cxnSpMkLst>
        </pc:cxnChg>
      </pc:sldChg>
      <pc:sldChg chg="addSp delSp modSp mod addAnim delAnim modAnim">
        <pc:chgData name="CSPT02" userId="21f640c2-b5d5-40ed-b03e-b88c15baf445" providerId="ADAL" clId="{F9AD771C-6A67-467B-A986-39174811E176}" dt="2025-07-30T08:27:05.233" v="686"/>
        <pc:sldMkLst>
          <pc:docMk/>
          <pc:sldMk cId="920396181" sldId="512"/>
        </pc:sldMkLst>
        <pc:spChg chg="add mod">
          <ac:chgData name="CSPT02" userId="21f640c2-b5d5-40ed-b03e-b88c15baf445" providerId="ADAL" clId="{F9AD771C-6A67-467B-A986-39174811E176}" dt="2025-07-30T08:01:39.835" v="430" actId="1582"/>
          <ac:spMkLst>
            <pc:docMk/>
            <pc:sldMk cId="920396181" sldId="512"/>
            <ac:spMk id="5" creationId="{C1AB6EB2-48F8-5599-0A8D-BF99EB27B797}"/>
          </ac:spMkLst>
        </pc:spChg>
        <pc:spChg chg="add mod">
          <ac:chgData name="CSPT02" userId="21f640c2-b5d5-40ed-b03e-b88c15baf445" providerId="ADAL" clId="{F9AD771C-6A67-467B-A986-39174811E176}" dt="2025-07-30T08:04:03.595" v="443" actId="1582"/>
          <ac:spMkLst>
            <pc:docMk/>
            <pc:sldMk cId="920396181" sldId="512"/>
            <ac:spMk id="8" creationId="{C91068B2-7900-D32A-94D0-366A82D12271}"/>
          </ac:spMkLst>
        </pc:spChg>
        <pc:spChg chg="add mod">
          <ac:chgData name="CSPT02" userId="21f640c2-b5d5-40ed-b03e-b88c15baf445" providerId="ADAL" clId="{F9AD771C-6A67-467B-A986-39174811E176}" dt="2025-07-30T08:04:44.240" v="451" actId="1582"/>
          <ac:spMkLst>
            <pc:docMk/>
            <pc:sldMk cId="920396181" sldId="512"/>
            <ac:spMk id="9" creationId="{A3DE98DA-8B8C-A723-D4A3-A644D924E0F0}"/>
          </ac:spMkLst>
        </pc:spChg>
        <pc:spChg chg="mod">
          <ac:chgData name="CSPT02" userId="21f640c2-b5d5-40ed-b03e-b88c15baf445" providerId="ADAL" clId="{F9AD771C-6A67-467B-A986-39174811E176}" dt="2025-07-30T08:11:16.605" v="505" actId="207"/>
          <ac:spMkLst>
            <pc:docMk/>
            <pc:sldMk cId="920396181" sldId="512"/>
            <ac:spMk id="15" creationId="{9D6F248C-7F9E-D109-6987-974E002F55D9}"/>
          </ac:spMkLst>
        </pc:spChg>
        <pc:spChg chg="mod">
          <ac:chgData name="CSPT02" userId="21f640c2-b5d5-40ed-b03e-b88c15baf445" providerId="ADAL" clId="{F9AD771C-6A67-467B-A986-39174811E176}" dt="2025-07-30T08:11:42.698" v="507" actId="207"/>
          <ac:spMkLst>
            <pc:docMk/>
            <pc:sldMk cId="920396181" sldId="512"/>
            <ac:spMk id="16" creationId="{850A6FD7-C5F0-B345-65A4-3764DBB55CF7}"/>
          </ac:spMkLst>
        </pc:spChg>
        <pc:spChg chg="del">
          <ac:chgData name="CSPT02" userId="21f640c2-b5d5-40ed-b03e-b88c15baf445" providerId="ADAL" clId="{F9AD771C-6A67-467B-A986-39174811E176}" dt="2025-07-30T08:00:30.127" v="408" actId="478"/>
          <ac:spMkLst>
            <pc:docMk/>
            <pc:sldMk cId="920396181" sldId="512"/>
            <ac:spMk id="19" creationId="{D5620D20-C8C3-1D43-AED2-ABB681894FA6}"/>
          </ac:spMkLst>
        </pc:spChg>
        <pc:spChg chg="del mod">
          <ac:chgData name="CSPT02" userId="21f640c2-b5d5-40ed-b03e-b88c15baf445" providerId="ADAL" clId="{F9AD771C-6A67-467B-A986-39174811E176}" dt="2025-07-30T08:00:29.449" v="407" actId="478"/>
          <ac:spMkLst>
            <pc:docMk/>
            <pc:sldMk cId="920396181" sldId="512"/>
            <ac:spMk id="23" creationId="{4B2B8D37-BFE9-6F45-F6B1-2AE5391D4A7A}"/>
          </ac:spMkLst>
        </pc:spChg>
        <pc:spChg chg="mod">
          <ac:chgData name="CSPT02" userId="21f640c2-b5d5-40ed-b03e-b88c15baf445" providerId="ADAL" clId="{F9AD771C-6A67-467B-A986-39174811E176}" dt="2025-07-30T08:16:06.825" v="559" actId="207"/>
          <ac:spMkLst>
            <pc:docMk/>
            <pc:sldMk cId="920396181" sldId="512"/>
            <ac:spMk id="25" creationId="{160C23E0-1C77-37AB-CC60-0DBED467FA5E}"/>
          </ac:spMkLst>
        </pc:spChg>
        <pc:spChg chg="mod">
          <ac:chgData name="CSPT02" userId="21f640c2-b5d5-40ed-b03e-b88c15baf445" providerId="ADAL" clId="{F9AD771C-6A67-467B-A986-39174811E176}" dt="2025-07-30T08:16:11.881" v="560" actId="207"/>
          <ac:spMkLst>
            <pc:docMk/>
            <pc:sldMk cId="920396181" sldId="512"/>
            <ac:spMk id="27" creationId="{AB467011-4472-207E-BC53-6293B629504D}"/>
          </ac:spMkLst>
        </pc:spChg>
        <pc:spChg chg="mod">
          <ac:chgData name="CSPT02" userId="21f640c2-b5d5-40ed-b03e-b88c15baf445" providerId="ADAL" clId="{F9AD771C-6A67-467B-A986-39174811E176}" dt="2025-07-30T08:16:16.252" v="561" actId="207"/>
          <ac:spMkLst>
            <pc:docMk/>
            <pc:sldMk cId="920396181" sldId="512"/>
            <ac:spMk id="29" creationId="{0F6EC456-5D13-5E4E-1D60-2655CEC88196}"/>
          </ac:spMkLst>
        </pc:spChg>
        <pc:spChg chg="mod">
          <ac:chgData name="CSPT02" userId="21f640c2-b5d5-40ed-b03e-b88c15baf445" providerId="ADAL" clId="{F9AD771C-6A67-467B-A986-39174811E176}" dt="2025-07-30T08:12:15.915" v="513" actId="1076"/>
          <ac:spMkLst>
            <pc:docMk/>
            <pc:sldMk cId="920396181" sldId="512"/>
            <ac:spMk id="33" creationId="{EF0B6058-385B-62E7-61B2-6B6D024FC42C}"/>
          </ac:spMkLst>
        </pc:spChg>
        <pc:spChg chg="mod">
          <ac:chgData name="CSPT02" userId="21f640c2-b5d5-40ed-b03e-b88c15baf445" providerId="ADAL" clId="{F9AD771C-6A67-467B-A986-39174811E176}" dt="2025-07-30T08:15:47.868" v="557" actId="207"/>
          <ac:spMkLst>
            <pc:docMk/>
            <pc:sldMk cId="920396181" sldId="512"/>
            <ac:spMk id="38" creationId="{131F5E70-3427-C52B-B6C1-324996FDC072}"/>
          </ac:spMkLst>
        </pc:spChg>
        <pc:spChg chg="mod">
          <ac:chgData name="CSPT02" userId="21f640c2-b5d5-40ed-b03e-b88c15baf445" providerId="ADAL" clId="{F9AD771C-6A67-467B-A986-39174811E176}" dt="2025-07-30T08:15:53.137" v="558" actId="207"/>
          <ac:spMkLst>
            <pc:docMk/>
            <pc:sldMk cId="920396181" sldId="512"/>
            <ac:spMk id="43" creationId="{14CE9C8B-7E98-E345-DA03-AC7B16B0707F}"/>
          </ac:spMkLst>
        </pc:spChg>
        <pc:spChg chg="mod">
          <ac:chgData name="CSPT02" userId="21f640c2-b5d5-40ed-b03e-b88c15baf445" providerId="ADAL" clId="{F9AD771C-6A67-467B-A986-39174811E176}" dt="2025-07-30T08:16:30.813" v="564" actId="14100"/>
          <ac:spMkLst>
            <pc:docMk/>
            <pc:sldMk cId="920396181" sldId="512"/>
            <ac:spMk id="44" creationId="{0361F7A2-A3B8-BBA0-17AD-563FBDA396BF}"/>
          </ac:spMkLst>
        </pc:spChg>
        <pc:spChg chg="mod">
          <ac:chgData name="CSPT02" userId="21f640c2-b5d5-40ed-b03e-b88c15baf445" providerId="ADAL" clId="{F9AD771C-6A67-467B-A986-39174811E176}" dt="2025-07-30T08:17:55.032" v="596" actId="207"/>
          <ac:spMkLst>
            <pc:docMk/>
            <pc:sldMk cId="920396181" sldId="512"/>
            <ac:spMk id="50" creationId="{6A20F964-85CD-A6C0-B8A8-EEFB5928E360}"/>
          </ac:spMkLst>
        </pc:spChg>
        <pc:spChg chg="mod">
          <ac:chgData name="CSPT02" userId="21f640c2-b5d5-40ed-b03e-b88c15baf445" providerId="ADAL" clId="{F9AD771C-6A67-467B-A986-39174811E176}" dt="2025-07-30T08:18:00.204" v="597" actId="207"/>
          <ac:spMkLst>
            <pc:docMk/>
            <pc:sldMk cId="920396181" sldId="512"/>
            <ac:spMk id="52" creationId="{3041E437-E6F2-5919-F81A-7D977A5E107D}"/>
          </ac:spMkLst>
        </pc:spChg>
        <pc:spChg chg="mod">
          <ac:chgData name="CSPT02" userId="21f640c2-b5d5-40ed-b03e-b88c15baf445" providerId="ADAL" clId="{F9AD771C-6A67-467B-A986-39174811E176}" dt="2025-07-30T08:17:41.080" v="592" actId="207"/>
          <ac:spMkLst>
            <pc:docMk/>
            <pc:sldMk cId="920396181" sldId="512"/>
            <ac:spMk id="59" creationId="{928CD193-D04F-58D9-1ABE-32733AFF2595}"/>
          </ac:spMkLst>
        </pc:spChg>
        <pc:spChg chg="mod">
          <ac:chgData name="CSPT02" userId="21f640c2-b5d5-40ed-b03e-b88c15baf445" providerId="ADAL" clId="{F9AD771C-6A67-467B-A986-39174811E176}" dt="2025-07-30T08:17:44.131" v="593" actId="207"/>
          <ac:spMkLst>
            <pc:docMk/>
            <pc:sldMk cId="920396181" sldId="512"/>
            <ac:spMk id="62" creationId="{8DDFE7DE-12F7-007F-D9A0-AA8E8DEF23C3}"/>
          </ac:spMkLst>
        </pc:spChg>
        <pc:spChg chg="mod">
          <ac:chgData name="CSPT02" userId="21f640c2-b5d5-40ed-b03e-b88c15baf445" providerId="ADAL" clId="{F9AD771C-6A67-467B-A986-39174811E176}" dt="2025-07-30T08:19:23.402" v="621" actId="207"/>
          <ac:spMkLst>
            <pc:docMk/>
            <pc:sldMk cId="920396181" sldId="512"/>
            <ac:spMk id="64" creationId="{B0571133-C65B-EE56-DC1D-22A882014AA1}"/>
          </ac:spMkLst>
        </pc:spChg>
        <pc:spChg chg="mod">
          <ac:chgData name="CSPT02" userId="21f640c2-b5d5-40ed-b03e-b88c15baf445" providerId="ADAL" clId="{F9AD771C-6A67-467B-A986-39174811E176}" dt="2025-07-30T08:19:27.322" v="622" actId="207"/>
          <ac:spMkLst>
            <pc:docMk/>
            <pc:sldMk cId="920396181" sldId="512"/>
            <ac:spMk id="70" creationId="{D52937F3-E612-1059-B86A-C4590D492A9A}"/>
          </ac:spMkLst>
        </pc:spChg>
        <pc:spChg chg="mod">
          <ac:chgData name="CSPT02" userId="21f640c2-b5d5-40ed-b03e-b88c15baf445" providerId="ADAL" clId="{F9AD771C-6A67-467B-A986-39174811E176}" dt="2025-07-30T08:18:48.313" v="610" actId="14100"/>
          <ac:spMkLst>
            <pc:docMk/>
            <pc:sldMk cId="920396181" sldId="512"/>
            <ac:spMk id="74" creationId="{60A6D4A7-BB71-5C8C-10E9-A58FAC7F0DC6}"/>
          </ac:spMkLst>
        </pc:spChg>
        <pc:spChg chg="mod">
          <ac:chgData name="CSPT02" userId="21f640c2-b5d5-40ed-b03e-b88c15baf445" providerId="ADAL" clId="{F9AD771C-6A67-467B-A986-39174811E176}" dt="2025-07-30T08:19:30.083" v="623" actId="207"/>
          <ac:spMkLst>
            <pc:docMk/>
            <pc:sldMk cId="920396181" sldId="512"/>
            <ac:spMk id="80" creationId="{CC1BD461-639D-8FFB-E0C3-CDCF086F7789}"/>
          </ac:spMkLst>
        </pc:spChg>
        <pc:spChg chg="mod">
          <ac:chgData name="CSPT02" userId="21f640c2-b5d5-40ed-b03e-b88c15baf445" providerId="ADAL" clId="{F9AD771C-6A67-467B-A986-39174811E176}" dt="2025-07-30T08:26:51.555" v="685" actId="207"/>
          <ac:spMkLst>
            <pc:docMk/>
            <pc:sldMk cId="920396181" sldId="512"/>
            <ac:spMk id="83" creationId="{DE960964-D8B5-76E7-1D44-B6640AB8EB8B}"/>
          </ac:spMkLst>
        </pc:spChg>
        <pc:spChg chg="del">
          <ac:chgData name="CSPT02" userId="21f640c2-b5d5-40ed-b03e-b88c15baf445" providerId="ADAL" clId="{F9AD771C-6A67-467B-A986-39174811E176}" dt="2025-07-30T08:00:30.733" v="409" actId="478"/>
          <ac:spMkLst>
            <pc:docMk/>
            <pc:sldMk cId="920396181" sldId="512"/>
            <ac:spMk id="90" creationId="{286A5485-9CEB-FDDC-16F6-9F6ED78548D1}"/>
          </ac:spMkLst>
        </pc:spChg>
        <pc:spChg chg="mod">
          <ac:chgData name="CSPT02" userId="21f640c2-b5d5-40ed-b03e-b88c15baf445" providerId="ADAL" clId="{F9AD771C-6A67-467B-A986-39174811E176}" dt="2025-07-30T08:19:51.211" v="625" actId="207"/>
          <ac:spMkLst>
            <pc:docMk/>
            <pc:sldMk cId="920396181" sldId="512"/>
            <ac:spMk id="93" creationId="{D66FA1DA-C008-F1A9-9D19-40101515C1D1}"/>
          </ac:spMkLst>
        </pc:spChg>
        <pc:spChg chg="mod">
          <ac:chgData name="CSPT02" userId="21f640c2-b5d5-40ed-b03e-b88c15baf445" providerId="ADAL" clId="{F9AD771C-6A67-467B-A986-39174811E176}" dt="2025-07-30T08:19:53.413" v="626" actId="207"/>
          <ac:spMkLst>
            <pc:docMk/>
            <pc:sldMk cId="920396181" sldId="512"/>
            <ac:spMk id="94" creationId="{1DDB8D04-5D54-404B-9582-6F8B4EC5D103}"/>
          </ac:spMkLst>
        </pc:spChg>
        <pc:spChg chg="mod">
          <ac:chgData name="CSPT02" userId="21f640c2-b5d5-40ed-b03e-b88c15baf445" providerId="ADAL" clId="{F9AD771C-6A67-467B-A986-39174811E176}" dt="2025-07-30T08:19:58.131" v="627" actId="207"/>
          <ac:spMkLst>
            <pc:docMk/>
            <pc:sldMk cId="920396181" sldId="512"/>
            <ac:spMk id="96" creationId="{3B0D7934-0C8D-A97F-CEA4-6294753F3E90}"/>
          </ac:spMkLst>
        </pc:spChg>
        <pc:spChg chg="mod">
          <ac:chgData name="CSPT02" userId="21f640c2-b5d5-40ed-b03e-b88c15baf445" providerId="ADAL" clId="{F9AD771C-6A67-467B-A986-39174811E176}" dt="2025-07-30T08:20:00.486" v="628" actId="207"/>
          <ac:spMkLst>
            <pc:docMk/>
            <pc:sldMk cId="920396181" sldId="512"/>
            <ac:spMk id="97" creationId="{1F5F91A4-2608-95B7-B60C-BF93FEE08BA2}"/>
          </ac:spMkLst>
        </pc:spChg>
        <pc:spChg chg="mod">
          <ac:chgData name="CSPT02" userId="21f640c2-b5d5-40ed-b03e-b88c15baf445" providerId="ADAL" clId="{F9AD771C-6A67-467B-A986-39174811E176}" dt="2025-07-30T08:20:05.670" v="629" actId="207"/>
          <ac:spMkLst>
            <pc:docMk/>
            <pc:sldMk cId="920396181" sldId="512"/>
            <ac:spMk id="98" creationId="{56CAE6BD-64AA-4827-6976-9085440A988E}"/>
          </ac:spMkLst>
        </pc:spChg>
        <pc:spChg chg="mod">
          <ac:chgData name="CSPT02" userId="21f640c2-b5d5-40ed-b03e-b88c15baf445" providerId="ADAL" clId="{F9AD771C-6A67-467B-A986-39174811E176}" dt="2025-07-30T08:23:05.963" v="657" actId="14100"/>
          <ac:spMkLst>
            <pc:docMk/>
            <pc:sldMk cId="920396181" sldId="512"/>
            <ac:spMk id="101" creationId="{C0CD1CD2-9157-6CDA-53CB-25B8A6A8108A}"/>
          </ac:spMkLst>
        </pc:spChg>
        <pc:spChg chg="mod">
          <ac:chgData name="CSPT02" userId="21f640c2-b5d5-40ed-b03e-b88c15baf445" providerId="ADAL" clId="{F9AD771C-6A67-467B-A986-39174811E176}" dt="2025-07-30T08:20:32.825" v="630" actId="207"/>
          <ac:spMkLst>
            <pc:docMk/>
            <pc:sldMk cId="920396181" sldId="512"/>
            <ac:spMk id="103" creationId="{68B4DA6A-058C-3FFA-4B1A-EE5B5226C298}"/>
          </ac:spMkLst>
        </pc:spChg>
        <pc:spChg chg="mod">
          <ac:chgData name="CSPT02" userId="21f640c2-b5d5-40ed-b03e-b88c15baf445" providerId="ADAL" clId="{F9AD771C-6A67-467B-A986-39174811E176}" dt="2025-07-30T08:20:35.128" v="631" actId="207"/>
          <ac:spMkLst>
            <pc:docMk/>
            <pc:sldMk cId="920396181" sldId="512"/>
            <ac:spMk id="106" creationId="{8DEAA051-D8B9-0950-C04B-A7EE9AED5110}"/>
          </ac:spMkLst>
        </pc:spChg>
        <pc:spChg chg="mod">
          <ac:chgData name="CSPT02" userId="21f640c2-b5d5-40ed-b03e-b88c15baf445" providerId="ADAL" clId="{F9AD771C-6A67-467B-A986-39174811E176}" dt="2025-07-30T08:20:40.183" v="632" actId="207"/>
          <ac:spMkLst>
            <pc:docMk/>
            <pc:sldMk cId="920396181" sldId="512"/>
            <ac:spMk id="108" creationId="{65DAA0C8-FC2E-F6F7-CBCC-8EF597D0B8FC}"/>
          </ac:spMkLst>
        </pc:spChg>
        <pc:spChg chg="mod">
          <ac:chgData name="CSPT02" userId="21f640c2-b5d5-40ed-b03e-b88c15baf445" providerId="ADAL" clId="{F9AD771C-6A67-467B-A986-39174811E176}" dt="2025-07-30T08:20:42.280" v="633" actId="207"/>
          <ac:spMkLst>
            <pc:docMk/>
            <pc:sldMk cId="920396181" sldId="512"/>
            <ac:spMk id="109" creationId="{50C64D10-E6D7-425F-223B-7FB1EF562356}"/>
          </ac:spMkLst>
        </pc:spChg>
        <pc:spChg chg="mod">
          <ac:chgData name="CSPT02" userId="21f640c2-b5d5-40ed-b03e-b88c15baf445" providerId="ADAL" clId="{F9AD771C-6A67-467B-A986-39174811E176}" dt="2025-07-30T08:21:20.917" v="636" actId="1076"/>
          <ac:spMkLst>
            <pc:docMk/>
            <pc:sldMk cId="920396181" sldId="512"/>
            <ac:spMk id="122" creationId="{C0D7D218-5FD3-9AE1-8FD9-39FDBDC8ACEF}"/>
          </ac:spMkLst>
        </pc:spChg>
        <pc:spChg chg="mod">
          <ac:chgData name="CSPT02" userId="21f640c2-b5d5-40ed-b03e-b88c15baf445" providerId="ADAL" clId="{F9AD771C-6A67-467B-A986-39174811E176}" dt="2025-07-30T08:21:10.861" v="634" actId="207"/>
          <ac:spMkLst>
            <pc:docMk/>
            <pc:sldMk cId="920396181" sldId="512"/>
            <ac:spMk id="125" creationId="{6D6473A8-5F7A-F620-3C63-96EDDAB69AF7}"/>
          </ac:spMkLst>
        </pc:spChg>
        <pc:picChg chg="mod">
          <ac:chgData name="CSPT02" userId="21f640c2-b5d5-40ed-b03e-b88c15baf445" providerId="ADAL" clId="{F9AD771C-6A67-467B-A986-39174811E176}" dt="2025-07-30T08:05:51.793" v="452" actId="34135"/>
          <ac:picMkLst>
            <pc:docMk/>
            <pc:sldMk cId="920396181" sldId="512"/>
            <ac:picMk id="14" creationId="{749F4E65-B692-9F75-C7DA-98B9E2B4D280}"/>
          </ac:picMkLst>
        </pc:picChg>
        <pc:inkChg chg="add mod">
          <ac:chgData name="CSPT02" userId="21f640c2-b5d5-40ed-b03e-b88c15baf445" providerId="ADAL" clId="{F9AD771C-6A67-467B-A986-39174811E176}" dt="2025-07-30T07:59:35.946" v="399" actId="14100"/>
          <ac:inkMkLst>
            <pc:docMk/>
            <pc:sldMk cId="920396181" sldId="512"/>
            <ac:inkMk id="2" creationId="{646D67BC-42ED-9833-D406-6ADED5CCF2CC}"/>
          </ac:inkMkLst>
        </pc:inkChg>
        <pc:inkChg chg="add mod">
          <ac:chgData name="CSPT02" userId="21f640c2-b5d5-40ed-b03e-b88c15baf445" providerId="ADAL" clId="{F9AD771C-6A67-467B-A986-39174811E176}" dt="2025-07-30T08:02:36.422" v="431" actId="208"/>
          <ac:inkMkLst>
            <pc:docMk/>
            <pc:sldMk cId="920396181" sldId="512"/>
            <ac:inkMk id="3" creationId="{057BBFE6-5CD7-0709-C149-542109E78136}"/>
          </ac:inkMkLst>
        </pc:inkChg>
        <pc:inkChg chg="add mod">
          <ac:chgData name="CSPT02" userId="21f640c2-b5d5-40ed-b03e-b88c15baf445" providerId="ADAL" clId="{F9AD771C-6A67-467B-A986-39174811E176}" dt="2025-07-30T08:00:07.546" v="403" actId="1076"/>
          <ac:inkMkLst>
            <pc:docMk/>
            <pc:sldMk cId="920396181" sldId="512"/>
            <ac:inkMk id="4" creationId="{095CBBF2-0D06-B0E3-CB3C-2BF268FD9034}"/>
          </ac:inkMkLst>
        </pc:inkChg>
        <pc:inkChg chg="add mod">
          <ac:chgData name="CSPT02" userId="21f640c2-b5d5-40ed-b03e-b88c15baf445" providerId="ADAL" clId="{F9AD771C-6A67-467B-A986-39174811E176}" dt="2025-07-30T08:09:04.125" v="485" actId="14100"/>
          <ac:inkMkLst>
            <pc:docMk/>
            <pc:sldMk cId="920396181" sldId="512"/>
            <ac:inkMk id="72" creationId="{995BB5D2-A458-7009-6E36-5008ECF84BBC}"/>
          </ac:inkMkLst>
        </pc:inkChg>
        <pc:inkChg chg="add mod">
          <ac:chgData name="CSPT02" userId="21f640c2-b5d5-40ed-b03e-b88c15baf445" providerId="ADAL" clId="{F9AD771C-6A67-467B-A986-39174811E176}" dt="2025-07-30T08:13:18.806" v="519" actId="208"/>
          <ac:inkMkLst>
            <pc:docMk/>
            <pc:sldMk cId="920396181" sldId="512"/>
            <ac:inkMk id="85" creationId="{14138275-D75F-4369-FD42-887C910FA545}"/>
          </ac:inkMkLst>
        </pc:inkChg>
        <pc:inkChg chg="add mod">
          <ac:chgData name="CSPT02" userId="21f640c2-b5d5-40ed-b03e-b88c15baf445" providerId="ADAL" clId="{F9AD771C-6A67-467B-A986-39174811E176}" dt="2025-07-30T08:13:28.787" v="522" actId="208"/>
          <ac:inkMkLst>
            <pc:docMk/>
            <pc:sldMk cId="920396181" sldId="512"/>
            <ac:inkMk id="86" creationId="{1E7AAB91-1E93-CC8E-3D66-FAA6D91243FC}"/>
          </ac:inkMkLst>
        </pc:inkChg>
        <pc:inkChg chg="add mod">
          <ac:chgData name="CSPT02" userId="21f640c2-b5d5-40ed-b03e-b88c15baf445" providerId="ADAL" clId="{F9AD771C-6A67-467B-A986-39174811E176}" dt="2025-07-30T08:26:44.692" v="684" actId="208"/>
          <ac:inkMkLst>
            <pc:docMk/>
            <pc:sldMk cId="920396181" sldId="512"/>
            <ac:inkMk id="87" creationId="{100A07C4-7640-816D-1915-12F90AC3D0F9}"/>
          </ac:inkMkLst>
        </pc:inkChg>
        <pc:inkChg chg="add del mod">
          <ac:chgData name="CSPT02" userId="21f640c2-b5d5-40ed-b03e-b88c15baf445" providerId="ADAL" clId="{F9AD771C-6A67-467B-A986-39174811E176}" dt="2025-07-30T08:00:44.631" v="419" actId="478"/>
          <ac:inkMkLst>
            <pc:docMk/>
            <pc:sldMk cId="920396181" sldId="512"/>
            <ac:inkMk id="128" creationId="{EC74D9D6-3A3D-9367-77F7-63D9B042BE7A}"/>
          </ac:inkMkLst>
        </pc:inkChg>
        <pc:inkChg chg="add del">
          <ac:chgData name="CSPT02" userId="21f640c2-b5d5-40ed-b03e-b88c15baf445" providerId="ADAL" clId="{F9AD771C-6A67-467B-A986-39174811E176}" dt="2025-07-30T08:00:46.021" v="421" actId="478"/>
          <ac:inkMkLst>
            <pc:docMk/>
            <pc:sldMk cId="920396181" sldId="512"/>
            <ac:inkMk id="129" creationId="{540F1500-C379-7BE6-A986-33D439A00390}"/>
          </ac:inkMkLst>
        </pc:inkChg>
        <pc:inkChg chg="add del">
          <ac:chgData name="CSPT02" userId="21f640c2-b5d5-40ed-b03e-b88c15baf445" providerId="ADAL" clId="{F9AD771C-6A67-467B-A986-39174811E176}" dt="2025-07-30T08:00:46.718" v="422" actId="478"/>
          <ac:inkMkLst>
            <pc:docMk/>
            <pc:sldMk cId="920396181" sldId="512"/>
            <ac:inkMk id="130" creationId="{E7DA0F10-0247-EA08-6C8F-41849E9222C6}"/>
          </ac:inkMkLst>
        </pc:inkChg>
        <pc:inkChg chg="add del">
          <ac:chgData name="CSPT02" userId="21f640c2-b5d5-40ed-b03e-b88c15baf445" providerId="ADAL" clId="{F9AD771C-6A67-467B-A986-39174811E176}" dt="2025-07-30T08:00:47.832" v="424" actId="478"/>
          <ac:inkMkLst>
            <pc:docMk/>
            <pc:sldMk cId="920396181" sldId="512"/>
            <ac:inkMk id="131" creationId="{A2C9418C-DF23-5199-28F4-FF5C2E53F8B5}"/>
          </ac:inkMkLst>
        </pc:inkChg>
        <pc:inkChg chg="add del">
          <ac:chgData name="CSPT02" userId="21f640c2-b5d5-40ed-b03e-b88c15baf445" providerId="ADAL" clId="{F9AD771C-6A67-467B-A986-39174811E176}" dt="2025-07-30T08:00:48.535" v="425" actId="478"/>
          <ac:inkMkLst>
            <pc:docMk/>
            <pc:sldMk cId="920396181" sldId="512"/>
            <ac:inkMk id="132" creationId="{1E4BB43B-8B0A-E022-4E13-066C6A41FA30}"/>
          </ac:inkMkLst>
        </pc:inkChg>
        <pc:inkChg chg="add del">
          <ac:chgData name="CSPT02" userId="21f640c2-b5d5-40ed-b03e-b88c15baf445" providerId="ADAL" clId="{F9AD771C-6A67-467B-A986-39174811E176}" dt="2025-07-30T08:00:45.509" v="420" actId="478"/>
          <ac:inkMkLst>
            <pc:docMk/>
            <pc:sldMk cId="920396181" sldId="512"/>
            <ac:inkMk id="133" creationId="{E24DCA32-DAD0-51A7-FCAC-9464A0886C55}"/>
          </ac:inkMkLst>
        </pc:inkChg>
        <pc:inkChg chg="add del">
          <ac:chgData name="CSPT02" userId="21f640c2-b5d5-40ed-b03e-b88c15baf445" providerId="ADAL" clId="{F9AD771C-6A67-467B-A986-39174811E176}" dt="2025-07-30T08:00:47.223" v="423" actId="478"/>
          <ac:inkMkLst>
            <pc:docMk/>
            <pc:sldMk cId="920396181" sldId="512"/>
            <ac:inkMk id="134" creationId="{A9FB0F5F-E16F-1F0A-2D7D-2C25CF080301}"/>
          </ac:inkMkLst>
        </pc:inkChg>
        <pc:inkChg chg="mod">
          <ac:chgData name="CSPT02" userId="21f640c2-b5d5-40ed-b03e-b88c15baf445" providerId="ADAL" clId="{F9AD771C-6A67-467B-A986-39174811E176}" dt="2025-07-30T08:26:32.626" v="680" actId="14100"/>
          <ac:inkMkLst>
            <pc:docMk/>
            <pc:sldMk cId="920396181" sldId="512"/>
            <ac:inkMk id="136" creationId="{72E4B814-EDE5-04C4-3255-911F320CF0AE}"/>
          </ac:inkMkLst>
        </pc:inkChg>
        <pc:cxnChg chg="add del mod">
          <ac:chgData name="CSPT02" userId="21f640c2-b5d5-40ed-b03e-b88c15baf445" providerId="ADAL" clId="{F9AD771C-6A67-467B-A986-39174811E176}" dt="2025-07-30T08:03:17.538" v="435" actId="478"/>
          <ac:cxnSpMkLst>
            <pc:docMk/>
            <pc:sldMk cId="920396181" sldId="512"/>
            <ac:cxnSpMk id="7" creationId="{2BB29709-4001-2007-54A2-695075647B51}"/>
          </ac:cxnSpMkLst>
        </pc:cxnChg>
        <pc:cxnChg chg="add mod">
          <ac:chgData name="CSPT02" userId="21f640c2-b5d5-40ed-b03e-b88c15baf445" providerId="ADAL" clId="{F9AD771C-6A67-467B-A986-39174811E176}" dt="2025-07-30T08:12:45.282" v="516" actId="14100"/>
          <ac:cxnSpMkLst>
            <pc:docMk/>
            <pc:sldMk cId="920396181" sldId="512"/>
            <ac:cxnSpMk id="13" creationId="{003D580E-456E-5988-03D1-C38AC03E1CA9}"/>
          </ac:cxnSpMkLst>
        </pc:cxnChg>
        <pc:cxnChg chg="add mod">
          <ac:chgData name="CSPT02" userId="21f640c2-b5d5-40ed-b03e-b88c15baf445" providerId="ADAL" clId="{F9AD771C-6A67-467B-A986-39174811E176}" dt="2025-07-30T08:08:02.488" v="471" actId="1076"/>
          <ac:cxnSpMkLst>
            <pc:docMk/>
            <pc:sldMk cId="920396181" sldId="512"/>
            <ac:cxnSpMk id="35" creationId="{CB18A526-A219-C6FD-8EC9-37D561CFB97B}"/>
          </ac:cxnSpMkLst>
        </pc:cxnChg>
        <pc:cxnChg chg="add del mod">
          <ac:chgData name="CSPT02" userId="21f640c2-b5d5-40ed-b03e-b88c15baf445" providerId="ADAL" clId="{F9AD771C-6A67-467B-A986-39174811E176}" dt="2025-07-30T08:09:19.311" v="488" actId="478"/>
          <ac:cxnSpMkLst>
            <pc:docMk/>
            <pc:sldMk cId="920396181" sldId="512"/>
            <ac:cxnSpMk id="42" creationId="{47046407-5F9E-8C24-6D3A-AA9F09A3206E}"/>
          </ac:cxnSpMkLst>
        </pc:cxnChg>
        <pc:cxnChg chg="mod">
          <ac:chgData name="CSPT02" userId="21f640c2-b5d5-40ed-b03e-b88c15baf445" providerId="ADAL" clId="{F9AD771C-6A67-467B-A986-39174811E176}" dt="2025-07-30T08:17:51.011" v="595" actId="1076"/>
          <ac:cxnSpMkLst>
            <pc:docMk/>
            <pc:sldMk cId="920396181" sldId="512"/>
            <ac:cxnSpMk id="55" creationId="{9B746B19-AEC4-5490-E90A-B9E9F4EB4CCD}"/>
          </ac:cxnSpMkLst>
        </pc:cxnChg>
        <pc:cxnChg chg="add mod">
          <ac:chgData name="CSPT02" userId="21f640c2-b5d5-40ed-b03e-b88c15baf445" providerId="ADAL" clId="{F9AD771C-6A67-467B-A986-39174811E176}" dt="2025-07-30T08:09:18.088" v="487"/>
          <ac:cxnSpMkLst>
            <pc:docMk/>
            <pc:sldMk cId="920396181" sldId="512"/>
            <ac:cxnSpMk id="77" creationId="{BB962099-07F2-E0BF-75F4-9A2BEE055082}"/>
          </ac:cxnSpMkLst>
        </pc:cxnChg>
      </pc:sldChg>
      <pc:sldChg chg="addSp modSp mod modAnim">
        <pc:chgData name="CSPT02" userId="21f640c2-b5d5-40ed-b03e-b88c15baf445" providerId="ADAL" clId="{F9AD771C-6A67-467B-A986-39174811E176}" dt="2025-07-30T07:27:59.917" v="247"/>
        <pc:sldMkLst>
          <pc:docMk/>
          <pc:sldMk cId="466645349" sldId="513"/>
        </pc:sldMkLst>
        <pc:spChg chg="mod">
          <ac:chgData name="CSPT02" userId="21f640c2-b5d5-40ed-b03e-b88c15baf445" providerId="ADAL" clId="{F9AD771C-6A67-467B-A986-39174811E176}" dt="2025-07-30T07:27:58.700" v="246" actId="1076"/>
          <ac:spMkLst>
            <pc:docMk/>
            <pc:sldMk cId="466645349" sldId="513"/>
            <ac:spMk id="6" creationId="{DB710EAD-EB70-2173-A87E-894D878851E8}"/>
          </ac:spMkLst>
        </pc:spChg>
        <pc:spChg chg="mod">
          <ac:chgData name="CSPT02" userId="21f640c2-b5d5-40ed-b03e-b88c15baf445" providerId="ADAL" clId="{F9AD771C-6A67-467B-A986-39174811E176}" dt="2025-07-30T07:01:35.997" v="67" actId="207"/>
          <ac:spMkLst>
            <pc:docMk/>
            <pc:sldMk cId="466645349" sldId="513"/>
            <ac:spMk id="7" creationId="{CDC7C971-DA58-C613-4ABA-6AB2749C6A44}"/>
          </ac:spMkLst>
        </pc:spChg>
        <pc:spChg chg="add mod">
          <ac:chgData name="CSPT02" userId="21f640c2-b5d5-40ed-b03e-b88c15baf445" providerId="ADAL" clId="{F9AD771C-6A67-467B-A986-39174811E176}" dt="2025-07-30T07:27:56.011" v="244"/>
          <ac:spMkLst>
            <pc:docMk/>
            <pc:sldMk cId="466645349" sldId="513"/>
            <ac:spMk id="8" creationId="{38A43AEA-AF10-0429-CAD9-C2E83B5B5973}"/>
          </ac:spMkLst>
        </pc:spChg>
        <pc:spChg chg="mod">
          <ac:chgData name="CSPT02" userId="21f640c2-b5d5-40ed-b03e-b88c15baf445" providerId="ADAL" clId="{F9AD771C-6A67-467B-A986-39174811E176}" dt="2025-07-30T07:01:39.698" v="68" actId="207"/>
          <ac:spMkLst>
            <pc:docMk/>
            <pc:sldMk cId="466645349" sldId="513"/>
            <ac:spMk id="9" creationId="{EB820B02-CB90-0EA0-2DA0-C57F63BEA633}"/>
          </ac:spMkLst>
        </pc:spChg>
        <pc:spChg chg="mod">
          <ac:chgData name="CSPT02" userId="21f640c2-b5d5-40ed-b03e-b88c15baf445" providerId="ADAL" clId="{F9AD771C-6A67-467B-A986-39174811E176}" dt="2025-07-30T07:01:39.698" v="68" actId="207"/>
          <ac:spMkLst>
            <pc:docMk/>
            <pc:sldMk cId="466645349" sldId="513"/>
            <ac:spMk id="10" creationId="{FC27DE97-C0A0-157E-7EC8-196AB16DE020}"/>
          </ac:spMkLst>
        </pc:spChg>
        <pc:spChg chg="mod">
          <ac:chgData name="CSPT02" userId="21f640c2-b5d5-40ed-b03e-b88c15baf445" providerId="ADAL" clId="{F9AD771C-6A67-467B-A986-39174811E176}" dt="2025-07-30T07:01:39.698" v="68" actId="207"/>
          <ac:spMkLst>
            <pc:docMk/>
            <pc:sldMk cId="466645349" sldId="513"/>
            <ac:spMk id="11" creationId="{9654AC13-216A-1CC8-655C-1681AE6A7786}"/>
          </ac:spMkLst>
        </pc:spChg>
        <pc:spChg chg="mod">
          <ac:chgData name="CSPT02" userId="21f640c2-b5d5-40ed-b03e-b88c15baf445" providerId="ADAL" clId="{F9AD771C-6A67-467B-A986-39174811E176}" dt="2025-07-30T07:01:39.698" v="68" actId="207"/>
          <ac:spMkLst>
            <pc:docMk/>
            <pc:sldMk cId="466645349" sldId="513"/>
            <ac:spMk id="12" creationId="{8EC1CE3D-B5DF-31BE-304F-8046D80FF7C5}"/>
          </ac:spMkLst>
        </pc:spChg>
        <pc:spChg chg="mod">
          <ac:chgData name="CSPT02" userId="21f640c2-b5d5-40ed-b03e-b88c15baf445" providerId="ADAL" clId="{F9AD771C-6A67-467B-A986-39174811E176}" dt="2025-07-30T07:01:39.698" v="68" actId="207"/>
          <ac:spMkLst>
            <pc:docMk/>
            <pc:sldMk cId="466645349" sldId="513"/>
            <ac:spMk id="13" creationId="{1588EEE7-6198-5E02-9D97-939A4FAF92BC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14" creationId="{5C1F8F58-1B57-B2CA-6348-EE145243F8FC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15" creationId="{EF822CBA-C66F-ED11-2F2B-09A3AEF6E758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19" creationId="{9B2628D3-CBFD-F99A-0384-100653E967DC}"/>
          </ac:spMkLst>
        </pc:spChg>
        <pc:spChg chg="mod">
          <ac:chgData name="CSPT02" userId="21f640c2-b5d5-40ed-b03e-b88c15baf445" providerId="ADAL" clId="{F9AD771C-6A67-467B-A986-39174811E176}" dt="2025-07-30T07:01:49.219" v="69" actId="14100"/>
          <ac:spMkLst>
            <pc:docMk/>
            <pc:sldMk cId="466645349" sldId="513"/>
            <ac:spMk id="22" creationId="{F4DA90C4-BA30-201F-6491-9D16D4E6A8BF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23" creationId="{DF652DC2-D274-5614-D7D8-F160765100B6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24" creationId="{BD65B8D8-7A18-DCE5-65E3-BE3D85B23C1F}"/>
          </ac:spMkLst>
        </pc:spChg>
        <pc:spChg chg="mod">
          <ac:chgData name="CSPT02" userId="21f640c2-b5d5-40ed-b03e-b88c15baf445" providerId="ADAL" clId="{F9AD771C-6A67-467B-A986-39174811E176}" dt="2025-07-30T07:02:16.345" v="79" actId="14100"/>
          <ac:spMkLst>
            <pc:docMk/>
            <pc:sldMk cId="466645349" sldId="513"/>
            <ac:spMk id="28" creationId="{25F0545B-EC09-219F-C79E-BE6BA9864EBB}"/>
          </ac:spMkLst>
        </pc:spChg>
        <pc:spChg chg="mod">
          <ac:chgData name="CSPT02" userId="21f640c2-b5d5-40ed-b03e-b88c15baf445" providerId="ADAL" clId="{F9AD771C-6A67-467B-A986-39174811E176}" dt="2025-07-30T07:02:26.414" v="80" actId="14100"/>
          <ac:spMkLst>
            <pc:docMk/>
            <pc:sldMk cId="466645349" sldId="513"/>
            <ac:spMk id="29" creationId="{470B524F-63B1-F0D2-4B02-E683411CE4AA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32" creationId="{AE169AA3-16DF-34A6-C78C-1349738964BC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34" creationId="{68AFD751-BC33-C615-EF65-6455FF67F210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35" creationId="{139AB99D-E5B6-40DE-45D4-3BCF2B84E4B4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36" creationId="{083609C3-78AB-3B5D-555E-3755526910BA}"/>
          </ac:spMkLst>
        </pc:spChg>
        <pc:spChg chg="mod">
          <ac:chgData name="CSPT02" userId="21f640c2-b5d5-40ed-b03e-b88c15baf445" providerId="ADAL" clId="{F9AD771C-6A67-467B-A986-39174811E176}" dt="2025-07-30T07:17:59.327" v="166" actId="1076"/>
          <ac:spMkLst>
            <pc:docMk/>
            <pc:sldMk cId="466645349" sldId="513"/>
            <ac:spMk id="42" creationId="{73E944F6-D734-6021-C166-F47C57F4BDB5}"/>
          </ac:spMkLst>
        </pc:spChg>
        <pc:spChg chg="mod">
          <ac:chgData name="CSPT02" userId="21f640c2-b5d5-40ed-b03e-b88c15baf445" providerId="ADAL" clId="{F9AD771C-6A67-467B-A986-39174811E176}" dt="2025-07-30T07:18:06.866" v="167" actId="1076"/>
          <ac:spMkLst>
            <pc:docMk/>
            <pc:sldMk cId="466645349" sldId="513"/>
            <ac:spMk id="46" creationId="{D8DE1B7F-3FBF-E99B-B452-4F6543E412CA}"/>
          </ac:spMkLst>
        </pc:spChg>
        <pc:spChg chg="mod">
          <ac:chgData name="CSPT02" userId="21f640c2-b5d5-40ed-b03e-b88c15baf445" providerId="ADAL" clId="{F9AD771C-6A67-467B-A986-39174811E176}" dt="2025-07-30T07:18:06.866" v="167" actId="1076"/>
          <ac:spMkLst>
            <pc:docMk/>
            <pc:sldMk cId="466645349" sldId="513"/>
            <ac:spMk id="47" creationId="{FD8A4AFA-AF69-5481-76BF-C07AE092655E}"/>
          </ac:spMkLst>
        </pc:spChg>
        <pc:spChg chg="mod">
          <ac:chgData name="CSPT02" userId="21f640c2-b5d5-40ed-b03e-b88c15baf445" providerId="ADAL" clId="{F9AD771C-6A67-467B-A986-39174811E176}" dt="2025-07-30T07:18:06.866" v="167" actId="1076"/>
          <ac:spMkLst>
            <pc:docMk/>
            <pc:sldMk cId="466645349" sldId="513"/>
            <ac:spMk id="48" creationId="{C54F40AC-D3F0-AAF8-4AEF-E9BC61204611}"/>
          </ac:spMkLst>
        </pc:spChg>
        <pc:spChg chg="mod">
          <ac:chgData name="CSPT02" userId="21f640c2-b5d5-40ed-b03e-b88c15baf445" providerId="ADAL" clId="{F9AD771C-6A67-467B-A986-39174811E176}" dt="2025-07-30T07:18:06.866" v="167" actId="1076"/>
          <ac:spMkLst>
            <pc:docMk/>
            <pc:sldMk cId="466645349" sldId="513"/>
            <ac:spMk id="51" creationId="{2A51B1F6-CA7B-1A55-7EB6-EAD283A25FE2}"/>
          </ac:spMkLst>
        </pc:spChg>
        <pc:spChg chg="mod">
          <ac:chgData name="CSPT02" userId="21f640c2-b5d5-40ed-b03e-b88c15baf445" providerId="ADAL" clId="{F9AD771C-6A67-467B-A986-39174811E176}" dt="2025-07-30T07:18:06.866" v="167" actId="1076"/>
          <ac:spMkLst>
            <pc:docMk/>
            <pc:sldMk cId="466645349" sldId="513"/>
            <ac:spMk id="52" creationId="{A7B67202-038B-03E1-1E8B-41B17FB10306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53" creationId="{89036726-E820-69B4-9EB6-052B11808E2A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54" creationId="{31B3ADC9-DA03-7DBC-7CA6-17B9EE2BB4F7}"/>
          </ac:spMkLst>
        </pc:spChg>
        <pc:spChg chg="mod">
          <ac:chgData name="CSPT02" userId="21f640c2-b5d5-40ed-b03e-b88c15baf445" providerId="ADAL" clId="{F9AD771C-6A67-467B-A986-39174811E176}" dt="2025-07-30T07:18:16.376" v="168" actId="1076"/>
          <ac:spMkLst>
            <pc:docMk/>
            <pc:sldMk cId="466645349" sldId="513"/>
            <ac:spMk id="56" creationId="{1DE2660F-F432-3D73-EED7-62BD4194E2CD}"/>
          </ac:spMkLst>
        </pc:spChg>
        <pc:spChg chg="mod">
          <ac:chgData name="CSPT02" userId="21f640c2-b5d5-40ed-b03e-b88c15baf445" providerId="ADAL" clId="{F9AD771C-6A67-467B-A986-39174811E176}" dt="2025-07-30T07:18:16.376" v="168" actId="1076"/>
          <ac:spMkLst>
            <pc:docMk/>
            <pc:sldMk cId="466645349" sldId="513"/>
            <ac:spMk id="57" creationId="{953D95A8-A309-3A97-C259-8DA6952FA656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58" creationId="{CEB4758F-313E-850C-F7D2-354D84BA359F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59" creationId="{04FF636A-2FAA-8012-87F1-3EA48C2A5262}"/>
          </ac:spMkLst>
        </pc:spChg>
        <pc:spChg chg="mod">
          <ac:chgData name="CSPT02" userId="21f640c2-b5d5-40ed-b03e-b88c15baf445" providerId="ADAL" clId="{F9AD771C-6A67-467B-A986-39174811E176}" dt="2025-07-30T07:18:16.376" v="168" actId="1076"/>
          <ac:spMkLst>
            <pc:docMk/>
            <pc:sldMk cId="466645349" sldId="513"/>
            <ac:spMk id="60" creationId="{1995F503-F25C-7FDA-34ED-69656AEA2663}"/>
          </ac:spMkLst>
        </pc:spChg>
        <pc:spChg chg="mod">
          <ac:chgData name="CSPT02" userId="21f640c2-b5d5-40ed-b03e-b88c15baf445" providerId="ADAL" clId="{F9AD771C-6A67-467B-A986-39174811E176}" dt="2025-07-30T07:18:16.376" v="168" actId="1076"/>
          <ac:spMkLst>
            <pc:docMk/>
            <pc:sldMk cId="466645349" sldId="513"/>
            <ac:spMk id="62" creationId="{0641C76E-9D97-B922-D784-C94FCDF7F57A}"/>
          </ac:spMkLst>
        </pc:spChg>
        <pc:spChg chg="mod">
          <ac:chgData name="CSPT02" userId="21f640c2-b5d5-40ed-b03e-b88c15baf445" providerId="ADAL" clId="{F9AD771C-6A67-467B-A986-39174811E176}" dt="2025-07-30T07:18:16.376" v="168" actId="1076"/>
          <ac:spMkLst>
            <pc:docMk/>
            <pc:sldMk cId="466645349" sldId="513"/>
            <ac:spMk id="63" creationId="{C9DEA072-D9C6-CB65-5E59-97D8FDC27A77}"/>
          </ac:spMkLst>
        </pc:spChg>
        <pc:spChg chg="mod">
          <ac:chgData name="CSPT02" userId="21f640c2-b5d5-40ed-b03e-b88c15baf445" providerId="ADAL" clId="{F9AD771C-6A67-467B-A986-39174811E176}" dt="2025-07-30T07:18:16.376" v="168" actId="1076"/>
          <ac:spMkLst>
            <pc:docMk/>
            <pc:sldMk cId="466645349" sldId="513"/>
            <ac:spMk id="66" creationId="{BED1106F-739D-E9D3-CED3-34E50C78E120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68" creationId="{E32172C6-4D81-8091-3FCF-7C6B9F92A27D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69" creationId="{96E5D550-28C8-2AFF-6E94-969A74E71D70}"/>
          </ac:spMkLst>
        </pc:spChg>
        <pc:spChg chg="mod">
          <ac:chgData name="CSPT02" userId="21f640c2-b5d5-40ed-b03e-b88c15baf445" providerId="ADAL" clId="{F9AD771C-6A67-467B-A986-39174811E176}" dt="2025-07-30T07:18:24.598" v="169" actId="1076"/>
          <ac:spMkLst>
            <pc:docMk/>
            <pc:sldMk cId="466645349" sldId="513"/>
            <ac:spMk id="70" creationId="{A16B26DB-458B-863F-6A99-69D9AE40719F}"/>
          </ac:spMkLst>
        </pc:spChg>
        <pc:spChg chg="mod">
          <ac:chgData name="CSPT02" userId="21f640c2-b5d5-40ed-b03e-b88c15baf445" providerId="ADAL" clId="{F9AD771C-6A67-467B-A986-39174811E176}" dt="2025-07-30T07:18:24.598" v="169" actId="1076"/>
          <ac:spMkLst>
            <pc:docMk/>
            <pc:sldMk cId="466645349" sldId="513"/>
            <ac:spMk id="72" creationId="{38920552-CDB9-3D04-E0F8-99C1CC93C4E0}"/>
          </ac:spMkLst>
        </pc:spChg>
        <pc:spChg chg="mod">
          <ac:chgData name="CSPT02" userId="21f640c2-b5d5-40ed-b03e-b88c15baf445" providerId="ADAL" clId="{F9AD771C-6A67-467B-A986-39174811E176}" dt="2025-07-30T07:18:24.598" v="169" actId="1076"/>
          <ac:spMkLst>
            <pc:docMk/>
            <pc:sldMk cId="466645349" sldId="513"/>
            <ac:spMk id="74" creationId="{832F77C9-8B97-3363-2113-3A864C7758CE}"/>
          </ac:spMkLst>
        </pc:spChg>
        <pc:spChg chg="mod">
          <ac:chgData name="CSPT02" userId="21f640c2-b5d5-40ed-b03e-b88c15baf445" providerId="ADAL" clId="{F9AD771C-6A67-467B-A986-39174811E176}" dt="2025-07-30T07:18:24.598" v="169" actId="1076"/>
          <ac:spMkLst>
            <pc:docMk/>
            <pc:sldMk cId="466645349" sldId="513"/>
            <ac:spMk id="76" creationId="{EC7B0CFA-D53A-36FA-85C9-C41EBBFE9228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77" creationId="{B118C4E4-B793-BF0C-47E3-48B5C3FEF736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80" creationId="{31855864-5CF5-7063-A4FC-F5B6CAC73408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82" creationId="{4F573392-CACE-441E-DE9C-4E0605664ABA}"/>
          </ac:spMkLst>
        </pc:spChg>
        <pc:spChg chg="mod">
          <ac:chgData name="CSPT02" userId="21f640c2-b5d5-40ed-b03e-b88c15baf445" providerId="ADAL" clId="{F9AD771C-6A67-467B-A986-39174811E176}" dt="2025-07-30T07:19:10.612" v="175" actId="1076"/>
          <ac:spMkLst>
            <pc:docMk/>
            <pc:sldMk cId="466645349" sldId="513"/>
            <ac:spMk id="83" creationId="{3B773FC1-51F0-30E1-F319-7A314DCFE224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85" creationId="{BDBCB631-F00A-6B00-BC84-756B5107D92D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86" creationId="{0580C1D1-A9AA-94DC-A1F1-B00B487A8950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89" creationId="{18C9401B-A124-0BD8-D439-959EBB74FE69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1" creationId="{A39814C5-6F79-785E-A046-7712F2368EB2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2" creationId="{1B0A08E8-DE7F-64C6-AC67-E0216E608DBA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3" creationId="{6E0DB9D6-4B35-2AE2-0038-83BB7C4B2B94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4" creationId="{2C7AFE73-931E-E19A-CEE5-5A41FA77BE3C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5" creationId="{D20573D5-09A9-393F-1FF7-E18D55AED47D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6" creationId="{83B3AF5B-A756-50FD-E215-4B409E04D976}"/>
          </ac:spMkLst>
        </pc:spChg>
        <pc:spChg chg="mod">
          <ac:chgData name="CSPT02" userId="21f640c2-b5d5-40ed-b03e-b88c15baf445" providerId="ADAL" clId="{F9AD771C-6A67-467B-A986-39174811E176}" dt="2025-07-30T07:18:50.354" v="174" actId="1076"/>
          <ac:spMkLst>
            <pc:docMk/>
            <pc:sldMk cId="466645349" sldId="513"/>
            <ac:spMk id="97" creationId="{02E0065C-A363-B738-47A6-D4EEC7BABAC9}"/>
          </ac:spMkLst>
        </pc:spChg>
        <pc:inkChg chg="add mod">
          <ac:chgData name="CSPT02" userId="21f640c2-b5d5-40ed-b03e-b88c15baf445" providerId="ADAL" clId="{F9AD771C-6A67-467B-A986-39174811E176}" dt="2025-07-30T06:58:47.370" v="22" actId="14100"/>
          <ac:inkMkLst>
            <pc:docMk/>
            <pc:sldMk cId="466645349" sldId="513"/>
            <ac:inkMk id="2" creationId="{FCE4D02F-9E66-FA3E-BC5A-01762DAC9D2F}"/>
          </ac:inkMkLst>
        </pc:inkChg>
        <pc:inkChg chg="add mod">
          <ac:chgData name="CSPT02" userId="21f640c2-b5d5-40ed-b03e-b88c15baf445" providerId="ADAL" clId="{F9AD771C-6A67-467B-A986-39174811E176}" dt="2025-07-30T06:59:14.227" v="26" actId="208"/>
          <ac:inkMkLst>
            <pc:docMk/>
            <pc:sldMk cId="466645349" sldId="513"/>
            <ac:inkMk id="3" creationId="{D0C07C38-F6E9-FEA1-DD0A-8ADBC9082CAB}"/>
          </ac:inkMkLst>
        </pc:inkChg>
        <pc:inkChg chg="add mod">
          <ac:chgData name="CSPT02" userId="21f640c2-b5d5-40ed-b03e-b88c15baf445" providerId="ADAL" clId="{F9AD771C-6A67-467B-A986-39174811E176}" dt="2025-07-30T07:00:23.754" v="65" actId="1076"/>
          <ac:inkMkLst>
            <pc:docMk/>
            <pc:sldMk cId="466645349" sldId="513"/>
            <ac:inkMk id="4" creationId="{436D19C7-AED6-C950-1873-0FA419D77BFE}"/>
          </ac:inkMkLst>
        </pc:inkChg>
        <pc:cxnChg chg="mod">
          <ac:chgData name="CSPT02" userId="21f640c2-b5d5-40ed-b03e-b88c15baf445" providerId="ADAL" clId="{F9AD771C-6A67-467B-A986-39174811E176}" dt="2025-07-30T07:18:06.866" v="167" actId="1076"/>
          <ac:cxnSpMkLst>
            <pc:docMk/>
            <pc:sldMk cId="466645349" sldId="513"/>
            <ac:cxnSpMk id="50" creationId="{CF90990A-BF5D-CF67-F0A2-2199C2B272BB}"/>
          </ac:cxnSpMkLst>
        </pc:cxnChg>
        <pc:cxnChg chg="mod">
          <ac:chgData name="CSPT02" userId="21f640c2-b5d5-40ed-b03e-b88c15baf445" providerId="ADAL" clId="{F9AD771C-6A67-467B-A986-39174811E176}" dt="2025-07-30T07:18:24.598" v="169" actId="1076"/>
          <ac:cxnSpMkLst>
            <pc:docMk/>
            <pc:sldMk cId="466645349" sldId="513"/>
            <ac:cxnSpMk id="71" creationId="{43C2043E-30E1-B667-0B0E-E21A25BC69C8}"/>
          </ac:cxnSpMkLst>
        </pc:cxnChg>
        <pc:cxnChg chg="mod">
          <ac:chgData name="CSPT02" userId="21f640c2-b5d5-40ed-b03e-b88c15baf445" providerId="ADAL" clId="{F9AD771C-6A67-467B-A986-39174811E176}" dt="2025-07-30T07:18:24.598" v="169" actId="1076"/>
          <ac:cxnSpMkLst>
            <pc:docMk/>
            <pc:sldMk cId="466645349" sldId="513"/>
            <ac:cxnSpMk id="81" creationId="{F3BDCBBD-A2C7-7E47-1720-7E0064ECA16C}"/>
          </ac:cxnSpMkLst>
        </pc:cxnChg>
      </pc:sldChg>
      <pc:sldChg chg="add">
        <pc:chgData name="CSPT02" userId="21f640c2-b5d5-40ed-b03e-b88c15baf445" providerId="ADAL" clId="{F9AD771C-6A67-467B-A986-39174811E176}" dt="2025-07-30T08:47:56.237" v="689"/>
        <pc:sldMkLst>
          <pc:docMk/>
          <pc:sldMk cId="3329128276" sldId="514"/>
        </pc:sldMkLst>
      </pc:sldChg>
      <pc:sldChg chg="addSp delSp modSp new mod modClrScheme delAnim modAnim chgLayout">
        <pc:chgData name="CSPT02" userId="21f640c2-b5d5-40ed-b03e-b88c15baf445" providerId="ADAL" clId="{F9AD771C-6A67-467B-A986-39174811E176}" dt="2025-07-30T10:03:37.152" v="1252" actId="21"/>
        <pc:sldMkLst>
          <pc:docMk/>
          <pc:sldMk cId="2452575102" sldId="515"/>
        </pc:sldMkLst>
        <pc:spChg chg="del">
          <ac:chgData name="CSPT02" userId="21f640c2-b5d5-40ed-b03e-b88c15baf445" providerId="ADAL" clId="{F9AD771C-6A67-467B-A986-39174811E176}" dt="2025-07-30T09:01:48.408" v="692" actId="700"/>
          <ac:spMkLst>
            <pc:docMk/>
            <pc:sldMk cId="2452575102" sldId="515"/>
            <ac:spMk id="2" creationId="{5536D092-735E-77EC-3D62-DD0F2CF90326}"/>
          </ac:spMkLst>
        </pc:spChg>
        <pc:spChg chg="del">
          <ac:chgData name="CSPT02" userId="21f640c2-b5d5-40ed-b03e-b88c15baf445" providerId="ADAL" clId="{F9AD771C-6A67-467B-A986-39174811E176}" dt="2025-07-30T09:01:48.408" v="692" actId="700"/>
          <ac:spMkLst>
            <pc:docMk/>
            <pc:sldMk cId="2452575102" sldId="515"/>
            <ac:spMk id="3" creationId="{8C0986DA-594E-B7E3-FEA9-84B381B90A31}"/>
          </ac:spMkLst>
        </pc:spChg>
        <pc:spChg chg="add mod">
          <ac:chgData name="CSPT02" userId="21f640c2-b5d5-40ed-b03e-b88c15baf445" providerId="ADAL" clId="{F9AD771C-6A67-467B-A986-39174811E176}" dt="2025-07-30T09:13:01.797" v="745" actId="1076"/>
          <ac:spMkLst>
            <pc:docMk/>
            <pc:sldMk cId="2452575102" sldId="515"/>
            <ac:spMk id="16" creationId="{11B9020B-B266-4E63-2A92-F276D83BC2F9}"/>
          </ac:spMkLst>
        </pc:spChg>
        <pc:spChg chg="mod">
          <ac:chgData name="CSPT02" userId="21f640c2-b5d5-40ed-b03e-b88c15baf445" providerId="ADAL" clId="{F9AD771C-6A67-467B-A986-39174811E176}" dt="2025-07-30T09:13:15.427" v="746"/>
          <ac:spMkLst>
            <pc:docMk/>
            <pc:sldMk cId="2452575102" sldId="515"/>
            <ac:spMk id="18" creationId="{4C7451C2-F016-54DD-30E1-D264F55A2AD3}"/>
          </ac:spMkLst>
        </pc:spChg>
        <pc:spChg chg="mod">
          <ac:chgData name="CSPT02" userId="21f640c2-b5d5-40ed-b03e-b88c15baf445" providerId="ADAL" clId="{F9AD771C-6A67-467B-A986-39174811E176}" dt="2025-07-30T09:13:15.427" v="746"/>
          <ac:spMkLst>
            <pc:docMk/>
            <pc:sldMk cId="2452575102" sldId="515"/>
            <ac:spMk id="21" creationId="{3E4C5AEC-DD41-2DD2-5BF7-09501CD6B022}"/>
          </ac:spMkLst>
        </pc:spChg>
        <pc:spChg chg="add mod">
          <ac:chgData name="CSPT02" userId="21f640c2-b5d5-40ed-b03e-b88c15baf445" providerId="ADAL" clId="{F9AD771C-6A67-467B-A986-39174811E176}" dt="2025-07-30T09:14:26.454" v="773" actId="2711"/>
          <ac:spMkLst>
            <pc:docMk/>
            <pc:sldMk cId="2452575102" sldId="515"/>
            <ac:spMk id="22" creationId="{93345429-0C4E-809C-0129-A51EDF779030}"/>
          </ac:spMkLst>
        </pc:spChg>
        <pc:spChg chg="add mod">
          <ac:chgData name="CSPT02" userId="21f640c2-b5d5-40ed-b03e-b88c15baf445" providerId="ADAL" clId="{F9AD771C-6A67-467B-A986-39174811E176}" dt="2025-07-30T09:13:49.448" v="750" actId="1076"/>
          <ac:spMkLst>
            <pc:docMk/>
            <pc:sldMk cId="2452575102" sldId="515"/>
            <ac:spMk id="23" creationId="{DE180C5A-5296-34DE-7961-3C454D4AE410}"/>
          </ac:spMkLst>
        </pc:spChg>
        <pc:spChg chg="mod">
          <ac:chgData name="CSPT02" userId="21f640c2-b5d5-40ed-b03e-b88c15baf445" providerId="ADAL" clId="{F9AD771C-6A67-467B-A986-39174811E176}" dt="2025-07-30T09:15:22.793" v="777" actId="207"/>
          <ac:spMkLst>
            <pc:docMk/>
            <pc:sldMk cId="2452575102" sldId="515"/>
            <ac:spMk id="25" creationId="{08D1C0F3-BC3F-D4FD-F63E-4AB6A03F61A9}"/>
          </ac:spMkLst>
        </pc:spChg>
        <pc:spChg chg="mod">
          <ac:chgData name="CSPT02" userId="21f640c2-b5d5-40ed-b03e-b88c15baf445" providerId="ADAL" clId="{F9AD771C-6A67-467B-A986-39174811E176}" dt="2025-07-30T09:15:19.289" v="776" actId="1076"/>
          <ac:spMkLst>
            <pc:docMk/>
            <pc:sldMk cId="2452575102" sldId="515"/>
            <ac:spMk id="28" creationId="{DD33DC3D-203A-81D9-18C6-D472B33DC51C}"/>
          </ac:spMkLst>
        </pc:spChg>
        <pc:spChg chg="add mod">
          <ac:chgData name="CSPT02" userId="21f640c2-b5d5-40ed-b03e-b88c15baf445" providerId="ADAL" clId="{F9AD771C-6A67-467B-A986-39174811E176}" dt="2025-07-30T09:13:49.448" v="750" actId="1076"/>
          <ac:spMkLst>
            <pc:docMk/>
            <pc:sldMk cId="2452575102" sldId="515"/>
            <ac:spMk id="29" creationId="{962DEB0D-B7B0-0EEC-23BE-50572AEDB4FE}"/>
          </ac:spMkLst>
        </pc:spChg>
        <pc:spChg chg="mod">
          <ac:chgData name="CSPT02" userId="21f640c2-b5d5-40ed-b03e-b88c15baf445" providerId="ADAL" clId="{F9AD771C-6A67-467B-A986-39174811E176}" dt="2025-07-30T09:13:42.289" v="749"/>
          <ac:spMkLst>
            <pc:docMk/>
            <pc:sldMk cId="2452575102" sldId="515"/>
            <ac:spMk id="31" creationId="{EEDEC2D8-9B84-F29B-B51A-EDADFCFA4955}"/>
          </ac:spMkLst>
        </pc:spChg>
        <pc:spChg chg="mod">
          <ac:chgData name="CSPT02" userId="21f640c2-b5d5-40ed-b03e-b88c15baf445" providerId="ADAL" clId="{F9AD771C-6A67-467B-A986-39174811E176}" dt="2025-07-30T09:15:27.020" v="778" actId="20577"/>
          <ac:spMkLst>
            <pc:docMk/>
            <pc:sldMk cId="2452575102" sldId="515"/>
            <ac:spMk id="34" creationId="{92776096-BCE8-9119-FC91-359712293EF3}"/>
          </ac:spMkLst>
        </pc:spChg>
        <pc:spChg chg="add mod">
          <ac:chgData name="CSPT02" userId="21f640c2-b5d5-40ed-b03e-b88c15baf445" providerId="ADAL" clId="{F9AD771C-6A67-467B-A986-39174811E176}" dt="2025-07-30T09:16:31.172" v="791" actId="1076"/>
          <ac:spMkLst>
            <pc:docMk/>
            <pc:sldMk cId="2452575102" sldId="515"/>
            <ac:spMk id="38" creationId="{3577B3B8-F13C-6156-BE9C-AF8319C39B91}"/>
          </ac:spMkLst>
        </pc:spChg>
        <pc:spChg chg="add mod">
          <ac:chgData name="CSPT02" userId="21f640c2-b5d5-40ed-b03e-b88c15baf445" providerId="ADAL" clId="{F9AD771C-6A67-467B-A986-39174811E176}" dt="2025-07-30T09:16:54.154" v="812" actId="2711"/>
          <ac:spMkLst>
            <pc:docMk/>
            <pc:sldMk cId="2452575102" sldId="515"/>
            <ac:spMk id="39" creationId="{9547CCBA-C349-7656-2F7E-952BE8CF3908}"/>
          </ac:spMkLst>
        </pc:spChg>
        <pc:spChg chg="add mod">
          <ac:chgData name="CSPT02" userId="21f640c2-b5d5-40ed-b03e-b88c15baf445" providerId="ADAL" clId="{F9AD771C-6A67-467B-A986-39174811E176}" dt="2025-07-30T09:18:04.309" v="821" actId="1076"/>
          <ac:spMkLst>
            <pc:docMk/>
            <pc:sldMk cId="2452575102" sldId="515"/>
            <ac:spMk id="40" creationId="{4872F011-A4A5-7849-2AA6-EF73FD1989E7}"/>
          </ac:spMkLst>
        </pc:spChg>
        <pc:spChg chg="mod">
          <ac:chgData name="CSPT02" userId="21f640c2-b5d5-40ed-b03e-b88c15baf445" providerId="ADAL" clId="{F9AD771C-6A67-467B-A986-39174811E176}" dt="2025-07-30T09:17:01.411" v="813" actId="20577"/>
          <ac:spMkLst>
            <pc:docMk/>
            <pc:sldMk cId="2452575102" sldId="515"/>
            <ac:spMk id="42" creationId="{55A7A4E1-727E-DE42-4F8C-3774325CCCB3}"/>
          </ac:spMkLst>
        </pc:spChg>
        <pc:spChg chg="mod">
          <ac:chgData name="CSPT02" userId="21f640c2-b5d5-40ed-b03e-b88c15baf445" providerId="ADAL" clId="{F9AD771C-6A67-467B-A986-39174811E176}" dt="2025-07-30T09:17:35.715" v="815" actId="1076"/>
          <ac:spMkLst>
            <pc:docMk/>
            <pc:sldMk cId="2452575102" sldId="515"/>
            <ac:spMk id="45" creationId="{06404949-F8C0-BA70-59DE-237BB1205259}"/>
          </ac:spMkLst>
        </pc:spChg>
        <pc:spChg chg="add mod">
          <ac:chgData name="CSPT02" userId="21f640c2-b5d5-40ed-b03e-b88c15baf445" providerId="ADAL" clId="{F9AD771C-6A67-467B-A986-39174811E176}" dt="2025-07-30T09:18:04.309" v="821" actId="1076"/>
          <ac:spMkLst>
            <pc:docMk/>
            <pc:sldMk cId="2452575102" sldId="515"/>
            <ac:spMk id="46" creationId="{C89CEBAB-6444-3444-988C-A7ECD6EA943C}"/>
          </ac:spMkLst>
        </pc:spChg>
        <pc:spChg chg="mod">
          <ac:chgData name="CSPT02" userId="21f640c2-b5d5-40ed-b03e-b88c15baf445" providerId="ADAL" clId="{F9AD771C-6A67-467B-A986-39174811E176}" dt="2025-07-30T09:16:25.772" v="790"/>
          <ac:spMkLst>
            <pc:docMk/>
            <pc:sldMk cId="2452575102" sldId="515"/>
            <ac:spMk id="48" creationId="{B4BDEAF1-09B2-CA78-DB1A-7AEFA149EF15}"/>
          </ac:spMkLst>
        </pc:spChg>
        <pc:spChg chg="mod">
          <ac:chgData name="CSPT02" userId="21f640c2-b5d5-40ed-b03e-b88c15baf445" providerId="ADAL" clId="{F9AD771C-6A67-467B-A986-39174811E176}" dt="2025-07-30T09:16:25.772" v="790"/>
          <ac:spMkLst>
            <pc:docMk/>
            <pc:sldMk cId="2452575102" sldId="515"/>
            <ac:spMk id="51" creationId="{FAA2A8E0-B7EC-0C64-236B-FBD8E02D0B7D}"/>
          </ac:spMkLst>
        </pc:spChg>
        <pc:spChg chg="add mod">
          <ac:chgData name="CSPT02" userId="21f640c2-b5d5-40ed-b03e-b88c15baf445" providerId="ADAL" clId="{F9AD771C-6A67-467B-A986-39174811E176}" dt="2025-07-30T09:18:04.309" v="821" actId="1076"/>
          <ac:spMkLst>
            <pc:docMk/>
            <pc:sldMk cId="2452575102" sldId="515"/>
            <ac:spMk id="52" creationId="{C4D12684-4AE0-020F-72ED-6B015871E379}"/>
          </ac:spMkLst>
        </pc:spChg>
        <pc:spChg chg="add mod">
          <ac:chgData name="CSPT02" userId="21f640c2-b5d5-40ed-b03e-b88c15baf445" providerId="ADAL" clId="{F9AD771C-6A67-467B-A986-39174811E176}" dt="2025-07-30T09:19:09.190" v="826"/>
          <ac:spMkLst>
            <pc:docMk/>
            <pc:sldMk cId="2452575102" sldId="515"/>
            <ac:spMk id="53" creationId="{D40D43E4-0F5C-49B6-6339-091C46F0A5F6}"/>
          </ac:spMkLst>
        </pc:spChg>
        <pc:spChg chg="add mod">
          <ac:chgData name="CSPT02" userId="21f640c2-b5d5-40ed-b03e-b88c15baf445" providerId="ADAL" clId="{F9AD771C-6A67-467B-A986-39174811E176}" dt="2025-07-30T09:42:10.244" v="1131" actId="1076"/>
          <ac:spMkLst>
            <pc:docMk/>
            <pc:sldMk cId="2452575102" sldId="515"/>
            <ac:spMk id="56" creationId="{FCF949BE-8957-DD41-4940-CDE373BB81BD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57" creationId="{43916DEC-CFB4-49F8-1C5F-FCADBB43A4CD}"/>
          </ac:spMkLst>
        </pc:spChg>
        <pc:spChg chg="add del mod">
          <ac:chgData name="CSPT02" userId="21f640c2-b5d5-40ed-b03e-b88c15baf445" providerId="ADAL" clId="{F9AD771C-6A67-467B-A986-39174811E176}" dt="2025-07-30T09:38:49.804" v="1085" actId="478"/>
          <ac:spMkLst>
            <pc:docMk/>
            <pc:sldMk cId="2452575102" sldId="515"/>
            <ac:spMk id="58" creationId="{34C494D2-116F-D5C2-6CCC-934D311D1045}"/>
          </ac:spMkLst>
        </pc:spChg>
        <pc:spChg chg="add mod">
          <ac:chgData name="CSPT02" userId="21f640c2-b5d5-40ed-b03e-b88c15baf445" providerId="ADAL" clId="{F9AD771C-6A67-467B-A986-39174811E176}" dt="2025-07-30T09:41:54.761" v="1129" actId="1076"/>
          <ac:spMkLst>
            <pc:docMk/>
            <pc:sldMk cId="2452575102" sldId="515"/>
            <ac:spMk id="59" creationId="{20D4C780-E7B0-741E-A9BD-D2CF87FB5798}"/>
          </ac:spMkLst>
        </pc:spChg>
        <pc:spChg chg="add del mod">
          <ac:chgData name="CSPT02" userId="21f640c2-b5d5-40ed-b03e-b88c15baf445" providerId="ADAL" clId="{F9AD771C-6A67-467B-A986-39174811E176}" dt="2025-07-30T09:37:42.936" v="1076" actId="478"/>
          <ac:spMkLst>
            <pc:docMk/>
            <pc:sldMk cId="2452575102" sldId="515"/>
            <ac:spMk id="60" creationId="{32F16CBB-AF0A-2743-98FE-BEF3255923ED}"/>
          </ac:spMkLst>
        </pc:spChg>
        <pc:spChg chg="add del mod">
          <ac:chgData name="CSPT02" userId="21f640c2-b5d5-40ed-b03e-b88c15baf445" providerId="ADAL" clId="{F9AD771C-6A67-467B-A986-39174811E176}" dt="2025-07-30T09:44:04.552" v="1147" actId="478"/>
          <ac:spMkLst>
            <pc:docMk/>
            <pc:sldMk cId="2452575102" sldId="515"/>
            <ac:spMk id="61" creationId="{060C9286-1A7A-6C27-7B69-FFEB7ECEA987}"/>
          </ac:spMkLst>
        </pc:spChg>
        <pc:spChg chg="add del mod">
          <ac:chgData name="CSPT02" userId="21f640c2-b5d5-40ed-b03e-b88c15baf445" providerId="ADAL" clId="{F9AD771C-6A67-467B-A986-39174811E176}" dt="2025-07-30T09:44:03.723" v="1146" actId="478"/>
          <ac:spMkLst>
            <pc:docMk/>
            <pc:sldMk cId="2452575102" sldId="515"/>
            <ac:spMk id="62" creationId="{00F90E6E-2436-964F-9612-158E9EB3FDEC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63" creationId="{F999031D-9597-D86E-21C1-E5257A4A7429}"/>
          </ac:spMkLst>
        </pc:spChg>
        <pc:spChg chg="add del mod">
          <ac:chgData name="CSPT02" userId="21f640c2-b5d5-40ed-b03e-b88c15baf445" providerId="ADAL" clId="{F9AD771C-6A67-467B-A986-39174811E176}" dt="2025-07-30T09:38:51.314" v="1086" actId="478"/>
          <ac:spMkLst>
            <pc:docMk/>
            <pc:sldMk cId="2452575102" sldId="515"/>
            <ac:spMk id="64" creationId="{85824321-27F6-4C5B-7E24-C712BE0AF099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78" creationId="{0C7B28E6-6BB5-1079-50D1-894D3A3FB385}"/>
          </ac:spMkLst>
        </pc:spChg>
        <pc:spChg chg="add mod">
          <ac:chgData name="CSPT02" userId="21f640c2-b5d5-40ed-b03e-b88c15baf445" providerId="ADAL" clId="{F9AD771C-6A67-467B-A986-39174811E176}" dt="2025-07-30T09:41:20.277" v="1124" actId="1076"/>
          <ac:spMkLst>
            <pc:docMk/>
            <pc:sldMk cId="2452575102" sldId="515"/>
            <ac:spMk id="79" creationId="{AB02F3B0-D6CE-58DB-B8B4-9D6D56681773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80" creationId="{BB126756-DED1-9F56-B69A-583DF32546DE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81" creationId="{B6D7608A-D386-9E85-929B-1D247E0058E9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88" creationId="{6028C4B0-930C-67B5-4701-C267FB0C1DC9}"/>
          </ac:spMkLst>
        </pc:spChg>
        <pc:spChg chg="add mod">
          <ac:chgData name="CSPT02" userId="21f640c2-b5d5-40ed-b03e-b88c15baf445" providerId="ADAL" clId="{F9AD771C-6A67-467B-A986-39174811E176}" dt="2025-07-30T09:41:33.454" v="1126" actId="1076"/>
          <ac:spMkLst>
            <pc:docMk/>
            <pc:sldMk cId="2452575102" sldId="515"/>
            <ac:spMk id="93" creationId="{20970FE2-1F55-6A81-9212-C07B3EDE3DA4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94" creationId="{C134AA4C-05AF-70C1-0E49-3545491EEB80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95" creationId="{51012DD0-DB3D-DEBD-924E-5851F201D151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96" creationId="{0F0E45E2-7811-E964-CF30-DFB196B0F1B6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98" creationId="{A9A1539C-85C4-2B38-9795-4FF5274FBB0D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103" creationId="{5FD553A4-B301-0FDB-6A8E-57124328EA76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104" creationId="{86B161EE-79D1-01BC-5D3C-6AA91E179404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105" creationId="{B0C16C82-61B7-3C3D-0B6D-70361F326BFB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106" creationId="{725775C1-8BC6-1FCF-7C6D-9859B50E1DE7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107" creationId="{0314BD01-A8F0-EDC1-BF1F-64CFC7B2635C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112" creationId="{338BA791-94A7-277F-D77D-562D3C25F754}"/>
          </ac:spMkLst>
        </pc:spChg>
        <pc:spChg chg="add mod">
          <ac:chgData name="CSPT02" userId="21f640c2-b5d5-40ed-b03e-b88c15baf445" providerId="ADAL" clId="{F9AD771C-6A67-467B-A986-39174811E176}" dt="2025-07-30T09:43:07.131" v="1137" actId="1076"/>
          <ac:spMkLst>
            <pc:docMk/>
            <pc:sldMk cId="2452575102" sldId="515"/>
            <ac:spMk id="113" creationId="{E1F96737-4609-A73E-971A-00330CAE904A}"/>
          </ac:spMkLst>
        </pc:spChg>
        <pc:spChg chg="add mod">
          <ac:chgData name="CSPT02" userId="21f640c2-b5d5-40ed-b03e-b88c15baf445" providerId="ADAL" clId="{F9AD771C-6A67-467B-A986-39174811E176}" dt="2025-07-30T09:43:38.306" v="1143" actId="207"/>
          <ac:spMkLst>
            <pc:docMk/>
            <pc:sldMk cId="2452575102" sldId="515"/>
            <ac:spMk id="114" creationId="{A9E60EBB-6363-F067-B7BF-44D7CB2F6DB2}"/>
          </ac:spMkLst>
        </pc:spChg>
        <pc:spChg chg="add mod">
          <ac:chgData name="CSPT02" userId="21f640c2-b5d5-40ed-b03e-b88c15baf445" providerId="ADAL" clId="{F9AD771C-6A67-467B-A986-39174811E176}" dt="2025-07-30T09:46:18.690" v="1190" actId="1076"/>
          <ac:spMkLst>
            <pc:docMk/>
            <pc:sldMk cId="2452575102" sldId="515"/>
            <ac:spMk id="115" creationId="{8FF6AE53-3131-1380-F132-FDE4EB47184B}"/>
          </ac:spMkLst>
        </pc:spChg>
        <pc:spChg chg="add mod">
          <ac:chgData name="CSPT02" userId="21f640c2-b5d5-40ed-b03e-b88c15baf445" providerId="ADAL" clId="{F9AD771C-6A67-467B-A986-39174811E176}" dt="2025-07-30T09:46:28.715" v="1192" actId="1076"/>
          <ac:spMkLst>
            <pc:docMk/>
            <pc:sldMk cId="2452575102" sldId="515"/>
            <ac:spMk id="117" creationId="{B2B8F78E-DE00-724D-144F-CBA6340DCC86}"/>
          </ac:spMkLst>
        </pc:spChg>
        <pc:spChg chg="add mod">
          <ac:chgData name="CSPT02" userId="21f640c2-b5d5-40ed-b03e-b88c15baf445" providerId="ADAL" clId="{F9AD771C-6A67-467B-A986-39174811E176}" dt="2025-07-30T09:47:45.867" v="1213" actId="20577"/>
          <ac:spMkLst>
            <pc:docMk/>
            <pc:sldMk cId="2452575102" sldId="515"/>
            <ac:spMk id="118" creationId="{D8707330-FA3C-357F-B300-4A0E52313F43}"/>
          </ac:spMkLst>
        </pc:spChg>
        <pc:spChg chg="mod">
          <ac:chgData name="CSPT02" userId="21f640c2-b5d5-40ed-b03e-b88c15baf445" providerId="ADAL" clId="{F9AD771C-6A67-467B-A986-39174811E176}" dt="2025-07-30T09:47:19.798" v="1204" actId="207"/>
          <ac:spMkLst>
            <pc:docMk/>
            <pc:sldMk cId="2452575102" sldId="515"/>
            <ac:spMk id="120" creationId="{A270A847-3775-4FB3-A304-871230CE4320}"/>
          </ac:spMkLst>
        </pc:spChg>
        <pc:spChg chg="mod">
          <ac:chgData name="CSPT02" userId="21f640c2-b5d5-40ed-b03e-b88c15baf445" providerId="ADAL" clId="{F9AD771C-6A67-467B-A986-39174811E176}" dt="2025-07-30T09:47:19.798" v="1204" actId="207"/>
          <ac:spMkLst>
            <pc:docMk/>
            <pc:sldMk cId="2452575102" sldId="515"/>
            <ac:spMk id="123" creationId="{482809E5-0635-2DFF-10C5-C8755EDD2863}"/>
          </ac:spMkLst>
        </pc:spChg>
        <pc:spChg chg="add mod">
          <ac:chgData name="CSPT02" userId="21f640c2-b5d5-40ed-b03e-b88c15baf445" providerId="ADAL" clId="{F9AD771C-6A67-467B-A986-39174811E176}" dt="2025-07-30T09:47:55.447" v="1216" actId="1076"/>
          <ac:spMkLst>
            <pc:docMk/>
            <pc:sldMk cId="2452575102" sldId="515"/>
            <ac:spMk id="124" creationId="{EC1177B6-7521-39B7-3AD8-34F7F6FA27C3}"/>
          </ac:spMkLst>
        </pc:spChg>
        <pc:grpChg chg="add del mod">
          <ac:chgData name="CSPT02" userId="21f640c2-b5d5-40ed-b03e-b88c15baf445" providerId="ADAL" clId="{F9AD771C-6A67-467B-A986-39174811E176}" dt="2025-07-30T09:13:40.723" v="748" actId="478"/>
          <ac:grpSpMkLst>
            <pc:docMk/>
            <pc:sldMk cId="2452575102" sldId="515"/>
            <ac:grpSpMk id="17" creationId="{01EE09D0-C9DE-9AA2-569B-3384DB62661A}"/>
          </ac:grpSpMkLst>
        </pc:grpChg>
        <pc:grpChg chg="mod">
          <ac:chgData name="CSPT02" userId="21f640c2-b5d5-40ed-b03e-b88c15baf445" providerId="ADAL" clId="{F9AD771C-6A67-467B-A986-39174811E176}" dt="2025-07-30T09:13:15.427" v="746"/>
          <ac:grpSpMkLst>
            <pc:docMk/>
            <pc:sldMk cId="2452575102" sldId="515"/>
            <ac:grpSpMk id="19" creationId="{908F0202-65DA-F822-877C-411D6F539DAF}"/>
          </ac:grpSpMkLst>
        </pc:grpChg>
        <pc:grpChg chg="add mod">
          <ac:chgData name="CSPT02" userId="21f640c2-b5d5-40ed-b03e-b88c15baf445" providerId="ADAL" clId="{F9AD771C-6A67-467B-A986-39174811E176}" dt="2025-07-30T09:13:49.448" v="750" actId="1076"/>
          <ac:grpSpMkLst>
            <pc:docMk/>
            <pc:sldMk cId="2452575102" sldId="515"/>
            <ac:grpSpMk id="24" creationId="{4BA383C6-4B9E-0C53-AD2A-51F3D14D9925}"/>
          </ac:grpSpMkLst>
        </pc:grpChg>
        <pc:grpChg chg="mod">
          <ac:chgData name="CSPT02" userId="21f640c2-b5d5-40ed-b03e-b88c15baf445" providerId="ADAL" clId="{F9AD771C-6A67-467B-A986-39174811E176}" dt="2025-07-30T09:13:42.289" v="749"/>
          <ac:grpSpMkLst>
            <pc:docMk/>
            <pc:sldMk cId="2452575102" sldId="515"/>
            <ac:grpSpMk id="26" creationId="{B1FAFED1-0DF7-290E-4D0E-84B55BC811AF}"/>
          </ac:grpSpMkLst>
        </pc:grpChg>
        <pc:grpChg chg="mod">
          <ac:chgData name="CSPT02" userId="21f640c2-b5d5-40ed-b03e-b88c15baf445" providerId="ADAL" clId="{F9AD771C-6A67-467B-A986-39174811E176}" dt="2025-07-30T09:13:49.448" v="750" actId="1076"/>
          <ac:grpSpMkLst>
            <pc:docMk/>
            <pc:sldMk cId="2452575102" sldId="515"/>
            <ac:grpSpMk id="30" creationId="{44C2E510-531A-3EAF-3DFD-7934A723A995}"/>
          </ac:grpSpMkLst>
        </pc:grpChg>
        <pc:grpChg chg="mod">
          <ac:chgData name="CSPT02" userId="21f640c2-b5d5-40ed-b03e-b88c15baf445" providerId="ADAL" clId="{F9AD771C-6A67-467B-A986-39174811E176}" dt="2025-07-30T09:13:42.289" v="749"/>
          <ac:grpSpMkLst>
            <pc:docMk/>
            <pc:sldMk cId="2452575102" sldId="515"/>
            <ac:grpSpMk id="32" creationId="{C3C5370C-43F4-C3F0-D46B-9A51B9D6A5D3}"/>
          </ac:grpSpMkLst>
        </pc:grpChg>
        <pc:grpChg chg="mod">
          <ac:chgData name="CSPT02" userId="21f640c2-b5d5-40ed-b03e-b88c15baf445" providerId="ADAL" clId="{F9AD771C-6A67-467B-A986-39174811E176}" dt="2025-07-30T09:18:04.309" v="821" actId="1076"/>
          <ac:grpSpMkLst>
            <pc:docMk/>
            <pc:sldMk cId="2452575102" sldId="515"/>
            <ac:grpSpMk id="41" creationId="{88F1A666-CB99-B22B-A1EB-CBA90842EFF5}"/>
          </ac:grpSpMkLst>
        </pc:grpChg>
        <pc:grpChg chg="mod">
          <ac:chgData name="CSPT02" userId="21f640c2-b5d5-40ed-b03e-b88c15baf445" providerId="ADAL" clId="{F9AD771C-6A67-467B-A986-39174811E176}" dt="2025-07-30T09:16:25.772" v="790"/>
          <ac:grpSpMkLst>
            <pc:docMk/>
            <pc:sldMk cId="2452575102" sldId="515"/>
            <ac:grpSpMk id="43" creationId="{50B7037A-76AA-C2A5-A898-789CE62D6E82}"/>
          </ac:grpSpMkLst>
        </pc:grpChg>
        <pc:grpChg chg="del mod">
          <ac:chgData name="CSPT02" userId="21f640c2-b5d5-40ed-b03e-b88c15baf445" providerId="ADAL" clId="{F9AD771C-6A67-467B-A986-39174811E176}" dt="2025-07-30T09:17:38.436" v="816" actId="478"/>
          <ac:grpSpMkLst>
            <pc:docMk/>
            <pc:sldMk cId="2452575102" sldId="515"/>
            <ac:grpSpMk id="47" creationId="{5202112C-8692-BE80-F4B5-85B62779DD4D}"/>
          </ac:grpSpMkLst>
        </pc:grpChg>
        <pc:grpChg chg="mod">
          <ac:chgData name="CSPT02" userId="21f640c2-b5d5-40ed-b03e-b88c15baf445" providerId="ADAL" clId="{F9AD771C-6A67-467B-A986-39174811E176}" dt="2025-07-30T09:16:25.772" v="790"/>
          <ac:grpSpMkLst>
            <pc:docMk/>
            <pc:sldMk cId="2452575102" sldId="515"/>
            <ac:grpSpMk id="49" creationId="{A3689691-512A-053A-D6D7-0C2B16C8E11D}"/>
          </ac:grpSpMkLst>
        </pc:grpChg>
        <pc:grpChg chg="add mod">
          <ac:chgData name="CSPT02" userId="21f640c2-b5d5-40ed-b03e-b88c15baf445" providerId="ADAL" clId="{F9AD771C-6A67-467B-A986-39174811E176}" dt="2025-07-30T09:47:57.747" v="1217" actId="1076"/>
          <ac:grpSpMkLst>
            <pc:docMk/>
            <pc:sldMk cId="2452575102" sldId="515"/>
            <ac:grpSpMk id="119" creationId="{7E4E3492-4444-0B27-8D8E-BCE71581B163}"/>
          </ac:grpSpMkLst>
        </pc:grpChg>
        <pc:grpChg chg="mod">
          <ac:chgData name="CSPT02" userId="21f640c2-b5d5-40ed-b03e-b88c15baf445" providerId="ADAL" clId="{F9AD771C-6A67-467B-A986-39174811E176}" dt="2025-07-30T09:46:53.739" v="1200"/>
          <ac:grpSpMkLst>
            <pc:docMk/>
            <pc:sldMk cId="2452575102" sldId="515"/>
            <ac:grpSpMk id="121" creationId="{5A0E5743-5D4C-EDBA-361B-A6236D9A08A8}"/>
          </ac:grpSpMkLst>
        </pc:grpChg>
        <pc:picChg chg="add del">
          <ac:chgData name="CSPT02" userId="21f640c2-b5d5-40ed-b03e-b88c15baf445" providerId="ADAL" clId="{F9AD771C-6A67-467B-A986-39174811E176}" dt="2025-07-30T09:01:54.744" v="694" actId="21"/>
          <ac:picMkLst>
            <pc:docMk/>
            <pc:sldMk cId="2452575102" sldId="515"/>
            <ac:picMk id="5" creationId="{26A2CF7D-4686-19A7-6DC8-0A4BE4AD9B1B}"/>
          </ac:picMkLst>
        </pc:picChg>
        <pc:picChg chg="add mod modCrop">
          <ac:chgData name="CSPT02" userId="21f640c2-b5d5-40ed-b03e-b88c15baf445" providerId="ADAL" clId="{F9AD771C-6A67-467B-A986-39174811E176}" dt="2025-07-30T09:42:06.080" v="1130" actId="34135"/>
          <ac:picMkLst>
            <pc:docMk/>
            <pc:sldMk cId="2452575102" sldId="515"/>
            <ac:picMk id="6" creationId="{26A2CF7D-4686-19A7-6DC8-0A4BE4AD9B1B}"/>
          </ac:picMkLst>
        </pc:picChg>
        <pc:picChg chg="add del mod modCrop">
          <ac:chgData name="CSPT02" userId="21f640c2-b5d5-40ed-b03e-b88c15baf445" providerId="ADAL" clId="{F9AD771C-6A67-467B-A986-39174811E176}" dt="2025-07-30T09:48:46.548" v="1220" actId="478"/>
          <ac:picMkLst>
            <pc:docMk/>
            <pc:sldMk cId="2452575102" sldId="515"/>
            <ac:picMk id="15" creationId="{6FD363EC-C9BC-86B6-397E-80B5F6D84553}"/>
          </ac:picMkLst>
        </pc:picChg>
        <pc:picChg chg="add mod ord modCrop">
          <ac:chgData name="CSPT02" userId="21f640c2-b5d5-40ed-b03e-b88c15baf445" providerId="ADAL" clId="{F9AD771C-6A67-467B-A986-39174811E176}" dt="2025-07-30T09:40:57.727" v="1121" actId="1076"/>
          <ac:picMkLst>
            <pc:docMk/>
            <pc:sldMk cId="2452575102" sldId="515"/>
            <ac:picMk id="97" creationId="{8CBA4C4A-A646-73EB-B00D-6003904D1449}"/>
          </ac:picMkLst>
        </pc:picChg>
        <pc:picChg chg="add del mod">
          <ac:chgData name="CSPT02" userId="21f640c2-b5d5-40ed-b03e-b88c15baf445" providerId="ADAL" clId="{F9AD771C-6A67-467B-A986-39174811E176}" dt="2025-07-30T10:03:37.152" v="1252" actId="21"/>
          <ac:picMkLst>
            <pc:docMk/>
            <pc:sldMk cId="2452575102" sldId="515"/>
            <ac:picMk id="125" creationId="{F6ABD162-043B-10E7-39E2-7B7D2FDED940}"/>
          </ac:picMkLst>
        </pc:picChg>
        <pc:inkChg chg="add mod">
          <ac:chgData name="CSPT02" userId="21f640c2-b5d5-40ed-b03e-b88c15baf445" providerId="ADAL" clId="{F9AD771C-6A67-467B-A986-39174811E176}" dt="2025-07-30T09:05:27.068" v="727" actId="208"/>
          <ac:inkMkLst>
            <pc:docMk/>
            <pc:sldMk cId="2452575102" sldId="515"/>
            <ac:inkMk id="7" creationId="{F5B67700-E5A7-02FE-0D6B-20BC26FC2349}"/>
          </ac:inkMkLst>
        </pc:inkChg>
        <pc:inkChg chg="add mod">
          <ac:chgData name="CSPT02" userId="21f640c2-b5d5-40ed-b03e-b88c15baf445" providerId="ADAL" clId="{F9AD771C-6A67-467B-A986-39174811E176}" dt="2025-07-30T09:04:08.713" v="720" actId="208"/>
          <ac:inkMkLst>
            <pc:docMk/>
            <pc:sldMk cId="2452575102" sldId="515"/>
            <ac:inkMk id="8" creationId="{FDC274F1-72BB-0943-515A-56474AB045FE}"/>
          </ac:inkMkLst>
        </pc:inkChg>
        <pc:inkChg chg="add mod">
          <ac:chgData name="CSPT02" userId="21f640c2-b5d5-40ed-b03e-b88c15baf445" providerId="ADAL" clId="{F9AD771C-6A67-467B-A986-39174811E176}" dt="2025-07-30T09:04:37.155" v="723" actId="14100"/>
          <ac:inkMkLst>
            <pc:docMk/>
            <pc:sldMk cId="2452575102" sldId="515"/>
            <ac:inkMk id="9" creationId="{B8200B6A-D904-16DA-B8D2-74CE187AAC50}"/>
          </ac:inkMkLst>
        </pc:inkChg>
        <pc:inkChg chg="add mod">
          <ac:chgData name="CSPT02" userId="21f640c2-b5d5-40ed-b03e-b88c15baf445" providerId="ADAL" clId="{F9AD771C-6A67-467B-A986-39174811E176}" dt="2025-07-30T09:05:19.965" v="726" actId="14100"/>
          <ac:inkMkLst>
            <pc:docMk/>
            <pc:sldMk cId="2452575102" sldId="515"/>
            <ac:inkMk id="10" creationId="{55ADE6D5-CFA6-DC97-5718-14D76B11AAFA}"/>
          </ac:inkMkLst>
        </pc:inkChg>
        <pc:inkChg chg="add mod">
          <ac:chgData name="CSPT02" userId="21f640c2-b5d5-40ed-b03e-b88c15baf445" providerId="ADAL" clId="{F9AD771C-6A67-467B-A986-39174811E176}" dt="2025-07-30T09:05:45.592" v="731" actId="208"/>
          <ac:inkMkLst>
            <pc:docMk/>
            <pc:sldMk cId="2452575102" sldId="515"/>
            <ac:inkMk id="11" creationId="{CA74BC30-C2E4-9EC2-53C8-14A6D9191679}"/>
          </ac:inkMkLst>
        </pc:inkChg>
        <pc:inkChg chg="add mod">
          <ac:chgData name="CSPT02" userId="21f640c2-b5d5-40ed-b03e-b88c15baf445" providerId="ADAL" clId="{F9AD771C-6A67-467B-A986-39174811E176}" dt="2025-07-30T09:40:52.393" v="1112" actId="1076"/>
          <ac:inkMkLst>
            <pc:docMk/>
            <pc:sldMk cId="2452575102" sldId="515"/>
            <ac:inkMk id="12" creationId="{CDA72CC1-3983-26AD-13D5-4ABAFD4462ED}"/>
          </ac:inkMkLst>
        </pc:inkChg>
        <pc:inkChg chg="add mod">
          <ac:chgData name="CSPT02" userId="21f640c2-b5d5-40ed-b03e-b88c15baf445" providerId="ADAL" clId="{F9AD771C-6A67-467B-A986-39174811E176}" dt="2025-07-30T09:12:21.966" v="736" actId="14100"/>
          <ac:inkMkLst>
            <pc:docMk/>
            <pc:sldMk cId="2452575102" sldId="515"/>
            <ac:inkMk id="13" creationId="{1ED23C6C-7D44-5E44-D8A0-4C10F628F151}"/>
          </ac:inkMkLst>
        </pc:inkChg>
        <pc:inkChg chg="add mod">
          <ac:chgData name="CSPT02" userId="21f640c2-b5d5-40ed-b03e-b88c15baf445" providerId="ADAL" clId="{F9AD771C-6A67-467B-A986-39174811E176}" dt="2025-07-30T09:40:51.155" v="1107" actId="1076"/>
          <ac:inkMkLst>
            <pc:docMk/>
            <pc:sldMk cId="2452575102" sldId="515"/>
            <ac:inkMk id="35" creationId="{CA4C7020-3FAF-2DEC-57F9-D53A844A011A}"/>
          </ac:inkMkLst>
        </pc:inkChg>
        <pc:inkChg chg="add mod">
          <ac:chgData name="CSPT02" userId="21f640c2-b5d5-40ed-b03e-b88c15baf445" providerId="ADAL" clId="{F9AD771C-6A67-467B-A986-39174811E176}" dt="2025-07-30T09:40:52.169" v="1111" actId="1076"/>
          <ac:inkMkLst>
            <pc:docMk/>
            <pc:sldMk cId="2452575102" sldId="515"/>
            <ac:inkMk id="36" creationId="{FAAD0595-99D9-9EC1-888D-2A1861A5BBB2}"/>
          </ac:inkMkLst>
        </pc:inkChg>
        <pc:inkChg chg="add mod">
          <ac:chgData name="CSPT02" userId="21f640c2-b5d5-40ed-b03e-b88c15baf445" providerId="ADAL" clId="{F9AD771C-6A67-467B-A986-39174811E176}" dt="2025-07-30T09:40:52.051" v="1110" actId="1076"/>
          <ac:inkMkLst>
            <pc:docMk/>
            <pc:sldMk cId="2452575102" sldId="515"/>
            <ac:inkMk id="37" creationId="{BA671606-7E89-24E8-C2A6-672CB6E73408}"/>
          </ac:inkMkLst>
        </pc:inkChg>
        <pc:inkChg chg="add mod">
          <ac:chgData name="CSPT02" userId="21f640c2-b5d5-40ed-b03e-b88c15baf445" providerId="ADAL" clId="{F9AD771C-6A67-467B-A986-39174811E176}" dt="2025-07-30T09:40:51.694" v="1109" actId="1076"/>
          <ac:inkMkLst>
            <pc:docMk/>
            <pc:sldMk cId="2452575102" sldId="515"/>
            <ac:inkMk id="54" creationId="{269A2316-3A61-E6AB-1CE1-BDF27B49F5EE}"/>
          </ac:inkMkLst>
        </pc:inkChg>
        <pc:inkChg chg="add mod">
          <ac:chgData name="CSPT02" userId="21f640c2-b5d5-40ed-b03e-b88c15baf445" providerId="ADAL" clId="{F9AD771C-6A67-467B-A986-39174811E176}" dt="2025-07-30T09:40:51.431" v="1108" actId="1076"/>
          <ac:inkMkLst>
            <pc:docMk/>
            <pc:sldMk cId="2452575102" sldId="515"/>
            <ac:inkMk id="55" creationId="{597BCDEA-4EB7-5821-6F91-C2CB34B0F109}"/>
          </ac:inkMkLst>
        </pc:inkChg>
        <pc:cxnChg chg="mod">
          <ac:chgData name="CSPT02" userId="21f640c2-b5d5-40ed-b03e-b88c15baf445" providerId="ADAL" clId="{F9AD771C-6A67-467B-A986-39174811E176}" dt="2025-07-30T09:13:15.427" v="746"/>
          <ac:cxnSpMkLst>
            <pc:docMk/>
            <pc:sldMk cId="2452575102" sldId="515"/>
            <ac:cxnSpMk id="20" creationId="{730D2E74-EFE9-A3AB-4814-A6AC2FCF85CD}"/>
          </ac:cxnSpMkLst>
        </pc:cxnChg>
        <pc:cxnChg chg="add mod">
          <ac:chgData name="CSPT02" userId="21f640c2-b5d5-40ed-b03e-b88c15baf445" providerId="ADAL" clId="{F9AD771C-6A67-467B-A986-39174811E176}" dt="2025-07-30T09:41:20.277" v="1124" actId="1076"/>
          <ac:cxnSpMkLst>
            <pc:docMk/>
            <pc:sldMk cId="2452575102" sldId="515"/>
            <ac:cxnSpMk id="65" creationId="{55C013F7-F24A-C5BB-F59B-97E21801ACEA}"/>
          </ac:cxnSpMkLst>
        </pc:cxnChg>
        <pc:cxnChg chg="add mod">
          <ac:chgData name="CSPT02" userId="21f640c2-b5d5-40ed-b03e-b88c15baf445" providerId="ADAL" clId="{F9AD771C-6A67-467B-A986-39174811E176}" dt="2025-07-30T09:41:20.277" v="1124" actId="1076"/>
          <ac:cxnSpMkLst>
            <pc:docMk/>
            <pc:sldMk cId="2452575102" sldId="515"/>
            <ac:cxnSpMk id="66" creationId="{46547D83-4936-5644-1A6A-7CA95D53D466}"/>
          </ac:cxnSpMkLst>
        </pc:cxnChg>
        <pc:cxnChg chg="add mod">
          <ac:chgData name="CSPT02" userId="21f640c2-b5d5-40ed-b03e-b88c15baf445" providerId="ADAL" clId="{F9AD771C-6A67-467B-A986-39174811E176}" dt="2025-07-30T09:41:20.277" v="1124" actId="1076"/>
          <ac:cxnSpMkLst>
            <pc:docMk/>
            <pc:sldMk cId="2452575102" sldId="515"/>
            <ac:cxnSpMk id="69" creationId="{B3FF315C-1A1B-0653-5B15-84B9E8342363}"/>
          </ac:cxnSpMkLst>
        </pc:cxnChg>
        <pc:cxnChg chg="add mod">
          <ac:chgData name="CSPT02" userId="21f640c2-b5d5-40ed-b03e-b88c15baf445" providerId="ADAL" clId="{F9AD771C-6A67-467B-A986-39174811E176}" dt="2025-07-30T09:41:20.277" v="1124" actId="1076"/>
          <ac:cxnSpMkLst>
            <pc:docMk/>
            <pc:sldMk cId="2452575102" sldId="515"/>
            <ac:cxnSpMk id="70" creationId="{E0DD2D08-B722-E9D4-4D64-527C2F53325D}"/>
          </ac:cxnSpMkLst>
        </pc:cxnChg>
        <pc:cxnChg chg="add mod">
          <ac:chgData name="CSPT02" userId="21f640c2-b5d5-40ed-b03e-b88c15baf445" providerId="ADAL" clId="{F9AD771C-6A67-467B-A986-39174811E176}" dt="2025-07-30T09:41:33.454" v="1126" actId="1076"/>
          <ac:cxnSpMkLst>
            <pc:docMk/>
            <pc:sldMk cId="2452575102" sldId="515"/>
            <ac:cxnSpMk id="89" creationId="{B7122C0A-662C-4DA8-6389-DAEDD64D877D}"/>
          </ac:cxnSpMkLst>
        </pc:cxnChg>
        <pc:cxnChg chg="add mod">
          <ac:chgData name="CSPT02" userId="21f640c2-b5d5-40ed-b03e-b88c15baf445" providerId="ADAL" clId="{F9AD771C-6A67-467B-A986-39174811E176}" dt="2025-07-30T09:41:33.454" v="1126" actId="1076"/>
          <ac:cxnSpMkLst>
            <pc:docMk/>
            <pc:sldMk cId="2452575102" sldId="515"/>
            <ac:cxnSpMk id="90" creationId="{82BDE8B9-A230-F709-962F-0F1200FEAE86}"/>
          </ac:cxnSpMkLst>
        </pc:cxnChg>
        <pc:cxnChg chg="add mod">
          <ac:chgData name="CSPT02" userId="21f640c2-b5d5-40ed-b03e-b88c15baf445" providerId="ADAL" clId="{F9AD771C-6A67-467B-A986-39174811E176}" dt="2025-07-30T09:41:33.454" v="1126" actId="1076"/>
          <ac:cxnSpMkLst>
            <pc:docMk/>
            <pc:sldMk cId="2452575102" sldId="515"/>
            <ac:cxnSpMk id="91" creationId="{8AC831A1-3A49-1BA4-54CE-6194BB1F7542}"/>
          </ac:cxnSpMkLst>
        </pc:cxnChg>
        <pc:cxnChg chg="add mod">
          <ac:chgData name="CSPT02" userId="21f640c2-b5d5-40ed-b03e-b88c15baf445" providerId="ADAL" clId="{F9AD771C-6A67-467B-A986-39174811E176}" dt="2025-07-30T09:41:33.454" v="1126" actId="1076"/>
          <ac:cxnSpMkLst>
            <pc:docMk/>
            <pc:sldMk cId="2452575102" sldId="515"/>
            <ac:cxnSpMk id="92" creationId="{C5B9DDE1-2D12-BE3F-2BF1-908E95C13971}"/>
          </ac:cxnSpMkLst>
        </pc:cxnChg>
        <pc:cxnChg chg="add mod">
          <ac:chgData name="CSPT02" userId="21f640c2-b5d5-40ed-b03e-b88c15baf445" providerId="ADAL" clId="{F9AD771C-6A67-467B-A986-39174811E176}" dt="2025-07-30T09:41:43.983" v="1128" actId="1076"/>
          <ac:cxnSpMkLst>
            <pc:docMk/>
            <pc:sldMk cId="2452575102" sldId="515"/>
            <ac:cxnSpMk id="99" creationId="{381BA0FB-3BAB-CA6B-B0E2-0056765906D9}"/>
          </ac:cxnSpMkLst>
        </pc:cxnChg>
        <pc:cxnChg chg="add mod">
          <ac:chgData name="CSPT02" userId="21f640c2-b5d5-40ed-b03e-b88c15baf445" providerId="ADAL" clId="{F9AD771C-6A67-467B-A986-39174811E176}" dt="2025-07-30T09:41:43.983" v="1128" actId="1076"/>
          <ac:cxnSpMkLst>
            <pc:docMk/>
            <pc:sldMk cId="2452575102" sldId="515"/>
            <ac:cxnSpMk id="100" creationId="{2F5BBEBD-420E-E08F-BB2E-7584D833696D}"/>
          </ac:cxnSpMkLst>
        </pc:cxnChg>
        <pc:cxnChg chg="add mod">
          <ac:chgData name="CSPT02" userId="21f640c2-b5d5-40ed-b03e-b88c15baf445" providerId="ADAL" clId="{F9AD771C-6A67-467B-A986-39174811E176}" dt="2025-07-30T09:41:43.983" v="1128" actId="1076"/>
          <ac:cxnSpMkLst>
            <pc:docMk/>
            <pc:sldMk cId="2452575102" sldId="515"/>
            <ac:cxnSpMk id="101" creationId="{E5D51ACA-0AD8-4EA0-B0E1-18F7C647701F}"/>
          </ac:cxnSpMkLst>
        </pc:cxnChg>
        <pc:cxnChg chg="add mod">
          <ac:chgData name="CSPT02" userId="21f640c2-b5d5-40ed-b03e-b88c15baf445" providerId="ADAL" clId="{F9AD771C-6A67-467B-A986-39174811E176}" dt="2025-07-30T09:41:43.983" v="1128" actId="1076"/>
          <ac:cxnSpMkLst>
            <pc:docMk/>
            <pc:sldMk cId="2452575102" sldId="515"/>
            <ac:cxnSpMk id="102" creationId="{45D2A2B1-719C-8282-4D5A-AD4A8FFDAB60}"/>
          </ac:cxnSpMkLst>
        </pc:cxnChg>
        <pc:cxnChg chg="add mod">
          <ac:chgData name="CSPT02" userId="21f640c2-b5d5-40ed-b03e-b88c15baf445" providerId="ADAL" clId="{F9AD771C-6A67-467B-A986-39174811E176}" dt="2025-07-30T09:43:35.393" v="1142"/>
          <ac:cxnSpMkLst>
            <pc:docMk/>
            <pc:sldMk cId="2452575102" sldId="515"/>
            <ac:cxnSpMk id="108" creationId="{416BC65A-BA14-F469-E24E-43E62D6DE52F}"/>
          </ac:cxnSpMkLst>
        </pc:cxnChg>
        <pc:cxnChg chg="add mod">
          <ac:chgData name="CSPT02" userId="21f640c2-b5d5-40ed-b03e-b88c15baf445" providerId="ADAL" clId="{F9AD771C-6A67-467B-A986-39174811E176}" dt="2025-07-30T09:42:57.641" v="1136" actId="1076"/>
          <ac:cxnSpMkLst>
            <pc:docMk/>
            <pc:sldMk cId="2452575102" sldId="515"/>
            <ac:cxnSpMk id="109" creationId="{8AAD04C8-7B38-73D4-CDEC-69F75E07A633}"/>
          </ac:cxnSpMkLst>
        </pc:cxnChg>
        <pc:cxnChg chg="add mod">
          <ac:chgData name="CSPT02" userId="21f640c2-b5d5-40ed-b03e-b88c15baf445" providerId="ADAL" clId="{F9AD771C-6A67-467B-A986-39174811E176}" dt="2025-07-30T09:42:57.641" v="1136" actId="1076"/>
          <ac:cxnSpMkLst>
            <pc:docMk/>
            <pc:sldMk cId="2452575102" sldId="515"/>
            <ac:cxnSpMk id="110" creationId="{FDCD654F-44EB-A6D2-932C-0E2C7E105A17}"/>
          </ac:cxnSpMkLst>
        </pc:cxnChg>
        <pc:cxnChg chg="add mod">
          <ac:chgData name="CSPT02" userId="21f640c2-b5d5-40ed-b03e-b88c15baf445" providerId="ADAL" clId="{F9AD771C-6A67-467B-A986-39174811E176}" dt="2025-07-30T09:43:47.346" v="1145" actId="14100"/>
          <ac:cxnSpMkLst>
            <pc:docMk/>
            <pc:sldMk cId="2452575102" sldId="515"/>
            <ac:cxnSpMk id="111" creationId="{0EE99905-7396-777D-14C7-C10C7CCCCCE4}"/>
          </ac:cxnSpMkLst>
        </pc:cxnChg>
        <pc:cxnChg chg="mod">
          <ac:chgData name="CSPT02" userId="21f640c2-b5d5-40ed-b03e-b88c15baf445" providerId="ADAL" clId="{F9AD771C-6A67-467B-A986-39174811E176}" dt="2025-07-30T09:46:53.739" v="1200"/>
          <ac:cxnSpMkLst>
            <pc:docMk/>
            <pc:sldMk cId="2452575102" sldId="515"/>
            <ac:cxnSpMk id="122" creationId="{77998AE2-FF85-F4F8-4E30-FD9C0E567D1C}"/>
          </ac:cxnSpMkLst>
        </pc:cxnChg>
      </pc:sldChg>
      <pc:sldChg chg="addSp delSp modSp new mod modClrScheme delAnim modAnim chgLayout">
        <pc:chgData name="CSPT02" userId="21f640c2-b5d5-40ed-b03e-b88c15baf445" providerId="ADAL" clId="{F9AD771C-6A67-467B-A986-39174811E176}" dt="2025-07-30T10:20:38.089" v="1475" actId="21"/>
        <pc:sldMkLst>
          <pc:docMk/>
          <pc:sldMk cId="1325517242" sldId="516"/>
        </pc:sldMkLst>
        <pc:spChg chg="del">
          <ac:chgData name="CSPT02" userId="21f640c2-b5d5-40ed-b03e-b88c15baf445" providerId="ADAL" clId="{F9AD771C-6A67-467B-A986-39174811E176}" dt="2025-07-30T10:02:45.706" v="1231" actId="700"/>
          <ac:spMkLst>
            <pc:docMk/>
            <pc:sldMk cId="1325517242" sldId="516"/>
            <ac:spMk id="2" creationId="{6D99E8FA-94ED-A4F0-FDDF-F7EA9850B166}"/>
          </ac:spMkLst>
        </pc:spChg>
        <pc:spChg chg="del">
          <ac:chgData name="CSPT02" userId="21f640c2-b5d5-40ed-b03e-b88c15baf445" providerId="ADAL" clId="{F9AD771C-6A67-467B-A986-39174811E176}" dt="2025-07-30T10:02:45.706" v="1231" actId="700"/>
          <ac:spMkLst>
            <pc:docMk/>
            <pc:sldMk cId="1325517242" sldId="516"/>
            <ac:spMk id="3" creationId="{FE42BE53-C833-746B-87DB-C4ECC20AC9B5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2" creationId="{DA080832-F674-F2E6-6461-5024434A5413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3" creationId="{9ED7A59C-5F4D-87C1-051B-6BD33A635D7F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4" creationId="{08FF9D96-183D-F33A-099C-14537C9B8DDC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5" creationId="{96DB83E8-877A-0023-AF61-BA3C5C40179C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6" creationId="{76B1CEBC-B5C4-CC64-5BB2-FB93A3BE2A49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7" creationId="{6CEF2D58-C560-1EB3-4A13-8CDF00978EBA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18" creationId="{92D4E509-442D-8FCA-27A4-CF9C6C865453}"/>
          </ac:spMkLst>
        </pc:spChg>
        <pc:spChg chg="add del mod">
          <ac:chgData name="CSPT02" userId="21f640c2-b5d5-40ed-b03e-b88c15baf445" providerId="ADAL" clId="{F9AD771C-6A67-467B-A986-39174811E176}" dt="2025-07-30T10:08:01.760" v="1304" actId="478"/>
          <ac:spMkLst>
            <pc:docMk/>
            <pc:sldMk cId="1325517242" sldId="516"/>
            <ac:spMk id="19" creationId="{49D4A60C-EC39-6E76-D017-06C8BCE0E24E}"/>
          </ac:spMkLst>
        </pc:spChg>
        <pc:spChg chg="add del mod">
          <ac:chgData name="CSPT02" userId="21f640c2-b5d5-40ed-b03e-b88c15baf445" providerId="ADAL" clId="{F9AD771C-6A67-467B-A986-39174811E176}" dt="2025-07-30T10:08:01.760" v="1304" actId="478"/>
          <ac:spMkLst>
            <pc:docMk/>
            <pc:sldMk cId="1325517242" sldId="516"/>
            <ac:spMk id="20" creationId="{75AE097F-5DE8-035C-EECE-AE0B04E4F693}"/>
          </ac:spMkLst>
        </pc:spChg>
        <pc:spChg chg="add del mod">
          <ac:chgData name="CSPT02" userId="21f640c2-b5d5-40ed-b03e-b88c15baf445" providerId="ADAL" clId="{F9AD771C-6A67-467B-A986-39174811E176}" dt="2025-07-30T10:08:01.760" v="1304" actId="478"/>
          <ac:spMkLst>
            <pc:docMk/>
            <pc:sldMk cId="1325517242" sldId="516"/>
            <ac:spMk id="21" creationId="{4121BB3B-ADEC-B727-5ECF-2AC4114C9635}"/>
          </ac:spMkLst>
        </pc:spChg>
        <pc:spChg chg="add mod">
          <ac:chgData name="CSPT02" userId="21f640c2-b5d5-40ed-b03e-b88c15baf445" providerId="ADAL" clId="{F9AD771C-6A67-467B-A986-39174811E176}" dt="2025-07-30T10:09:05.913" v="1317" actId="207"/>
          <ac:spMkLst>
            <pc:docMk/>
            <pc:sldMk cId="1325517242" sldId="516"/>
            <ac:spMk id="22" creationId="{ABDFAE69-BA95-EFF6-3535-34879FEBD28F}"/>
          </ac:spMkLst>
        </pc:spChg>
        <pc:spChg chg="add mod">
          <ac:chgData name="CSPT02" userId="21f640c2-b5d5-40ed-b03e-b88c15baf445" providerId="ADAL" clId="{F9AD771C-6A67-467B-A986-39174811E176}" dt="2025-07-30T10:08:57.187" v="1314" actId="1076"/>
          <ac:spMkLst>
            <pc:docMk/>
            <pc:sldMk cId="1325517242" sldId="516"/>
            <ac:spMk id="23" creationId="{4FF3DBDE-132C-27BA-4317-08463C1372D6}"/>
          </ac:spMkLst>
        </pc:spChg>
        <pc:spChg chg="add mod">
          <ac:chgData name="CSPT02" userId="21f640c2-b5d5-40ed-b03e-b88c15baf445" providerId="ADAL" clId="{F9AD771C-6A67-467B-A986-39174811E176}" dt="2025-07-30T10:09:13.955" v="1319" actId="207"/>
          <ac:spMkLst>
            <pc:docMk/>
            <pc:sldMk cId="1325517242" sldId="516"/>
            <ac:spMk id="24" creationId="{5D6071FE-7CA3-8031-B0B1-E5E025107379}"/>
          </ac:spMkLst>
        </pc:spChg>
        <pc:spChg chg="add mod">
          <ac:chgData name="CSPT02" userId="21f640c2-b5d5-40ed-b03e-b88c15baf445" providerId="ADAL" clId="{F9AD771C-6A67-467B-A986-39174811E176}" dt="2025-07-30T10:09:39.182" v="1325" actId="207"/>
          <ac:spMkLst>
            <pc:docMk/>
            <pc:sldMk cId="1325517242" sldId="516"/>
            <ac:spMk id="25" creationId="{1BAC6421-EE94-B8E0-36DD-8F03DAD65D3F}"/>
          </ac:spMkLst>
        </pc:spChg>
        <pc:spChg chg="add mod">
          <ac:chgData name="CSPT02" userId="21f640c2-b5d5-40ed-b03e-b88c15baf445" providerId="ADAL" clId="{F9AD771C-6A67-467B-A986-39174811E176}" dt="2025-07-30T10:10:55.793" v="1456" actId="1076"/>
          <ac:spMkLst>
            <pc:docMk/>
            <pc:sldMk cId="1325517242" sldId="516"/>
            <ac:spMk id="26" creationId="{09EB3143-99D0-C49F-6F88-489A1EDE192A}"/>
          </ac:spMkLst>
        </pc:spChg>
        <pc:spChg chg="add mod">
          <ac:chgData name="CSPT02" userId="21f640c2-b5d5-40ed-b03e-b88c15baf445" providerId="ADAL" clId="{F9AD771C-6A67-467B-A986-39174811E176}" dt="2025-07-30T10:11:40.821" v="1460" actId="20577"/>
          <ac:spMkLst>
            <pc:docMk/>
            <pc:sldMk cId="1325517242" sldId="516"/>
            <ac:spMk id="27" creationId="{435E192F-3083-E6A3-5257-2064EF948685}"/>
          </ac:spMkLst>
        </pc:spChg>
        <pc:spChg chg="add mod">
          <ac:chgData name="CSPT02" userId="21f640c2-b5d5-40ed-b03e-b88c15baf445" providerId="ADAL" clId="{F9AD771C-6A67-467B-A986-39174811E176}" dt="2025-07-30T10:11:12.199" v="1458" actId="207"/>
          <ac:spMkLst>
            <pc:docMk/>
            <pc:sldMk cId="1325517242" sldId="516"/>
            <ac:spMk id="28" creationId="{899BEC9D-0217-2697-2B39-3430C6619A64}"/>
          </ac:spMkLst>
        </pc:spChg>
        <pc:picChg chg="add del mod modCrop">
          <ac:chgData name="CSPT02" userId="21f640c2-b5d5-40ed-b03e-b88c15baf445" providerId="ADAL" clId="{F9AD771C-6A67-467B-A986-39174811E176}" dt="2025-07-30T10:03:05.473" v="1242" actId="21"/>
          <ac:picMkLst>
            <pc:docMk/>
            <pc:sldMk cId="1325517242" sldId="516"/>
            <ac:picMk id="5" creationId="{63CD3470-0296-730C-FEBD-C3F1CF00E81B}"/>
          </ac:picMkLst>
        </pc:picChg>
        <pc:picChg chg="add del mod modCrop">
          <ac:chgData name="CSPT02" userId="21f640c2-b5d5-40ed-b03e-b88c15baf445" providerId="ADAL" clId="{F9AD771C-6A67-467B-A986-39174811E176}" dt="2025-07-30T10:10:46.232" v="1455" actId="478"/>
          <ac:picMkLst>
            <pc:docMk/>
            <pc:sldMk cId="1325517242" sldId="516"/>
            <ac:picMk id="6" creationId="{E057F287-8B8F-02E5-6D52-174886F5672F}"/>
          </ac:picMkLst>
        </pc:picChg>
        <pc:picChg chg="add del mod modCrop">
          <ac:chgData name="CSPT02" userId="21f640c2-b5d5-40ed-b03e-b88c15baf445" providerId="ADAL" clId="{F9AD771C-6A67-467B-A986-39174811E176}" dt="2025-07-30T10:20:38.089" v="1475" actId="21"/>
          <ac:picMkLst>
            <pc:docMk/>
            <pc:sldMk cId="1325517242" sldId="516"/>
            <ac:picMk id="29" creationId="{2AA09FEE-E277-4B00-F848-CBD9A5A2D5B0}"/>
          </ac:picMkLst>
        </pc:picChg>
        <pc:picChg chg="add mod">
          <ac:chgData name="CSPT02" userId="21f640c2-b5d5-40ed-b03e-b88c15baf445" providerId="ADAL" clId="{F9AD771C-6A67-467B-A986-39174811E176}" dt="2025-07-30T10:04:10.417" v="1258" actId="14100"/>
          <ac:picMkLst>
            <pc:docMk/>
            <pc:sldMk cId="1325517242" sldId="516"/>
            <ac:picMk id="125" creationId="{F6ABD162-043B-10E7-39E2-7B7D2FDED940}"/>
          </ac:picMkLst>
        </pc:picChg>
        <pc:inkChg chg="add mod">
          <ac:chgData name="CSPT02" userId="21f640c2-b5d5-40ed-b03e-b88c15baf445" providerId="ADAL" clId="{F9AD771C-6A67-467B-A986-39174811E176}" dt="2025-07-30T10:04:51.392" v="1264" actId="14100"/>
          <ac:inkMkLst>
            <pc:docMk/>
            <pc:sldMk cId="1325517242" sldId="516"/>
            <ac:inkMk id="7" creationId="{B7A0224A-DF4C-3460-8B20-85161D1447F9}"/>
          </ac:inkMkLst>
        </pc:inkChg>
        <pc:inkChg chg="add mod">
          <ac:chgData name="CSPT02" userId="21f640c2-b5d5-40ed-b03e-b88c15baf445" providerId="ADAL" clId="{F9AD771C-6A67-467B-A986-39174811E176}" dt="2025-07-30T10:05:03.528" v="1268" actId="1076"/>
          <ac:inkMkLst>
            <pc:docMk/>
            <pc:sldMk cId="1325517242" sldId="516"/>
            <ac:inkMk id="8" creationId="{245873A8-FBD9-C3A6-5B7F-138A6BD14B69}"/>
          </ac:inkMkLst>
        </pc:inkChg>
        <pc:inkChg chg="add mod">
          <ac:chgData name="CSPT02" userId="21f640c2-b5d5-40ed-b03e-b88c15baf445" providerId="ADAL" clId="{F9AD771C-6A67-467B-A986-39174811E176}" dt="2025-07-30T10:05:39.318" v="1275" actId="1076"/>
          <ac:inkMkLst>
            <pc:docMk/>
            <pc:sldMk cId="1325517242" sldId="516"/>
            <ac:inkMk id="9" creationId="{B3A701B1-A564-62FC-DBD2-A4C27FEA2306}"/>
          </ac:inkMkLst>
        </pc:inkChg>
        <pc:inkChg chg="add mod">
          <ac:chgData name="CSPT02" userId="21f640c2-b5d5-40ed-b03e-b88c15baf445" providerId="ADAL" clId="{F9AD771C-6A67-467B-A986-39174811E176}" dt="2025-07-30T10:05:43.891" v="1277" actId="1076"/>
          <ac:inkMkLst>
            <pc:docMk/>
            <pc:sldMk cId="1325517242" sldId="516"/>
            <ac:inkMk id="10" creationId="{83FEDC2A-7176-10D0-7547-CB68FC131CD4}"/>
          </ac:inkMkLst>
        </pc:inkChg>
        <pc:inkChg chg="add mod">
          <ac:chgData name="CSPT02" userId="21f640c2-b5d5-40ed-b03e-b88c15baf445" providerId="ADAL" clId="{F9AD771C-6A67-467B-A986-39174811E176}" dt="2025-07-30T10:05:34.397" v="1274" actId="1076"/>
          <ac:inkMkLst>
            <pc:docMk/>
            <pc:sldMk cId="1325517242" sldId="516"/>
            <ac:inkMk id="11" creationId="{5EA55859-ACE7-9EDD-BEF4-FFF4CCC7DBED}"/>
          </ac:inkMkLst>
        </pc:inkChg>
      </pc:sldChg>
      <pc:sldChg chg="addSp delSp modSp new mod delAnim modAnim">
        <pc:chgData name="CSPT02" userId="21f640c2-b5d5-40ed-b03e-b88c15baf445" providerId="ADAL" clId="{F9AD771C-6A67-467B-A986-39174811E176}" dt="2025-07-30T10:54:06.271" v="1883" actId="21"/>
        <pc:sldMkLst>
          <pc:docMk/>
          <pc:sldMk cId="1504685782" sldId="517"/>
        </pc:sldMkLst>
        <pc:spChg chg="add mod">
          <ac:chgData name="CSPT02" userId="21f640c2-b5d5-40ed-b03e-b88c15baf445" providerId="ADAL" clId="{F9AD771C-6A67-467B-A986-39174811E176}" dt="2025-07-30T10:28:49.397" v="1540" actId="1076"/>
          <ac:spMkLst>
            <pc:docMk/>
            <pc:sldMk cId="1504685782" sldId="517"/>
            <ac:spMk id="11" creationId="{0CB330FB-2FF5-EFF5-CCFC-732B5E7E6736}"/>
          </ac:spMkLst>
        </pc:spChg>
        <pc:spChg chg="add mod">
          <ac:chgData name="CSPT02" userId="21f640c2-b5d5-40ed-b03e-b88c15baf445" providerId="ADAL" clId="{F9AD771C-6A67-467B-A986-39174811E176}" dt="2025-07-30T10:34:38.852" v="1628" actId="20577"/>
          <ac:spMkLst>
            <pc:docMk/>
            <pc:sldMk cId="1504685782" sldId="517"/>
            <ac:spMk id="12" creationId="{1ACE41D1-FE75-A2AD-EDCF-2DC2E5C9C646}"/>
          </ac:spMkLst>
        </pc:spChg>
        <pc:spChg chg="add mod">
          <ac:chgData name="CSPT02" userId="21f640c2-b5d5-40ed-b03e-b88c15baf445" providerId="ADAL" clId="{F9AD771C-6A67-467B-A986-39174811E176}" dt="2025-07-30T10:28:28.585" v="1534" actId="1076"/>
          <ac:spMkLst>
            <pc:docMk/>
            <pc:sldMk cId="1504685782" sldId="517"/>
            <ac:spMk id="13" creationId="{1D2AB152-615B-83F2-1E86-A7428EF50F32}"/>
          </ac:spMkLst>
        </pc:spChg>
        <pc:spChg chg="mod">
          <ac:chgData name="CSPT02" userId="21f640c2-b5d5-40ed-b03e-b88c15baf445" providerId="ADAL" clId="{F9AD771C-6A67-467B-A986-39174811E176}" dt="2025-07-30T10:26:57.761" v="1527" actId="207"/>
          <ac:spMkLst>
            <pc:docMk/>
            <pc:sldMk cId="1504685782" sldId="517"/>
            <ac:spMk id="15" creationId="{737E36A9-FC85-C301-5A68-98C8CB78D308}"/>
          </ac:spMkLst>
        </pc:spChg>
        <pc:spChg chg="mod">
          <ac:chgData name="CSPT02" userId="21f640c2-b5d5-40ed-b03e-b88c15baf445" providerId="ADAL" clId="{F9AD771C-6A67-467B-A986-39174811E176}" dt="2025-07-30T10:28:12.591" v="1530" actId="207"/>
          <ac:spMkLst>
            <pc:docMk/>
            <pc:sldMk cId="1504685782" sldId="517"/>
            <ac:spMk id="18" creationId="{DA9DD39B-6E64-4570-615A-BABC0B8350E4}"/>
          </ac:spMkLst>
        </pc:spChg>
        <pc:spChg chg="add mod">
          <ac:chgData name="CSPT02" userId="21f640c2-b5d5-40ed-b03e-b88c15baf445" providerId="ADAL" clId="{F9AD771C-6A67-467B-A986-39174811E176}" dt="2025-07-30T10:28:18.575" v="1532" actId="1076"/>
          <ac:spMkLst>
            <pc:docMk/>
            <pc:sldMk cId="1504685782" sldId="517"/>
            <ac:spMk id="19" creationId="{67AFC36C-93D3-60FA-29AB-74AC5AC10CDA}"/>
          </ac:spMkLst>
        </pc:spChg>
        <pc:spChg chg="mod">
          <ac:chgData name="CSPT02" userId="21f640c2-b5d5-40ed-b03e-b88c15baf445" providerId="ADAL" clId="{F9AD771C-6A67-467B-A986-39174811E176}" dt="2025-07-30T10:28:42.282" v="1539" actId="207"/>
          <ac:spMkLst>
            <pc:docMk/>
            <pc:sldMk cId="1504685782" sldId="517"/>
            <ac:spMk id="21" creationId="{5FDD8ED4-DA6A-F527-A895-B13909A187D4}"/>
          </ac:spMkLst>
        </pc:spChg>
        <pc:spChg chg="mod">
          <ac:chgData name="CSPT02" userId="21f640c2-b5d5-40ed-b03e-b88c15baf445" providerId="ADAL" clId="{F9AD771C-6A67-467B-A986-39174811E176}" dt="2025-07-30T10:28:42.282" v="1539" actId="207"/>
          <ac:spMkLst>
            <pc:docMk/>
            <pc:sldMk cId="1504685782" sldId="517"/>
            <ac:spMk id="24" creationId="{0ACE4355-A880-2809-6CFF-70FD43AF3C74}"/>
          </ac:spMkLst>
        </pc:spChg>
        <pc:spChg chg="add mod">
          <ac:chgData name="CSPT02" userId="21f640c2-b5d5-40ed-b03e-b88c15baf445" providerId="ADAL" clId="{F9AD771C-6A67-467B-A986-39174811E176}" dt="2025-07-30T10:33:11.706" v="1612" actId="14100"/>
          <ac:spMkLst>
            <pc:docMk/>
            <pc:sldMk cId="1504685782" sldId="517"/>
            <ac:spMk id="25" creationId="{BAADB6B7-71A0-AE9C-CE96-51DB17E2C9BC}"/>
          </ac:spMkLst>
        </pc:spChg>
        <pc:spChg chg="add mod">
          <ac:chgData name="CSPT02" userId="21f640c2-b5d5-40ed-b03e-b88c15baf445" providerId="ADAL" clId="{F9AD771C-6A67-467B-A986-39174811E176}" dt="2025-07-30T10:33:00.113" v="1610" actId="1076"/>
          <ac:spMkLst>
            <pc:docMk/>
            <pc:sldMk cId="1504685782" sldId="517"/>
            <ac:spMk id="26" creationId="{8E85D23A-BD46-316E-931E-5043F4E2E51E}"/>
          </ac:spMkLst>
        </pc:spChg>
        <pc:spChg chg="mod">
          <ac:chgData name="CSPT02" userId="21f640c2-b5d5-40ed-b03e-b88c15baf445" providerId="ADAL" clId="{F9AD771C-6A67-467B-A986-39174811E176}" dt="2025-07-30T10:29:18.070" v="1548"/>
          <ac:spMkLst>
            <pc:docMk/>
            <pc:sldMk cId="1504685782" sldId="517"/>
            <ac:spMk id="28" creationId="{289439D7-EA17-ABF0-BAFE-320FE7CB6ED6}"/>
          </ac:spMkLst>
        </pc:spChg>
        <pc:spChg chg="mod">
          <ac:chgData name="CSPT02" userId="21f640c2-b5d5-40ed-b03e-b88c15baf445" providerId="ADAL" clId="{F9AD771C-6A67-467B-A986-39174811E176}" dt="2025-07-30T10:29:18.070" v="1548"/>
          <ac:spMkLst>
            <pc:docMk/>
            <pc:sldMk cId="1504685782" sldId="517"/>
            <ac:spMk id="32" creationId="{3815E58B-51A9-8500-A09F-06EF779F01CB}"/>
          </ac:spMkLst>
        </pc:spChg>
        <pc:spChg chg="add mod">
          <ac:chgData name="CSPT02" userId="21f640c2-b5d5-40ed-b03e-b88c15baf445" providerId="ADAL" clId="{F9AD771C-6A67-467B-A986-39174811E176}" dt="2025-07-30T10:33:00.113" v="1610" actId="1076"/>
          <ac:spMkLst>
            <pc:docMk/>
            <pc:sldMk cId="1504685782" sldId="517"/>
            <ac:spMk id="33" creationId="{FC247AC0-AB23-49BB-EB0C-1F98CAF69BF4}"/>
          </ac:spMkLst>
        </pc:spChg>
        <pc:spChg chg="add mod">
          <ac:chgData name="CSPT02" userId="21f640c2-b5d5-40ed-b03e-b88c15baf445" providerId="ADAL" clId="{F9AD771C-6A67-467B-A986-39174811E176}" dt="2025-07-30T10:33:00.113" v="1610" actId="1076"/>
          <ac:spMkLst>
            <pc:docMk/>
            <pc:sldMk cId="1504685782" sldId="517"/>
            <ac:spMk id="35" creationId="{EA40EA97-1179-A4D2-2728-5BC9AAAF64F3}"/>
          </ac:spMkLst>
        </pc:spChg>
        <pc:spChg chg="add mod">
          <ac:chgData name="CSPT02" userId="21f640c2-b5d5-40ed-b03e-b88c15baf445" providerId="ADAL" clId="{F9AD771C-6A67-467B-A986-39174811E176}" dt="2025-07-30T10:33:00.113" v="1610" actId="1076"/>
          <ac:spMkLst>
            <pc:docMk/>
            <pc:sldMk cId="1504685782" sldId="517"/>
            <ac:spMk id="36" creationId="{E3194AA6-1D17-0F01-D658-99CD00C1B080}"/>
          </ac:spMkLst>
        </pc:spChg>
        <pc:spChg chg="mod">
          <ac:chgData name="CSPT02" userId="21f640c2-b5d5-40ed-b03e-b88c15baf445" providerId="ADAL" clId="{F9AD771C-6A67-467B-A986-39174811E176}" dt="2025-07-30T10:30:45.856" v="1569" actId="20577"/>
          <ac:spMkLst>
            <pc:docMk/>
            <pc:sldMk cId="1504685782" sldId="517"/>
            <ac:spMk id="38" creationId="{5FA760FF-398B-C266-4E5C-65F410BA7324}"/>
          </ac:spMkLst>
        </pc:spChg>
        <pc:spChg chg="mod">
          <ac:chgData name="CSPT02" userId="21f640c2-b5d5-40ed-b03e-b88c15baf445" providerId="ADAL" clId="{F9AD771C-6A67-467B-A986-39174811E176}" dt="2025-07-30T10:30:39.675" v="1567"/>
          <ac:spMkLst>
            <pc:docMk/>
            <pc:sldMk cId="1504685782" sldId="517"/>
            <ac:spMk id="41" creationId="{7828D755-BC20-5E15-BFF3-2275D37DE2B3}"/>
          </ac:spMkLst>
        </pc:spChg>
        <pc:spChg chg="add mod">
          <ac:chgData name="CSPT02" userId="21f640c2-b5d5-40ed-b03e-b88c15baf445" providerId="ADAL" clId="{F9AD771C-6A67-467B-A986-39174811E176}" dt="2025-07-30T10:42:27.257" v="1852" actId="1076"/>
          <ac:spMkLst>
            <pc:docMk/>
            <pc:sldMk cId="1504685782" sldId="517"/>
            <ac:spMk id="42" creationId="{4D70CADA-5D0C-A4FE-F27F-1D66DA913ADD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43" creationId="{1A90A3E2-DE7B-492A-4002-708FF5910D34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44" creationId="{AE13BD51-EE8C-F178-7654-C91E8179542E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45" creationId="{93BECB2C-EC49-613E-7132-295540D89126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46" creationId="{C15C9C9B-3D9A-88C2-B1BE-863E364F0D48}"/>
          </ac:spMkLst>
        </pc:spChg>
        <pc:spChg chg="add mod">
          <ac:chgData name="CSPT02" userId="21f640c2-b5d5-40ed-b03e-b88c15baf445" providerId="ADAL" clId="{F9AD771C-6A67-467B-A986-39174811E176}" dt="2025-07-30T10:34:26.717" v="1624" actId="1076"/>
          <ac:spMkLst>
            <pc:docMk/>
            <pc:sldMk cId="1504685782" sldId="517"/>
            <ac:spMk id="47" creationId="{3E95B9FC-296A-9155-5E48-8EEAB167814B}"/>
          </ac:spMkLst>
        </pc:spChg>
        <pc:spChg chg="mod">
          <ac:chgData name="CSPT02" userId="21f640c2-b5d5-40ed-b03e-b88c15baf445" providerId="ADAL" clId="{F9AD771C-6A67-467B-A986-39174811E176}" dt="2025-07-30T10:35:13.593" v="1631"/>
          <ac:spMkLst>
            <pc:docMk/>
            <pc:sldMk cId="1504685782" sldId="517"/>
            <ac:spMk id="49" creationId="{C72CBD4E-81B9-F58B-981D-837F642C9517}"/>
          </ac:spMkLst>
        </pc:spChg>
        <pc:spChg chg="mod">
          <ac:chgData name="CSPT02" userId="21f640c2-b5d5-40ed-b03e-b88c15baf445" providerId="ADAL" clId="{F9AD771C-6A67-467B-A986-39174811E176}" dt="2025-07-30T10:35:13.593" v="1631"/>
          <ac:spMkLst>
            <pc:docMk/>
            <pc:sldMk cId="1504685782" sldId="517"/>
            <ac:spMk id="52" creationId="{C00AC94D-585A-1647-ADE3-58ECC37BBACB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53" creationId="{1CCEB7E6-03F4-F2EB-1078-2A4A29C03C34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54" creationId="{55D57D57-195E-FC85-400F-A3EC22A3D0EA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55" creationId="{16B8E199-6D54-B152-DA47-DEBF43194812}"/>
          </ac:spMkLst>
        </pc:spChg>
        <pc:spChg chg="mod">
          <ac:chgData name="CSPT02" userId="21f640c2-b5d5-40ed-b03e-b88c15baf445" providerId="ADAL" clId="{F9AD771C-6A67-467B-A986-39174811E176}" dt="2025-07-30T10:36:03.689" v="1643" actId="20577"/>
          <ac:spMkLst>
            <pc:docMk/>
            <pc:sldMk cId="1504685782" sldId="517"/>
            <ac:spMk id="57" creationId="{E363B4BA-C6BB-0380-03C9-0641695257EB}"/>
          </ac:spMkLst>
        </pc:spChg>
        <pc:spChg chg="mod">
          <ac:chgData name="CSPT02" userId="21f640c2-b5d5-40ed-b03e-b88c15baf445" providerId="ADAL" clId="{F9AD771C-6A67-467B-A986-39174811E176}" dt="2025-07-30T10:35:58.770" v="1641"/>
          <ac:spMkLst>
            <pc:docMk/>
            <pc:sldMk cId="1504685782" sldId="517"/>
            <ac:spMk id="60" creationId="{B7EC01D5-5F7E-7709-C240-AF006452DD19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61" creationId="{9F0F68F1-3EE8-DA82-5383-5D5F523AB5BE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62" creationId="{99F66997-EC01-1A95-2F2F-C19F265266FF}"/>
          </ac:spMkLst>
        </pc:spChg>
        <pc:spChg chg="add mod">
          <ac:chgData name="CSPT02" userId="21f640c2-b5d5-40ed-b03e-b88c15baf445" providerId="ADAL" clId="{F9AD771C-6A67-467B-A986-39174811E176}" dt="2025-07-30T10:42:32.363" v="1853" actId="1076"/>
          <ac:spMkLst>
            <pc:docMk/>
            <pc:sldMk cId="1504685782" sldId="517"/>
            <ac:spMk id="63" creationId="{29F87EB6-3B70-5220-C0E3-36D4C9446E93}"/>
          </ac:spMkLst>
        </pc:spChg>
        <pc:spChg chg="add mod">
          <ac:chgData name="CSPT02" userId="21f640c2-b5d5-40ed-b03e-b88c15baf445" providerId="ADAL" clId="{F9AD771C-6A67-467B-A986-39174811E176}" dt="2025-07-30T10:39:44.297" v="1780" actId="1076"/>
          <ac:spMkLst>
            <pc:docMk/>
            <pc:sldMk cId="1504685782" sldId="517"/>
            <ac:spMk id="64" creationId="{7907FE05-5499-67D9-B391-4A5585B0DFB1}"/>
          </ac:spMkLst>
        </pc:spChg>
        <pc:spChg chg="add mod">
          <ac:chgData name="CSPT02" userId="21f640c2-b5d5-40ed-b03e-b88c15baf445" providerId="ADAL" clId="{F9AD771C-6A67-467B-A986-39174811E176}" dt="2025-07-30T10:39:41.379" v="1779" actId="1076"/>
          <ac:spMkLst>
            <pc:docMk/>
            <pc:sldMk cId="1504685782" sldId="517"/>
            <ac:spMk id="65" creationId="{F6A10E4C-7FBC-4B6A-56A5-A0763B04CD0F}"/>
          </ac:spMkLst>
        </pc:spChg>
        <pc:spChg chg="add mod">
          <ac:chgData name="CSPT02" userId="21f640c2-b5d5-40ed-b03e-b88c15baf445" providerId="ADAL" clId="{F9AD771C-6A67-467B-A986-39174811E176}" dt="2025-07-30T10:40:54.560" v="1798" actId="207"/>
          <ac:spMkLst>
            <pc:docMk/>
            <pc:sldMk cId="1504685782" sldId="517"/>
            <ac:spMk id="66" creationId="{7B7F33B0-C433-B4BA-D657-0609E3CB3023}"/>
          </ac:spMkLst>
        </pc:spChg>
        <pc:spChg chg="add mod">
          <ac:chgData name="CSPT02" userId="21f640c2-b5d5-40ed-b03e-b88c15baf445" providerId="ADAL" clId="{F9AD771C-6A67-467B-A986-39174811E176}" dt="2025-07-30T10:43:57.100" v="1854" actId="1076"/>
          <ac:spMkLst>
            <pc:docMk/>
            <pc:sldMk cId="1504685782" sldId="517"/>
            <ac:spMk id="69" creationId="{06739AFF-BFBF-A714-6566-D4496DE4E5CA}"/>
          </ac:spMkLst>
        </pc:spChg>
        <pc:spChg chg="add mod">
          <ac:chgData name="CSPT02" userId="21f640c2-b5d5-40ed-b03e-b88c15baf445" providerId="ADAL" clId="{F9AD771C-6A67-467B-A986-39174811E176}" dt="2025-07-30T10:43:57.100" v="1854" actId="1076"/>
          <ac:spMkLst>
            <pc:docMk/>
            <pc:sldMk cId="1504685782" sldId="517"/>
            <ac:spMk id="70" creationId="{F23F50A9-739D-3298-6C84-32B04BCE209E}"/>
          </ac:spMkLst>
        </pc:spChg>
        <pc:grpChg chg="add mod">
          <ac:chgData name="CSPT02" userId="21f640c2-b5d5-40ed-b03e-b88c15baf445" providerId="ADAL" clId="{F9AD771C-6A67-467B-A986-39174811E176}" dt="2025-07-30T10:26:43.066" v="1523" actId="1076"/>
          <ac:grpSpMkLst>
            <pc:docMk/>
            <pc:sldMk cId="1504685782" sldId="517"/>
            <ac:grpSpMk id="14" creationId="{F112A7D0-FA0F-63B6-2351-6EBE75C4E06C}"/>
          </ac:grpSpMkLst>
        </pc:grpChg>
        <pc:grpChg chg="mod">
          <ac:chgData name="CSPT02" userId="21f640c2-b5d5-40ed-b03e-b88c15baf445" providerId="ADAL" clId="{F9AD771C-6A67-467B-A986-39174811E176}" dt="2025-07-30T10:26:39.960" v="1522"/>
          <ac:grpSpMkLst>
            <pc:docMk/>
            <pc:sldMk cId="1504685782" sldId="517"/>
            <ac:grpSpMk id="16" creationId="{0971A2F7-1A2B-420D-35B9-05A62956C1A8}"/>
          </ac:grpSpMkLst>
        </pc:grpChg>
        <pc:grpChg chg="add mod">
          <ac:chgData name="CSPT02" userId="21f640c2-b5d5-40ed-b03e-b88c15baf445" providerId="ADAL" clId="{F9AD771C-6A67-467B-A986-39174811E176}" dt="2025-07-30T10:28:34.411" v="1536" actId="1076"/>
          <ac:grpSpMkLst>
            <pc:docMk/>
            <pc:sldMk cId="1504685782" sldId="517"/>
            <ac:grpSpMk id="20" creationId="{4712BA00-A545-A690-4C67-7E7A77F49033}"/>
          </ac:grpSpMkLst>
        </pc:grpChg>
        <pc:grpChg chg="mod">
          <ac:chgData name="CSPT02" userId="21f640c2-b5d5-40ed-b03e-b88c15baf445" providerId="ADAL" clId="{F9AD771C-6A67-467B-A986-39174811E176}" dt="2025-07-30T10:28:30.743" v="1535"/>
          <ac:grpSpMkLst>
            <pc:docMk/>
            <pc:sldMk cId="1504685782" sldId="517"/>
            <ac:grpSpMk id="22" creationId="{1A619828-C764-1DB4-D3BC-58AB294BD9FA}"/>
          </ac:grpSpMkLst>
        </pc:grpChg>
        <pc:grpChg chg="add del mod">
          <ac:chgData name="CSPT02" userId="21f640c2-b5d5-40ed-b03e-b88c15baf445" providerId="ADAL" clId="{F9AD771C-6A67-467B-A986-39174811E176}" dt="2025-07-30T10:29:23.817" v="1550" actId="478"/>
          <ac:grpSpMkLst>
            <pc:docMk/>
            <pc:sldMk cId="1504685782" sldId="517"/>
            <ac:grpSpMk id="27" creationId="{B660A96A-0C5C-D9C2-FD84-04ABA1724FFB}"/>
          </ac:grpSpMkLst>
        </pc:grpChg>
        <pc:grpChg chg="mod">
          <ac:chgData name="CSPT02" userId="21f640c2-b5d5-40ed-b03e-b88c15baf445" providerId="ADAL" clId="{F9AD771C-6A67-467B-A986-39174811E176}" dt="2025-07-30T10:29:18.070" v="1548"/>
          <ac:grpSpMkLst>
            <pc:docMk/>
            <pc:sldMk cId="1504685782" sldId="517"/>
            <ac:grpSpMk id="30" creationId="{95DBDC35-D48F-06A3-BAAA-A70A1DD6F721}"/>
          </ac:grpSpMkLst>
        </pc:grpChg>
        <pc:grpChg chg="add mod">
          <ac:chgData name="CSPT02" userId="21f640c2-b5d5-40ed-b03e-b88c15baf445" providerId="ADAL" clId="{F9AD771C-6A67-467B-A986-39174811E176}" dt="2025-07-30T10:33:00.113" v="1610" actId="1076"/>
          <ac:grpSpMkLst>
            <pc:docMk/>
            <pc:sldMk cId="1504685782" sldId="517"/>
            <ac:grpSpMk id="37" creationId="{2DCEC0B2-A835-3149-C68C-68F2E6F03291}"/>
          </ac:grpSpMkLst>
        </pc:grpChg>
        <pc:grpChg chg="mod">
          <ac:chgData name="CSPT02" userId="21f640c2-b5d5-40ed-b03e-b88c15baf445" providerId="ADAL" clId="{F9AD771C-6A67-467B-A986-39174811E176}" dt="2025-07-30T10:30:39.675" v="1567"/>
          <ac:grpSpMkLst>
            <pc:docMk/>
            <pc:sldMk cId="1504685782" sldId="517"/>
            <ac:grpSpMk id="39" creationId="{2547348B-3D90-CCB9-3EA1-C2902B8D218D}"/>
          </ac:grpSpMkLst>
        </pc:grpChg>
        <pc:grpChg chg="add mod">
          <ac:chgData name="CSPT02" userId="21f640c2-b5d5-40ed-b03e-b88c15baf445" providerId="ADAL" clId="{F9AD771C-6A67-467B-A986-39174811E176}" dt="2025-07-30T10:35:18.826" v="1632" actId="1076"/>
          <ac:grpSpMkLst>
            <pc:docMk/>
            <pc:sldMk cId="1504685782" sldId="517"/>
            <ac:grpSpMk id="48" creationId="{9CD2218C-9F74-7E43-A797-7530BEF1A8BD}"/>
          </ac:grpSpMkLst>
        </pc:grpChg>
        <pc:grpChg chg="mod">
          <ac:chgData name="CSPT02" userId="21f640c2-b5d5-40ed-b03e-b88c15baf445" providerId="ADAL" clId="{F9AD771C-6A67-467B-A986-39174811E176}" dt="2025-07-30T10:35:13.593" v="1631"/>
          <ac:grpSpMkLst>
            <pc:docMk/>
            <pc:sldMk cId="1504685782" sldId="517"/>
            <ac:grpSpMk id="50" creationId="{13279981-A852-FFDB-926E-F69379607696}"/>
          </ac:grpSpMkLst>
        </pc:grpChg>
        <pc:grpChg chg="add mod">
          <ac:chgData name="CSPT02" userId="21f640c2-b5d5-40ed-b03e-b88c15baf445" providerId="ADAL" clId="{F9AD771C-6A67-467B-A986-39174811E176}" dt="2025-07-30T10:36:01.550" v="1642" actId="1076"/>
          <ac:grpSpMkLst>
            <pc:docMk/>
            <pc:sldMk cId="1504685782" sldId="517"/>
            <ac:grpSpMk id="56" creationId="{83FAE816-0FBA-A144-7197-98B741ACBA51}"/>
          </ac:grpSpMkLst>
        </pc:grpChg>
        <pc:grpChg chg="mod">
          <ac:chgData name="CSPT02" userId="21f640c2-b5d5-40ed-b03e-b88c15baf445" providerId="ADAL" clId="{F9AD771C-6A67-467B-A986-39174811E176}" dt="2025-07-30T10:35:58.770" v="1641"/>
          <ac:grpSpMkLst>
            <pc:docMk/>
            <pc:sldMk cId="1504685782" sldId="517"/>
            <ac:grpSpMk id="58" creationId="{B041DC8E-932A-D7EB-68E5-1ABF6D29E5DA}"/>
          </ac:grpSpMkLst>
        </pc:grpChg>
        <pc:picChg chg="add del">
          <ac:chgData name="CSPT02" userId="21f640c2-b5d5-40ed-b03e-b88c15baf445" providerId="ADAL" clId="{F9AD771C-6A67-467B-A986-39174811E176}" dt="2025-07-30T10:19:37.807" v="1463" actId="21"/>
          <ac:picMkLst>
            <pc:docMk/>
            <pc:sldMk cId="1504685782" sldId="517"/>
            <ac:picMk id="3" creationId="{2AA09FEE-E277-4B00-F848-CBD9A5A2D5B0}"/>
          </ac:picMkLst>
        </pc:picChg>
        <pc:picChg chg="add del mod">
          <ac:chgData name="CSPT02" userId="21f640c2-b5d5-40ed-b03e-b88c15baf445" providerId="ADAL" clId="{F9AD771C-6A67-467B-A986-39174811E176}" dt="2025-07-30T10:41:55.857" v="1848" actId="478"/>
          <ac:picMkLst>
            <pc:docMk/>
            <pc:sldMk cId="1504685782" sldId="517"/>
            <ac:picMk id="10" creationId="{94154219-6F21-6F21-35E9-539CF8DF4E03}"/>
          </ac:picMkLst>
        </pc:picChg>
        <pc:picChg chg="add mod">
          <ac:chgData name="CSPT02" userId="21f640c2-b5d5-40ed-b03e-b88c15baf445" providerId="ADAL" clId="{F9AD771C-6A67-467B-A986-39174811E176}" dt="2025-07-30T10:20:54.520" v="1478" actId="34135"/>
          <ac:picMkLst>
            <pc:docMk/>
            <pc:sldMk cId="1504685782" sldId="517"/>
            <ac:picMk id="29" creationId="{2AA09FEE-E277-4B00-F848-CBD9A5A2D5B0}"/>
          </ac:picMkLst>
        </pc:picChg>
        <pc:picChg chg="add del">
          <ac:chgData name="CSPT02" userId="21f640c2-b5d5-40ed-b03e-b88c15baf445" providerId="ADAL" clId="{F9AD771C-6A67-467B-A986-39174811E176}" dt="2025-07-30T10:52:53.933" v="1860" actId="22"/>
          <ac:picMkLst>
            <pc:docMk/>
            <pc:sldMk cId="1504685782" sldId="517"/>
            <ac:picMk id="72" creationId="{9F974F91-7006-0EDB-13AD-11F46402C4A8}"/>
          </ac:picMkLst>
        </pc:picChg>
        <pc:picChg chg="add del mod">
          <ac:chgData name="CSPT02" userId="21f640c2-b5d5-40ed-b03e-b88c15baf445" providerId="ADAL" clId="{F9AD771C-6A67-467B-A986-39174811E176}" dt="2025-07-30T10:54:06.271" v="1883" actId="21"/>
          <ac:picMkLst>
            <pc:docMk/>
            <pc:sldMk cId="1504685782" sldId="517"/>
            <ac:picMk id="73" creationId="{072986B5-5CC4-903E-D8FD-3F5F6D03665E}"/>
          </ac:picMkLst>
        </pc:picChg>
        <pc:inkChg chg="add mod">
          <ac:chgData name="CSPT02" userId="21f640c2-b5d5-40ed-b03e-b88c15baf445" providerId="ADAL" clId="{F9AD771C-6A67-467B-A986-39174811E176}" dt="2025-07-30T10:27:57.540" v="1529" actId="208"/>
          <ac:inkMkLst>
            <pc:docMk/>
            <pc:sldMk cId="1504685782" sldId="517"/>
            <ac:inkMk id="4" creationId="{C7B2751C-1656-D12D-0B9B-8A654471CF11}"/>
          </ac:inkMkLst>
        </pc:inkChg>
        <pc:inkChg chg="add mod">
          <ac:chgData name="CSPT02" userId="21f640c2-b5d5-40ed-b03e-b88c15baf445" providerId="ADAL" clId="{F9AD771C-6A67-467B-A986-39174811E176}" dt="2025-07-30T10:21:39.663" v="1485" actId="208"/>
          <ac:inkMkLst>
            <pc:docMk/>
            <pc:sldMk cId="1504685782" sldId="517"/>
            <ac:inkMk id="5" creationId="{23AE24B5-78D4-9F8C-CDD7-6CD7D3B3DF46}"/>
          </ac:inkMkLst>
        </pc:inkChg>
        <pc:inkChg chg="add mod">
          <ac:chgData name="CSPT02" userId="21f640c2-b5d5-40ed-b03e-b88c15baf445" providerId="ADAL" clId="{F9AD771C-6A67-467B-A986-39174811E176}" dt="2025-07-30T10:22:15.495" v="1496" actId="1076"/>
          <ac:inkMkLst>
            <pc:docMk/>
            <pc:sldMk cId="1504685782" sldId="517"/>
            <ac:inkMk id="6" creationId="{6141D052-A7BF-2295-B5AB-4E63F1AC3372}"/>
          </ac:inkMkLst>
        </pc:inkChg>
        <pc:inkChg chg="add mod">
          <ac:chgData name="CSPT02" userId="21f640c2-b5d5-40ed-b03e-b88c15baf445" providerId="ADAL" clId="{F9AD771C-6A67-467B-A986-39174811E176}" dt="2025-07-30T10:34:58.592" v="1629" actId="208"/>
          <ac:inkMkLst>
            <pc:docMk/>
            <pc:sldMk cId="1504685782" sldId="517"/>
            <ac:inkMk id="7" creationId="{BF51FFDA-EAF1-AF66-20E3-34A0A1BC5435}"/>
          </ac:inkMkLst>
        </pc:inkChg>
        <pc:inkChg chg="add mod">
          <ac:chgData name="CSPT02" userId="21f640c2-b5d5-40ed-b03e-b88c15baf445" providerId="ADAL" clId="{F9AD771C-6A67-467B-A986-39174811E176}" dt="2025-07-30T10:22:55.149" v="1502" actId="14100"/>
          <ac:inkMkLst>
            <pc:docMk/>
            <pc:sldMk cId="1504685782" sldId="517"/>
            <ac:inkMk id="8" creationId="{9FF39496-49BE-F637-5494-99CFB64BBB4E}"/>
          </ac:inkMkLst>
        </pc:inkChg>
        <pc:inkChg chg="add mod">
          <ac:chgData name="CSPT02" userId="21f640c2-b5d5-40ed-b03e-b88c15baf445" providerId="ADAL" clId="{F9AD771C-6A67-467B-A986-39174811E176}" dt="2025-07-30T10:38:25.031" v="1670" actId="208"/>
          <ac:inkMkLst>
            <pc:docMk/>
            <pc:sldMk cId="1504685782" sldId="517"/>
            <ac:inkMk id="67" creationId="{A8F5FC1A-0BB2-94D8-DC20-545F43688412}"/>
          </ac:inkMkLst>
        </pc:inkChg>
        <pc:inkChg chg="add mod">
          <ac:chgData name="CSPT02" userId="21f640c2-b5d5-40ed-b03e-b88c15baf445" providerId="ADAL" clId="{F9AD771C-6A67-467B-A986-39174811E176}" dt="2025-07-30T10:41:59.121" v="1849" actId="1076"/>
          <ac:inkMkLst>
            <pc:docMk/>
            <pc:sldMk cId="1504685782" sldId="517"/>
            <ac:inkMk id="68" creationId="{64B405CA-74A9-0BB5-C58E-4D4A20091E1F}"/>
          </ac:inkMkLst>
        </pc:inkChg>
        <pc:cxnChg chg="mod">
          <ac:chgData name="CSPT02" userId="21f640c2-b5d5-40ed-b03e-b88c15baf445" providerId="ADAL" clId="{F9AD771C-6A67-467B-A986-39174811E176}" dt="2025-07-30T10:26:39.960" v="1522"/>
          <ac:cxnSpMkLst>
            <pc:docMk/>
            <pc:sldMk cId="1504685782" sldId="517"/>
            <ac:cxnSpMk id="17" creationId="{4D2514DE-D1DF-406F-6236-5151B69FC40A}"/>
          </ac:cxnSpMkLst>
        </pc:cxnChg>
        <pc:cxnChg chg="mod">
          <ac:chgData name="CSPT02" userId="21f640c2-b5d5-40ed-b03e-b88c15baf445" providerId="ADAL" clId="{F9AD771C-6A67-467B-A986-39174811E176}" dt="2025-07-30T10:28:30.743" v="1535"/>
          <ac:cxnSpMkLst>
            <pc:docMk/>
            <pc:sldMk cId="1504685782" sldId="517"/>
            <ac:cxnSpMk id="23" creationId="{17213DD7-8BF4-9EC9-FC38-6DE4BDACD52E}"/>
          </ac:cxnSpMkLst>
        </pc:cxnChg>
        <pc:cxnChg chg="mod">
          <ac:chgData name="CSPT02" userId="21f640c2-b5d5-40ed-b03e-b88c15baf445" providerId="ADAL" clId="{F9AD771C-6A67-467B-A986-39174811E176}" dt="2025-07-30T10:29:18.070" v="1548"/>
          <ac:cxnSpMkLst>
            <pc:docMk/>
            <pc:sldMk cId="1504685782" sldId="517"/>
            <ac:cxnSpMk id="31" creationId="{98273126-D003-3EAF-1D53-35F01C1053D9}"/>
          </ac:cxnSpMkLst>
        </pc:cxnChg>
        <pc:cxnChg chg="add mod">
          <ac:chgData name="CSPT02" userId="21f640c2-b5d5-40ed-b03e-b88c15baf445" providerId="ADAL" clId="{F9AD771C-6A67-467B-A986-39174811E176}" dt="2025-07-30T10:33:00.113" v="1610" actId="1076"/>
          <ac:cxnSpMkLst>
            <pc:docMk/>
            <pc:sldMk cId="1504685782" sldId="517"/>
            <ac:cxnSpMk id="34" creationId="{A1991C19-98B6-4ECE-D5AE-1C0FA4E8852D}"/>
          </ac:cxnSpMkLst>
        </pc:cxnChg>
        <pc:cxnChg chg="mod">
          <ac:chgData name="CSPT02" userId="21f640c2-b5d5-40ed-b03e-b88c15baf445" providerId="ADAL" clId="{F9AD771C-6A67-467B-A986-39174811E176}" dt="2025-07-30T10:30:39.675" v="1567"/>
          <ac:cxnSpMkLst>
            <pc:docMk/>
            <pc:sldMk cId="1504685782" sldId="517"/>
            <ac:cxnSpMk id="40" creationId="{ED2B299C-4953-5AFE-1F4E-C7E5F14E5651}"/>
          </ac:cxnSpMkLst>
        </pc:cxnChg>
        <pc:cxnChg chg="mod">
          <ac:chgData name="CSPT02" userId="21f640c2-b5d5-40ed-b03e-b88c15baf445" providerId="ADAL" clId="{F9AD771C-6A67-467B-A986-39174811E176}" dt="2025-07-30T10:35:13.593" v="1631"/>
          <ac:cxnSpMkLst>
            <pc:docMk/>
            <pc:sldMk cId="1504685782" sldId="517"/>
            <ac:cxnSpMk id="51" creationId="{973469E2-F6EE-971D-FF97-D82DC549A496}"/>
          </ac:cxnSpMkLst>
        </pc:cxnChg>
        <pc:cxnChg chg="mod">
          <ac:chgData name="CSPT02" userId="21f640c2-b5d5-40ed-b03e-b88c15baf445" providerId="ADAL" clId="{F9AD771C-6A67-467B-A986-39174811E176}" dt="2025-07-30T10:35:58.770" v="1641"/>
          <ac:cxnSpMkLst>
            <pc:docMk/>
            <pc:sldMk cId="1504685782" sldId="517"/>
            <ac:cxnSpMk id="59" creationId="{4D282FDC-1139-BE04-EB76-2D491AFDFA89}"/>
          </ac:cxnSpMkLst>
        </pc:cxnChg>
      </pc:sldChg>
      <pc:sldChg chg="addSp delSp modSp new mod addAnim delAnim modAnim">
        <pc:chgData name="CSPT02" userId="21f640c2-b5d5-40ed-b03e-b88c15baf445" providerId="ADAL" clId="{F9AD771C-6A67-467B-A986-39174811E176}" dt="2025-07-31T04:34:46.162" v="2243" actId="207"/>
        <pc:sldMkLst>
          <pc:docMk/>
          <pc:sldMk cId="2874929023" sldId="518"/>
        </pc:sldMkLst>
        <pc:spChg chg="add mod">
          <ac:chgData name="CSPT02" userId="21f640c2-b5d5-40ed-b03e-b88c15baf445" providerId="ADAL" clId="{F9AD771C-6A67-467B-A986-39174811E176}" dt="2025-07-30T10:56:23.632" v="1910" actId="1076"/>
          <ac:spMkLst>
            <pc:docMk/>
            <pc:sldMk cId="2874929023" sldId="518"/>
            <ac:spMk id="9" creationId="{52303CAD-4E83-3744-1118-6BFE7288F8A4}"/>
          </ac:spMkLst>
        </pc:spChg>
        <pc:spChg chg="add 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2" creationId="{A31EE843-1349-7C40-75C7-78D98F3766EC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3" creationId="{9C26B0E2-A10E-2777-EAFD-A42B9DA853D9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4" creationId="{612C8334-3631-45DE-D08D-7D3431DF13D4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5" creationId="{72079AD1-5243-7AA4-D0AB-77D90782C292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6" creationId="{1B08CBBF-34E4-3102-86F5-9C0958163FA1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7" creationId="{9A19B820-E8F2-83E0-9464-6E299037ABE5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8" creationId="{FC124B5F-2384-8422-76D7-5D3DD4103B7D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19" creationId="{B60E423E-5CAE-E6E5-B0D5-F21CD932B9D8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20" creationId="{C91C5EE7-DB46-41EB-EB90-7DB8C298E9AD}"/>
          </ac:spMkLst>
        </pc:spChg>
        <pc:spChg chg="del mod">
          <ac:chgData name="CSPT02" userId="21f640c2-b5d5-40ed-b03e-b88c15baf445" providerId="ADAL" clId="{F9AD771C-6A67-467B-A986-39174811E176}" dt="2025-07-30T10:57:51.083" v="1930" actId="478"/>
          <ac:spMkLst>
            <pc:docMk/>
            <pc:sldMk cId="2874929023" sldId="518"/>
            <ac:spMk id="21" creationId="{51E7D78E-34FB-1D06-28D6-9EB7284B8419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27" creationId="{845B1423-0655-C24E-9425-46DC0971CDF4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28" creationId="{A9CA029B-21C0-EE5D-E4C0-DA4FE544C80B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30" creationId="{41A5F0BA-53D4-5C27-5471-88E4FF708B1E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33" creationId="{B08564CC-6264-CFDD-2812-17990695272B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43" creationId="{A1B3B91A-79EF-E733-BA9B-089367866975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46" creationId="{70B6844E-52B4-C197-5F21-1BD67B50036D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49" creationId="{EDB40627-8CDF-C571-DE0A-080F8EFD7E79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52" creationId="{F24878C5-ABCE-D0FB-6D92-D2C1F5FD4823}"/>
          </ac:spMkLst>
        </pc:spChg>
        <pc:spChg chg="mod">
          <ac:chgData name="CSPT02" userId="21f640c2-b5d5-40ed-b03e-b88c15baf445" providerId="ADAL" clId="{F9AD771C-6A67-467B-A986-39174811E176}" dt="2025-07-30T10:56:54.098" v="1912"/>
          <ac:spMkLst>
            <pc:docMk/>
            <pc:sldMk cId="2874929023" sldId="518"/>
            <ac:spMk id="54" creationId="{E5A1F11A-2461-87D5-A7B9-C06D615E45D4}"/>
          </ac:spMkLst>
        </pc:spChg>
        <pc:spChg chg="mod">
          <ac:chgData name="CSPT02" userId="21f640c2-b5d5-40ed-b03e-b88c15baf445" providerId="ADAL" clId="{F9AD771C-6A67-467B-A986-39174811E176}" dt="2025-07-31T04:06:51.035" v="1973" actId="207"/>
          <ac:spMkLst>
            <pc:docMk/>
            <pc:sldMk cId="2874929023" sldId="518"/>
            <ac:spMk id="60" creationId="{DA9A0091-0049-2280-26D4-887F9ADB46F4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61" creationId="{DC4339D9-F626-5D7A-2618-81A039A212DB}"/>
          </ac:spMkLst>
        </pc:spChg>
        <pc:spChg chg="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62" creationId="{98E6FE73-8E15-CF47-841E-91E0D3A3040F}"/>
          </ac:spMkLst>
        </pc:spChg>
        <pc:spChg chg="mod">
          <ac:chgData name="CSPT02" userId="21f640c2-b5d5-40ed-b03e-b88c15baf445" providerId="ADAL" clId="{F9AD771C-6A67-467B-A986-39174811E176}" dt="2025-07-31T04:10:32.602" v="2024" actId="1076"/>
          <ac:spMkLst>
            <pc:docMk/>
            <pc:sldMk cId="2874929023" sldId="518"/>
            <ac:spMk id="63" creationId="{E539E677-5055-C865-B4ED-A6F2FD3C8179}"/>
          </ac:spMkLst>
        </pc:spChg>
        <pc:spChg chg="mod">
          <ac:chgData name="CSPT02" userId="21f640c2-b5d5-40ed-b03e-b88c15baf445" providerId="ADAL" clId="{F9AD771C-6A67-467B-A986-39174811E176}" dt="2025-07-31T04:10:41.785" v="2027" actId="1076"/>
          <ac:spMkLst>
            <pc:docMk/>
            <pc:sldMk cId="2874929023" sldId="518"/>
            <ac:spMk id="64" creationId="{4808E371-A00C-1F49-BC28-8A9B1DB63CD1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65" creationId="{4E51AC25-DA7C-9DAD-68C2-4BF1D5FF2733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66" creationId="{175C1025-A181-E711-247F-565103E6B94F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67" creationId="{E727E17E-3FDF-5101-AE4F-5C1FEB2827B0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68" creationId="{E4B91D5F-E294-4D80-A11E-6B9E546F5B3B}"/>
          </ac:spMkLst>
        </pc:spChg>
        <pc:spChg chg="mod">
          <ac:chgData name="CSPT02" userId="21f640c2-b5d5-40ed-b03e-b88c15baf445" providerId="ADAL" clId="{F9AD771C-6A67-467B-A986-39174811E176}" dt="2025-07-31T04:05:55.620" v="1960" actId="14100"/>
          <ac:spMkLst>
            <pc:docMk/>
            <pc:sldMk cId="2874929023" sldId="518"/>
            <ac:spMk id="69" creationId="{94AF3274-7C1D-83D2-B8DE-D0B414F397CC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70" creationId="{BD5DDB53-0075-7A60-AE7E-55E9E3BD4163}"/>
          </ac:spMkLst>
        </pc:spChg>
        <pc:spChg chg="mod">
          <ac:chgData name="CSPT02" userId="21f640c2-b5d5-40ed-b03e-b88c15baf445" providerId="ADAL" clId="{F9AD771C-6A67-467B-A986-39174811E176}" dt="2025-07-31T04:11:03.366" v="2030" actId="1076"/>
          <ac:spMkLst>
            <pc:docMk/>
            <pc:sldMk cId="2874929023" sldId="518"/>
            <ac:spMk id="71" creationId="{FC78B153-1DD6-959E-20F3-6FD8D57ABCD4}"/>
          </ac:spMkLst>
        </pc:spChg>
        <pc:spChg chg="mod">
          <ac:chgData name="CSPT02" userId="21f640c2-b5d5-40ed-b03e-b88c15baf445" providerId="ADAL" clId="{F9AD771C-6A67-467B-A986-39174811E176}" dt="2025-07-31T04:12:52.592" v="2048" actId="1076"/>
          <ac:spMkLst>
            <pc:docMk/>
            <pc:sldMk cId="2874929023" sldId="518"/>
            <ac:spMk id="72" creationId="{77AAF948-8E1A-4332-6F95-D2A199D07986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74" creationId="{67D6004E-CE51-5B37-772C-EAB53739EB7E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75" creationId="{FA1D8191-735B-35A5-2C96-9C6E110A60EF}"/>
          </ac:spMkLst>
        </pc:spChg>
        <pc:spChg chg="mod">
          <ac:chgData name="CSPT02" userId="21f640c2-b5d5-40ed-b03e-b88c15baf445" providerId="ADAL" clId="{F9AD771C-6A67-467B-A986-39174811E176}" dt="2025-07-31T04:11:47.490" v="2038" actId="1076"/>
          <ac:spMkLst>
            <pc:docMk/>
            <pc:sldMk cId="2874929023" sldId="518"/>
            <ac:spMk id="76" creationId="{9CA69CFB-02E5-50B7-491F-A3167CB2FC35}"/>
          </ac:spMkLst>
        </pc:spChg>
        <pc:spChg chg="add mod">
          <ac:chgData name="CSPT02" userId="21f640c2-b5d5-40ed-b03e-b88c15baf445" providerId="ADAL" clId="{F9AD771C-6A67-467B-A986-39174811E176}" dt="2025-07-31T04:21:17.947" v="2124" actId="1076"/>
          <ac:spMkLst>
            <pc:docMk/>
            <pc:sldMk cId="2874929023" sldId="518"/>
            <ac:spMk id="77" creationId="{644512D7-ED42-AF8C-54B6-A7A6F6AA43A7}"/>
          </ac:spMkLst>
        </pc:spChg>
        <pc:spChg chg="add del mod">
          <ac:chgData name="CSPT02" userId="21f640c2-b5d5-40ed-b03e-b88c15baf445" providerId="ADAL" clId="{F9AD771C-6A67-467B-A986-39174811E176}" dt="2025-07-31T04:06:25.199" v="1969" actId="478"/>
          <ac:spMkLst>
            <pc:docMk/>
            <pc:sldMk cId="2874929023" sldId="518"/>
            <ac:spMk id="78" creationId="{6C3B0D02-AE48-D4E4-653C-BF60525670EB}"/>
          </ac:spMkLst>
        </pc:spChg>
        <pc:spChg chg="add mod">
          <ac:chgData name="CSPT02" userId="21f640c2-b5d5-40ed-b03e-b88c15baf445" providerId="ADAL" clId="{F9AD771C-6A67-467B-A986-39174811E176}" dt="2025-07-31T04:21:23.913" v="2126" actId="1076"/>
          <ac:spMkLst>
            <pc:docMk/>
            <pc:sldMk cId="2874929023" sldId="518"/>
            <ac:spMk id="79" creationId="{90944784-A83B-643F-A4D1-675650E2A488}"/>
          </ac:spMkLst>
        </pc:spChg>
        <pc:spChg chg="add mod">
          <ac:chgData name="CSPT02" userId="21f640c2-b5d5-40ed-b03e-b88c15baf445" providerId="ADAL" clId="{F9AD771C-6A67-467B-A986-39174811E176}" dt="2025-07-31T04:21:23.913" v="2126" actId="1076"/>
          <ac:spMkLst>
            <pc:docMk/>
            <pc:sldMk cId="2874929023" sldId="518"/>
            <ac:spMk id="80" creationId="{D2720A74-985B-156E-DE36-7F57B03085E8}"/>
          </ac:spMkLst>
        </pc:spChg>
        <pc:spChg chg="add mod">
          <ac:chgData name="CSPT02" userId="21f640c2-b5d5-40ed-b03e-b88c15baf445" providerId="ADAL" clId="{F9AD771C-6A67-467B-A986-39174811E176}" dt="2025-07-31T04:18:49.021" v="2084" actId="1076"/>
          <ac:spMkLst>
            <pc:docMk/>
            <pc:sldMk cId="2874929023" sldId="518"/>
            <ac:spMk id="86" creationId="{DCB060EE-9679-0429-DA92-42F5063F6ACC}"/>
          </ac:spMkLst>
        </pc:spChg>
        <pc:spChg chg="mod">
          <ac:chgData name="CSPT02" userId="21f640c2-b5d5-40ed-b03e-b88c15baf445" providerId="ADAL" clId="{F9AD771C-6A67-467B-A986-39174811E176}" dt="2025-07-31T04:18:40.882" v="2082"/>
          <ac:spMkLst>
            <pc:docMk/>
            <pc:sldMk cId="2874929023" sldId="518"/>
            <ac:spMk id="88" creationId="{8771BF42-AF13-04CA-5BF9-983D2BC2C9A8}"/>
          </ac:spMkLst>
        </pc:spChg>
        <pc:spChg chg="mod">
          <ac:chgData name="CSPT02" userId="21f640c2-b5d5-40ed-b03e-b88c15baf445" providerId="ADAL" clId="{F9AD771C-6A67-467B-A986-39174811E176}" dt="2025-07-31T04:18:40.882" v="2082"/>
          <ac:spMkLst>
            <pc:docMk/>
            <pc:sldMk cId="2874929023" sldId="518"/>
            <ac:spMk id="91" creationId="{B2A93CDF-46F7-77D5-323F-0EFD97514EA2}"/>
          </ac:spMkLst>
        </pc:spChg>
        <pc:spChg chg="add mod">
          <ac:chgData name="CSPT02" userId="21f640c2-b5d5-40ed-b03e-b88c15baf445" providerId="ADAL" clId="{F9AD771C-6A67-467B-A986-39174811E176}" dt="2025-07-31T04:21:23.913" v="2126" actId="1076"/>
          <ac:spMkLst>
            <pc:docMk/>
            <pc:sldMk cId="2874929023" sldId="518"/>
            <ac:spMk id="92" creationId="{1A984383-2918-0F0D-8D82-A0191D98876D}"/>
          </ac:spMkLst>
        </pc:spChg>
        <pc:spChg chg="mod">
          <ac:chgData name="CSPT02" userId="21f640c2-b5d5-40ed-b03e-b88c15baf445" providerId="ADAL" clId="{F9AD771C-6A67-467B-A986-39174811E176}" dt="2025-07-31T04:19:02.910" v="2086"/>
          <ac:spMkLst>
            <pc:docMk/>
            <pc:sldMk cId="2874929023" sldId="518"/>
            <ac:spMk id="94" creationId="{2B94970B-CE0E-9202-5708-F1C82AF0A641}"/>
          </ac:spMkLst>
        </pc:spChg>
        <pc:spChg chg="mod">
          <ac:chgData name="CSPT02" userId="21f640c2-b5d5-40ed-b03e-b88c15baf445" providerId="ADAL" clId="{F9AD771C-6A67-467B-A986-39174811E176}" dt="2025-07-31T04:19:10.196" v="2088" actId="20577"/>
          <ac:spMkLst>
            <pc:docMk/>
            <pc:sldMk cId="2874929023" sldId="518"/>
            <ac:spMk id="97" creationId="{9C945EC8-ECE7-58AE-8263-9AA2EB417575}"/>
          </ac:spMkLst>
        </pc:spChg>
        <pc:spChg chg="add mod">
          <ac:chgData name="CSPT02" userId="21f640c2-b5d5-40ed-b03e-b88c15baf445" providerId="ADAL" clId="{F9AD771C-6A67-467B-A986-39174811E176}" dt="2025-07-31T04:23:12.398" v="2143" actId="1076"/>
          <ac:spMkLst>
            <pc:docMk/>
            <pc:sldMk cId="2874929023" sldId="518"/>
            <ac:spMk id="98" creationId="{5D2E0B97-9A1D-6343-01D6-C7B14A692A90}"/>
          </ac:spMkLst>
        </pc:spChg>
        <pc:spChg chg="add mod">
          <ac:chgData name="CSPT02" userId="21f640c2-b5d5-40ed-b03e-b88c15baf445" providerId="ADAL" clId="{F9AD771C-6A67-467B-A986-39174811E176}" dt="2025-07-31T04:23:12.398" v="2143" actId="1076"/>
          <ac:spMkLst>
            <pc:docMk/>
            <pc:sldMk cId="2874929023" sldId="518"/>
            <ac:spMk id="99" creationId="{00B808A0-B78C-7AF1-9967-EB903F178A15}"/>
          </ac:spMkLst>
        </pc:spChg>
        <pc:spChg chg="mod">
          <ac:chgData name="CSPT02" userId="21f640c2-b5d5-40ed-b03e-b88c15baf445" providerId="ADAL" clId="{F9AD771C-6A67-467B-A986-39174811E176}" dt="2025-07-31T04:19:14.625" v="2089"/>
          <ac:spMkLst>
            <pc:docMk/>
            <pc:sldMk cId="2874929023" sldId="518"/>
            <ac:spMk id="101" creationId="{1A0CFD31-29CF-9B57-81A8-2BBE333DCFEC}"/>
          </ac:spMkLst>
        </pc:spChg>
        <pc:spChg chg="mod">
          <ac:chgData name="CSPT02" userId="21f640c2-b5d5-40ed-b03e-b88c15baf445" providerId="ADAL" clId="{F9AD771C-6A67-467B-A986-39174811E176}" dt="2025-07-31T04:19:14.625" v="2089"/>
          <ac:spMkLst>
            <pc:docMk/>
            <pc:sldMk cId="2874929023" sldId="518"/>
            <ac:spMk id="104" creationId="{1B9E55B3-2C5D-5AD9-3F9F-8EAB67357450}"/>
          </ac:spMkLst>
        </pc:spChg>
        <pc:spChg chg="add mod">
          <ac:chgData name="CSPT02" userId="21f640c2-b5d5-40ed-b03e-b88c15baf445" providerId="ADAL" clId="{F9AD771C-6A67-467B-A986-39174811E176}" dt="2025-07-31T04:34:42.034" v="2242" actId="207"/>
          <ac:spMkLst>
            <pc:docMk/>
            <pc:sldMk cId="2874929023" sldId="518"/>
            <ac:spMk id="105" creationId="{34B59150-D553-F216-1240-3E7E7815ADA3}"/>
          </ac:spMkLst>
        </pc:spChg>
        <pc:spChg chg="add mod">
          <ac:chgData name="CSPT02" userId="21f640c2-b5d5-40ed-b03e-b88c15baf445" providerId="ADAL" clId="{F9AD771C-6A67-467B-A986-39174811E176}" dt="2025-07-31T04:23:18.789" v="2144" actId="1076"/>
          <ac:spMkLst>
            <pc:docMk/>
            <pc:sldMk cId="2874929023" sldId="518"/>
            <ac:spMk id="106" creationId="{D1F5F8FC-F38E-2DAC-0EA9-A546B9DD9D8B}"/>
          </ac:spMkLst>
        </pc:spChg>
        <pc:spChg chg="mod">
          <ac:chgData name="CSPT02" userId="21f640c2-b5d5-40ed-b03e-b88c15baf445" providerId="ADAL" clId="{F9AD771C-6A67-467B-A986-39174811E176}" dt="2025-07-31T04:20:27.321" v="2113" actId="20577"/>
          <ac:spMkLst>
            <pc:docMk/>
            <pc:sldMk cId="2874929023" sldId="518"/>
            <ac:spMk id="108" creationId="{57A6EEA0-84FC-A736-0768-2D2EE9A58C6E}"/>
          </ac:spMkLst>
        </pc:spChg>
        <pc:spChg chg="mod">
          <ac:chgData name="CSPT02" userId="21f640c2-b5d5-40ed-b03e-b88c15baf445" providerId="ADAL" clId="{F9AD771C-6A67-467B-A986-39174811E176}" dt="2025-07-31T04:19:36.621" v="2095"/>
          <ac:spMkLst>
            <pc:docMk/>
            <pc:sldMk cId="2874929023" sldId="518"/>
            <ac:spMk id="111" creationId="{59968A55-FFB8-D1B4-3074-3370BF0FA5AD}"/>
          </ac:spMkLst>
        </pc:spChg>
        <pc:spChg chg="add mod">
          <ac:chgData name="CSPT02" userId="21f640c2-b5d5-40ed-b03e-b88c15baf445" providerId="ADAL" clId="{F9AD771C-6A67-467B-A986-39174811E176}" dt="2025-07-31T04:34:46.162" v="2243" actId="207"/>
          <ac:spMkLst>
            <pc:docMk/>
            <pc:sldMk cId="2874929023" sldId="518"/>
            <ac:spMk id="112" creationId="{3C4972A2-1567-8191-D1F2-78638CF81DCC}"/>
          </ac:spMkLst>
        </pc:spChg>
        <pc:spChg chg="add mod">
          <ac:chgData name="CSPT02" userId="21f640c2-b5d5-40ed-b03e-b88c15baf445" providerId="ADAL" clId="{F9AD771C-6A67-467B-A986-39174811E176}" dt="2025-07-31T04:23:24.960" v="2145" actId="1076"/>
          <ac:spMkLst>
            <pc:docMk/>
            <pc:sldMk cId="2874929023" sldId="518"/>
            <ac:spMk id="113" creationId="{1BAEEF1F-C7D3-0B3B-0996-AFB7D75E2A84}"/>
          </ac:spMkLst>
        </pc:spChg>
        <pc:spChg chg="mod">
          <ac:chgData name="CSPT02" userId="21f640c2-b5d5-40ed-b03e-b88c15baf445" providerId="ADAL" clId="{F9AD771C-6A67-467B-A986-39174811E176}" dt="2025-07-31T04:20:49.225" v="2119"/>
          <ac:spMkLst>
            <pc:docMk/>
            <pc:sldMk cId="2874929023" sldId="518"/>
            <ac:spMk id="115" creationId="{AA8C9FC5-13AC-0EAA-09F1-DED6094C70E8}"/>
          </ac:spMkLst>
        </pc:spChg>
        <pc:spChg chg="mod">
          <ac:chgData name="CSPT02" userId="21f640c2-b5d5-40ed-b03e-b88c15baf445" providerId="ADAL" clId="{F9AD771C-6A67-467B-A986-39174811E176}" dt="2025-07-31T04:20:49.225" v="2119"/>
          <ac:spMkLst>
            <pc:docMk/>
            <pc:sldMk cId="2874929023" sldId="518"/>
            <ac:spMk id="118" creationId="{2F627AC7-1631-5EB9-3C4D-09288ABF8E24}"/>
          </ac:spMkLst>
        </pc:spChg>
        <pc:spChg chg="add mod">
          <ac:chgData name="CSPT02" userId="21f640c2-b5d5-40ed-b03e-b88c15baf445" providerId="ADAL" clId="{F9AD771C-6A67-467B-A986-39174811E176}" dt="2025-07-31T04:23:31.205" v="2146" actId="1076"/>
          <ac:spMkLst>
            <pc:docMk/>
            <pc:sldMk cId="2874929023" sldId="518"/>
            <ac:spMk id="119" creationId="{6EC141E4-4ED9-EBCE-F515-288C7F7B98A5}"/>
          </ac:spMkLst>
        </pc:spChg>
        <pc:spChg chg="add mod">
          <ac:chgData name="CSPT02" userId="21f640c2-b5d5-40ed-b03e-b88c15baf445" providerId="ADAL" clId="{F9AD771C-6A67-467B-A986-39174811E176}" dt="2025-07-31T04:23:47.296" v="2149" actId="1076"/>
          <ac:spMkLst>
            <pc:docMk/>
            <pc:sldMk cId="2874929023" sldId="518"/>
            <ac:spMk id="121" creationId="{B0C8672D-5223-5D0F-0DBB-821E3B7F1E3D}"/>
          </ac:spMkLst>
        </pc:spChg>
        <pc:spChg chg="mod">
          <ac:chgData name="CSPT02" userId="21f640c2-b5d5-40ed-b03e-b88c15baf445" providerId="ADAL" clId="{F9AD771C-6A67-467B-A986-39174811E176}" dt="2025-07-31T04:22:56.463" v="2141"/>
          <ac:spMkLst>
            <pc:docMk/>
            <pc:sldMk cId="2874929023" sldId="518"/>
            <ac:spMk id="123" creationId="{820FEEE6-FA84-C803-769B-8639F782091B}"/>
          </ac:spMkLst>
        </pc:spChg>
        <pc:spChg chg="mod">
          <ac:chgData name="CSPT02" userId="21f640c2-b5d5-40ed-b03e-b88c15baf445" providerId="ADAL" clId="{F9AD771C-6A67-467B-A986-39174811E176}" dt="2025-07-31T04:22:56.463" v="2141"/>
          <ac:spMkLst>
            <pc:docMk/>
            <pc:sldMk cId="2874929023" sldId="518"/>
            <ac:spMk id="126" creationId="{32595ACE-AD5A-AC4B-4DEC-9F11D2D376DA}"/>
          </ac:spMkLst>
        </pc:spChg>
        <pc:spChg chg="add mod">
          <ac:chgData name="CSPT02" userId="21f640c2-b5d5-40ed-b03e-b88c15baf445" providerId="ADAL" clId="{F9AD771C-6A67-467B-A986-39174811E176}" dt="2025-07-31T04:23:42.715" v="2148" actId="1076"/>
          <ac:spMkLst>
            <pc:docMk/>
            <pc:sldMk cId="2874929023" sldId="518"/>
            <ac:spMk id="127" creationId="{C56C9E19-EC09-D311-C101-8CAA028761D0}"/>
          </ac:spMkLst>
        </pc:spChg>
        <pc:spChg chg="add mod">
          <ac:chgData name="CSPT02" userId="21f640c2-b5d5-40ed-b03e-b88c15baf445" providerId="ADAL" clId="{F9AD771C-6A67-467B-A986-39174811E176}" dt="2025-07-31T04:25:46.459" v="2156" actId="1076"/>
          <ac:spMkLst>
            <pc:docMk/>
            <pc:sldMk cId="2874929023" sldId="518"/>
            <ac:spMk id="128" creationId="{94E7AA96-76C5-FD73-1074-8398466088A8}"/>
          </ac:spMkLst>
        </pc:spChg>
        <pc:spChg chg="add mod">
          <ac:chgData name="CSPT02" userId="21f640c2-b5d5-40ed-b03e-b88c15baf445" providerId="ADAL" clId="{F9AD771C-6A67-467B-A986-39174811E176}" dt="2025-07-31T04:25:57.705" v="2158" actId="1076"/>
          <ac:spMkLst>
            <pc:docMk/>
            <pc:sldMk cId="2874929023" sldId="518"/>
            <ac:spMk id="129" creationId="{75BDCE10-6F33-D56D-2CE3-F2AB5B89063B}"/>
          </ac:spMkLst>
        </pc:spChg>
        <pc:spChg chg="mod">
          <ac:chgData name="CSPT02" userId="21f640c2-b5d5-40ed-b03e-b88c15baf445" providerId="ADAL" clId="{F9AD771C-6A67-467B-A986-39174811E176}" dt="2025-07-31T04:26:01.848" v="2159"/>
          <ac:spMkLst>
            <pc:docMk/>
            <pc:sldMk cId="2874929023" sldId="518"/>
            <ac:spMk id="131" creationId="{3B85DBE3-2AFC-087E-D5CF-7434601A78A5}"/>
          </ac:spMkLst>
        </pc:spChg>
        <pc:spChg chg="mod">
          <ac:chgData name="CSPT02" userId="21f640c2-b5d5-40ed-b03e-b88c15baf445" providerId="ADAL" clId="{F9AD771C-6A67-467B-A986-39174811E176}" dt="2025-07-31T04:26:01.848" v="2159"/>
          <ac:spMkLst>
            <pc:docMk/>
            <pc:sldMk cId="2874929023" sldId="518"/>
            <ac:spMk id="134" creationId="{C9DCD2A2-8C98-FD10-702E-216076DC6782}"/>
          </ac:spMkLst>
        </pc:spChg>
        <pc:spChg chg="add mod">
          <ac:chgData name="CSPT02" userId="21f640c2-b5d5-40ed-b03e-b88c15baf445" providerId="ADAL" clId="{F9AD771C-6A67-467B-A986-39174811E176}" dt="2025-07-31T04:26:05.721" v="2160" actId="1076"/>
          <ac:spMkLst>
            <pc:docMk/>
            <pc:sldMk cId="2874929023" sldId="518"/>
            <ac:spMk id="135" creationId="{5672A429-BBA5-6E0A-9011-AEB9B424E840}"/>
          </ac:spMkLst>
        </pc:spChg>
        <pc:spChg chg="add mod">
          <ac:chgData name="CSPT02" userId="21f640c2-b5d5-40ed-b03e-b88c15baf445" providerId="ADAL" clId="{F9AD771C-6A67-467B-A986-39174811E176}" dt="2025-07-31T04:26:05.721" v="2160" actId="1076"/>
          <ac:spMkLst>
            <pc:docMk/>
            <pc:sldMk cId="2874929023" sldId="518"/>
            <ac:spMk id="136" creationId="{A4161769-9D68-F88D-89A5-5F88B7853396}"/>
          </ac:spMkLst>
        </pc:spChg>
        <pc:spChg chg="add mod">
          <ac:chgData name="CSPT02" userId="21f640c2-b5d5-40ed-b03e-b88c15baf445" providerId="ADAL" clId="{F9AD771C-6A67-467B-A986-39174811E176}" dt="2025-07-31T04:26:10.909" v="2161" actId="1076"/>
          <ac:spMkLst>
            <pc:docMk/>
            <pc:sldMk cId="2874929023" sldId="518"/>
            <ac:spMk id="137" creationId="{C93CD370-FCE6-9948-611A-9482DF3A0643}"/>
          </ac:spMkLst>
        </pc:spChg>
        <pc:spChg chg="mod">
          <ac:chgData name="CSPT02" userId="21f640c2-b5d5-40ed-b03e-b88c15baf445" providerId="ADAL" clId="{F9AD771C-6A67-467B-A986-39174811E176}" dt="2025-07-31T04:26:26.298" v="2164" actId="20577"/>
          <ac:spMkLst>
            <pc:docMk/>
            <pc:sldMk cId="2874929023" sldId="518"/>
            <ac:spMk id="139" creationId="{6E9FB3C8-6020-60B7-126E-7B54799E0520}"/>
          </ac:spMkLst>
        </pc:spChg>
        <pc:spChg chg="mod">
          <ac:chgData name="CSPT02" userId="21f640c2-b5d5-40ed-b03e-b88c15baf445" providerId="ADAL" clId="{F9AD771C-6A67-467B-A986-39174811E176}" dt="2025-07-31T04:26:17.825" v="2162"/>
          <ac:spMkLst>
            <pc:docMk/>
            <pc:sldMk cId="2874929023" sldId="518"/>
            <ac:spMk id="142" creationId="{E0FCCB33-F229-38C5-FFD0-4354468AD143}"/>
          </ac:spMkLst>
        </pc:spChg>
        <pc:spChg chg="add mod">
          <ac:chgData name="CSPT02" userId="21f640c2-b5d5-40ed-b03e-b88c15baf445" providerId="ADAL" clId="{F9AD771C-6A67-467B-A986-39174811E176}" dt="2025-07-31T04:26:24.508" v="2163" actId="1076"/>
          <ac:spMkLst>
            <pc:docMk/>
            <pc:sldMk cId="2874929023" sldId="518"/>
            <ac:spMk id="143" creationId="{D35EE212-0B8F-40A8-F22D-DA034CBA74C1}"/>
          </ac:spMkLst>
        </pc:spChg>
        <pc:spChg chg="add mod">
          <ac:chgData name="CSPT02" userId="21f640c2-b5d5-40ed-b03e-b88c15baf445" providerId="ADAL" clId="{F9AD771C-6A67-467B-A986-39174811E176}" dt="2025-07-31T04:27:40.012" v="2182" actId="207"/>
          <ac:spMkLst>
            <pc:docMk/>
            <pc:sldMk cId="2874929023" sldId="518"/>
            <ac:spMk id="144" creationId="{5BC7A84A-5402-CC89-76DE-9F9A405E5B31}"/>
          </ac:spMkLst>
        </pc:spChg>
        <pc:spChg chg="add mod">
          <ac:chgData name="CSPT02" userId="21f640c2-b5d5-40ed-b03e-b88c15baf445" providerId="ADAL" clId="{F9AD771C-6A67-467B-A986-39174811E176}" dt="2025-07-31T04:26:34.124" v="2168" actId="1076"/>
          <ac:spMkLst>
            <pc:docMk/>
            <pc:sldMk cId="2874929023" sldId="518"/>
            <ac:spMk id="145" creationId="{3D46D249-6685-BA76-01CA-D1EB98D3F85C}"/>
          </ac:spMkLst>
        </pc:spChg>
        <pc:spChg chg="mod">
          <ac:chgData name="CSPT02" userId="21f640c2-b5d5-40ed-b03e-b88c15baf445" providerId="ADAL" clId="{F9AD771C-6A67-467B-A986-39174811E176}" dt="2025-07-31T04:26:39.728" v="2169"/>
          <ac:spMkLst>
            <pc:docMk/>
            <pc:sldMk cId="2874929023" sldId="518"/>
            <ac:spMk id="147" creationId="{8679AD37-CE68-E680-A3E9-3724F5544D60}"/>
          </ac:spMkLst>
        </pc:spChg>
        <pc:spChg chg="mod">
          <ac:chgData name="CSPT02" userId="21f640c2-b5d5-40ed-b03e-b88c15baf445" providerId="ADAL" clId="{F9AD771C-6A67-467B-A986-39174811E176}" dt="2025-07-31T04:26:39.728" v="2169"/>
          <ac:spMkLst>
            <pc:docMk/>
            <pc:sldMk cId="2874929023" sldId="518"/>
            <ac:spMk id="150" creationId="{C0DA921E-A449-C864-3EFC-D1D358EC1C65}"/>
          </ac:spMkLst>
        </pc:spChg>
        <pc:spChg chg="add mod">
          <ac:chgData name="CSPT02" userId="21f640c2-b5d5-40ed-b03e-b88c15baf445" providerId="ADAL" clId="{F9AD771C-6A67-467B-A986-39174811E176}" dt="2025-07-31T04:26:46.175" v="2170" actId="1076"/>
          <ac:spMkLst>
            <pc:docMk/>
            <pc:sldMk cId="2874929023" sldId="518"/>
            <ac:spMk id="151" creationId="{23DC0EBD-C2D6-C11A-0B80-A7051827AEB4}"/>
          </ac:spMkLst>
        </pc:spChg>
        <pc:spChg chg="add mod">
          <ac:chgData name="CSPT02" userId="21f640c2-b5d5-40ed-b03e-b88c15baf445" providerId="ADAL" clId="{F9AD771C-6A67-467B-A986-39174811E176}" dt="2025-07-31T04:27:50.118" v="2184" actId="207"/>
          <ac:spMkLst>
            <pc:docMk/>
            <pc:sldMk cId="2874929023" sldId="518"/>
            <ac:spMk id="152" creationId="{17FB83C0-A891-C30E-7064-3E3CEA7E8BFC}"/>
          </ac:spMkLst>
        </pc:spChg>
        <pc:spChg chg="add mod">
          <ac:chgData name="CSPT02" userId="21f640c2-b5d5-40ed-b03e-b88c15baf445" providerId="ADAL" clId="{F9AD771C-6A67-467B-A986-39174811E176}" dt="2025-07-31T04:29:10.029" v="2187" actId="1076"/>
          <ac:spMkLst>
            <pc:docMk/>
            <pc:sldMk cId="2874929023" sldId="518"/>
            <ac:spMk id="153" creationId="{90FDBB15-7884-8BB3-1BD0-380E04A6DBDC}"/>
          </ac:spMkLst>
        </pc:spChg>
        <pc:spChg chg="add mod">
          <ac:chgData name="CSPT02" userId="21f640c2-b5d5-40ed-b03e-b88c15baf445" providerId="ADAL" clId="{F9AD771C-6A67-467B-A986-39174811E176}" dt="2025-07-31T04:29:13.938" v="2188" actId="20577"/>
          <ac:spMkLst>
            <pc:docMk/>
            <pc:sldMk cId="2874929023" sldId="518"/>
            <ac:spMk id="154" creationId="{77714F42-8FD5-2FA6-F8BE-A328C1229BB6}"/>
          </ac:spMkLst>
        </pc:spChg>
        <pc:spChg chg="add mod">
          <ac:chgData name="CSPT02" userId="21f640c2-b5d5-40ed-b03e-b88c15baf445" providerId="ADAL" clId="{F9AD771C-6A67-467B-A986-39174811E176}" dt="2025-07-31T04:30:49.440" v="2206" actId="1076"/>
          <ac:spMkLst>
            <pc:docMk/>
            <pc:sldMk cId="2874929023" sldId="518"/>
            <ac:spMk id="157" creationId="{8D2A7AA6-879A-70CE-52A7-66B721C7372D}"/>
          </ac:spMkLst>
        </pc:spChg>
        <pc:spChg chg="add mod">
          <ac:chgData name="CSPT02" userId="21f640c2-b5d5-40ed-b03e-b88c15baf445" providerId="ADAL" clId="{F9AD771C-6A67-467B-A986-39174811E176}" dt="2025-07-31T04:31:34.745" v="2208" actId="1076"/>
          <ac:spMkLst>
            <pc:docMk/>
            <pc:sldMk cId="2874929023" sldId="518"/>
            <ac:spMk id="158" creationId="{92A866B2-170A-78AF-6D79-D960660A6020}"/>
          </ac:spMkLst>
        </pc:spChg>
        <pc:spChg chg="add mod">
          <ac:chgData name="CSPT02" userId="21f640c2-b5d5-40ed-b03e-b88c15baf445" providerId="ADAL" clId="{F9AD771C-6A67-467B-A986-39174811E176}" dt="2025-07-31T04:32:27.953" v="2219" actId="1076"/>
          <ac:spMkLst>
            <pc:docMk/>
            <pc:sldMk cId="2874929023" sldId="518"/>
            <ac:spMk id="159" creationId="{5A2FE72A-40FA-5448-7832-47632E907AD7}"/>
          </ac:spMkLst>
        </pc:spChg>
        <pc:spChg chg="add mod">
          <ac:chgData name="CSPT02" userId="21f640c2-b5d5-40ed-b03e-b88c15baf445" providerId="ADAL" clId="{F9AD771C-6A67-467B-A986-39174811E176}" dt="2025-07-31T04:32:27.953" v="2219" actId="1076"/>
          <ac:spMkLst>
            <pc:docMk/>
            <pc:sldMk cId="2874929023" sldId="518"/>
            <ac:spMk id="160" creationId="{F6FE0748-4ED9-906F-7FE5-F56E6EDB4DCF}"/>
          </ac:spMkLst>
        </pc:spChg>
        <pc:spChg chg="add mod">
          <ac:chgData name="CSPT02" userId="21f640c2-b5d5-40ed-b03e-b88c15baf445" providerId="ADAL" clId="{F9AD771C-6A67-467B-A986-39174811E176}" dt="2025-07-31T04:32:27.953" v="2219" actId="1076"/>
          <ac:spMkLst>
            <pc:docMk/>
            <pc:sldMk cId="2874929023" sldId="518"/>
            <ac:spMk id="161" creationId="{67ED93D2-20EF-9ED1-8141-998558719CB7}"/>
          </ac:spMkLst>
        </pc:spChg>
        <pc:spChg chg="add mod">
          <ac:chgData name="CSPT02" userId="21f640c2-b5d5-40ed-b03e-b88c15baf445" providerId="ADAL" clId="{F9AD771C-6A67-467B-A986-39174811E176}" dt="2025-07-31T04:32:55.880" v="2221" actId="1076"/>
          <ac:spMkLst>
            <pc:docMk/>
            <pc:sldMk cId="2874929023" sldId="518"/>
            <ac:spMk id="162" creationId="{96D27358-9EE9-246D-1E75-0639DB0A80E4}"/>
          </ac:spMkLst>
        </pc:spChg>
        <pc:spChg chg="add mod">
          <ac:chgData name="CSPT02" userId="21f640c2-b5d5-40ed-b03e-b88c15baf445" providerId="ADAL" clId="{F9AD771C-6A67-467B-A986-39174811E176}" dt="2025-07-31T04:33:21.908" v="2238" actId="20577"/>
          <ac:spMkLst>
            <pc:docMk/>
            <pc:sldMk cId="2874929023" sldId="518"/>
            <ac:spMk id="163" creationId="{9A276B19-06E0-A3FC-26C2-0F3AC0D2AD5B}"/>
          </ac:spMkLst>
        </pc:spChg>
        <pc:grpChg chg="add mod">
          <ac:chgData name="CSPT02" userId="21f640c2-b5d5-40ed-b03e-b88c15baf445" providerId="ADAL" clId="{F9AD771C-6A67-467B-A986-39174811E176}" dt="2025-07-31T04:18:49.021" v="2084" actId="1076"/>
          <ac:grpSpMkLst>
            <pc:docMk/>
            <pc:sldMk cId="2874929023" sldId="518"/>
            <ac:grpSpMk id="87" creationId="{4364411A-47EA-A21E-168C-5DB003EFBC57}"/>
          </ac:grpSpMkLst>
        </pc:grpChg>
        <pc:grpChg chg="mod">
          <ac:chgData name="CSPT02" userId="21f640c2-b5d5-40ed-b03e-b88c15baf445" providerId="ADAL" clId="{F9AD771C-6A67-467B-A986-39174811E176}" dt="2025-07-31T04:18:40.882" v="2082"/>
          <ac:grpSpMkLst>
            <pc:docMk/>
            <pc:sldMk cId="2874929023" sldId="518"/>
            <ac:grpSpMk id="89" creationId="{6E55F42D-C4CD-E3DB-CBCC-459BB81CCB5E}"/>
          </ac:grpSpMkLst>
        </pc:grpChg>
        <pc:grpChg chg="add mod">
          <ac:chgData name="CSPT02" userId="21f640c2-b5d5-40ed-b03e-b88c15baf445" providerId="ADAL" clId="{F9AD771C-6A67-467B-A986-39174811E176}" dt="2025-07-31T04:21:23.913" v="2126" actId="1076"/>
          <ac:grpSpMkLst>
            <pc:docMk/>
            <pc:sldMk cId="2874929023" sldId="518"/>
            <ac:grpSpMk id="93" creationId="{E94DA45A-E7E6-CE0A-EB56-C8598C3E3499}"/>
          </ac:grpSpMkLst>
        </pc:grpChg>
        <pc:grpChg chg="mod">
          <ac:chgData name="CSPT02" userId="21f640c2-b5d5-40ed-b03e-b88c15baf445" providerId="ADAL" clId="{F9AD771C-6A67-467B-A986-39174811E176}" dt="2025-07-31T04:19:02.910" v="2086"/>
          <ac:grpSpMkLst>
            <pc:docMk/>
            <pc:sldMk cId="2874929023" sldId="518"/>
            <ac:grpSpMk id="95" creationId="{63219349-6430-4912-D497-E35FB1E41576}"/>
          </ac:grpSpMkLst>
        </pc:grpChg>
        <pc:grpChg chg="add mod">
          <ac:chgData name="CSPT02" userId="21f640c2-b5d5-40ed-b03e-b88c15baf445" providerId="ADAL" clId="{F9AD771C-6A67-467B-A986-39174811E176}" dt="2025-07-31T04:23:12.398" v="2143" actId="1076"/>
          <ac:grpSpMkLst>
            <pc:docMk/>
            <pc:sldMk cId="2874929023" sldId="518"/>
            <ac:grpSpMk id="100" creationId="{41875373-9730-E7AC-D3B9-D0925651845C}"/>
          </ac:grpSpMkLst>
        </pc:grpChg>
        <pc:grpChg chg="mod">
          <ac:chgData name="CSPT02" userId="21f640c2-b5d5-40ed-b03e-b88c15baf445" providerId="ADAL" clId="{F9AD771C-6A67-467B-A986-39174811E176}" dt="2025-07-31T04:19:14.625" v="2089"/>
          <ac:grpSpMkLst>
            <pc:docMk/>
            <pc:sldMk cId="2874929023" sldId="518"/>
            <ac:grpSpMk id="102" creationId="{E6E66D80-EC40-8B2E-15E0-A3CBC408A594}"/>
          </ac:grpSpMkLst>
        </pc:grpChg>
        <pc:grpChg chg="add mod">
          <ac:chgData name="CSPT02" userId="21f640c2-b5d5-40ed-b03e-b88c15baf445" providerId="ADAL" clId="{F9AD771C-6A67-467B-A986-39174811E176}" dt="2025-07-31T04:23:18.789" v="2144" actId="1076"/>
          <ac:grpSpMkLst>
            <pc:docMk/>
            <pc:sldMk cId="2874929023" sldId="518"/>
            <ac:grpSpMk id="107" creationId="{691C947C-EC25-355A-C0EB-6745A4D06B8E}"/>
          </ac:grpSpMkLst>
        </pc:grpChg>
        <pc:grpChg chg="mod">
          <ac:chgData name="CSPT02" userId="21f640c2-b5d5-40ed-b03e-b88c15baf445" providerId="ADAL" clId="{F9AD771C-6A67-467B-A986-39174811E176}" dt="2025-07-31T04:19:36.621" v="2095"/>
          <ac:grpSpMkLst>
            <pc:docMk/>
            <pc:sldMk cId="2874929023" sldId="518"/>
            <ac:grpSpMk id="109" creationId="{3C21AEC1-294B-CB01-EF09-4A851894D771}"/>
          </ac:grpSpMkLst>
        </pc:grpChg>
        <pc:grpChg chg="add mod">
          <ac:chgData name="CSPT02" userId="21f640c2-b5d5-40ed-b03e-b88c15baf445" providerId="ADAL" clId="{F9AD771C-6A67-467B-A986-39174811E176}" dt="2025-07-31T04:23:24.960" v="2145" actId="1076"/>
          <ac:grpSpMkLst>
            <pc:docMk/>
            <pc:sldMk cId="2874929023" sldId="518"/>
            <ac:grpSpMk id="114" creationId="{56F35873-158E-094F-E825-E8F44B1D59D4}"/>
          </ac:grpSpMkLst>
        </pc:grpChg>
        <pc:grpChg chg="mod">
          <ac:chgData name="CSPT02" userId="21f640c2-b5d5-40ed-b03e-b88c15baf445" providerId="ADAL" clId="{F9AD771C-6A67-467B-A986-39174811E176}" dt="2025-07-31T04:20:49.225" v="2119"/>
          <ac:grpSpMkLst>
            <pc:docMk/>
            <pc:sldMk cId="2874929023" sldId="518"/>
            <ac:grpSpMk id="116" creationId="{5516C7B4-D119-3944-351A-160B2912FC52}"/>
          </ac:grpSpMkLst>
        </pc:grpChg>
        <pc:grpChg chg="add mod">
          <ac:chgData name="CSPT02" userId="21f640c2-b5d5-40ed-b03e-b88c15baf445" providerId="ADAL" clId="{F9AD771C-6A67-467B-A986-39174811E176}" dt="2025-07-31T04:23:31.205" v="2146" actId="1076"/>
          <ac:grpSpMkLst>
            <pc:docMk/>
            <pc:sldMk cId="2874929023" sldId="518"/>
            <ac:grpSpMk id="122" creationId="{E0901C7D-53FB-8685-3CF3-B3E8587F4073}"/>
          </ac:grpSpMkLst>
        </pc:grpChg>
        <pc:grpChg chg="mod">
          <ac:chgData name="CSPT02" userId="21f640c2-b5d5-40ed-b03e-b88c15baf445" providerId="ADAL" clId="{F9AD771C-6A67-467B-A986-39174811E176}" dt="2025-07-31T04:22:56.463" v="2141"/>
          <ac:grpSpMkLst>
            <pc:docMk/>
            <pc:sldMk cId="2874929023" sldId="518"/>
            <ac:grpSpMk id="124" creationId="{E31A4FA4-139A-87FD-04C7-A5ED1C48B99B}"/>
          </ac:grpSpMkLst>
        </pc:grpChg>
        <pc:grpChg chg="add mod">
          <ac:chgData name="CSPT02" userId="21f640c2-b5d5-40ed-b03e-b88c15baf445" providerId="ADAL" clId="{F9AD771C-6A67-467B-A986-39174811E176}" dt="2025-07-31T04:26:05.721" v="2160" actId="1076"/>
          <ac:grpSpMkLst>
            <pc:docMk/>
            <pc:sldMk cId="2874929023" sldId="518"/>
            <ac:grpSpMk id="130" creationId="{E0D60A7E-FCD1-5FBD-4B98-2732B83B36F8}"/>
          </ac:grpSpMkLst>
        </pc:grpChg>
        <pc:grpChg chg="mod">
          <ac:chgData name="CSPT02" userId="21f640c2-b5d5-40ed-b03e-b88c15baf445" providerId="ADAL" clId="{F9AD771C-6A67-467B-A986-39174811E176}" dt="2025-07-31T04:26:01.848" v="2159"/>
          <ac:grpSpMkLst>
            <pc:docMk/>
            <pc:sldMk cId="2874929023" sldId="518"/>
            <ac:grpSpMk id="132" creationId="{C6BF42F7-0430-2AD5-865D-13E6EB6CC4E8}"/>
          </ac:grpSpMkLst>
        </pc:grpChg>
        <pc:grpChg chg="add mod">
          <ac:chgData name="CSPT02" userId="21f640c2-b5d5-40ed-b03e-b88c15baf445" providerId="ADAL" clId="{F9AD771C-6A67-467B-A986-39174811E176}" dt="2025-07-31T04:26:24.508" v="2163" actId="1076"/>
          <ac:grpSpMkLst>
            <pc:docMk/>
            <pc:sldMk cId="2874929023" sldId="518"/>
            <ac:grpSpMk id="138" creationId="{D2FDB1B8-F4FE-58A2-A2E6-8147C31CF63D}"/>
          </ac:grpSpMkLst>
        </pc:grpChg>
        <pc:grpChg chg="mod">
          <ac:chgData name="CSPT02" userId="21f640c2-b5d5-40ed-b03e-b88c15baf445" providerId="ADAL" clId="{F9AD771C-6A67-467B-A986-39174811E176}" dt="2025-07-31T04:26:17.825" v="2162"/>
          <ac:grpSpMkLst>
            <pc:docMk/>
            <pc:sldMk cId="2874929023" sldId="518"/>
            <ac:grpSpMk id="140" creationId="{F8D5E7B3-E223-7481-5FC0-A627E79B6AED}"/>
          </ac:grpSpMkLst>
        </pc:grpChg>
        <pc:grpChg chg="add mod">
          <ac:chgData name="CSPT02" userId="21f640c2-b5d5-40ed-b03e-b88c15baf445" providerId="ADAL" clId="{F9AD771C-6A67-467B-A986-39174811E176}" dt="2025-07-31T04:26:46.175" v="2170" actId="1076"/>
          <ac:grpSpMkLst>
            <pc:docMk/>
            <pc:sldMk cId="2874929023" sldId="518"/>
            <ac:grpSpMk id="146" creationId="{B7B376B3-F74D-F92C-5459-1469870CEAE5}"/>
          </ac:grpSpMkLst>
        </pc:grpChg>
        <pc:grpChg chg="mod">
          <ac:chgData name="CSPT02" userId="21f640c2-b5d5-40ed-b03e-b88c15baf445" providerId="ADAL" clId="{F9AD771C-6A67-467B-A986-39174811E176}" dt="2025-07-31T04:26:39.728" v="2169"/>
          <ac:grpSpMkLst>
            <pc:docMk/>
            <pc:sldMk cId="2874929023" sldId="518"/>
            <ac:grpSpMk id="148" creationId="{AEE5E80A-6402-5F43-2543-6E44B53E7567}"/>
          </ac:grpSpMkLst>
        </pc:grpChg>
        <pc:graphicFrameChg chg="mod modGraphic">
          <ac:chgData name="CSPT02" userId="21f640c2-b5d5-40ed-b03e-b88c15baf445" providerId="ADAL" clId="{F9AD771C-6A67-467B-A986-39174811E176}" dt="2025-07-30T10:57:45.973" v="1928" actId="14100"/>
          <ac:graphicFrameMkLst>
            <pc:docMk/>
            <pc:sldMk cId="2874929023" sldId="518"/>
            <ac:graphicFrameMk id="10" creationId="{82EB5E03-633A-363A-D3AA-1316A116F02F}"/>
          </ac:graphicFrameMkLst>
        </pc:graphicFrameChg>
        <pc:graphicFrameChg chg="mod modGraphic">
          <ac:chgData name="CSPT02" userId="21f640c2-b5d5-40ed-b03e-b88c15baf445" providerId="ADAL" clId="{F9AD771C-6A67-467B-A986-39174811E176}" dt="2025-07-31T04:13:05.889" v="2049" actId="14734"/>
          <ac:graphicFrameMkLst>
            <pc:docMk/>
            <pc:sldMk cId="2874929023" sldId="518"/>
            <ac:graphicFrameMk id="59" creationId="{0A481755-46B0-3E9B-573D-90507C6B81AE}"/>
          </ac:graphicFrameMkLst>
        </pc:graphicFrameChg>
        <pc:picChg chg="add del mod modCrop">
          <ac:chgData name="CSPT02" userId="21f640c2-b5d5-40ed-b03e-b88c15baf445" providerId="ADAL" clId="{F9AD771C-6A67-467B-A986-39174811E176}" dt="2025-07-30T10:53:30.176" v="1876" actId="21"/>
          <ac:picMkLst>
            <pc:docMk/>
            <pc:sldMk cId="2874929023" sldId="518"/>
            <ac:picMk id="3" creationId="{072986B5-5CC4-903E-D8FD-3F5F6D03665E}"/>
          </ac:picMkLst>
        </pc:picChg>
        <pc:picChg chg="add del mod modCrop">
          <ac:chgData name="CSPT02" userId="21f640c2-b5d5-40ed-b03e-b88c15baf445" providerId="ADAL" clId="{F9AD771C-6A67-467B-A986-39174811E176}" dt="2025-07-31T04:34:20.977" v="2239" actId="478"/>
          <ac:picMkLst>
            <pc:docMk/>
            <pc:sldMk cId="2874929023" sldId="518"/>
            <ac:picMk id="4" creationId="{00958835-8EC0-8D8A-1801-805C198F6E8F}"/>
          </ac:picMkLst>
        </pc:picChg>
        <pc:picChg chg="add mod">
          <ac:chgData name="CSPT02" userId="21f640c2-b5d5-40ed-b03e-b88c15baf445" providerId="ADAL" clId="{F9AD771C-6A67-467B-A986-39174811E176}" dt="2025-07-30T10:54:10.167" v="1885" actId="1076"/>
          <ac:picMkLst>
            <pc:docMk/>
            <pc:sldMk cId="2874929023" sldId="518"/>
            <ac:picMk id="73" creationId="{072986B5-5CC4-903E-D8FD-3F5F6D03665E}"/>
          </ac:picMkLst>
        </pc:picChg>
        <pc:inkChg chg="add mod">
          <ac:chgData name="CSPT02" userId="21f640c2-b5d5-40ed-b03e-b88c15baf445" providerId="ADAL" clId="{F9AD771C-6A67-467B-A986-39174811E176}" dt="2025-07-30T10:55:20.261" v="1895" actId="14100"/>
          <ac:inkMkLst>
            <pc:docMk/>
            <pc:sldMk cId="2874929023" sldId="518"/>
            <ac:inkMk id="5" creationId="{2DB422A7-9380-0A07-743A-EDA888A00DB9}"/>
          </ac:inkMkLst>
        </pc:inkChg>
        <pc:inkChg chg="add mod">
          <ac:chgData name="CSPT02" userId="21f640c2-b5d5-40ed-b03e-b88c15baf445" providerId="ADAL" clId="{F9AD771C-6A67-467B-A986-39174811E176}" dt="2025-07-31T04:16:35.868" v="2069" actId="14100"/>
          <ac:inkMkLst>
            <pc:docMk/>
            <pc:sldMk cId="2874929023" sldId="518"/>
            <ac:inkMk id="6" creationId="{E4A4076D-2B2D-C841-88AE-9E4F5C7875DC}"/>
          </ac:inkMkLst>
        </pc:inkChg>
        <pc:inkChg chg="add mod">
          <ac:chgData name="CSPT02" userId="21f640c2-b5d5-40ed-b03e-b88c15baf445" providerId="ADAL" clId="{F9AD771C-6A67-467B-A986-39174811E176}" dt="2025-07-30T10:55:57.320" v="1903" actId="14100"/>
          <ac:inkMkLst>
            <pc:docMk/>
            <pc:sldMk cId="2874929023" sldId="518"/>
            <ac:inkMk id="7" creationId="{9259A7D9-BC84-FF35-F287-A0EDD9B3E4B0}"/>
          </ac:inkMkLst>
        </pc:inkChg>
        <pc:inkChg chg="add mod">
          <ac:chgData name="CSPT02" userId="21f640c2-b5d5-40ed-b03e-b88c15baf445" providerId="ADAL" clId="{F9AD771C-6A67-467B-A986-39174811E176}" dt="2025-07-30T10:56:07.120" v="1907" actId="208"/>
          <ac:inkMkLst>
            <pc:docMk/>
            <pc:sldMk cId="2874929023" sldId="518"/>
            <ac:inkMk id="8" creationId="{96290E01-F07C-2D64-73AB-D71BE3FB461C}"/>
          </ac:inkMkLst>
        </pc:inkChg>
        <pc:inkChg chg="add mod">
          <ac:chgData name="CSPT02" userId="21f640c2-b5d5-40ed-b03e-b88c15baf445" providerId="ADAL" clId="{F9AD771C-6A67-467B-A986-39174811E176}" dt="2025-07-31T04:16:12.283" v="2066" actId="14100"/>
          <ac:inkMkLst>
            <pc:docMk/>
            <pc:sldMk cId="2874929023" sldId="518"/>
            <ac:inkMk id="81" creationId="{0D1F33DC-9886-3A6E-4785-BF948F31867A}"/>
          </ac:inkMkLst>
        </pc:inkChg>
        <pc:inkChg chg="add mod">
          <ac:chgData name="CSPT02" userId="21f640c2-b5d5-40ed-b03e-b88c15baf445" providerId="ADAL" clId="{F9AD771C-6A67-467B-A986-39174811E176}" dt="2025-07-31T04:16:20.318" v="2068" actId="1076"/>
          <ac:inkMkLst>
            <pc:docMk/>
            <pc:sldMk cId="2874929023" sldId="518"/>
            <ac:inkMk id="82" creationId="{FE9FE819-217E-659F-A206-5E40688750EA}"/>
          </ac:inkMkLst>
        </pc:inkChg>
        <pc:inkChg chg="add mod">
          <ac:chgData name="CSPT02" userId="21f640c2-b5d5-40ed-b03e-b88c15baf445" providerId="ADAL" clId="{F9AD771C-6A67-467B-A986-39174811E176}" dt="2025-07-31T04:17:52.713" v="2073" actId="1076"/>
          <ac:inkMkLst>
            <pc:docMk/>
            <pc:sldMk cId="2874929023" sldId="518"/>
            <ac:inkMk id="83" creationId="{2D9572B1-B86E-6B0E-55CF-59DEFD2FC9EF}"/>
          </ac:inkMkLst>
        </pc:inkChg>
        <pc:inkChg chg="add mod">
          <ac:chgData name="CSPT02" userId="21f640c2-b5d5-40ed-b03e-b88c15baf445" providerId="ADAL" clId="{F9AD771C-6A67-467B-A986-39174811E176}" dt="2025-07-31T04:17:57.509" v="2075" actId="1076"/>
          <ac:inkMkLst>
            <pc:docMk/>
            <pc:sldMk cId="2874929023" sldId="518"/>
            <ac:inkMk id="84" creationId="{1A3A185A-B0E1-E364-7DDD-AA5932DFB89D}"/>
          </ac:inkMkLst>
        </pc:inkChg>
        <pc:inkChg chg="add mod">
          <ac:chgData name="CSPT02" userId="21f640c2-b5d5-40ed-b03e-b88c15baf445" providerId="ADAL" clId="{F9AD771C-6A67-467B-A986-39174811E176}" dt="2025-07-31T04:18:16.922" v="2079" actId="14100"/>
          <ac:inkMkLst>
            <pc:docMk/>
            <pc:sldMk cId="2874929023" sldId="518"/>
            <ac:inkMk id="85" creationId="{7218ECEA-33E3-3F93-FD90-00C57001740F}"/>
          </ac:inkMkLst>
        </pc:inkChg>
        <pc:inkChg chg="add mod">
          <ac:chgData name="CSPT02" userId="21f640c2-b5d5-40ed-b03e-b88c15baf445" providerId="ADAL" clId="{F9AD771C-6A67-467B-A986-39174811E176}" dt="2025-07-31T04:22:17.787" v="2137" actId="208"/>
          <ac:inkMkLst>
            <pc:docMk/>
            <pc:sldMk cId="2874929023" sldId="518"/>
            <ac:inkMk id="120" creationId="{12DCB192-EDBF-7663-8918-182344F29940}"/>
          </ac:inkMkLst>
        </pc:inkChg>
        <pc:inkChg chg="add mod">
          <ac:chgData name="CSPT02" userId="21f640c2-b5d5-40ed-b03e-b88c15baf445" providerId="ADAL" clId="{F9AD771C-6A67-467B-A986-39174811E176}" dt="2025-07-31T04:30:27.544" v="2197" actId="208"/>
          <ac:inkMkLst>
            <pc:docMk/>
            <pc:sldMk cId="2874929023" sldId="518"/>
            <ac:inkMk id="155" creationId="{2C5AD46D-9772-0C84-3FFC-AAB0EE828DA4}"/>
          </ac:inkMkLst>
        </pc:inkChg>
        <pc:inkChg chg="add mod">
          <ac:chgData name="CSPT02" userId="21f640c2-b5d5-40ed-b03e-b88c15baf445" providerId="ADAL" clId="{F9AD771C-6A67-467B-A986-39174811E176}" dt="2025-07-31T04:30:38.323" v="2201" actId="208"/>
          <ac:inkMkLst>
            <pc:docMk/>
            <pc:sldMk cId="2874929023" sldId="518"/>
            <ac:inkMk id="156" creationId="{EC9A3817-FB29-D542-1960-5C95036C01AD}"/>
          </ac:inkMkLst>
        </pc:inkChg>
        <pc:cxnChg chg="add del">
          <ac:chgData name="CSPT02" userId="21f640c2-b5d5-40ed-b03e-b88c15baf445" providerId="ADAL" clId="{F9AD771C-6A67-467B-A986-39174811E176}" dt="2025-07-30T10:57:43.722" v="1927" actId="478"/>
          <ac:cxnSpMkLst>
            <pc:docMk/>
            <pc:sldMk cId="2874929023" sldId="518"/>
            <ac:cxnSpMk id="22" creationId="{18702CE7-C4F8-EB31-637A-641ABF5D44F0}"/>
          </ac:cxnSpMkLst>
        </pc:cxnChg>
        <pc:cxnChg chg="mod">
          <ac:chgData name="CSPT02" userId="21f640c2-b5d5-40ed-b03e-b88c15baf445" providerId="ADAL" clId="{F9AD771C-6A67-467B-A986-39174811E176}" dt="2025-07-31T04:18:40.882" v="2082"/>
          <ac:cxnSpMkLst>
            <pc:docMk/>
            <pc:sldMk cId="2874929023" sldId="518"/>
            <ac:cxnSpMk id="90" creationId="{6B58102D-DEAF-86C0-0223-D6AEAB64D22E}"/>
          </ac:cxnSpMkLst>
        </pc:cxnChg>
        <pc:cxnChg chg="mod">
          <ac:chgData name="CSPT02" userId="21f640c2-b5d5-40ed-b03e-b88c15baf445" providerId="ADAL" clId="{F9AD771C-6A67-467B-A986-39174811E176}" dt="2025-07-31T04:19:02.910" v="2086"/>
          <ac:cxnSpMkLst>
            <pc:docMk/>
            <pc:sldMk cId="2874929023" sldId="518"/>
            <ac:cxnSpMk id="96" creationId="{CA03D005-BB4B-59E3-8A56-5CA9099E4121}"/>
          </ac:cxnSpMkLst>
        </pc:cxnChg>
        <pc:cxnChg chg="mod">
          <ac:chgData name="CSPT02" userId="21f640c2-b5d5-40ed-b03e-b88c15baf445" providerId="ADAL" clId="{F9AD771C-6A67-467B-A986-39174811E176}" dt="2025-07-31T04:19:14.625" v="2089"/>
          <ac:cxnSpMkLst>
            <pc:docMk/>
            <pc:sldMk cId="2874929023" sldId="518"/>
            <ac:cxnSpMk id="103" creationId="{68B01527-7D8E-5389-6F4B-2A9D243B6E2A}"/>
          </ac:cxnSpMkLst>
        </pc:cxnChg>
        <pc:cxnChg chg="mod">
          <ac:chgData name="CSPT02" userId="21f640c2-b5d5-40ed-b03e-b88c15baf445" providerId="ADAL" clId="{F9AD771C-6A67-467B-A986-39174811E176}" dt="2025-07-31T04:19:36.621" v="2095"/>
          <ac:cxnSpMkLst>
            <pc:docMk/>
            <pc:sldMk cId="2874929023" sldId="518"/>
            <ac:cxnSpMk id="110" creationId="{EDFF283A-5437-6C40-5BC4-4A9542BF8226}"/>
          </ac:cxnSpMkLst>
        </pc:cxnChg>
        <pc:cxnChg chg="mod">
          <ac:chgData name="CSPT02" userId="21f640c2-b5d5-40ed-b03e-b88c15baf445" providerId="ADAL" clId="{F9AD771C-6A67-467B-A986-39174811E176}" dt="2025-07-31T04:20:49.225" v="2119"/>
          <ac:cxnSpMkLst>
            <pc:docMk/>
            <pc:sldMk cId="2874929023" sldId="518"/>
            <ac:cxnSpMk id="117" creationId="{03F9AE73-46ED-F38C-696F-47AE20AD3CFC}"/>
          </ac:cxnSpMkLst>
        </pc:cxnChg>
        <pc:cxnChg chg="mod">
          <ac:chgData name="CSPT02" userId="21f640c2-b5d5-40ed-b03e-b88c15baf445" providerId="ADAL" clId="{F9AD771C-6A67-467B-A986-39174811E176}" dt="2025-07-31T04:22:56.463" v="2141"/>
          <ac:cxnSpMkLst>
            <pc:docMk/>
            <pc:sldMk cId="2874929023" sldId="518"/>
            <ac:cxnSpMk id="125" creationId="{30B0BF74-4CAB-F565-E9FD-FF5B65933E15}"/>
          </ac:cxnSpMkLst>
        </pc:cxnChg>
        <pc:cxnChg chg="mod">
          <ac:chgData name="CSPT02" userId="21f640c2-b5d5-40ed-b03e-b88c15baf445" providerId="ADAL" clId="{F9AD771C-6A67-467B-A986-39174811E176}" dt="2025-07-31T04:26:01.848" v="2159"/>
          <ac:cxnSpMkLst>
            <pc:docMk/>
            <pc:sldMk cId="2874929023" sldId="518"/>
            <ac:cxnSpMk id="133" creationId="{8469FFEB-C57E-1087-473B-7072EFB59794}"/>
          </ac:cxnSpMkLst>
        </pc:cxnChg>
        <pc:cxnChg chg="mod">
          <ac:chgData name="CSPT02" userId="21f640c2-b5d5-40ed-b03e-b88c15baf445" providerId="ADAL" clId="{F9AD771C-6A67-467B-A986-39174811E176}" dt="2025-07-31T04:26:17.825" v="2162"/>
          <ac:cxnSpMkLst>
            <pc:docMk/>
            <pc:sldMk cId="2874929023" sldId="518"/>
            <ac:cxnSpMk id="141" creationId="{4B5444B9-1CD2-4988-403F-801359420BC0}"/>
          </ac:cxnSpMkLst>
        </pc:cxnChg>
        <pc:cxnChg chg="mod">
          <ac:chgData name="CSPT02" userId="21f640c2-b5d5-40ed-b03e-b88c15baf445" providerId="ADAL" clId="{F9AD771C-6A67-467B-A986-39174811E176}" dt="2025-07-31T04:26:39.728" v="2169"/>
          <ac:cxnSpMkLst>
            <pc:docMk/>
            <pc:sldMk cId="2874929023" sldId="518"/>
            <ac:cxnSpMk id="149" creationId="{1A464F46-592E-2602-5699-6DBB3619ED7E}"/>
          </ac:cxnSpMkLst>
        </pc:cxnChg>
      </pc:sldChg>
      <pc:sldChg chg="new del">
        <pc:chgData name="CSPT02" userId="21f640c2-b5d5-40ed-b03e-b88c15baf445" providerId="ADAL" clId="{F9AD771C-6A67-467B-A986-39174811E176}" dt="2025-07-30T10:52:47.153" v="1858" actId="680"/>
        <pc:sldMkLst>
          <pc:docMk/>
          <pc:sldMk cId="3386650280" sldId="518"/>
        </pc:sldMkLst>
      </pc:sldChg>
      <pc:sldChg chg="addSp delSp modSp new mod modClrScheme modAnim chgLayout">
        <pc:chgData name="CSPT02" userId="21f640c2-b5d5-40ed-b03e-b88c15baf445" providerId="ADAL" clId="{F9AD771C-6A67-467B-A986-39174811E176}" dt="2025-07-31T04:51:38.166" v="2388" actId="21"/>
        <pc:sldMkLst>
          <pc:docMk/>
          <pc:sldMk cId="1249940889" sldId="519"/>
        </pc:sldMkLst>
        <pc:spChg chg="del">
          <ac:chgData name="CSPT02" userId="21f640c2-b5d5-40ed-b03e-b88c15baf445" providerId="ADAL" clId="{F9AD771C-6A67-467B-A986-39174811E176}" dt="2025-07-31T04:45:13.180" v="2245" actId="700"/>
          <ac:spMkLst>
            <pc:docMk/>
            <pc:sldMk cId="1249940889" sldId="519"/>
            <ac:spMk id="2" creationId="{8438B78A-7738-5895-FAD3-EEE183151601}"/>
          </ac:spMkLst>
        </pc:spChg>
        <pc:spChg chg="del">
          <ac:chgData name="CSPT02" userId="21f640c2-b5d5-40ed-b03e-b88c15baf445" providerId="ADAL" clId="{F9AD771C-6A67-467B-A986-39174811E176}" dt="2025-07-31T04:45:13.180" v="2245" actId="700"/>
          <ac:spMkLst>
            <pc:docMk/>
            <pc:sldMk cId="1249940889" sldId="519"/>
            <ac:spMk id="3" creationId="{73870AC7-5820-C92B-7DCC-81603081CA52}"/>
          </ac:spMkLst>
        </pc:spChg>
        <pc:spChg chg="add mod">
          <ac:chgData name="CSPT02" userId="21f640c2-b5d5-40ed-b03e-b88c15baf445" providerId="ADAL" clId="{F9AD771C-6A67-467B-A986-39174811E176}" dt="2025-07-31T04:48:12.460" v="2332" actId="14100"/>
          <ac:spMkLst>
            <pc:docMk/>
            <pc:sldMk cId="1249940889" sldId="519"/>
            <ac:spMk id="15" creationId="{86A5EB83-013D-D3E5-6EF5-926FFE41B6D9}"/>
          </ac:spMkLst>
        </pc:spChg>
        <pc:spChg chg="add mod">
          <ac:chgData name="CSPT02" userId="21f640c2-b5d5-40ed-b03e-b88c15baf445" providerId="ADAL" clId="{F9AD771C-6A67-467B-A986-39174811E176}" dt="2025-07-31T04:48:14.178" v="2333" actId="1076"/>
          <ac:spMkLst>
            <pc:docMk/>
            <pc:sldMk cId="1249940889" sldId="519"/>
            <ac:spMk id="16" creationId="{C5D75138-B314-DC4B-DF68-B41DA79E5A8A}"/>
          </ac:spMkLst>
        </pc:spChg>
        <pc:spChg chg="add mod">
          <ac:chgData name="CSPT02" userId="21f640c2-b5d5-40ed-b03e-b88c15baf445" providerId="ADAL" clId="{F9AD771C-6A67-467B-A986-39174811E176}" dt="2025-07-31T04:48:42.947" v="2338" actId="207"/>
          <ac:spMkLst>
            <pc:docMk/>
            <pc:sldMk cId="1249940889" sldId="519"/>
            <ac:spMk id="17" creationId="{2C14913C-4895-4940-9C2A-DBA710550EB2}"/>
          </ac:spMkLst>
        </pc:spChg>
        <pc:spChg chg="add mod">
          <ac:chgData name="CSPT02" userId="21f640c2-b5d5-40ed-b03e-b88c15baf445" providerId="ADAL" clId="{F9AD771C-6A67-467B-A986-39174811E176}" dt="2025-07-31T04:48:49.919" v="2339" actId="1076"/>
          <ac:spMkLst>
            <pc:docMk/>
            <pc:sldMk cId="1249940889" sldId="519"/>
            <ac:spMk id="18" creationId="{B01A70FB-917D-42DB-0B07-ADAE40CD28A4}"/>
          </ac:spMkLst>
        </pc:spChg>
        <pc:spChg chg="add mod">
          <ac:chgData name="CSPT02" userId="21f640c2-b5d5-40ed-b03e-b88c15baf445" providerId="ADAL" clId="{F9AD771C-6A67-467B-A986-39174811E176}" dt="2025-07-31T04:48:59.384" v="2343" actId="207"/>
          <ac:spMkLst>
            <pc:docMk/>
            <pc:sldMk cId="1249940889" sldId="519"/>
            <ac:spMk id="19" creationId="{5F480D3C-8EE7-D412-CF73-D26153E4BFD9}"/>
          </ac:spMkLst>
        </pc:spChg>
        <pc:spChg chg="add mod">
          <ac:chgData name="CSPT02" userId="21f640c2-b5d5-40ed-b03e-b88c15baf445" providerId="ADAL" clId="{F9AD771C-6A67-467B-A986-39174811E176}" dt="2025-07-31T04:49:03.218" v="2345" actId="1076"/>
          <ac:spMkLst>
            <pc:docMk/>
            <pc:sldMk cId="1249940889" sldId="519"/>
            <ac:spMk id="20" creationId="{B57EB507-FD5F-5B50-309C-D7DA49129A5F}"/>
          </ac:spMkLst>
        </pc:spChg>
        <pc:spChg chg="add mod">
          <ac:chgData name="CSPT02" userId="21f640c2-b5d5-40ed-b03e-b88c15baf445" providerId="ADAL" clId="{F9AD771C-6A67-467B-A986-39174811E176}" dt="2025-07-31T04:49:09.396" v="2348" actId="20577"/>
          <ac:spMkLst>
            <pc:docMk/>
            <pc:sldMk cId="1249940889" sldId="519"/>
            <ac:spMk id="21" creationId="{1A5DB3EB-4F01-C10C-21F7-4D69EABFB6E1}"/>
          </ac:spMkLst>
        </pc:spChg>
        <pc:spChg chg="add mod">
          <ac:chgData name="CSPT02" userId="21f640c2-b5d5-40ed-b03e-b88c15baf445" providerId="ADAL" clId="{F9AD771C-6A67-467B-A986-39174811E176}" dt="2025-07-31T04:49:23.285" v="2357" actId="14100"/>
          <ac:spMkLst>
            <pc:docMk/>
            <pc:sldMk cId="1249940889" sldId="519"/>
            <ac:spMk id="22" creationId="{8E6BA171-A7C4-4592-ECBF-C9E6821B6EB0}"/>
          </ac:spMkLst>
        </pc:spChg>
        <pc:spChg chg="add mod">
          <ac:chgData name="CSPT02" userId="21f640c2-b5d5-40ed-b03e-b88c15baf445" providerId="ADAL" clId="{F9AD771C-6A67-467B-A986-39174811E176}" dt="2025-07-31T04:50:09.711" v="2371" actId="1076"/>
          <ac:spMkLst>
            <pc:docMk/>
            <pc:sldMk cId="1249940889" sldId="519"/>
            <ac:spMk id="23" creationId="{68DE9D91-7F0B-098C-50E4-B15B8D0E8E0F}"/>
          </ac:spMkLst>
        </pc:spChg>
        <pc:spChg chg="add mod">
          <ac:chgData name="CSPT02" userId="21f640c2-b5d5-40ed-b03e-b88c15baf445" providerId="ADAL" clId="{F9AD771C-6A67-467B-A986-39174811E176}" dt="2025-07-31T04:50:09.711" v="2371" actId="1076"/>
          <ac:spMkLst>
            <pc:docMk/>
            <pc:sldMk cId="1249940889" sldId="519"/>
            <ac:spMk id="24" creationId="{D0C38282-4765-90C2-5A00-EF28E538F15B}"/>
          </ac:spMkLst>
        </pc:spChg>
        <pc:spChg chg="add mod">
          <ac:chgData name="CSPT02" userId="21f640c2-b5d5-40ed-b03e-b88c15baf445" providerId="ADAL" clId="{F9AD771C-6A67-467B-A986-39174811E176}" dt="2025-07-31T04:50:09.711" v="2371" actId="1076"/>
          <ac:spMkLst>
            <pc:docMk/>
            <pc:sldMk cId="1249940889" sldId="519"/>
            <ac:spMk id="25" creationId="{1C68701A-F9B2-4D73-0A90-1245BF05D88D}"/>
          </ac:spMkLst>
        </pc:spChg>
        <pc:spChg chg="add mod">
          <ac:chgData name="CSPT02" userId="21f640c2-b5d5-40ed-b03e-b88c15baf445" providerId="ADAL" clId="{F9AD771C-6A67-467B-A986-39174811E176}" dt="2025-07-31T04:50:09.711" v="2371" actId="1076"/>
          <ac:spMkLst>
            <pc:docMk/>
            <pc:sldMk cId="1249940889" sldId="519"/>
            <ac:spMk id="26" creationId="{1CE3C8C5-ECB2-6A41-D7F6-71EE393A109D}"/>
          </ac:spMkLst>
        </pc:spChg>
        <pc:spChg chg="add mod">
          <ac:chgData name="CSPT02" userId="21f640c2-b5d5-40ed-b03e-b88c15baf445" providerId="ADAL" clId="{F9AD771C-6A67-467B-A986-39174811E176}" dt="2025-07-31T04:50:09.711" v="2371" actId="1076"/>
          <ac:spMkLst>
            <pc:docMk/>
            <pc:sldMk cId="1249940889" sldId="519"/>
            <ac:spMk id="27" creationId="{02BBF832-DFA0-01B8-26D4-29A4BDBDC821}"/>
          </ac:spMkLst>
        </pc:spChg>
        <pc:spChg chg="add mod">
          <ac:chgData name="CSPT02" userId="21f640c2-b5d5-40ed-b03e-b88c15baf445" providerId="ADAL" clId="{F9AD771C-6A67-467B-A986-39174811E176}" dt="2025-07-31T04:50:09.711" v="2371" actId="1076"/>
          <ac:spMkLst>
            <pc:docMk/>
            <pc:sldMk cId="1249940889" sldId="519"/>
            <ac:spMk id="28" creationId="{4F9E338F-B840-511D-25C1-D401DC94D539}"/>
          </ac:spMkLst>
        </pc:spChg>
        <pc:picChg chg="add del mod modCrop">
          <ac:chgData name="CSPT02" userId="21f640c2-b5d5-40ed-b03e-b88c15baf445" providerId="ADAL" clId="{F9AD771C-6A67-467B-A986-39174811E176}" dt="2025-07-31T04:45:33.562" v="2254" actId="21"/>
          <ac:picMkLst>
            <pc:docMk/>
            <pc:sldMk cId="1249940889" sldId="519"/>
            <ac:picMk id="5" creationId="{FD706A32-92E7-BCF3-A640-9D21B6AEDE0C}"/>
          </ac:picMkLst>
        </pc:picChg>
        <pc:picChg chg="add del mod modCrop">
          <ac:chgData name="CSPT02" userId="21f640c2-b5d5-40ed-b03e-b88c15baf445" providerId="ADAL" clId="{F9AD771C-6A67-467B-A986-39174811E176}" dt="2025-07-31T04:50:19.874" v="2372" actId="478"/>
          <ac:picMkLst>
            <pc:docMk/>
            <pc:sldMk cId="1249940889" sldId="519"/>
            <ac:picMk id="6" creationId="{4BC40B3D-5FB8-F62F-6D8C-E2C048381FC6}"/>
          </ac:picMkLst>
        </pc:picChg>
        <pc:picChg chg="add mod">
          <ac:chgData name="CSPT02" userId="21f640c2-b5d5-40ed-b03e-b88c15baf445" providerId="ADAL" clId="{F9AD771C-6A67-467B-A986-39174811E176}" dt="2025-07-31T04:45:57.486" v="2263" actId="1076"/>
          <ac:picMkLst>
            <pc:docMk/>
            <pc:sldMk cId="1249940889" sldId="519"/>
            <ac:picMk id="7" creationId="{FD706A32-92E7-BCF3-A640-9D21B6AEDE0C}"/>
          </ac:picMkLst>
        </pc:picChg>
        <pc:picChg chg="add mod">
          <ac:chgData name="CSPT02" userId="21f640c2-b5d5-40ed-b03e-b88c15baf445" providerId="ADAL" clId="{F9AD771C-6A67-467B-A986-39174811E176}" dt="2025-07-31T04:46:33.848" v="2270"/>
          <ac:picMkLst>
            <pc:docMk/>
            <pc:sldMk cId="1249940889" sldId="519"/>
            <ac:picMk id="9" creationId="{602AB757-9C7A-8202-DC46-8AD92DDE7C4E}"/>
          </ac:picMkLst>
        </pc:picChg>
        <pc:picChg chg="add mod">
          <ac:chgData name="CSPT02" userId="21f640c2-b5d5-40ed-b03e-b88c15baf445" providerId="ADAL" clId="{F9AD771C-6A67-467B-A986-39174811E176}" dt="2025-07-31T04:46:39.204" v="2272"/>
          <ac:picMkLst>
            <pc:docMk/>
            <pc:sldMk cId="1249940889" sldId="519"/>
            <ac:picMk id="11" creationId="{F66FBC7E-8233-7683-B03C-7C4F021736EC}"/>
          </ac:picMkLst>
        </pc:picChg>
        <pc:picChg chg="add del mod modCrop">
          <ac:chgData name="CSPT02" userId="21f640c2-b5d5-40ed-b03e-b88c15baf445" providerId="ADAL" clId="{F9AD771C-6A67-467B-A986-39174811E176}" dt="2025-07-31T04:51:38.166" v="2388" actId="21"/>
          <ac:picMkLst>
            <pc:docMk/>
            <pc:sldMk cId="1249940889" sldId="519"/>
            <ac:picMk id="30" creationId="{05D5B173-07FE-76D0-0FE1-3F88DB802E5A}"/>
          </ac:picMkLst>
        </pc:picChg>
        <pc:inkChg chg="add mod">
          <ac:chgData name="CSPT02" userId="21f640c2-b5d5-40ed-b03e-b88c15baf445" providerId="ADAL" clId="{F9AD771C-6A67-467B-A986-39174811E176}" dt="2025-07-31T04:50:25.544" v="2373" actId="14100"/>
          <ac:inkMkLst>
            <pc:docMk/>
            <pc:sldMk cId="1249940889" sldId="519"/>
            <ac:inkMk id="8" creationId="{E345DB27-C569-B437-DF37-7C22DC707143}"/>
          </ac:inkMkLst>
        </pc:inkChg>
        <pc:inkChg chg="add mod">
          <ac:chgData name="CSPT02" userId="21f640c2-b5d5-40ed-b03e-b88c15baf445" providerId="ADAL" clId="{F9AD771C-6A67-467B-A986-39174811E176}" dt="2025-07-31T04:46:33.848" v="2270"/>
          <ac:inkMkLst>
            <pc:docMk/>
            <pc:sldMk cId="1249940889" sldId="519"/>
            <ac:inkMk id="10" creationId="{4688BCA0-1291-877F-E8A1-3D7B189A296E}"/>
          </ac:inkMkLst>
        </pc:inkChg>
        <pc:inkChg chg="add mod">
          <ac:chgData name="CSPT02" userId="21f640c2-b5d5-40ed-b03e-b88c15baf445" providerId="ADAL" clId="{F9AD771C-6A67-467B-A986-39174811E176}" dt="2025-07-31T04:46:39.204" v="2272"/>
          <ac:inkMkLst>
            <pc:docMk/>
            <pc:sldMk cId="1249940889" sldId="519"/>
            <ac:inkMk id="12" creationId="{45160E70-BF30-CA26-0A9D-903EE0D34B6A}"/>
          </ac:inkMkLst>
        </pc:inkChg>
        <pc:inkChg chg="add mod">
          <ac:chgData name="CSPT02" userId="21f640c2-b5d5-40ed-b03e-b88c15baf445" providerId="ADAL" clId="{F9AD771C-6A67-467B-A986-39174811E176}" dt="2025-07-31T04:46:53.558" v="2279" actId="14100"/>
          <ac:inkMkLst>
            <pc:docMk/>
            <pc:sldMk cId="1249940889" sldId="519"/>
            <ac:inkMk id="13" creationId="{82062BD9-A633-8D4F-AF0E-98E8D37A2FB2}"/>
          </ac:inkMkLst>
        </pc:inkChg>
        <pc:inkChg chg="add mod">
          <ac:chgData name="CSPT02" userId="21f640c2-b5d5-40ed-b03e-b88c15baf445" providerId="ADAL" clId="{F9AD771C-6A67-467B-A986-39174811E176}" dt="2025-07-31T04:47:12.855" v="2285" actId="208"/>
          <ac:inkMkLst>
            <pc:docMk/>
            <pc:sldMk cId="1249940889" sldId="519"/>
            <ac:inkMk id="14" creationId="{6EEA8BB7-87C7-C8E5-1952-E4A3CA23BDBC}"/>
          </ac:inkMkLst>
        </pc:inkChg>
      </pc:sldChg>
      <pc:sldChg chg="addSp delSp modSp new mod ord modClrScheme delAnim modAnim chgLayout">
        <pc:chgData name="CSPT02" userId="21f640c2-b5d5-40ed-b03e-b88c15baf445" providerId="ADAL" clId="{F9AD771C-6A67-467B-A986-39174811E176}" dt="2025-07-31T05:08:15.646" v="2695" actId="478"/>
        <pc:sldMkLst>
          <pc:docMk/>
          <pc:sldMk cId="4113112665" sldId="520"/>
        </pc:sldMkLst>
        <pc:spChg chg="del">
          <ac:chgData name="CSPT02" userId="21f640c2-b5d5-40ed-b03e-b88c15baf445" providerId="ADAL" clId="{F9AD771C-6A67-467B-A986-39174811E176}" dt="2025-07-31T04:50:52.499" v="2379" actId="700"/>
          <ac:spMkLst>
            <pc:docMk/>
            <pc:sldMk cId="4113112665" sldId="520"/>
            <ac:spMk id="2" creationId="{62E127BE-77A8-D742-EEB3-C9CC6E0EAE87}"/>
          </ac:spMkLst>
        </pc:spChg>
        <pc:spChg chg="del">
          <ac:chgData name="CSPT02" userId="21f640c2-b5d5-40ed-b03e-b88c15baf445" providerId="ADAL" clId="{F9AD771C-6A67-467B-A986-39174811E176}" dt="2025-07-31T04:50:52.499" v="2379" actId="700"/>
          <ac:spMkLst>
            <pc:docMk/>
            <pc:sldMk cId="4113112665" sldId="520"/>
            <ac:spMk id="3" creationId="{EE25F417-7495-2275-5165-A347EF1EB460}"/>
          </ac:spMkLst>
        </pc:spChg>
        <pc:spChg chg="add mod">
          <ac:chgData name="CSPT02" userId="21f640c2-b5d5-40ed-b03e-b88c15baf445" providerId="ADAL" clId="{F9AD771C-6A67-467B-A986-39174811E176}" dt="2025-07-31T04:54:17.430" v="2409" actId="1076"/>
          <ac:spMkLst>
            <pc:docMk/>
            <pc:sldMk cId="4113112665" sldId="520"/>
            <ac:spMk id="7" creationId="{A194E797-A2A8-0A49-F428-8FF94AF683C4}"/>
          </ac:spMkLst>
        </pc:spChg>
        <pc:spChg chg="add mod">
          <ac:chgData name="CSPT02" userId="21f640c2-b5d5-40ed-b03e-b88c15baf445" providerId="ADAL" clId="{F9AD771C-6A67-467B-A986-39174811E176}" dt="2025-07-31T04:54:23.715" v="2413" actId="20577"/>
          <ac:spMkLst>
            <pc:docMk/>
            <pc:sldMk cId="4113112665" sldId="520"/>
            <ac:spMk id="8" creationId="{16FE66CF-9B30-3AC3-7235-0AD2D26E4618}"/>
          </ac:spMkLst>
        </pc:spChg>
        <pc:spChg chg="add mod">
          <ac:chgData name="CSPT02" userId="21f640c2-b5d5-40ed-b03e-b88c15baf445" providerId="ADAL" clId="{F9AD771C-6A67-467B-A986-39174811E176}" dt="2025-07-31T04:54:33.036" v="2418" actId="1076"/>
          <ac:spMkLst>
            <pc:docMk/>
            <pc:sldMk cId="4113112665" sldId="520"/>
            <ac:spMk id="9" creationId="{FFEB12F0-1C5F-B8D0-A1F5-A1E98EE41C07}"/>
          </ac:spMkLst>
        </pc:spChg>
        <pc:spChg chg="add mod">
          <ac:chgData name="CSPT02" userId="21f640c2-b5d5-40ed-b03e-b88c15baf445" providerId="ADAL" clId="{F9AD771C-6A67-467B-A986-39174811E176}" dt="2025-07-31T04:54:43.104" v="2421" actId="20577"/>
          <ac:spMkLst>
            <pc:docMk/>
            <pc:sldMk cId="4113112665" sldId="520"/>
            <ac:spMk id="10" creationId="{E98416F1-04B3-3B80-DE82-370E2E0294BE}"/>
          </ac:spMkLst>
        </pc:spChg>
        <pc:spChg chg="add mod">
          <ac:chgData name="CSPT02" userId="21f640c2-b5d5-40ed-b03e-b88c15baf445" providerId="ADAL" clId="{F9AD771C-6A67-467B-A986-39174811E176}" dt="2025-07-31T04:54:49.246" v="2424" actId="20577"/>
          <ac:spMkLst>
            <pc:docMk/>
            <pc:sldMk cId="4113112665" sldId="520"/>
            <ac:spMk id="11" creationId="{B5FB72AE-7F55-09B7-884A-AC3802FCC02F}"/>
          </ac:spMkLst>
        </pc:spChg>
        <pc:spChg chg="add mod">
          <ac:chgData name="CSPT02" userId="21f640c2-b5d5-40ed-b03e-b88c15baf445" providerId="ADAL" clId="{F9AD771C-6A67-467B-A986-39174811E176}" dt="2025-07-31T04:54:53.760" v="2426" actId="1076"/>
          <ac:spMkLst>
            <pc:docMk/>
            <pc:sldMk cId="4113112665" sldId="520"/>
            <ac:spMk id="12" creationId="{8F5112A6-3B18-9407-47C2-AF21CC03548E}"/>
          </ac:spMkLst>
        </pc:spChg>
        <pc:spChg chg="add mod">
          <ac:chgData name="CSPT02" userId="21f640c2-b5d5-40ed-b03e-b88c15baf445" providerId="ADAL" clId="{F9AD771C-6A67-467B-A986-39174811E176}" dt="2025-07-31T04:55:00.939" v="2428" actId="1076"/>
          <ac:spMkLst>
            <pc:docMk/>
            <pc:sldMk cId="4113112665" sldId="520"/>
            <ac:spMk id="13" creationId="{6F8D40BC-948F-A16E-2ABD-427170E66250}"/>
          </ac:spMkLst>
        </pc:spChg>
        <pc:spChg chg="add mod">
          <ac:chgData name="CSPT02" userId="21f640c2-b5d5-40ed-b03e-b88c15baf445" providerId="ADAL" clId="{F9AD771C-6A67-467B-A986-39174811E176}" dt="2025-07-31T04:55:02.135" v="2429"/>
          <ac:spMkLst>
            <pc:docMk/>
            <pc:sldMk cId="4113112665" sldId="520"/>
            <ac:spMk id="14" creationId="{FF5B53D5-11F5-D97E-1D12-44381627566D}"/>
          </ac:spMkLst>
        </pc:spChg>
        <pc:spChg chg="add mod">
          <ac:chgData name="CSPT02" userId="21f640c2-b5d5-40ed-b03e-b88c15baf445" providerId="ADAL" clId="{F9AD771C-6A67-467B-A986-39174811E176}" dt="2025-07-31T04:55:09.413" v="2432" actId="1076"/>
          <ac:spMkLst>
            <pc:docMk/>
            <pc:sldMk cId="4113112665" sldId="520"/>
            <ac:spMk id="15" creationId="{0501D5F5-9623-1B6D-0738-6E1BFBBCB267}"/>
          </ac:spMkLst>
        </pc:spChg>
        <pc:spChg chg="add mod">
          <ac:chgData name="CSPT02" userId="21f640c2-b5d5-40ed-b03e-b88c15baf445" providerId="ADAL" clId="{F9AD771C-6A67-467B-A986-39174811E176}" dt="2025-07-31T04:55:16.122" v="2434" actId="1076"/>
          <ac:spMkLst>
            <pc:docMk/>
            <pc:sldMk cId="4113112665" sldId="520"/>
            <ac:spMk id="16" creationId="{F4DD5AAC-0D8E-AA6D-5C3F-0AB2E162F0A2}"/>
          </ac:spMkLst>
        </pc:spChg>
        <pc:spChg chg="add mod">
          <ac:chgData name="CSPT02" userId="21f640c2-b5d5-40ed-b03e-b88c15baf445" providerId="ADAL" clId="{F9AD771C-6A67-467B-A986-39174811E176}" dt="2025-07-31T04:57:45.923" v="2473" actId="1076"/>
          <ac:spMkLst>
            <pc:docMk/>
            <pc:sldMk cId="4113112665" sldId="520"/>
            <ac:spMk id="22" creationId="{2EEE5AE4-0BFF-F1C1-433C-D208E7D82C80}"/>
          </ac:spMkLst>
        </pc:spChg>
        <pc:spChg chg="add mod">
          <ac:chgData name="CSPT02" userId="21f640c2-b5d5-40ed-b03e-b88c15baf445" providerId="ADAL" clId="{F9AD771C-6A67-467B-A986-39174811E176}" dt="2025-07-31T04:58:20.876" v="2513" actId="207"/>
          <ac:spMkLst>
            <pc:docMk/>
            <pc:sldMk cId="4113112665" sldId="520"/>
            <ac:spMk id="23" creationId="{842F3ADB-3D68-9315-F4DF-8CA021F2CF73}"/>
          </ac:spMkLst>
        </pc:spChg>
        <pc:spChg chg="add mod">
          <ac:chgData name="CSPT02" userId="21f640c2-b5d5-40ed-b03e-b88c15baf445" providerId="ADAL" clId="{F9AD771C-6A67-467B-A986-39174811E176}" dt="2025-07-31T04:58:28.465" v="2515" actId="1076"/>
          <ac:spMkLst>
            <pc:docMk/>
            <pc:sldMk cId="4113112665" sldId="520"/>
            <ac:spMk id="24" creationId="{51C1A7EB-6178-3A50-7D8E-EF2DCF5B3BE9}"/>
          </ac:spMkLst>
        </pc:spChg>
        <pc:spChg chg="mod">
          <ac:chgData name="CSPT02" userId="21f640c2-b5d5-40ed-b03e-b88c15baf445" providerId="ADAL" clId="{F9AD771C-6A67-467B-A986-39174811E176}" dt="2025-07-31T04:58:37.860" v="2516"/>
          <ac:spMkLst>
            <pc:docMk/>
            <pc:sldMk cId="4113112665" sldId="520"/>
            <ac:spMk id="26" creationId="{0CD6E657-3D01-D3DA-B831-D2867C82FBD3}"/>
          </ac:spMkLst>
        </pc:spChg>
        <pc:spChg chg="mod">
          <ac:chgData name="CSPT02" userId="21f640c2-b5d5-40ed-b03e-b88c15baf445" providerId="ADAL" clId="{F9AD771C-6A67-467B-A986-39174811E176}" dt="2025-07-31T04:58:44.323" v="2518" actId="20577"/>
          <ac:spMkLst>
            <pc:docMk/>
            <pc:sldMk cId="4113112665" sldId="520"/>
            <ac:spMk id="29" creationId="{88B7AA19-6AAA-5418-3455-C333E7155E2F}"/>
          </ac:spMkLst>
        </pc:spChg>
        <pc:spChg chg="add mod">
          <ac:chgData name="CSPT02" userId="21f640c2-b5d5-40ed-b03e-b88c15baf445" providerId="ADAL" clId="{F9AD771C-6A67-467B-A986-39174811E176}" dt="2025-07-31T05:00:36.213" v="2582" actId="1076"/>
          <ac:spMkLst>
            <pc:docMk/>
            <pc:sldMk cId="4113112665" sldId="520"/>
            <ac:spMk id="37" creationId="{FCEF3E6A-4C4B-81A0-2A58-39782B8C4D8D}"/>
          </ac:spMkLst>
        </pc:spChg>
        <pc:spChg chg="add mod">
          <ac:chgData name="CSPT02" userId="21f640c2-b5d5-40ed-b03e-b88c15baf445" providerId="ADAL" clId="{F9AD771C-6A67-467B-A986-39174811E176}" dt="2025-07-31T05:00:36.213" v="2582" actId="1076"/>
          <ac:spMkLst>
            <pc:docMk/>
            <pc:sldMk cId="4113112665" sldId="520"/>
            <ac:spMk id="38" creationId="{2934A33A-03B3-D2A9-9590-2004F1CEEB7E}"/>
          </ac:spMkLst>
        </pc:spChg>
        <pc:spChg chg="add mod">
          <ac:chgData name="CSPT02" userId="21f640c2-b5d5-40ed-b03e-b88c15baf445" providerId="ADAL" clId="{F9AD771C-6A67-467B-A986-39174811E176}" dt="2025-07-31T05:00:36.213" v="2582" actId="1076"/>
          <ac:spMkLst>
            <pc:docMk/>
            <pc:sldMk cId="4113112665" sldId="520"/>
            <ac:spMk id="39" creationId="{479C3401-FFC2-D2A3-1BF5-D6F469FF7B95}"/>
          </ac:spMkLst>
        </pc:spChg>
        <pc:spChg chg="mod">
          <ac:chgData name="CSPT02" userId="21f640c2-b5d5-40ed-b03e-b88c15baf445" providerId="ADAL" clId="{F9AD771C-6A67-467B-A986-39174811E176}" dt="2025-07-31T05:00:31.130" v="2581" actId="20577"/>
          <ac:spMkLst>
            <pc:docMk/>
            <pc:sldMk cId="4113112665" sldId="520"/>
            <ac:spMk id="41" creationId="{5560EF4D-6051-945B-DC36-A64E5C3C6262}"/>
          </ac:spMkLst>
        </pc:spChg>
        <pc:spChg chg="mod">
          <ac:chgData name="CSPT02" userId="21f640c2-b5d5-40ed-b03e-b88c15baf445" providerId="ADAL" clId="{F9AD771C-6A67-467B-A986-39174811E176}" dt="2025-07-31T04:59:54.587" v="2539"/>
          <ac:spMkLst>
            <pc:docMk/>
            <pc:sldMk cId="4113112665" sldId="520"/>
            <ac:spMk id="44" creationId="{9DF395AB-112A-7689-D7E2-CC66EC2240FC}"/>
          </ac:spMkLst>
        </pc:spChg>
        <pc:spChg chg="add mod">
          <ac:chgData name="CSPT02" userId="21f640c2-b5d5-40ed-b03e-b88c15baf445" providerId="ADAL" clId="{F9AD771C-6A67-467B-A986-39174811E176}" dt="2025-07-31T05:01:12.111" v="2597" actId="20577"/>
          <ac:spMkLst>
            <pc:docMk/>
            <pc:sldMk cId="4113112665" sldId="520"/>
            <ac:spMk id="48" creationId="{C63525F4-2DC9-7914-0A21-4A3F9A44E9C0}"/>
          </ac:spMkLst>
        </pc:spChg>
        <pc:spChg chg="add mod">
          <ac:chgData name="CSPT02" userId="21f640c2-b5d5-40ed-b03e-b88c15baf445" providerId="ADAL" clId="{F9AD771C-6A67-467B-A986-39174811E176}" dt="2025-07-31T05:01:48.453" v="2630" actId="14100"/>
          <ac:spMkLst>
            <pc:docMk/>
            <pc:sldMk cId="4113112665" sldId="520"/>
            <ac:spMk id="49" creationId="{663BDE38-9216-B644-337F-43A3931AC9F7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50" creationId="{F075A523-7E04-82A8-938D-17F6BB357954}"/>
          </ac:spMkLst>
        </pc:spChg>
        <pc:spChg chg="add del mod">
          <ac:chgData name="CSPT02" userId="21f640c2-b5d5-40ed-b03e-b88c15baf445" providerId="ADAL" clId="{F9AD771C-6A67-467B-A986-39174811E176}" dt="2025-07-31T05:02:14.550" v="2634" actId="478"/>
          <ac:spMkLst>
            <pc:docMk/>
            <pc:sldMk cId="4113112665" sldId="520"/>
            <ac:spMk id="51" creationId="{E09CFF50-B747-F434-158D-9D7E3C02E9AE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52" creationId="{ABA4499B-0AC2-84E3-1301-41A9740C6936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53" creationId="{FBDDE800-6815-512C-A658-82ADB51D06CA}"/>
          </ac:spMkLst>
        </pc:spChg>
        <pc:spChg chg="mod">
          <ac:chgData name="CSPT02" userId="21f640c2-b5d5-40ed-b03e-b88c15baf445" providerId="ADAL" clId="{F9AD771C-6A67-467B-A986-39174811E176}" dt="2025-07-31T05:02:09.478" v="2632"/>
          <ac:spMkLst>
            <pc:docMk/>
            <pc:sldMk cId="4113112665" sldId="520"/>
            <ac:spMk id="55" creationId="{91744279-650B-5D36-6C16-E8F2E240D7BF}"/>
          </ac:spMkLst>
        </pc:spChg>
        <pc:spChg chg="mod">
          <ac:chgData name="CSPT02" userId="21f640c2-b5d5-40ed-b03e-b88c15baf445" providerId="ADAL" clId="{F9AD771C-6A67-467B-A986-39174811E176}" dt="2025-07-31T05:03:02.307" v="2638" actId="1076"/>
          <ac:spMkLst>
            <pc:docMk/>
            <pc:sldMk cId="4113112665" sldId="520"/>
            <ac:spMk id="58" creationId="{A39F7E7C-8208-ED76-31AC-BA68B060B262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59" creationId="{46ED63F3-F188-C8F4-1076-CB73DEB6919E}"/>
          </ac:spMkLst>
        </pc:spChg>
        <pc:spChg chg="add del mod">
          <ac:chgData name="CSPT02" userId="21f640c2-b5d5-40ed-b03e-b88c15baf445" providerId="ADAL" clId="{F9AD771C-6A67-467B-A986-39174811E176}" dt="2025-07-31T05:03:04.652" v="2639" actId="478"/>
          <ac:spMkLst>
            <pc:docMk/>
            <pc:sldMk cId="4113112665" sldId="520"/>
            <ac:spMk id="60" creationId="{3A7B1094-5B71-AA97-8872-041DDD32C5C2}"/>
          </ac:spMkLst>
        </pc:spChg>
        <pc:spChg chg="add del mod">
          <ac:chgData name="CSPT02" userId="21f640c2-b5d5-40ed-b03e-b88c15baf445" providerId="ADAL" clId="{F9AD771C-6A67-467B-A986-39174811E176}" dt="2025-07-31T05:03:04.652" v="2639" actId="478"/>
          <ac:spMkLst>
            <pc:docMk/>
            <pc:sldMk cId="4113112665" sldId="520"/>
            <ac:spMk id="61" creationId="{8A5CD7D5-9FFD-14F1-C3B1-CE2BC66CC036}"/>
          </ac:spMkLst>
        </pc:spChg>
        <pc:spChg chg="mod">
          <ac:chgData name="CSPT02" userId="21f640c2-b5d5-40ed-b03e-b88c15baf445" providerId="ADAL" clId="{F9AD771C-6A67-467B-A986-39174811E176}" dt="2025-07-31T05:02:09.478" v="2632"/>
          <ac:spMkLst>
            <pc:docMk/>
            <pc:sldMk cId="4113112665" sldId="520"/>
            <ac:spMk id="63" creationId="{0B66D050-1E52-6415-459C-7C88A6E448E9}"/>
          </ac:spMkLst>
        </pc:spChg>
        <pc:spChg chg="add del mod">
          <ac:chgData name="CSPT02" userId="21f640c2-b5d5-40ed-b03e-b88c15baf445" providerId="ADAL" clId="{F9AD771C-6A67-467B-A986-39174811E176}" dt="2025-07-31T05:02:15.380" v="2635" actId="478"/>
          <ac:spMkLst>
            <pc:docMk/>
            <pc:sldMk cId="4113112665" sldId="520"/>
            <ac:spMk id="67" creationId="{984F1670-E487-E88C-E6BE-1FA134F05B55}"/>
          </ac:spMkLst>
        </pc:spChg>
        <pc:spChg chg="add mod">
          <ac:chgData name="CSPT02" userId="21f640c2-b5d5-40ed-b03e-b88c15baf445" providerId="ADAL" clId="{F9AD771C-6A67-467B-A986-39174811E176}" dt="2025-07-31T05:03:40.281" v="2647" actId="1076"/>
          <ac:spMkLst>
            <pc:docMk/>
            <pc:sldMk cId="4113112665" sldId="520"/>
            <ac:spMk id="68" creationId="{B8AD2F72-7CEA-18CC-9795-0F046A7C0505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69" creationId="{D5732C58-22FF-0C1C-5A33-A9C1AF28C805}"/>
          </ac:spMkLst>
        </pc:spChg>
        <pc:spChg chg="mod">
          <ac:chgData name="CSPT02" userId="21f640c2-b5d5-40ed-b03e-b88c15baf445" providerId="ADAL" clId="{F9AD771C-6A67-467B-A986-39174811E176}" dt="2025-07-31T05:03:31.285" v="2645" actId="20577"/>
          <ac:spMkLst>
            <pc:docMk/>
            <pc:sldMk cId="4113112665" sldId="520"/>
            <ac:spMk id="71" creationId="{D130BF4F-D8C1-8944-95E8-5ED21DBE82C8}"/>
          </ac:spMkLst>
        </pc:spChg>
        <pc:spChg chg="mod">
          <ac:chgData name="CSPT02" userId="21f640c2-b5d5-40ed-b03e-b88c15baf445" providerId="ADAL" clId="{F9AD771C-6A67-467B-A986-39174811E176}" dt="2025-07-31T05:03:24.233" v="2642"/>
          <ac:spMkLst>
            <pc:docMk/>
            <pc:sldMk cId="4113112665" sldId="520"/>
            <ac:spMk id="74" creationId="{2BE5758B-6694-2B35-88A9-B44AAD1F53A0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75" creationId="{D36B7C71-D5BC-07E6-FDA5-0EE6D09BBDA7}"/>
          </ac:spMkLst>
        </pc:spChg>
        <pc:spChg chg="add mod">
          <ac:chgData name="CSPT02" userId="21f640c2-b5d5-40ed-b03e-b88c15baf445" providerId="ADAL" clId="{F9AD771C-6A67-467B-A986-39174811E176}" dt="2025-07-31T05:04:40.770" v="2660" actId="1076"/>
          <ac:spMkLst>
            <pc:docMk/>
            <pc:sldMk cId="4113112665" sldId="520"/>
            <ac:spMk id="76" creationId="{A1BE4BA4-14C0-15F9-3D7B-C6DFD8BF77AA}"/>
          </ac:spMkLst>
        </pc:spChg>
        <pc:spChg chg="add mod">
          <ac:chgData name="CSPT02" userId="21f640c2-b5d5-40ed-b03e-b88c15baf445" providerId="ADAL" clId="{F9AD771C-6A67-467B-A986-39174811E176}" dt="2025-07-31T05:05:48.859" v="2677" actId="1076"/>
          <ac:spMkLst>
            <pc:docMk/>
            <pc:sldMk cId="4113112665" sldId="520"/>
            <ac:spMk id="77" creationId="{E810B892-DFA9-3569-338E-3EAA9F7480F6}"/>
          </ac:spMkLst>
        </pc:spChg>
        <pc:spChg chg="add mod">
          <ac:chgData name="CSPT02" userId="21f640c2-b5d5-40ed-b03e-b88c15baf445" providerId="ADAL" clId="{F9AD771C-6A67-467B-A986-39174811E176}" dt="2025-07-31T05:06:10.516" v="2682" actId="1076"/>
          <ac:spMkLst>
            <pc:docMk/>
            <pc:sldMk cId="4113112665" sldId="520"/>
            <ac:spMk id="78" creationId="{EE7063E5-5F75-4B1B-2411-1B33EECC66C6}"/>
          </ac:spMkLst>
        </pc:spChg>
        <pc:spChg chg="add mod">
          <ac:chgData name="CSPT02" userId="21f640c2-b5d5-40ed-b03e-b88c15baf445" providerId="ADAL" clId="{F9AD771C-6A67-467B-A986-39174811E176}" dt="2025-07-31T05:05:24.975" v="2672"/>
          <ac:spMkLst>
            <pc:docMk/>
            <pc:sldMk cId="4113112665" sldId="520"/>
            <ac:spMk id="79" creationId="{A527DCA3-F474-D522-AEFF-E5C512C328FA}"/>
          </ac:spMkLst>
        </pc:spChg>
        <pc:spChg chg="add mod">
          <ac:chgData name="CSPT02" userId="21f640c2-b5d5-40ed-b03e-b88c15baf445" providerId="ADAL" clId="{F9AD771C-6A67-467B-A986-39174811E176}" dt="2025-07-31T05:05:24.975" v="2672"/>
          <ac:spMkLst>
            <pc:docMk/>
            <pc:sldMk cId="4113112665" sldId="520"/>
            <ac:spMk id="80" creationId="{0333408D-FECD-C819-222C-FA081050A520}"/>
          </ac:spMkLst>
        </pc:spChg>
        <pc:spChg chg="mod">
          <ac:chgData name="CSPT02" userId="21f640c2-b5d5-40ed-b03e-b88c15baf445" providerId="ADAL" clId="{F9AD771C-6A67-467B-A986-39174811E176}" dt="2025-07-31T05:05:24.975" v="2672"/>
          <ac:spMkLst>
            <pc:docMk/>
            <pc:sldMk cId="4113112665" sldId="520"/>
            <ac:spMk id="82" creationId="{ED34355D-7B28-4082-04DD-103B495B4879}"/>
          </ac:spMkLst>
        </pc:spChg>
        <pc:spChg chg="mod">
          <ac:chgData name="CSPT02" userId="21f640c2-b5d5-40ed-b03e-b88c15baf445" providerId="ADAL" clId="{F9AD771C-6A67-467B-A986-39174811E176}" dt="2025-07-31T05:05:24.975" v="2672"/>
          <ac:spMkLst>
            <pc:docMk/>
            <pc:sldMk cId="4113112665" sldId="520"/>
            <ac:spMk id="85" creationId="{F113A1D8-E4B5-1DDB-2E55-59E6621BE426}"/>
          </ac:spMkLst>
        </pc:spChg>
        <pc:spChg chg="add mod">
          <ac:chgData name="CSPT02" userId="21f640c2-b5d5-40ed-b03e-b88c15baf445" providerId="ADAL" clId="{F9AD771C-6A67-467B-A986-39174811E176}" dt="2025-07-31T05:07:48.786" v="2694" actId="207"/>
          <ac:spMkLst>
            <pc:docMk/>
            <pc:sldMk cId="4113112665" sldId="520"/>
            <ac:spMk id="86" creationId="{B8D401C7-B236-23A4-BCC7-8ACFAFFEDD8A}"/>
          </ac:spMkLst>
        </pc:spChg>
        <pc:spChg chg="add mod">
          <ac:chgData name="CSPT02" userId="21f640c2-b5d5-40ed-b03e-b88c15baf445" providerId="ADAL" clId="{F9AD771C-6A67-467B-A986-39174811E176}" dt="2025-07-31T05:05:56.382" v="2678" actId="1076"/>
          <ac:spMkLst>
            <pc:docMk/>
            <pc:sldMk cId="4113112665" sldId="520"/>
            <ac:spMk id="87" creationId="{9BEAE05A-E2C0-38F1-3093-8946EA53CB6E}"/>
          </ac:spMkLst>
        </pc:spChg>
        <pc:spChg chg="mod">
          <ac:chgData name="CSPT02" userId="21f640c2-b5d5-40ed-b03e-b88c15baf445" providerId="ADAL" clId="{F9AD771C-6A67-467B-A986-39174811E176}" dt="2025-07-31T05:05:58.506" v="2679" actId="20577"/>
          <ac:spMkLst>
            <pc:docMk/>
            <pc:sldMk cId="4113112665" sldId="520"/>
            <ac:spMk id="89" creationId="{AC2967A4-4732-62EC-5F4C-06DDE7EDBC2D}"/>
          </ac:spMkLst>
        </pc:spChg>
        <pc:spChg chg="mod">
          <ac:chgData name="CSPT02" userId="21f640c2-b5d5-40ed-b03e-b88c15baf445" providerId="ADAL" clId="{F9AD771C-6A67-467B-A986-39174811E176}" dt="2025-07-31T05:06:00.107" v="2680" actId="20577"/>
          <ac:spMkLst>
            <pc:docMk/>
            <pc:sldMk cId="4113112665" sldId="520"/>
            <ac:spMk id="92" creationId="{058E097C-E834-77FA-6080-3CA1B9643564}"/>
          </ac:spMkLst>
        </pc:spChg>
        <pc:spChg chg="add mod">
          <ac:chgData name="CSPT02" userId="21f640c2-b5d5-40ed-b03e-b88c15baf445" providerId="ADAL" clId="{F9AD771C-6A67-467B-A986-39174811E176}" dt="2025-07-31T05:06:53.460" v="2686" actId="688"/>
          <ac:spMkLst>
            <pc:docMk/>
            <pc:sldMk cId="4113112665" sldId="520"/>
            <ac:spMk id="93" creationId="{669C3489-29A6-C049-1CD0-56D0ADF2F477}"/>
          </ac:spMkLst>
        </pc:spChg>
        <pc:spChg chg="add mod">
          <ac:chgData name="CSPT02" userId="21f640c2-b5d5-40ed-b03e-b88c15baf445" providerId="ADAL" clId="{F9AD771C-6A67-467B-A986-39174811E176}" dt="2025-07-31T05:07:00.380" v="2688" actId="1076"/>
          <ac:spMkLst>
            <pc:docMk/>
            <pc:sldMk cId="4113112665" sldId="520"/>
            <ac:spMk id="94" creationId="{DB063291-8CF6-E051-2A09-B662D1513D72}"/>
          </ac:spMkLst>
        </pc:spChg>
        <pc:spChg chg="add mod">
          <ac:chgData name="CSPT02" userId="21f640c2-b5d5-40ed-b03e-b88c15baf445" providerId="ADAL" clId="{F9AD771C-6A67-467B-A986-39174811E176}" dt="2025-07-31T05:07:09.902" v="2691" actId="207"/>
          <ac:spMkLst>
            <pc:docMk/>
            <pc:sldMk cId="4113112665" sldId="520"/>
            <ac:spMk id="95" creationId="{B81EADBB-50A0-D8A6-6705-D28F9BAA068A}"/>
          </ac:spMkLst>
        </pc:spChg>
        <pc:spChg chg="add mod">
          <ac:chgData name="CSPT02" userId="21f640c2-b5d5-40ed-b03e-b88c15baf445" providerId="ADAL" clId="{F9AD771C-6A67-467B-A986-39174811E176}" dt="2025-07-31T05:07:16.302" v="2693" actId="1076"/>
          <ac:spMkLst>
            <pc:docMk/>
            <pc:sldMk cId="4113112665" sldId="520"/>
            <ac:spMk id="96" creationId="{76C4DC34-8BA3-48DB-6BC4-D4531326D59E}"/>
          </ac:spMkLst>
        </pc:spChg>
        <pc:spChg chg="add mod">
          <ac:chgData name="CSPT02" userId="21f640c2-b5d5-40ed-b03e-b88c15baf445" providerId="ADAL" clId="{F9AD771C-6A67-467B-A986-39174811E176}" dt="2025-07-31T05:07:16.302" v="2693" actId="1076"/>
          <ac:spMkLst>
            <pc:docMk/>
            <pc:sldMk cId="4113112665" sldId="520"/>
            <ac:spMk id="97" creationId="{3355146E-019B-AE3A-1A10-057F69699E30}"/>
          </ac:spMkLst>
        </pc:spChg>
        <pc:grpChg chg="add mod">
          <ac:chgData name="CSPT02" userId="21f640c2-b5d5-40ed-b03e-b88c15baf445" providerId="ADAL" clId="{F9AD771C-6A67-467B-A986-39174811E176}" dt="2025-07-31T04:58:42.922" v="2517" actId="1076"/>
          <ac:grpSpMkLst>
            <pc:docMk/>
            <pc:sldMk cId="4113112665" sldId="520"/>
            <ac:grpSpMk id="25" creationId="{81B919D2-2C37-A2A8-CA32-E3A218A9C631}"/>
          </ac:grpSpMkLst>
        </pc:grpChg>
        <pc:grpChg chg="mod">
          <ac:chgData name="CSPT02" userId="21f640c2-b5d5-40ed-b03e-b88c15baf445" providerId="ADAL" clId="{F9AD771C-6A67-467B-A986-39174811E176}" dt="2025-07-31T04:58:37.860" v="2516"/>
          <ac:grpSpMkLst>
            <pc:docMk/>
            <pc:sldMk cId="4113112665" sldId="520"/>
            <ac:grpSpMk id="27" creationId="{A4491CEA-3EC0-D907-97E4-77D79755D63E}"/>
          </ac:grpSpMkLst>
        </pc:grpChg>
        <pc:grpChg chg="add mod">
          <ac:chgData name="CSPT02" userId="21f640c2-b5d5-40ed-b03e-b88c15baf445" providerId="ADAL" clId="{F9AD771C-6A67-467B-A986-39174811E176}" dt="2025-07-31T05:00:36.213" v="2582" actId="1076"/>
          <ac:grpSpMkLst>
            <pc:docMk/>
            <pc:sldMk cId="4113112665" sldId="520"/>
            <ac:grpSpMk id="40" creationId="{8DA07774-D8B2-9B17-B5C2-D2781F6F9DB6}"/>
          </ac:grpSpMkLst>
        </pc:grpChg>
        <pc:grpChg chg="mod">
          <ac:chgData name="CSPT02" userId="21f640c2-b5d5-40ed-b03e-b88c15baf445" providerId="ADAL" clId="{F9AD771C-6A67-467B-A986-39174811E176}" dt="2025-07-31T04:59:54.587" v="2539"/>
          <ac:grpSpMkLst>
            <pc:docMk/>
            <pc:sldMk cId="4113112665" sldId="520"/>
            <ac:grpSpMk id="42" creationId="{0709CD94-F154-61B3-0EDF-FA15047BB1BF}"/>
          </ac:grpSpMkLst>
        </pc:grpChg>
        <pc:grpChg chg="mod">
          <ac:chgData name="CSPT02" userId="21f640c2-b5d5-40ed-b03e-b88c15baf445" providerId="ADAL" clId="{F9AD771C-6A67-467B-A986-39174811E176}" dt="2025-07-31T05:03:19.778" v="2641" actId="1076"/>
          <ac:grpSpMkLst>
            <pc:docMk/>
            <pc:sldMk cId="4113112665" sldId="520"/>
            <ac:grpSpMk id="54" creationId="{4BF766BD-BD26-5BD7-C9A7-DC1793C92CA2}"/>
          </ac:grpSpMkLst>
        </pc:grpChg>
        <pc:grpChg chg="del mod">
          <ac:chgData name="CSPT02" userId="21f640c2-b5d5-40ed-b03e-b88c15baf445" providerId="ADAL" clId="{F9AD771C-6A67-467B-A986-39174811E176}" dt="2025-07-31T05:03:04.652" v="2639" actId="478"/>
          <ac:grpSpMkLst>
            <pc:docMk/>
            <pc:sldMk cId="4113112665" sldId="520"/>
            <ac:grpSpMk id="62" creationId="{E047DBB1-72F1-0390-464B-9A258CFE29A7}"/>
          </ac:grpSpMkLst>
        </pc:grpChg>
        <pc:grpChg chg="add mod">
          <ac:chgData name="CSPT02" userId="21f640c2-b5d5-40ed-b03e-b88c15baf445" providerId="ADAL" clId="{F9AD771C-6A67-467B-A986-39174811E176}" dt="2025-07-31T05:03:40.281" v="2647" actId="1076"/>
          <ac:grpSpMkLst>
            <pc:docMk/>
            <pc:sldMk cId="4113112665" sldId="520"/>
            <ac:grpSpMk id="70" creationId="{82683692-81DE-100B-983D-DAA064E94A54}"/>
          </ac:grpSpMkLst>
        </pc:grpChg>
        <pc:grpChg chg="mod">
          <ac:chgData name="CSPT02" userId="21f640c2-b5d5-40ed-b03e-b88c15baf445" providerId="ADAL" clId="{F9AD771C-6A67-467B-A986-39174811E176}" dt="2025-07-31T05:03:24.233" v="2642"/>
          <ac:grpSpMkLst>
            <pc:docMk/>
            <pc:sldMk cId="4113112665" sldId="520"/>
            <ac:grpSpMk id="72" creationId="{204BC284-8180-CC4E-E237-BFD7C8901325}"/>
          </ac:grpSpMkLst>
        </pc:grpChg>
        <pc:grpChg chg="add mod">
          <ac:chgData name="CSPT02" userId="21f640c2-b5d5-40ed-b03e-b88c15baf445" providerId="ADAL" clId="{F9AD771C-6A67-467B-A986-39174811E176}" dt="2025-07-31T05:05:24.975" v="2672"/>
          <ac:grpSpMkLst>
            <pc:docMk/>
            <pc:sldMk cId="4113112665" sldId="520"/>
            <ac:grpSpMk id="81" creationId="{8F3C92B8-479E-2ADF-4D9E-2BB3ED0D0961}"/>
          </ac:grpSpMkLst>
        </pc:grpChg>
        <pc:grpChg chg="mod">
          <ac:chgData name="CSPT02" userId="21f640c2-b5d5-40ed-b03e-b88c15baf445" providerId="ADAL" clId="{F9AD771C-6A67-467B-A986-39174811E176}" dt="2025-07-31T05:05:24.975" v="2672"/>
          <ac:grpSpMkLst>
            <pc:docMk/>
            <pc:sldMk cId="4113112665" sldId="520"/>
            <ac:grpSpMk id="83" creationId="{804304ED-0D4C-9B40-ED62-4F878FE5900E}"/>
          </ac:grpSpMkLst>
        </pc:grpChg>
        <pc:grpChg chg="add mod">
          <ac:chgData name="CSPT02" userId="21f640c2-b5d5-40ed-b03e-b88c15baf445" providerId="ADAL" clId="{F9AD771C-6A67-467B-A986-39174811E176}" dt="2025-07-31T05:06:03.914" v="2681" actId="1076"/>
          <ac:grpSpMkLst>
            <pc:docMk/>
            <pc:sldMk cId="4113112665" sldId="520"/>
            <ac:grpSpMk id="88" creationId="{87322D39-24D5-B6FA-FB30-CA0747C4F147}"/>
          </ac:grpSpMkLst>
        </pc:grpChg>
        <pc:grpChg chg="mod">
          <ac:chgData name="CSPT02" userId="21f640c2-b5d5-40ed-b03e-b88c15baf445" providerId="ADAL" clId="{F9AD771C-6A67-467B-A986-39174811E176}" dt="2025-07-31T05:05:28.571" v="2674"/>
          <ac:grpSpMkLst>
            <pc:docMk/>
            <pc:sldMk cId="4113112665" sldId="520"/>
            <ac:grpSpMk id="90" creationId="{E94AFDB1-DCF0-292A-602D-4532719155DD}"/>
          </ac:grpSpMkLst>
        </pc:grpChg>
        <pc:picChg chg="add del mod modCrop">
          <ac:chgData name="CSPT02" userId="21f640c2-b5d5-40ed-b03e-b88c15baf445" providerId="ADAL" clId="{F9AD771C-6A67-467B-A986-39174811E176}" dt="2025-07-31T05:08:15.646" v="2695" actId="478"/>
          <ac:picMkLst>
            <pc:docMk/>
            <pc:sldMk cId="4113112665" sldId="520"/>
            <ac:picMk id="6" creationId="{57FB5671-0E14-8836-7392-C40AD0210D98}"/>
          </ac:picMkLst>
        </pc:picChg>
        <pc:picChg chg="add mod">
          <ac:chgData name="CSPT02" userId="21f640c2-b5d5-40ed-b03e-b88c15baf445" providerId="ADAL" clId="{F9AD771C-6A67-467B-A986-39174811E176}" dt="2025-07-31T04:54:29.707" v="2417" actId="34135"/>
          <ac:picMkLst>
            <pc:docMk/>
            <pc:sldMk cId="4113112665" sldId="520"/>
            <ac:picMk id="30" creationId="{05D5B173-07FE-76D0-0FE1-3F88DB802E5A}"/>
          </ac:picMkLst>
        </pc:picChg>
        <pc:inkChg chg="add del mod">
          <ac:chgData name="CSPT02" userId="21f640c2-b5d5-40ed-b03e-b88c15baf445" providerId="ADAL" clId="{F9AD771C-6A67-467B-A986-39174811E176}" dt="2025-07-31T04:52:26.360" v="2394" actId="478"/>
          <ac:inkMkLst>
            <pc:docMk/>
            <pc:sldMk cId="4113112665" sldId="520"/>
            <ac:inkMk id="4" creationId="{E5C28577-E840-3BBC-C0FB-98A958D15045}"/>
          </ac:inkMkLst>
        </pc:inkChg>
        <pc:inkChg chg="add del mod">
          <ac:chgData name="CSPT02" userId="21f640c2-b5d5-40ed-b03e-b88c15baf445" providerId="ADAL" clId="{F9AD771C-6A67-467B-A986-39174811E176}" dt="2025-07-31T04:56:30.730" v="2453" actId="478"/>
          <ac:inkMkLst>
            <pc:docMk/>
            <pc:sldMk cId="4113112665" sldId="520"/>
            <ac:inkMk id="17" creationId="{74CC1A2B-ECAE-DB75-4C0F-2EF027774E70}"/>
          </ac:inkMkLst>
        </pc:inkChg>
        <pc:inkChg chg="add mod">
          <ac:chgData name="CSPT02" userId="21f640c2-b5d5-40ed-b03e-b88c15baf445" providerId="ADAL" clId="{F9AD771C-6A67-467B-A986-39174811E176}" dt="2025-07-31T04:56:00.489" v="2445" actId="208"/>
          <ac:inkMkLst>
            <pc:docMk/>
            <pc:sldMk cId="4113112665" sldId="520"/>
            <ac:inkMk id="18" creationId="{EBC8EAE4-A539-35DD-312D-A0929954F244}"/>
          </ac:inkMkLst>
        </pc:inkChg>
        <pc:inkChg chg="add mod">
          <ac:chgData name="CSPT02" userId="21f640c2-b5d5-40ed-b03e-b88c15baf445" providerId="ADAL" clId="{F9AD771C-6A67-467B-A986-39174811E176}" dt="2025-07-31T04:56:48.272" v="2457" actId="208"/>
          <ac:inkMkLst>
            <pc:docMk/>
            <pc:sldMk cId="4113112665" sldId="520"/>
            <ac:inkMk id="19" creationId="{84221C7F-E4A8-D3C6-937A-547DA98BD127}"/>
          </ac:inkMkLst>
        </pc:inkChg>
        <pc:inkChg chg="add mod">
          <ac:chgData name="CSPT02" userId="21f640c2-b5d5-40ed-b03e-b88c15baf445" providerId="ADAL" clId="{F9AD771C-6A67-467B-A986-39174811E176}" dt="2025-07-31T04:59:17.476" v="2524" actId="208"/>
          <ac:inkMkLst>
            <pc:docMk/>
            <pc:sldMk cId="4113112665" sldId="520"/>
            <ac:inkMk id="20" creationId="{B6E338DF-BEC2-D96F-1B08-B64716B7EBFB}"/>
          </ac:inkMkLst>
        </pc:inkChg>
        <pc:inkChg chg="add mod">
          <ac:chgData name="CSPT02" userId="21f640c2-b5d5-40ed-b03e-b88c15baf445" providerId="ADAL" clId="{F9AD771C-6A67-467B-A986-39174811E176}" dt="2025-07-31T04:59:25.126" v="2526" actId="208"/>
          <ac:inkMkLst>
            <pc:docMk/>
            <pc:sldMk cId="4113112665" sldId="520"/>
            <ac:inkMk id="21" creationId="{816D4016-6E93-8446-1598-1A1014AB99CF}"/>
          </ac:inkMkLst>
        </pc:inkChg>
        <pc:inkChg chg="add mod">
          <ac:chgData name="CSPT02" userId="21f640c2-b5d5-40ed-b03e-b88c15baf445" providerId="ADAL" clId="{F9AD771C-6A67-467B-A986-39174811E176}" dt="2025-07-31T04:58:57.344" v="2520" actId="1076"/>
          <ac:inkMkLst>
            <pc:docMk/>
            <pc:sldMk cId="4113112665" sldId="520"/>
            <ac:inkMk id="31" creationId="{99325FE9-6AC4-82D7-E7CD-57A4C6BC53F9}"/>
          </ac:inkMkLst>
        </pc:inkChg>
        <pc:inkChg chg="add mod">
          <ac:chgData name="CSPT02" userId="21f640c2-b5d5-40ed-b03e-b88c15baf445" providerId="ADAL" clId="{F9AD771C-6A67-467B-A986-39174811E176}" dt="2025-07-31T04:59:20.854" v="2525" actId="208"/>
          <ac:inkMkLst>
            <pc:docMk/>
            <pc:sldMk cId="4113112665" sldId="520"/>
            <ac:inkMk id="32" creationId="{60FCCE02-D9AB-4F86-82EE-D3837E9911ED}"/>
          </ac:inkMkLst>
        </pc:inkChg>
        <pc:inkChg chg="add mod">
          <ac:chgData name="CSPT02" userId="21f640c2-b5d5-40ed-b03e-b88c15baf445" providerId="ADAL" clId="{F9AD771C-6A67-467B-A986-39174811E176}" dt="2025-07-31T04:59:41.411" v="2534" actId="14100"/>
          <ac:inkMkLst>
            <pc:docMk/>
            <pc:sldMk cId="4113112665" sldId="520"/>
            <ac:inkMk id="33" creationId="{5A5AA57E-C6A4-8E36-C4DD-7E50FD9CE30D}"/>
          </ac:inkMkLst>
        </pc:inkChg>
        <pc:inkChg chg="add mod">
          <ac:chgData name="CSPT02" userId="21f640c2-b5d5-40ed-b03e-b88c15baf445" providerId="ADAL" clId="{F9AD771C-6A67-467B-A986-39174811E176}" dt="2025-07-31T04:59:39.619" v="2533" actId="14100"/>
          <ac:inkMkLst>
            <pc:docMk/>
            <pc:sldMk cId="4113112665" sldId="520"/>
            <ac:inkMk id="34" creationId="{837577BB-F35F-C906-E061-8E881774C7B5}"/>
          </ac:inkMkLst>
        </pc:inkChg>
        <pc:inkChg chg="add mod">
          <ac:chgData name="CSPT02" userId="21f640c2-b5d5-40ed-b03e-b88c15baf445" providerId="ADAL" clId="{F9AD771C-6A67-467B-A986-39174811E176}" dt="2025-07-31T04:59:46.253" v="2536" actId="1076"/>
          <ac:inkMkLst>
            <pc:docMk/>
            <pc:sldMk cId="4113112665" sldId="520"/>
            <ac:inkMk id="35" creationId="{91E72209-0DBF-2FB5-89DD-2E6977E4B619}"/>
          </ac:inkMkLst>
        </pc:inkChg>
        <pc:inkChg chg="add mod">
          <ac:chgData name="CSPT02" userId="21f640c2-b5d5-40ed-b03e-b88c15baf445" providerId="ADAL" clId="{F9AD771C-6A67-467B-A986-39174811E176}" dt="2025-07-31T04:59:49.710" v="2538" actId="1076"/>
          <ac:inkMkLst>
            <pc:docMk/>
            <pc:sldMk cId="4113112665" sldId="520"/>
            <ac:inkMk id="36" creationId="{8491FD56-2F9D-2773-413B-B07E84222666}"/>
          </ac:inkMkLst>
        </pc:inkChg>
        <pc:inkChg chg="add mod">
          <ac:chgData name="CSPT02" userId="21f640c2-b5d5-40ed-b03e-b88c15baf445" providerId="ADAL" clId="{F9AD771C-6A67-467B-A986-39174811E176}" dt="2025-07-31T05:00:47.493" v="2587" actId="208"/>
          <ac:inkMkLst>
            <pc:docMk/>
            <pc:sldMk cId="4113112665" sldId="520"/>
            <ac:inkMk id="45" creationId="{8729CE1C-CED0-21E7-534C-A50F75CE26BF}"/>
          </ac:inkMkLst>
        </pc:inkChg>
        <pc:inkChg chg="add mod">
          <ac:chgData name="CSPT02" userId="21f640c2-b5d5-40ed-b03e-b88c15baf445" providerId="ADAL" clId="{F9AD771C-6A67-467B-A986-39174811E176}" dt="2025-07-31T05:00:53.855" v="2590" actId="208"/>
          <ac:inkMkLst>
            <pc:docMk/>
            <pc:sldMk cId="4113112665" sldId="520"/>
            <ac:inkMk id="46" creationId="{6129D153-198B-BC0D-9CC0-36322EBA7940}"/>
          </ac:inkMkLst>
        </pc:inkChg>
        <pc:inkChg chg="add mod">
          <ac:chgData name="CSPT02" userId="21f640c2-b5d5-40ed-b03e-b88c15baf445" providerId="ADAL" clId="{F9AD771C-6A67-467B-A986-39174811E176}" dt="2025-07-31T05:01:02.557" v="2594" actId="208"/>
          <ac:inkMkLst>
            <pc:docMk/>
            <pc:sldMk cId="4113112665" sldId="520"/>
            <ac:inkMk id="47" creationId="{4841B8F6-5666-9BD1-A781-9FB5CB721358}"/>
          </ac:inkMkLst>
        </pc:inkChg>
        <pc:cxnChg chg="mod">
          <ac:chgData name="CSPT02" userId="21f640c2-b5d5-40ed-b03e-b88c15baf445" providerId="ADAL" clId="{F9AD771C-6A67-467B-A986-39174811E176}" dt="2025-07-31T04:58:37.860" v="2516"/>
          <ac:cxnSpMkLst>
            <pc:docMk/>
            <pc:sldMk cId="4113112665" sldId="520"/>
            <ac:cxnSpMk id="28" creationId="{A7EA0837-DDD5-C332-FF22-38F02D6D619A}"/>
          </ac:cxnSpMkLst>
        </pc:cxnChg>
        <pc:cxnChg chg="mod">
          <ac:chgData name="CSPT02" userId="21f640c2-b5d5-40ed-b03e-b88c15baf445" providerId="ADAL" clId="{F9AD771C-6A67-467B-A986-39174811E176}" dt="2025-07-31T04:59:54.587" v="2539"/>
          <ac:cxnSpMkLst>
            <pc:docMk/>
            <pc:sldMk cId="4113112665" sldId="520"/>
            <ac:cxnSpMk id="43" creationId="{11C61E24-A4BC-148D-D602-D298B93ADD98}"/>
          </ac:cxnSpMkLst>
        </pc:cxnChg>
        <pc:cxnChg chg="mod">
          <ac:chgData name="CSPT02" userId="21f640c2-b5d5-40ed-b03e-b88c15baf445" providerId="ADAL" clId="{F9AD771C-6A67-467B-A986-39174811E176}" dt="2025-07-31T05:03:24.233" v="2642"/>
          <ac:cxnSpMkLst>
            <pc:docMk/>
            <pc:sldMk cId="4113112665" sldId="520"/>
            <ac:cxnSpMk id="73" creationId="{341EE5A3-A99F-CC59-C62E-B01C2193EE55}"/>
          </ac:cxnSpMkLst>
        </pc:cxnChg>
        <pc:cxnChg chg="mod">
          <ac:chgData name="CSPT02" userId="21f640c2-b5d5-40ed-b03e-b88c15baf445" providerId="ADAL" clId="{F9AD771C-6A67-467B-A986-39174811E176}" dt="2025-07-31T05:05:24.975" v="2672"/>
          <ac:cxnSpMkLst>
            <pc:docMk/>
            <pc:sldMk cId="4113112665" sldId="520"/>
            <ac:cxnSpMk id="84" creationId="{CBA5A249-E217-D318-F14D-62AC7ED3031C}"/>
          </ac:cxnSpMkLst>
        </pc:cxnChg>
        <pc:cxnChg chg="mod">
          <ac:chgData name="CSPT02" userId="21f640c2-b5d5-40ed-b03e-b88c15baf445" providerId="ADAL" clId="{F9AD771C-6A67-467B-A986-39174811E176}" dt="2025-07-31T05:05:28.571" v="2674"/>
          <ac:cxnSpMkLst>
            <pc:docMk/>
            <pc:sldMk cId="4113112665" sldId="520"/>
            <ac:cxnSpMk id="91" creationId="{0AA6B0AC-4F94-6E8B-F3E7-1F1298ABC250}"/>
          </ac:cxnSpMkLst>
        </pc:cxnChg>
      </pc:sldChg>
    </pc:docChg>
  </pc:docChgLst>
  <pc:docChgLst>
    <pc:chgData name="Tai Sura" userId="51f810a5dc7c05aa" providerId="LiveId" clId="{B9AFA97A-0C0F-43F5-9C06-0168549C58CC}"/>
    <pc:docChg chg="addSld delSld modSld addSection delSection modSection">
      <pc:chgData name="Tai Sura" userId="51f810a5dc7c05aa" providerId="LiveId" clId="{B9AFA97A-0C0F-43F5-9C06-0168549C58CC}" dt="2022-08-04T06:40:58.232" v="9" actId="20577"/>
      <pc:docMkLst>
        <pc:docMk/>
      </pc:docMkLst>
      <pc:sldChg chg="del">
        <pc:chgData name="Tai Sura" userId="51f810a5dc7c05aa" providerId="LiveId" clId="{B9AFA97A-0C0F-43F5-9C06-0168549C58CC}" dt="2022-08-04T06:37:53.868" v="1" actId="47"/>
        <pc:sldMkLst>
          <pc:docMk/>
          <pc:sldMk cId="89158702" sldId="25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419679498" sldId="26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514094472" sldId="26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419655881" sldId="26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4076923869" sldId="268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688030957" sldId="270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682194600" sldId="27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390996231" sldId="272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693085094" sldId="27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874170983" sldId="27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754178837" sldId="378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883093029" sldId="37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852689055" sldId="38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340111880" sldId="383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769089539" sldId="38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020092285" sldId="38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027699691" sldId="386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624585304" sldId="387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839971599" sldId="39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717041588" sldId="400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065936135" sldId="40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18039536" sldId="402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84186784" sldId="403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733791810" sldId="40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969039947" sldId="40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356548245" sldId="406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92368153" sldId="407"/>
        </pc:sldMkLst>
      </pc:sldChg>
      <pc:sldChg chg="add modAnim">
        <pc:chgData name="Tai Sura" userId="51f810a5dc7c05aa" providerId="LiveId" clId="{B9AFA97A-0C0F-43F5-9C06-0168549C58CC}" dt="2022-08-04T06:39:08.125" v="7"/>
        <pc:sldMkLst>
          <pc:docMk/>
          <pc:sldMk cId="613056176" sldId="421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836334796" sldId="422"/>
        </pc:sldMkLst>
      </pc:sldChg>
      <pc:sldChg chg="modSp add">
        <pc:chgData name="Tai Sura" userId="51f810a5dc7c05aa" providerId="LiveId" clId="{B9AFA97A-0C0F-43F5-9C06-0168549C58CC}" dt="2022-08-04T06:40:58.232" v="9" actId="20577"/>
        <pc:sldMkLst>
          <pc:docMk/>
          <pc:sldMk cId="2356716135" sldId="423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538681996" sldId="424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550721328" sldId="425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591887827" sldId="426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966024987" sldId="427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87548732" sldId="428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39982709" sldId="429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3350598341" sldId="430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26419331" sldId="431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184392888" sldId="432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261424155" sldId="433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42994316" sldId="434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3142260257" sldId="435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323404256" sldId="436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940701209" sldId="437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294354604" sldId="438"/>
        </pc:sldMkLst>
      </pc:sldChg>
    </pc:docChg>
  </pc:docChgLst>
  <pc:docChgLst>
    <pc:chgData name="mathspt" userId="0238e0ea-a655-48f2-bae3-2ff3e0b97742" providerId="ADAL" clId="{CE76B0EF-09B9-42F7-8E3C-CC5E58184F57}"/>
    <pc:docChg chg="undo redo custSel addSld modSld modSection">
      <pc:chgData name="mathspt" userId="0238e0ea-a655-48f2-bae3-2ff3e0b97742" providerId="ADAL" clId="{CE76B0EF-09B9-42F7-8E3C-CC5E58184F57}" dt="2025-07-24T08:04:32.795" v="1493" actId="207"/>
      <pc:docMkLst>
        <pc:docMk/>
      </pc:docMkLst>
      <pc:sldChg chg="modSp mod">
        <pc:chgData name="mathspt" userId="0238e0ea-a655-48f2-bae3-2ff3e0b97742" providerId="ADAL" clId="{CE76B0EF-09B9-42F7-8E3C-CC5E58184F57}" dt="2025-07-24T08:00:07.672" v="1452" actId="1076"/>
        <pc:sldMkLst>
          <pc:docMk/>
          <pc:sldMk cId="4250928002" sldId="485"/>
        </pc:sldMkLst>
        <pc:inkChg chg="mod">
          <ac:chgData name="mathspt" userId="0238e0ea-a655-48f2-bae3-2ff3e0b97742" providerId="ADAL" clId="{CE76B0EF-09B9-42F7-8E3C-CC5E58184F57}" dt="2025-07-24T08:00:07.672" v="1452" actId="1076"/>
          <ac:inkMkLst>
            <pc:docMk/>
            <pc:sldMk cId="4250928002" sldId="485"/>
            <ac:inkMk id="8" creationId="{85046635-D40A-6639-AE72-309D40BE6036}"/>
          </ac:inkMkLst>
        </pc:inkChg>
      </pc:sldChg>
      <pc:sldChg chg="addSp delSp modSp mod">
        <pc:chgData name="mathspt" userId="0238e0ea-a655-48f2-bae3-2ff3e0b97742" providerId="ADAL" clId="{CE76B0EF-09B9-42F7-8E3C-CC5E58184F57}" dt="2025-07-24T06:28:15.893" v="746" actId="478"/>
        <pc:sldMkLst>
          <pc:docMk/>
          <pc:sldMk cId="3471677990" sldId="487"/>
        </pc:sldMkLst>
      </pc:sldChg>
      <pc:sldChg chg="addSp delSp modSp mod modAnim">
        <pc:chgData name="mathspt" userId="0238e0ea-a655-48f2-bae3-2ff3e0b97742" providerId="ADAL" clId="{CE76B0EF-09B9-42F7-8E3C-CC5E58184F57}" dt="2025-07-24T06:46:35.337" v="884" actId="1076"/>
        <pc:sldMkLst>
          <pc:docMk/>
          <pc:sldMk cId="1996644932" sldId="488"/>
        </pc:sldMkLst>
        <pc:spChg chg="mod topLvl">
          <ac:chgData name="mathspt" userId="0238e0ea-a655-48f2-bae3-2ff3e0b97742" providerId="ADAL" clId="{CE76B0EF-09B9-42F7-8E3C-CC5E58184F57}" dt="2025-07-24T06:46:34.481" v="880" actId="1076"/>
          <ac:spMkLst>
            <pc:docMk/>
            <pc:sldMk cId="1996644932" sldId="488"/>
            <ac:spMk id="36" creationId="{94A5107D-AAE9-D305-75DA-F13F27A8AD63}"/>
          </ac:spMkLst>
        </pc:spChg>
        <pc:spChg chg="mod topLvl">
          <ac:chgData name="mathspt" userId="0238e0ea-a655-48f2-bae3-2ff3e0b97742" providerId="ADAL" clId="{CE76B0EF-09B9-42F7-8E3C-CC5E58184F57}" dt="2025-07-24T06:46:34.640" v="881" actId="1076"/>
          <ac:spMkLst>
            <pc:docMk/>
            <pc:sldMk cId="1996644932" sldId="488"/>
            <ac:spMk id="37" creationId="{C74DDACE-62B1-254B-0550-462A53672FD4}"/>
          </ac:spMkLst>
        </pc:spChg>
        <pc:grpChg chg="add del mod">
          <ac:chgData name="mathspt" userId="0238e0ea-a655-48f2-bae3-2ff3e0b97742" providerId="ADAL" clId="{CE76B0EF-09B9-42F7-8E3C-CC5E58184F57}" dt="2025-07-24T06:46:34.323" v="879" actId="165"/>
          <ac:grpSpMkLst>
            <pc:docMk/>
            <pc:sldMk cId="1996644932" sldId="488"/>
            <ac:grpSpMk id="35" creationId="{93CBFAAD-1E43-8758-52B2-744272573B20}"/>
          </ac:grpSpMkLst>
        </pc:grpChg>
        <pc:grpChg chg="mod">
          <ac:chgData name="mathspt" userId="0238e0ea-a655-48f2-bae3-2ff3e0b97742" providerId="ADAL" clId="{CE76B0EF-09B9-42F7-8E3C-CC5E58184F57}" dt="2025-07-24T06:45:29.046" v="862" actId="1076"/>
          <ac:grpSpMkLst>
            <pc:docMk/>
            <pc:sldMk cId="1996644932" sldId="488"/>
            <ac:grpSpMk id="40" creationId="{603BCFBF-0E31-A179-9B73-2C8F2918BDE0}"/>
          </ac:grpSpMkLst>
        </pc:grpChg>
      </pc:sldChg>
      <pc:sldChg chg="addSp modSp mod">
        <pc:chgData name="mathspt" userId="0238e0ea-a655-48f2-bae3-2ff3e0b97742" providerId="ADAL" clId="{CE76B0EF-09B9-42F7-8E3C-CC5E58184F57}" dt="2025-07-24T06:31:57.309" v="750" actId="1076"/>
        <pc:sldMkLst>
          <pc:docMk/>
          <pc:sldMk cId="2501498529" sldId="507"/>
        </pc:sldMkLst>
      </pc:sldChg>
      <pc:sldChg chg="addSp delSp modSp mod">
        <pc:chgData name="mathspt" userId="0238e0ea-a655-48f2-bae3-2ff3e0b97742" providerId="ADAL" clId="{CE76B0EF-09B9-42F7-8E3C-CC5E58184F57}" dt="2025-07-24T05:40:10.147" v="160" actId="478"/>
        <pc:sldMkLst>
          <pc:docMk/>
          <pc:sldMk cId="4041085690" sldId="510"/>
        </pc:sldMkLst>
      </pc:sldChg>
      <pc:sldChg chg="addSp delSp modSp new mod addAnim delAnim modAnim">
        <pc:chgData name="mathspt" userId="0238e0ea-a655-48f2-bae3-2ff3e0b97742" providerId="ADAL" clId="{CE76B0EF-09B9-42F7-8E3C-CC5E58184F57}" dt="2025-07-24T07:49:10.584" v="1374" actId="1076"/>
        <pc:sldMkLst>
          <pc:docMk/>
          <pc:sldMk cId="2724891558" sldId="511"/>
        </pc:sldMkLst>
        <pc:spChg chg="add mod">
          <ac:chgData name="mathspt" userId="0238e0ea-a655-48f2-bae3-2ff3e0b97742" providerId="ADAL" clId="{CE76B0EF-09B9-42F7-8E3C-CC5E58184F57}" dt="2025-07-24T06:13:26.054" v="513" actId="207"/>
          <ac:spMkLst>
            <pc:docMk/>
            <pc:sldMk cId="2724891558" sldId="511"/>
            <ac:spMk id="10" creationId="{149F4FFF-2607-1D41-5BDA-567DE40B63D1}"/>
          </ac:spMkLst>
        </pc:spChg>
        <pc:spChg chg="add mod">
          <ac:chgData name="mathspt" userId="0238e0ea-a655-48f2-bae3-2ff3e0b97742" providerId="ADAL" clId="{CE76B0EF-09B9-42F7-8E3C-CC5E58184F57}" dt="2025-07-24T05:47:42.626" v="219" actId="20577"/>
          <ac:spMkLst>
            <pc:docMk/>
            <pc:sldMk cId="2724891558" sldId="511"/>
            <ac:spMk id="11" creationId="{7B9F51FA-4372-B52C-6561-7145900D4BC6}"/>
          </ac:spMkLst>
        </pc:spChg>
        <pc:spChg chg="add mod">
          <ac:chgData name="mathspt" userId="0238e0ea-a655-48f2-bae3-2ff3e0b97742" providerId="ADAL" clId="{CE76B0EF-09B9-42F7-8E3C-CC5E58184F57}" dt="2025-07-24T06:06:35.404" v="480" actId="207"/>
          <ac:spMkLst>
            <pc:docMk/>
            <pc:sldMk cId="2724891558" sldId="511"/>
            <ac:spMk id="12" creationId="{B7C2E8BF-7649-C6D1-C26E-F3C2C9C5BAC1}"/>
          </ac:spMkLst>
        </pc:spChg>
        <pc:spChg chg="add mod">
          <ac:chgData name="mathspt" userId="0238e0ea-a655-48f2-bae3-2ff3e0b97742" providerId="ADAL" clId="{CE76B0EF-09B9-42F7-8E3C-CC5E58184F57}" dt="2025-07-24T05:33:37.143" v="149" actId="1076"/>
          <ac:spMkLst>
            <pc:docMk/>
            <pc:sldMk cId="2724891558" sldId="511"/>
            <ac:spMk id="13" creationId="{3EBCDECD-5D49-E257-F737-CFA58059271E}"/>
          </ac:spMkLst>
        </pc:spChg>
        <pc:spChg chg="add mod">
          <ac:chgData name="mathspt" userId="0238e0ea-a655-48f2-bae3-2ff3e0b97742" providerId="ADAL" clId="{CE76B0EF-09B9-42F7-8E3C-CC5E58184F57}" dt="2025-07-24T06:13:28.179" v="514" actId="207"/>
          <ac:spMkLst>
            <pc:docMk/>
            <pc:sldMk cId="2724891558" sldId="511"/>
            <ac:spMk id="14" creationId="{4D025E7C-BB32-F1E1-CE64-9FC9D3AB5A6B}"/>
          </ac:spMkLst>
        </pc:spChg>
        <pc:spChg chg="add mod">
          <ac:chgData name="mathspt" userId="0238e0ea-a655-48f2-bae3-2ff3e0b97742" providerId="ADAL" clId="{CE76B0EF-09B9-42F7-8E3C-CC5E58184F57}" dt="2025-07-24T06:03:29.038" v="457" actId="1076"/>
          <ac:spMkLst>
            <pc:docMk/>
            <pc:sldMk cId="2724891558" sldId="511"/>
            <ac:spMk id="15" creationId="{0EC2335E-779F-DF33-674A-B722401AD54A}"/>
          </ac:spMkLst>
        </pc:spChg>
        <pc:spChg chg="add mod">
          <ac:chgData name="mathspt" userId="0238e0ea-a655-48f2-bae3-2ff3e0b97742" providerId="ADAL" clId="{CE76B0EF-09B9-42F7-8E3C-CC5E58184F57}" dt="2025-07-24T05:45:47.791" v="189" actId="1076"/>
          <ac:spMkLst>
            <pc:docMk/>
            <pc:sldMk cId="2724891558" sldId="511"/>
            <ac:spMk id="17" creationId="{8F6DFE9A-3F77-1D54-EAFC-A4E7C0438851}"/>
          </ac:spMkLst>
        </pc:spChg>
        <pc:spChg chg="add mod">
          <ac:chgData name="mathspt" userId="0238e0ea-a655-48f2-bae3-2ff3e0b97742" providerId="ADAL" clId="{CE76B0EF-09B9-42F7-8E3C-CC5E58184F57}" dt="2025-07-24T05:44:52.792" v="181" actId="1076"/>
          <ac:spMkLst>
            <pc:docMk/>
            <pc:sldMk cId="2724891558" sldId="511"/>
            <ac:spMk id="18" creationId="{D000123F-5F0C-12D4-73AE-84A24C36A020}"/>
          </ac:spMkLst>
        </pc:spChg>
        <pc:spChg chg="add mod">
          <ac:chgData name="mathspt" userId="0238e0ea-a655-48f2-bae3-2ff3e0b97742" providerId="ADAL" clId="{CE76B0EF-09B9-42F7-8E3C-CC5E58184F57}" dt="2025-07-24T05:44:57.693" v="183" actId="1076"/>
          <ac:spMkLst>
            <pc:docMk/>
            <pc:sldMk cId="2724891558" sldId="511"/>
            <ac:spMk id="19" creationId="{2AFF7F49-6E14-49E1-A7B3-91C7B0051A13}"/>
          </ac:spMkLst>
        </pc:spChg>
        <pc:spChg chg="add mod">
          <ac:chgData name="mathspt" userId="0238e0ea-a655-48f2-bae3-2ff3e0b97742" providerId="ADAL" clId="{CE76B0EF-09B9-42F7-8E3C-CC5E58184F57}" dt="2025-07-24T05:45:31.542" v="187" actId="1076"/>
          <ac:spMkLst>
            <pc:docMk/>
            <pc:sldMk cId="2724891558" sldId="511"/>
            <ac:spMk id="20" creationId="{C17E1465-B49C-8EB7-29D1-9921D9C1C3F0}"/>
          </ac:spMkLst>
        </pc:spChg>
        <pc:spChg chg="add mod">
          <ac:chgData name="mathspt" userId="0238e0ea-a655-48f2-bae3-2ff3e0b97742" providerId="ADAL" clId="{CE76B0EF-09B9-42F7-8E3C-CC5E58184F57}" dt="2025-07-24T05:45:44.019" v="188" actId="1076"/>
          <ac:spMkLst>
            <pc:docMk/>
            <pc:sldMk cId="2724891558" sldId="511"/>
            <ac:spMk id="21" creationId="{4CB122E5-3B0D-7AD6-E810-2245A5040E24}"/>
          </ac:spMkLst>
        </pc:spChg>
        <pc:spChg chg="add mod">
          <ac:chgData name="mathspt" userId="0238e0ea-a655-48f2-bae3-2ff3e0b97742" providerId="ADAL" clId="{CE76B0EF-09B9-42F7-8E3C-CC5E58184F57}" dt="2025-07-24T05:53:04.806" v="251" actId="1076"/>
          <ac:spMkLst>
            <pc:docMk/>
            <pc:sldMk cId="2724891558" sldId="511"/>
            <ac:spMk id="22" creationId="{DF8DD30B-1AA7-1113-5468-A350C8F18B70}"/>
          </ac:spMkLst>
        </pc:spChg>
        <pc:spChg chg="add mod">
          <ac:chgData name="mathspt" userId="0238e0ea-a655-48f2-bae3-2ff3e0b97742" providerId="ADAL" clId="{CE76B0EF-09B9-42F7-8E3C-CC5E58184F57}" dt="2025-07-24T06:08:21.252" v="499" actId="207"/>
          <ac:spMkLst>
            <pc:docMk/>
            <pc:sldMk cId="2724891558" sldId="511"/>
            <ac:spMk id="23" creationId="{1DD96831-5FEC-2570-CAFE-038F10BAEB35}"/>
          </ac:spMkLst>
        </pc:spChg>
        <pc:spChg chg="add mod">
          <ac:chgData name="mathspt" userId="0238e0ea-a655-48f2-bae3-2ff3e0b97742" providerId="ADAL" clId="{CE76B0EF-09B9-42F7-8E3C-CC5E58184F57}" dt="2025-07-24T05:53:04.806" v="251" actId="1076"/>
          <ac:spMkLst>
            <pc:docMk/>
            <pc:sldMk cId="2724891558" sldId="511"/>
            <ac:spMk id="24" creationId="{81633592-A605-EBA4-8DBC-E3361F97BCE6}"/>
          </ac:spMkLst>
        </pc:spChg>
        <pc:spChg chg="add mod">
          <ac:chgData name="mathspt" userId="0238e0ea-a655-48f2-bae3-2ff3e0b97742" providerId="ADAL" clId="{CE76B0EF-09B9-42F7-8E3C-CC5E58184F57}" dt="2025-07-24T05:53:04.806" v="251" actId="1076"/>
          <ac:spMkLst>
            <pc:docMk/>
            <pc:sldMk cId="2724891558" sldId="511"/>
            <ac:spMk id="28" creationId="{A61F5768-F17D-362F-5B3D-D7ED4004DB06}"/>
          </ac:spMkLst>
        </pc:spChg>
        <pc:spChg chg="add mod">
          <ac:chgData name="mathspt" userId="0238e0ea-a655-48f2-bae3-2ff3e0b97742" providerId="ADAL" clId="{CE76B0EF-09B9-42F7-8E3C-CC5E58184F57}" dt="2025-07-24T05:53:04.806" v="251" actId="1076"/>
          <ac:spMkLst>
            <pc:docMk/>
            <pc:sldMk cId="2724891558" sldId="511"/>
            <ac:spMk id="29" creationId="{5EC7EE4B-A105-857A-5D79-DAC6F98A2149}"/>
          </ac:spMkLst>
        </pc:spChg>
        <pc:spChg chg="add mod">
          <ac:chgData name="mathspt" userId="0238e0ea-a655-48f2-bae3-2ff3e0b97742" providerId="ADAL" clId="{CE76B0EF-09B9-42F7-8E3C-CC5E58184F57}" dt="2025-07-24T05:53:04.806" v="251" actId="1076"/>
          <ac:spMkLst>
            <pc:docMk/>
            <pc:sldMk cId="2724891558" sldId="511"/>
            <ac:spMk id="30" creationId="{A3DD42C4-C2A3-E3F9-8976-3E8E333B00FF}"/>
          </ac:spMkLst>
        </pc:spChg>
        <pc:spChg chg="add mod">
          <ac:chgData name="mathspt" userId="0238e0ea-a655-48f2-bae3-2ff3e0b97742" providerId="ADAL" clId="{CE76B0EF-09B9-42F7-8E3C-CC5E58184F57}" dt="2025-07-24T05:53:04.806" v="251" actId="1076"/>
          <ac:spMkLst>
            <pc:docMk/>
            <pc:sldMk cId="2724891558" sldId="511"/>
            <ac:spMk id="31" creationId="{B8DA9F93-8135-7AA3-239D-D35C91A933BB}"/>
          </ac:spMkLst>
        </pc:spChg>
        <pc:spChg chg="add mod">
          <ac:chgData name="mathspt" userId="0238e0ea-a655-48f2-bae3-2ff3e0b97742" providerId="ADAL" clId="{CE76B0EF-09B9-42F7-8E3C-CC5E58184F57}" dt="2025-07-24T06:12:52.540" v="507" actId="1076"/>
          <ac:spMkLst>
            <pc:docMk/>
            <pc:sldMk cId="2724891558" sldId="511"/>
            <ac:spMk id="32" creationId="{B01F2772-15F6-0C87-924E-C99CA2617186}"/>
          </ac:spMkLst>
        </pc:spChg>
        <pc:spChg chg="add mod">
          <ac:chgData name="mathspt" userId="0238e0ea-a655-48f2-bae3-2ff3e0b97742" providerId="ADAL" clId="{CE76B0EF-09B9-42F7-8E3C-CC5E58184F57}" dt="2025-07-24T06:19:02.408" v="520" actId="207"/>
          <ac:spMkLst>
            <pc:docMk/>
            <pc:sldMk cId="2724891558" sldId="511"/>
            <ac:spMk id="34" creationId="{76765AB9-30BC-8331-9FC2-07B279B6A9B0}"/>
          </ac:spMkLst>
        </pc:spChg>
        <pc:spChg chg="add mod">
          <ac:chgData name="mathspt" userId="0238e0ea-a655-48f2-bae3-2ff3e0b97742" providerId="ADAL" clId="{CE76B0EF-09B9-42F7-8E3C-CC5E58184F57}" dt="2025-07-24T06:28:36.904" v="747" actId="2085"/>
          <ac:spMkLst>
            <pc:docMk/>
            <pc:sldMk cId="2724891558" sldId="511"/>
            <ac:spMk id="36" creationId="{A2CF629C-164B-C3F8-3BC3-75653E47730A}"/>
          </ac:spMkLst>
        </pc:spChg>
        <pc:spChg chg="add mod">
          <ac:chgData name="mathspt" userId="0238e0ea-a655-48f2-bae3-2ff3e0b97742" providerId="ADAL" clId="{CE76B0EF-09B9-42F7-8E3C-CC5E58184F57}" dt="2025-07-24T06:06:20.751" v="478" actId="207"/>
          <ac:spMkLst>
            <pc:docMk/>
            <pc:sldMk cId="2724891558" sldId="511"/>
            <ac:spMk id="39" creationId="{A5824FFD-5D69-BE73-2070-0CE6E7CE88BF}"/>
          </ac:spMkLst>
        </pc:spChg>
        <pc:spChg chg="add mod">
          <ac:chgData name="mathspt" userId="0238e0ea-a655-48f2-bae3-2ff3e0b97742" providerId="ADAL" clId="{CE76B0EF-09B9-42F7-8E3C-CC5E58184F57}" dt="2025-07-24T06:01:36.880" v="416" actId="1076"/>
          <ac:spMkLst>
            <pc:docMk/>
            <pc:sldMk cId="2724891558" sldId="511"/>
            <ac:spMk id="40" creationId="{95FA56DD-E78E-3977-FE93-837815F39371}"/>
          </ac:spMkLst>
        </pc:spChg>
        <pc:spChg chg="add del mod">
          <ac:chgData name="mathspt" userId="0238e0ea-a655-48f2-bae3-2ff3e0b97742" providerId="ADAL" clId="{CE76B0EF-09B9-42F7-8E3C-CC5E58184F57}" dt="2025-07-24T06:00:40.275" v="395" actId="1076"/>
          <ac:spMkLst>
            <pc:docMk/>
            <pc:sldMk cId="2724891558" sldId="511"/>
            <ac:spMk id="41" creationId="{46F27884-593A-CBAF-907A-EC045470EE28}"/>
          </ac:spMkLst>
        </pc:spChg>
        <pc:spChg chg="add mod">
          <ac:chgData name="mathspt" userId="0238e0ea-a655-48f2-bae3-2ff3e0b97742" providerId="ADAL" clId="{CE76B0EF-09B9-42F7-8E3C-CC5E58184F57}" dt="2025-07-24T06:13:04.998" v="510" actId="20577"/>
          <ac:spMkLst>
            <pc:docMk/>
            <pc:sldMk cId="2724891558" sldId="511"/>
            <ac:spMk id="42" creationId="{CFF8F4C7-B192-35AB-2691-0FF7F5FBA74B}"/>
          </ac:spMkLst>
        </pc:spChg>
        <pc:spChg chg="add mod">
          <ac:chgData name="mathspt" userId="0238e0ea-a655-48f2-bae3-2ff3e0b97742" providerId="ADAL" clId="{CE76B0EF-09B9-42F7-8E3C-CC5E58184F57}" dt="2025-07-24T06:00:55.615" v="400" actId="1076"/>
          <ac:spMkLst>
            <pc:docMk/>
            <pc:sldMk cId="2724891558" sldId="511"/>
            <ac:spMk id="43" creationId="{4C327A28-F574-0501-58F8-56432B38B9C2}"/>
          </ac:spMkLst>
        </pc:spChg>
        <pc:spChg chg="add mod">
          <ac:chgData name="mathspt" userId="0238e0ea-a655-48f2-bae3-2ff3e0b97742" providerId="ADAL" clId="{CE76B0EF-09B9-42F7-8E3C-CC5E58184F57}" dt="2025-07-24T06:13:29.825" v="515" actId="207"/>
          <ac:spMkLst>
            <pc:docMk/>
            <pc:sldMk cId="2724891558" sldId="511"/>
            <ac:spMk id="44" creationId="{FE13703F-106E-BEB8-5CA0-A8AF21EB907A}"/>
          </ac:spMkLst>
        </pc:spChg>
        <pc:spChg chg="add mod">
          <ac:chgData name="mathspt" userId="0238e0ea-a655-48f2-bae3-2ff3e0b97742" providerId="ADAL" clId="{CE76B0EF-09B9-42F7-8E3C-CC5E58184F57}" dt="2025-07-24T06:00:05.704" v="383" actId="1076"/>
          <ac:spMkLst>
            <pc:docMk/>
            <pc:sldMk cId="2724891558" sldId="511"/>
            <ac:spMk id="45" creationId="{031D8083-0BB4-62E3-63CB-A7D2F972A423}"/>
          </ac:spMkLst>
        </pc:spChg>
        <pc:spChg chg="add mod">
          <ac:chgData name="mathspt" userId="0238e0ea-a655-48f2-bae3-2ff3e0b97742" providerId="ADAL" clId="{CE76B0EF-09B9-42F7-8E3C-CC5E58184F57}" dt="2025-07-24T06:01:36.880" v="416" actId="1076"/>
          <ac:spMkLst>
            <pc:docMk/>
            <pc:sldMk cId="2724891558" sldId="511"/>
            <ac:spMk id="46" creationId="{10216BBC-16AB-3390-5FE8-89C6C736BCA2}"/>
          </ac:spMkLst>
        </pc:spChg>
        <pc:spChg chg="add mod">
          <ac:chgData name="mathspt" userId="0238e0ea-a655-48f2-bae3-2ff3e0b97742" providerId="ADAL" clId="{CE76B0EF-09B9-42F7-8E3C-CC5E58184F57}" dt="2025-07-24T06:01:36.880" v="416" actId="1076"/>
          <ac:spMkLst>
            <pc:docMk/>
            <pc:sldMk cId="2724891558" sldId="511"/>
            <ac:spMk id="47" creationId="{25C5FE40-4D41-46F8-C6E8-715E3460948B}"/>
          </ac:spMkLst>
        </pc:spChg>
        <pc:spChg chg="add mod">
          <ac:chgData name="mathspt" userId="0238e0ea-a655-48f2-bae3-2ff3e0b97742" providerId="ADAL" clId="{CE76B0EF-09B9-42F7-8E3C-CC5E58184F57}" dt="2025-07-24T06:13:10.942" v="511" actId="207"/>
          <ac:spMkLst>
            <pc:docMk/>
            <pc:sldMk cId="2724891558" sldId="511"/>
            <ac:spMk id="48" creationId="{8C7D1FEC-66C6-BDF8-B239-CDB9BA575714}"/>
          </ac:spMkLst>
        </pc:spChg>
        <pc:spChg chg="add mod">
          <ac:chgData name="mathspt" userId="0238e0ea-a655-48f2-bae3-2ff3e0b97742" providerId="ADAL" clId="{CE76B0EF-09B9-42F7-8E3C-CC5E58184F57}" dt="2025-07-24T06:01:36.880" v="416" actId="1076"/>
          <ac:spMkLst>
            <pc:docMk/>
            <pc:sldMk cId="2724891558" sldId="511"/>
            <ac:spMk id="49" creationId="{251AC3CA-E282-F45C-8A80-7EA25C4DC045}"/>
          </ac:spMkLst>
        </pc:spChg>
        <pc:spChg chg="add mod">
          <ac:chgData name="mathspt" userId="0238e0ea-a655-48f2-bae3-2ff3e0b97742" providerId="ADAL" clId="{CE76B0EF-09B9-42F7-8E3C-CC5E58184F57}" dt="2025-07-24T06:13:40.179" v="516" actId="207"/>
          <ac:spMkLst>
            <pc:docMk/>
            <pc:sldMk cId="2724891558" sldId="511"/>
            <ac:spMk id="50" creationId="{660285CB-673A-45CB-A434-8CCFB02230DB}"/>
          </ac:spMkLst>
        </pc:spChg>
        <pc:spChg chg="add mod">
          <ac:chgData name="mathspt" userId="0238e0ea-a655-48f2-bae3-2ff3e0b97742" providerId="ADAL" clId="{CE76B0EF-09B9-42F7-8E3C-CC5E58184F57}" dt="2025-07-24T06:01:45.187" v="417" actId="1076"/>
          <ac:spMkLst>
            <pc:docMk/>
            <pc:sldMk cId="2724891558" sldId="511"/>
            <ac:spMk id="51" creationId="{85F23877-83F1-787A-8121-F02D1D26AA51}"/>
          </ac:spMkLst>
        </pc:spChg>
        <pc:spChg chg="add mod">
          <ac:chgData name="mathspt" userId="0238e0ea-a655-48f2-bae3-2ff3e0b97742" providerId="ADAL" clId="{CE76B0EF-09B9-42F7-8E3C-CC5E58184F57}" dt="2025-07-24T06:01:36.880" v="416" actId="1076"/>
          <ac:spMkLst>
            <pc:docMk/>
            <pc:sldMk cId="2724891558" sldId="511"/>
            <ac:spMk id="52" creationId="{736503EF-19B0-2946-FA50-AF4FD77C0B3D}"/>
          </ac:spMkLst>
        </pc:spChg>
        <pc:spChg chg="add mod">
          <ac:chgData name="mathspt" userId="0238e0ea-a655-48f2-bae3-2ff3e0b97742" providerId="ADAL" clId="{CE76B0EF-09B9-42F7-8E3C-CC5E58184F57}" dt="2025-07-24T06:01:31.448" v="415" actId="1076"/>
          <ac:spMkLst>
            <pc:docMk/>
            <pc:sldMk cId="2724891558" sldId="511"/>
            <ac:spMk id="53" creationId="{8E4D32DB-0D70-857C-540D-221B0AC08BDE}"/>
          </ac:spMkLst>
        </pc:spChg>
        <pc:spChg chg="add mod">
          <ac:chgData name="mathspt" userId="0238e0ea-a655-48f2-bae3-2ff3e0b97742" providerId="ADAL" clId="{CE76B0EF-09B9-42F7-8E3C-CC5E58184F57}" dt="2025-07-24T06:01:45.187" v="417" actId="1076"/>
          <ac:spMkLst>
            <pc:docMk/>
            <pc:sldMk cId="2724891558" sldId="511"/>
            <ac:spMk id="56" creationId="{D99896F9-45EB-CEE2-19EA-5D311A1A8B86}"/>
          </ac:spMkLst>
        </pc:spChg>
        <pc:spChg chg="add mod">
          <ac:chgData name="mathspt" userId="0238e0ea-a655-48f2-bae3-2ff3e0b97742" providerId="ADAL" clId="{CE76B0EF-09B9-42F7-8E3C-CC5E58184F57}" dt="2025-07-24T06:08:46.780" v="502" actId="207"/>
          <ac:spMkLst>
            <pc:docMk/>
            <pc:sldMk cId="2724891558" sldId="511"/>
            <ac:spMk id="57" creationId="{D6831FBB-42A0-CAF3-F1EC-D90B5DA4AFED}"/>
          </ac:spMkLst>
        </pc:spChg>
        <pc:spChg chg="add mod">
          <ac:chgData name="mathspt" userId="0238e0ea-a655-48f2-bae3-2ff3e0b97742" providerId="ADAL" clId="{CE76B0EF-09B9-42F7-8E3C-CC5E58184F57}" dt="2025-07-24T06:03:29.038" v="457" actId="1076"/>
          <ac:spMkLst>
            <pc:docMk/>
            <pc:sldMk cId="2724891558" sldId="511"/>
            <ac:spMk id="58" creationId="{F1372C63-1F6A-C704-BC2E-AD27E5DFC6FF}"/>
          </ac:spMkLst>
        </pc:spChg>
        <pc:spChg chg="add mod">
          <ac:chgData name="mathspt" userId="0238e0ea-a655-48f2-bae3-2ff3e0b97742" providerId="ADAL" clId="{CE76B0EF-09B9-42F7-8E3C-CC5E58184F57}" dt="2025-07-24T06:13:41.930" v="517" actId="207"/>
          <ac:spMkLst>
            <pc:docMk/>
            <pc:sldMk cId="2724891558" sldId="511"/>
            <ac:spMk id="60" creationId="{6C2507C2-527C-3D01-D24B-9399304237FA}"/>
          </ac:spMkLst>
        </pc:spChg>
        <pc:spChg chg="add mod">
          <ac:chgData name="mathspt" userId="0238e0ea-a655-48f2-bae3-2ff3e0b97742" providerId="ADAL" clId="{CE76B0EF-09B9-42F7-8E3C-CC5E58184F57}" dt="2025-07-24T06:03:29.038" v="457" actId="1076"/>
          <ac:spMkLst>
            <pc:docMk/>
            <pc:sldMk cId="2724891558" sldId="511"/>
            <ac:spMk id="61" creationId="{AF16C8B8-502E-EA0D-A1E8-42D00FAFC281}"/>
          </ac:spMkLst>
        </pc:spChg>
        <pc:spChg chg="add mod">
          <ac:chgData name="mathspt" userId="0238e0ea-a655-48f2-bae3-2ff3e0b97742" providerId="ADAL" clId="{CE76B0EF-09B9-42F7-8E3C-CC5E58184F57}" dt="2025-07-24T06:13:54.243" v="518" actId="1076"/>
          <ac:spMkLst>
            <pc:docMk/>
            <pc:sldMk cId="2724891558" sldId="511"/>
            <ac:spMk id="62" creationId="{DB5F7AE2-8842-0E81-51A6-C623B6B30790}"/>
          </ac:spMkLst>
        </pc:spChg>
        <pc:spChg chg="add mod">
          <ac:chgData name="mathspt" userId="0238e0ea-a655-48f2-bae3-2ff3e0b97742" providerId="ADAL" clId="{CE76B0EF-09B9-42F7-8E3C-CC5E58184F57}" dt="2025-07-24T07:49:10.584" v="1374" actId="1076"/>
          <ac:spMkLst>
            <pc:docMk/>
            <pc:sldMk cId="2724891558" sldId="511"/>
            <ac:spMk id="63" creationId="{BD407180-EC59-2866-7704-1A38645F0190}"/>
          </ac:spMkLst>
        </pc:spChg>
        <pc:spChg chg="add mod">
          <ac:chgData name="mathspt" userId="0238e0ea-a655-48f2-bae3-2ff3e0b97742" providerId="ADAL" clId="{CE76B0EF-09B9-42F7-8E3C-CC5E58184F57}" dt="2025-07-24T06:03:33.700" v="458" actId="1076"/>
          <ac:spMkLst>
            <pc:docMk/>
            <pc:sldMk cId="2724891558" sldId="511"/>
            <ac:spMk id="64" creationId="{F46386BC-2DCB-730E-05B2-CED60BC39C77}"/>
          </ac:spMkLst>
        </pc:spChg>
        <pc:spChg chg="add mod">
          <ac:chgData name="mathspt" userId="0238e0ea-a655-48f2-bae3-2ff3e0b97742" providerId="ADAL" clId="{CE76B0EF-09B9-42F7-8E3C-CC5E58184F57}" dt="2025-07-24T06:20:21.359" v="526" actId="1076"/>
          <ac:spMkLst>
            <pc:docMk/>
            <pc:sldMk cId="2724891558" sldId="511"/>
            <ac:spMk id="66" creationId="{B8F92A93-53E4-B782-347D-D4C07905F8E0}"/>
          </ac:spMkLst>
        </pc:spChg>
        <pc:spChg chg="add mod">
          <ac:chgData name="mathspt" userId="0238e0ea-a655-48f2-bae3-2ff3e0b97742" providerId="ADAL" clId="{CE76B0EF-09B9-42F7-8E3C-CC5E58184F57}" dt="2025-07-24T06:20:24.601" v="527" actId="1076"/>
          <ac:spMkLst>
            <pc:docMk/>
            <pc:sldMk cId="2724891558" sldId="511"/>
            <ac:spMk id="67" creationId="{3338BBCD-873B-7E6D-B139-74AE110CD00B}"/>
          </ac:spMkLst>
        </pc:spChg>
        <pc:picChg chg="add mod">
          <ac:chgData name="mathspt" userId="0238e0ea-a655-48f2-bae3-2ff3e0b97742" providerId="ADAL" clId="{CE76B0EF-09B9-42F7-8E3C-CC5E58184F57}" dt="2025-07-24T05:30:32.311" v="9" actId="14100"/>
          <ac:picMkLst>
            <pc:docMk/>
            <pc:sldMk cId="2724891558" sldId="511"/>
            <ac:picMk id="5" creationId="{48DCF435-26D4-4758-F276-9A3B6BC7ADC7}"/>
          </ac:picMkLst>
        </pc:picChg>
        <pc:picChg chg="add mod">
          <ac:chgData name="mathspt" userId="0238e0ea-a655-48f2-bae3-2ff3e0b97742" providerId="ADAL" clId="{CE76B0EF-09B9-42F7-8E3C-CC5E58184F57}" dt="2025-07-24T06:05:21.864" v="466" actId="1076"/>
          <ac:picMkLst>
            <pc:docMk/>
            <pc:sldMk cId="2724891558" sldId="511"/>
            <ac:picMk id="7" creationId="{D0C85E93-7460-F836-CD28-C44B310FE31E}"/>
          </ac:picMkLst>
        </pc:picChg>
        <pc:picChg chg="add mod">
          <ac:chgData name="mathspt" userId="0238e0ea-a655-48f2-bae3-2ff3e0b97742" providerId="ADAL" clId="{CE76B0EF-09B9-42F7-8E3C-CC5E58184F57}" dt="2025-07-24T05:31:32.794" v="24" actId="14100"/>
          <ac:picMkLst>
            <pc:docMk/>
            <pc:sldMk cId="2724891558" sldId="511"/>
            <ac:picMk id="9" creationId="{9E717842-1A6D-B015-342E-A24B584E8485}"/>
          </ac:picMkLst>
        </pc:picChg>
        <pc:inkChg chg="add mod">
          <ac:chgData name="mathspt" userId="0238e0ea-a655-48f2-bae3-2ff3e0b97742" providerId="ADAL" clId="{CE76B0EF-09B9-42F7-8E3C-CC5E58184F57}" dt="2025-07-24T06:04:45.481" v="460" actId="1076"/>
          <ac:inkMkLst>
            <pc:docMk/>
            <pc:sldMk cId="2724891558" sldId="511"/>
            <ac:inkMk id="69" creationId="{A167F83B-9292-F5F7-0CBE-74981D77B003}"/>
          </ac:inkMkLst>
        </pc:inkChg>
        <pc:inkChg chg="add mod">
          <ac:chgData name="mathspt" userId="0238e0ea-a655-48f2-bae3-2ff3e0b97742" providerId="ADAL" clId="{CE76B0EF-09B9-42F7-8E3C-CC5E58184F57}" dt="2025-07-24T06:05:07.651" v="465" actId="14100"/>
          <ac:inkMkLst>
            <pc:docMk/>
            <pc:sldMk cId="2724891558" sldId="511"/>
            <ac:inkMk id="71" creationId="{05D017C8-5058-612E-A0F1-EED6CE6272C1}"/>
          </ac:inkMkLst>
        </pc:inkChg>
        <pc:inkChg chg="add mod">
          <ac:chgData name="mathspt" userId="0238e0ea-a655-48f2-bae3-2ff3e0b97742" providerId="ADAL" clId="{CE76B0EF-09B9-42F7-8E3C-CC5E58184F57}" dt="2025-07-24T06:07:54.488" v="496" actId="1076"/>
          <ac:inkMkLst>
            <pc:docMk/>
            <pc:sldMk cId="2724891558" sldId="511"/>
            <ac:inkMk id="73" creationId="{A89EBCDC-F1DA-3C1B-8B26-DF002B01E806}"/>
          </ac:inkMkLst>
        </pc:inkChg>
        <pc:cxnChg chg="add mod">
          <ac:chgData name="mathspt" userId="0238e0ea-a655-48f2-bae3-2ff3e0b97742" providerId="ADAL" clId="{CE76B0EF-09B9-42F7-8E3C-CC5E58184F57}" dt="2025-07-24T05:53:04.806" v="251" actId="1076"/>
          <ac:cxnSpMkLst>
            <pc:docMk/>
            <pc:sldMk cId="2724891558" sldId="511"/>
            <ac:cxnSpMk id="26" creationId="{6626FB68-BA73-66A7-AB77-A9207AAFAAE9}"/>
          </ac:cxnSpMkLst>
        </pc:cxnChg>
        <pc:cxnChg chg="add mod">
          <ac:chgData name="mathspt" userId="0238e0ea-a655-48f2-bae3-2ff3e0b97742" providerId="ADAL" clId="{CE76B0EF-09B9-42F7-8E3C-CC5E58184F57}" dt="2025-07-24T06:19:22.966" v="523" actId="208"/>
          <ac:cxnSpMkLst>
            <pc:docMk/>
            <pc:sldMk cId="2724891558" sldId="511"/>
            <ac:cxnSpMk id="33" creationId="{EC39AADD-6E5B-1E31-778A-B9D4A9D7F332}"/>
          </ac:cxnSpMkLst>
        </pc:cxnChg>
        <pc:cxnChg chg="add mod">
          <ac:chgData name="mathspt" userId="0238e0ea-a655-48f2-bae3-2ff3e0b97742" providerId="ADAL" clId="{CE76B0EF-09B9-42F7-8E3C-CC5E58184F57}" dt="2025-07-24T06:03:29.038" v="457" actId="1076"/>
          <ac:cxnSpMkLst>
            <pc:docMk/>
            <pc:sldMk cId="2724891558" sldId="511"/>
            <ac:cxnSpMk id="59" creationId="{F20CD69C-34F3-AEAC-C268-2F8E87EB660F}"/>
          </ac:cxnSpMkLst>
        </pc:cxnChg>
        <pc:cxnChg chg="add mod">
          <ac:chgData name="mathspt" userId="0238e0ea-a655-48f2-bae3-2ff3e0b97742" providerId="ADAL" clId="{CE76B0EF-09B9-42F7-8E3C-CC5E58184F57}" dt="2025-07-24T06:03:33.700" v="458" actId="1076"/>
          <ac:cxnSpMkLst>
            <pc:docMk/>
            <pc:sldMk cId="2724891558" sldId="511"/>
            <ac:cxnSpMk id="65" creationId="{1C159BF6-718C-EB77-85F2-050BFE596F93}"/>
          </ac:cxnSpMkLst>
        </pc:cxnChg>
      </pc:sldChg>
      <pc:sldChg chg="addSp delSp modSp new mod addAnim delAnim modAnim">
        <pc:chgData name="mathspt" userId="0238e0ea-a655-48f2-bae3-2ff3e0b97742" providerId="ADAL" clId="{CE76B0EF-09B9-42F7-8E3C-CC5E58184F57}" dt="2025-07-24T07:34:30.332" v="1142" actId="1076"/>
        <pc:sldMkLst>
          <pc:docMk/>
          <pc:sldMk cId="920396181" sldId="512"/>
        </pc:sldMkLst>
        <pc:spChg chg="add mod">
          <ac:chgData name="mathspt" userId="0238e0ea-a655-48f2-bae3-2ff3e0b97742" providerId="ADAL" clId="{CE76B0EF-09B9-42F7-8E3C-CC5E58184F57}" dt="2025-07-24T06:36:04.506" v="808" actId="1076"/>
          <ac:spMkLst>
            <pc:docMk/>
            <pc:sldMk cId="920396181" sldId="512"/>
            <ac:spMk id="15" creationId="{9D6F248C-7F9E-D109-6987-974E002F55D9}"/>
          </ac:spMkLst>
        </pc:spChg>
        <pc:spChg chg="add mod">
          <ac:chgData name="mathspt" userId="0238e0ea-a655-48f2-bae3-2ff3e0b97742" providerId="ADAL" clId="{CE76B0EF-09B9-42F7-8E3C-CC5E58184F57}" dt="2025-07-24T06:55:25.845" v="961" actId="207"/>
          <ac:spMkLst>
            <pc:docMk/>
            <pc:sldMk cId="920396181" sldId="512"/>
            <ac:spMk id="16" creationId="{850A6FD7-C5F0-B345-65A4-3764DBB55CF7}"/>
          </ac:spMkLst>
        </pc:spChg>
        <pc:spChg chg="add mod">
          <ac:chgData name="mathspt" userId="0238e0ea-a655-48f2-bae3-2ff3e0b97742" providerId="ADAL" clId="{CE76B0EF-09B9-42F7-8E3C-CC5E58184F57}" dt="2025-07-24T06:32:31.689" v="754" actId="1076"/>
          <ac:spMkLst>
            <pc:docMk/>
            <pc:sldMk cId="920396181" sldId="512"/>
            <ac:spMk id="17" creationId="{C422C6EB-EC4C-5E86-5B61-AD4AB61ABB6A}"/>
          </ac:spMkLst>
        </pc:spChg>
        <pc:spChg chg="add mod">
          <ac:chgData name="mathspt" userId="0238e0ea-a655-48f2-bae3-2ff3e0b97742" providerId="ADAL" clId="{CE76B0EF-09B9-42F7-8E3C-CC5E58184F57}" dt="2025-07-24T06:42:16.948" v="858" actId="1076"/>
          <ac:spMkLst>
            <pc:docMk/>
            <pc:sldMk cId="920396181" sldId="512"/>
            <ac:spMk id="18" creationId="{0B9A8260-1460-8C54-C1C5-936FE61C6148}"/>
          </ac:spMkLst>
        </pc:spChg>
        <pc:spChg chg="add mod">
          <ac:chgData name="mathspt" userId="0238e0ea-a655-48f2-bae3-2ff3e0b97742" providerId="ADAL" clId="{CE76B0EF-09B9-42F7-8E3C-CC5E58184F57}" dt="2025-07-24T06:34:47.511" v="780" actId="1076"/>
          <ac:spMkLst>
            <pc:docMk/>
            <pc:sldMk cId="920396181" sldId="512"/>
            <ac:spMk id="20" creationId="{5DFE4ED3-5471-C3CE-86AE-A6F76A870E62}"/>
          </ac:spMkLst>
        </pc:spChg>
        <pc:spChg chg="add mod">
          <ac:chgData name="mathspt" userId="0238e0ea-a655-48f2-bae3-2ff3e0b97742" providerId="ADAL" clId="{CE76B0EF-09B9-42F7-8E3C-CC5E58184F57}" dt="2025-07-24T06:33:23.203" v="761" actId="1076"/>
          <ac:spMkLst>
            <pc:docMk/>
            <pc:sldMk cId="920396181" sldId="512"/>
            <ac:spMk id="21" creationId="{ADC3D833-7B2E-6234-BB20-17D7CF7FAFD4}"/>
          </ac:spMkLst>
        </pc:spChg>
        <pc:spChg chg="add mod">
          <ac:chgData name="mathspt" userId="0238e0ea-a655-48f2-bae3-2ff3e0b97742" providerId="ADAL" clId="{CE76B0EF-09B9-42F7-8E3C-CC5E58184F57}" dt="2025-07-24T06:33:17.845" v="759" actId="1076"/>
          <ac:spMkLst>
            <pc:docMk/>
            <pc:sldMk cId="920396181" sldId="512"/>
            <ac:spMk id="22" creationId="{98B0C0FB-2DB9-5B82-D86B-64FA1AD978AD}"/>
          </ac:spMkLst>
        </pc:spChg>
        <pc:spChg chg="add mod">
          <ac:chgData name="mathspt" userId="0238e0ea-a655-48f2-bae3-2ff3e0b97742" providerId="ADAL" clId="{CE76B0EF-09B9-42F7-8E3C-CC5E58184F57}" dt="2025-07-24T06:33:17.845" v="759" actId="1076"/>
          <ac:spMkLst>
            <pc:docMk/>
            <pc:sldMk cId="920396181" sldId="512"/>
            <ac:spMk id="24" creationId="{F13E8B07-8E30-43D2-9733-60C993B2903F}"/>
          </ac:spMkLst>
        </pc:spChg>
        <pc:spChg chg="add mod">
          <ac:chgData name="mathspt" userId="0238e0ea-a655-48f2-bae3-2ff3e0b97742" providerId="ADAL" clId="{CE76B0EF-09B9-42F7-8E3C-CC5E58184F57}" dt="2025-07-24T06:55:48.098" v="962" actId="207"/>
          <ac:spMkLst>
            <pc:docMk/>
            <pc:sldMk cId="920396181" sldId="512"/>
            <ac:spMk id="25" creationId="{160C23E0-1C77-37AB-CC60-0DBED467FA5E}"/>
          </ac:spMkLst>
        </pc:spChg>
        <pc:spChg chg="add mod">
          <ac:chgData name="mathspt" userId="0238e0ea-a655-48f2-bae3-2ff3e0b97742" providerId="ADAL" clId="{CE76B0EF-09B9-42F7-8E3C-CC5E58184F57}" dt="2025-07-24T06:33:59.460" v="771" actId="1076"/>
          <ac:spMkLst>
            <pc:docMk/>
            <pc:sldMk cId="920396181" sldId="512"/>
            <ac:spMk id="26" creationId="{4DD42D43-0CAE-B42C-3B18-56296C1F5450}"/>
          </ac:spMkLst>
        </pc:spChg>
        <pc:spChg chg="add mod">
          <ac:chgData name="mathspt" userId="0238e0ea-a655-48f2-bae3-2ff3e0b97742" providerId="ADAL" clId="{CE76B0EF-09B9-42F7-8E3C-CC5E58184F57}" dt="2025-07-24T06:56:46.398" v="964" actId="207"/>
          <ac:spMkLst>
            <pc:docMk/>
            <pc:sldMk cId="920396181" sldId="512"/>
            <ac:spMk id="27" creationId="{AB467011-4472-207E-BC53-6293B629504D}"/>
          </ac:spMkLst>
        </pc:spChg>
        <pc:spChg chg="add mod">
          <ac:chgData name="mathspt" userId="0238e0ea-a655-48f2-bae3-2ff3e0b97742" providerId="ADAL" clId="{CE76B0EF-09B9-42F7-8E3C-CC5E58184F57}" dt="2025-07-24T06:33:59.460" v="771" actId="1076"/>
          <ac:spMkLst>
            <pc:docMk/>
            <pc:sldMk cId="920396181" sldId="512"/>
            <ac:spMk id="28" creationId="{5D365743-3FE3-929F-30AE-72296F201091}"/>
          </ac:spMkLst>
        </pc:spChg>
        <pc:spChg chg="add mod">
          <ac:chgData name="mathspt" userId="0238e0ea-a655-48f2-bae3-2ff3e0b97742" providerId="ADAL" clId="{CE76B0EF-09B9-42F7-8E3C-CC5E58184F57}" dt="2025-07-24T06:58:14.849" v="972" actId="207"/>
          <ac:spMkLst>
            <pc:docMk/>
            <pc:sldMk cId="920396181" sldId="512"/>
            <ac:spMk id="29" creationId="{0F6EC456-5D13-5E4E-1D60-2655CEC88196}"/>
          </ac:spMkLst>
        </pc:spChg>
        <pc:spChg chg="add mod">
          <ac:chgData name="mathspt" userId="0238e0ea-a655-48f2-bae3-2ff3e0b97742" providerId="ADAL" clId="{CE76B0EF-09B9-42F7-8E3C-CC5E58184F57}" dt="2025-07-24T06:56:53.311" v="966" actId="207"/>
          <ac:spMkLst>
            <pc:docMk/>
            <pc:sldMk cId="920396181" sldId="512"/>
            <ac:spMk id="33" creationId="{EF0B6058-385B-62E7-61B2-6B6D024FC42C}"/>
          </ac:spMkLst>
        </pc:spChg>
        <pc:spChg chg="add mod">
          <ac:chgData name="mathspt" userId="0238e0ea-a655-48f2-bae3-2ff3e0b97742" providerId="ADAL" clId="{CE76B0EF-09B9-42F7-8E3C-CC5E58184F57}" dt="2025-07-24T06:34:52.123" v="782" actId="1076"/>
          <ac:spMkLst>
            <pc:docMk/>
            <pc:sldMk cId="920396181" sldId="512"/>
            <ac:spMk id="34" creationId="{81468315-A73C-48D2-3B45-1C87290ED336}"/>
          </ac:spMkLst>
        </pc:spChg>
        <pc:spChg chg="add mod">
          <ac:chgData name="mathspt" userId="0238e0ea-a655-48f2-bae3-2ff3e0b97742" providerId="ADAL" clId="{CE76B0EF-09B9-42F7-8E3C-CC5E58184F57}" dt="2025-07-24T06:36:11.454" v="809" actId="1076"/>
          <ac:spMkLst>
            <pc:docMk/>
            <pc:sldMk cId="920396181" sldId="512"/>
            <ac:spMk id="37" creationId="{DFF93B34-F9F4-33E2-1DCD-5AEA48DCC930}"/>
          </ac:spMkLst>
        </pc:spChg>
        <pc:spChg chg="add mod">
          <ac:chgData name="mathspt" userId="0238e0ea-a655-48f2-bae3-2ff3e0b97742" providerId="ADAL" clId="{CE76B0EF-09B9-42F7-8E3C-CC5E58184F57}" dt="2025-07-24T06:56:03.535" v="963" actId="207"/>
          <ac:spMkLst>
            <pc:docMk/>
            <pc:sldMk cId="920396181" sldId="512"/>
            <ac:spMk id="38" creationId="{131F5E70-3427-C52B-B6C1-324996FDC072}"/>
          </ac:spMkLst>
        </pc:spChg>
        <pc:spChg chg="add mod">
          <ac:chgData name="mathspt" userId="0238e0ea-a655-48f2-bae3-2ff3e0b97742" providerId="ADAL" clId="{CE76B0EF-09B9-42F7-8E3C-CC5E58184F57}" dt="2025-07-24T06:57:58.510" v="969" actId="207"/>
          <ac:spMkLst>
            <pc:docMk/>
            <pc:sldMk cId="920396181" sldId="512"/>
            <ac:spMk id="39" creationId="{92C53A73-435D-258F-EBEC-1CB9A8FAEC46}"/>
          </ac:spMkLst>
        </pc:spChg>
        <pc:spChg chg="add mod">
          <ac:chgData name="mathspt" userId="0238e0ea-a655-48f2-bae3-2ff3e0b97742" providerId="ADAL" clId="{CE76B0EF-09B9-42F7-8E3C-CC5E58184F57}" dt="2025-07-24T06:36:11.454" v="809" actId="1076"/>
          <ac:spMkLst>
            <pc:docMk/>
            <pc:sldMk cId="920396181" sldId="512"/>
            <ac:spMk id="41" creationId="{F6289F5B-2CE3-AEC8-4924-CE8BEAB104AE}"/>
          </ac:spMkLst>
        </pc:spChg>
        <pc:spChg chg="add mod">
          <ac:chgData name="mathspt" userId="0238e0ea-a655-48f2-bae3-2ff3e0b97742" providerId="ADAL" clId="{CE76B0EF-09B9-42F7-8E3C-CC5E58184F57}" dt="2025-07-24T06:58:32.980" v="977" actId="207"/>
          <ac:spMkLst>
            <pc:docMk/>
            <pc:sldMk cId="920396181" sldId="512"/>
            <ac:spMk id="43" creationId="{14CE9C8B-7E98-E345-DA03-AC7B16B0707F}"/>
          </ac:spMkLst>
        </pc:spChg>
        <pc:spChg chg="mod">
          <ac:chgData name="mathspt" userId="0238e0ea-a655-48f2-bae3-2ff3e0b97742" providerId="ADAL" clId="{CE76B0EF-09B9-42F7-8E3C-CC5E58184F57}" dt="2025-07-24T06:58:39.057" v="978" actId="207"/>
          <ac:spMkLst>
            <pc:docMk/>
            <pc:sldMk cId="920396181" sldId="512"/>
            <ac:spMk id="44" creationId="{0361F7A2-A3B8-BBA0-17AD-563FBDA396BF}"/>
          </ac:spMkLst>
        </pc:spChg>
        <pc:spChg chg="add mod">
          <ac:chgData name="mathspt" userId="0238e0ea-a655-48f2-bae3-2ff3e0b97742" providerId="ADAL" clId="{CE76B0EF-09B9-42F7-8E3C-CC5E58184F57}" dt="2025-07-24T06:36:18.353" v="811" actId="1076"/>
          <ac:spMkLst>
            <pc:docMk/>
            <pc:sldMk cId="920396181" sldId="512"/>
            <ac:spMk id="45" creationId="{60D3CB5C-F4B6-C6C2-76BC-F676FC1D547D}"/>
          </ac:spMkLst>
        </pc:spChg>
        <pc:spChg chg="mod">
          <ac:chgData name="mathspt" userId="0238e0ea-a655-48f2-bae3-2ff3e0b97742" providerId="ADAL" clId="{CE76B0EF-09B9-42F7-8E3C-CC5E58184F57}" dt="2025-07-24T06:36:51.058" v="820" actId="1076"/>
          <ac:spMkLst>
            <pc:docMk/>
            <pc:sldMk cId="920396181" sldId="512"/>
            <ac:spMk id="46" creationId="{8A125F6D-2290-E6A0-D71E-505D6237049C}"/>
          </ac:spMkLst>
        </pc:spChg>
        <pc:spChg chg="add mod">
          <ac:chgData name="mathspt" userId="0238e0ea-a655-48f2-bae3-2ff3e0b97742" providerId="ADAL" clId="{CE76B0EF-09B9-42F7-8E3C-CC5E58184F57}" dt="2025-07-24T06:36:18.353" v="811" actId="1076"/>
          <ac:spMkLst>
            <pc:docMk/>
            <pc:sldMk cId="920396181" sldId="512"/>
            <ac:spMk id="47" creationId="{EC314C09-62EC-6093-2DF0-A923D9E1BB33}"/>
          </ac:spMkLst>
        </pc:spChg>
        <pc:spChg chg="add mod">
          <ac:chgData name="mathspt" userId="0238e0ea-a655-48f2-bae3-2ff3e0b97742" providerId="ADAL" clId="{CE76B0EF-09B9-42F7-8E3C-CC5E58184F57}" dt="2025-07-24T06:36:18.353" v="811" actId="1076"/>
          <ac:spMkLst>
            <pc:docMk/>
            <pc:sldMk cId="920396181" sldId="512"/>
            <ac:spMk id="49" creationId="{BFDFB3BF-080E-5060-ACAD-4081672B4DE0}"/>
          </ac:spMkLst>
        </pc:spChg>
        <pc:spChg chg="add mod">
          <ac:chgData name="mathspt" userId="0238e0ea-a655-48f2-bae3-2ff3e0b97742" providerId="ADAL" clId="{CE76B0EF-09B9-42F7-8E3C-CC5E58184F57}" dt="2025-07-24T06:58:17.484" v="973" actId="207"/>
          <ac:spMkLst>
            <pc:docMk/>
            <pc:sldMk cId="920396181" sldId="512"/>
            <ac:spMk id="50" creationId="{6A20F964-85CD-A6C0-B8A8-EEFB5928E360}"/>
          </ac:spMkLst>
        </pc:spChg>
        <pc:spChg chg="add mod">
          <ac:chgData name="mathspt" userId="0238e0ea-a655-48f2-bae3-2ff3e0b97742" providerId="ADAL" clId="{CE76B0EF-09B9-42F7-8E3C-CC5E58184F57}" dt="2025-07-24T06:56:48.430" v="965" actId="207"/>
          <ac:spMkLst>
            <pc:docMk/>
            <pc:sldMk cId="920396181" sldId="512"/>
            <ac:spMk id="52" creationId="{3041E437-E6F2-5919-F81A-7D977A5E107D}"/>
          </ac:spMkLst>
        </pc:spChg>
        <pc:spChg chg="mod">
          <ac:chgData name="mathspt" userId="0238e0ea-a655-48f2-bae3-2ff3e0b97742" providerId="ADAL" clId="{CE76B0EF-09B9-42F7-8E3C-CC5E58184F57}" dt="2025-07-24T06:56:55.481" v="967" actId="207"/>
          <ac:spMkLst>
            <pc:docMk/>
            <pc:sldMk cId="920396181" sldId="512"/>
            <ac:spMk id="56" creationId="{FC1B6203-FE76-944C-5DD0-24A736A6AA13}"/>
          </ac:spMkLst>
        </pc:spChg>
        <pc:spChg chg="mod">
          <ac:chgData name="mathspt" userId="0238e0ea-a655-48f2-bae3-2ff3e0b97742" providerId="ADAL" clId="{CE76B0EF-09B9-42F7-8E3C-CC5E58184F57}" dt="2025-07-24T06:36:52.813" v="821" actId="1076"/>
          <ac:spMkLst>
            <pc:docMk/>
            <pc:sldMk cId="920396181" sldId="512"/>
            <ac:spMk id="57" creationId="{07EE5192-83FA-9814-E4ED-48057764B615}"/>
          </ac:spMkLst>
        </pc:spChg>
        <pc:spChg chg="add mod">
          <ac:chgData name="mathspt" userId="0238e0ea-a655-48f2-bae3-2ff3e0b97742" providerId="ADAL" clId="{CE76B0EF-09B9-42F7-8E3C-CC5E58184F57}" dt="2025-07-24T06:36:18.353" v="811" actId="1076"/>
          <ac:spMkLst>
            <pc:docMk/>
            <pc:sldMk cId="920396181" sldId="512"/>
            <ac:spMk id="58" creationId="{02A31D52-D0C6-38F8-BAC2-D3BB512436C0}"/>
          </ac:spMkLst>
        </pc:spChg>
        <pc:spChg chg="mod">
          <ac:chgData name="mathspt" userId="0238e0ea-a655-48f2-bae3-2ff3e0b97742" providerId="ADAL" clId="{CE76B0EF-09B9-42F7-8E3C-CC5E58184F57}" dt="2025-07-24T06:58:22.581" v="974" actId="207"/>
          <ac:spMkLst>
            <pc:docMk/>
            <pc:sldMk cId="920396181" sldId="512"/>
            <ac:spMk id="59" creationId="{928CD193-D04F-58D9-1ABE-32733AFF2595}"/>
          </ac:spMkLst>
        </pc:spChg>
        <pc:spChg chg="add mod">
          <ac:chgData name="mathspt" userId="0238e0ea-a655-48f2-bae3-2ff3e0b97742" providerId="ADAL" clId="{CE76B0EF-09B9-42F7-8E3C-CC5E58184F57}" dt="2025-07-24T06:58:02.774" v="970" actId="207"/>
          <ac:spMkLst>
            <pc:docMk/>
            <pc:sldMk cId="920396181" sldId="512"/>
            <ac:spMk id="60" creationId="{58FDA66D-2D44-CAFA-FC99-949CE89B9563}"/>
          </ac:spMkLst>
        </pc:spChg>
        <pc:spChg chg="add mod">
          <ac:chgData name="mathspt" userId="0238e0ea-a655-48f2-bae3-2ff3e0b97742" providerId="ADAL" clId="{CE76B0EF-09B9-42F7-8E3C-CC5E58184F57}" dt="2025-07-24T06:37:01.876" v="824" actId="1076"/>
          <ac:spMkLst>
            <pc:docMk/>
            <pc:sldMk cId="920396181" sldId="512"/>
            <ac:spMk id="61" creationId="{9D6969D6-2EA5-50E6-8051-EED5403C3FB0}"/>
          </ac:spMkLst>
        </pc:spChg>
        <pc:spChg chg="mod">
          <ac:chgData name="mathspt" userId="0238e0ea-a655-48f2-bae3-2ff3e0b97742" providerId="ADAL" clId="{CE76B0EF-09B9-42F7-8E3C-CC5E58184F57}" dt="2025-07-24T06:58:24.421" v="975" actId="207"/>
          <ac:spMkLst>
            <pc:docMk/>
            <pc:sldMk cId="920396181" sldId="512"/>
            <ac:spMk id="62" creationId="{8DDFE7DE-12F7-007F-D9A0-AA8E8DEF23C3}"/>
          </ac:spMkLst>
        </pc:spChg>
        <pc:spChg chg="add mod">
          <ac:chgData name="mathspt" userId="0238e0ea-a655-48f2-bae3-2ff3e0b97742" providerId="ADAL" clId="{CE76B0EF-09B9-42F7-8E3C-CC5E58184F57}" dt="2025-07-24T06:58:44.280" v="979" actId="207"/>
          <ac:spMkLst>
            <pc:docMk/>
            <pc:sldMk cId="920396181" sldId="512"/>
            <ac:spMk id="64" creationId="{B0571133-C65B-EE56-DC1D-22A882014AA1}"/>
          </ac:spMkLst>
        </pc:spChg>
        <pc:spChg chg="add mod">
          <ac:chgData name="mathspt" userId="0238e0ea-a655-48f2-bae3-2ff3e0b97742" providerId="ADAL" clId="{CE76B0EF-09B9-42F7-8E3C-CC5E58184F57}" dt="2025-07-24T06:37:11.535" v="826" actId="1076"/>
          <ac:spMkLst>
            <pc:docMk/>
            <pc:sldMk cId="920396181" sldId="512"/>
            <ac:spMk id="65" creationId="{26D07C15-58A0-09CC-F765-DD05D1E73DE6}"/>
          </ac:spMkLst>
        </pc:spChg>
        <pc:spChg chg="add mod">
          <ac:chgData name="mathspt" userId="0238e0ea-a655-48f2-bae3-2ff3e0b97742" providerId="ADAL" clId="{CE76B0EF-09B9-42F7-8E3C-CC5E58184F57}" dt="2025-07-24T06:39:08.830" v="844" actId="1076"/>
          <ac:spMkLst>
            <pc:docMk/>
            <pc:sldMk cId="920396181" sldId="512"/>
            <ac:spMk id="66" creationId="{914F47D1-611E-2C6F-4A41-F57576633AA6}"/>
          </ac:spMkLst>
        </pc:spChg>
        <pc:spChg chg="add mod">
          <ac:chgData name="mathspt" userId="0238e0ea-a655-48f2-bae3-2ff3e0b97742" providerId="ADAL" clId="{CE76B0EF-09B9-42F7-8E3C-CC5E58184F57}" dt="2025-07-24T06:37:11.535" v="826" actId="1076"/>
          <ac:spMkLst>
            <pc:docMk/>
            <pc:sldMk cId="920396181" sldId="512"/>
            <ac:spMk id="67" creationId="{B504F1EC-E62F-0F79-D2FF-B61CCB876958}"/>
          </ac:spMkLst>
        </pc:spChg>
        <pc:spChg chg="add mod">
          <ac:chgData name="mathspt" userId="0238e0ea-a655-48f2-bae3-2ff3e0b97742" providerId="ADAL" clId="{CE76B0EF-09B9-42F7-8E3C-CC5E58184F57}" dt="2025-07-24T06:37:11.535" v="826" actId="1076"/>
          <ac:spMkLst>
            <pc:docMk/>
            <pc:sldMk cId="920396181" sldId="512"/>
            <ac:spMk id="69" creationId="{18115991-347A-BD2E-7587-98B11D875592}"/>
          </ac:spMkLst>
        </pc:spChg>
        <pc:spChg chg="mod">
          <ac:chgData name="mathspt" userId="0238e0ea-a655-48f2-bae3-2ff3e0b97742" providerId="ADAL" clId="{CE76B0EF-09B9-42F7-8E3C-CC5E58184F57}" dt="2025-07-24T06:38:59.822" v="843" actId="1076"/>
          <ac:spMkLst>
            <pc:docMk/>
            <pc:sldMk cId="920396181" sldId="512"/>
            <ac:spMk id="70" creationId="{D52937F3-E612-1059-B86A-C4590D492A9A}"/>
          </ac:spMkLst>
        </pc:spChg>
        <pc:spChg chg="add mod">
          <ac:chgData name="mathspt" userId="0238e0ea-a655-48f2-bae3-2ff3e0b97742" providerId="ADAL" clId="{CE76B0EF-09B9-42F7-8E3C-CC5E58184F57}" dt="2025-07-24T06:56:57.811" v="968" actId="207"/>
          <ac:spMkLst>
            <pc:docMk/>
            <pc:sldMk cId="920396181" sldId="512"/>
            <ac:spMk id="74" creationId="{60A6D4A7-BB71-5C8C-10E9-A58FAC7F0DC6}"/>
          </ac:spMkLst>
        </pc:spChg>
        <pc:spChg chg="mod">
          <ac:chgData name="mathspt" userId="0238e0ea-a655-48f2-bae3-2ff3e0b97742" providerId="ADAL" clId="{CE76B0EF-09B9-42F7-8E3C-CC5E58184F57}" dt="2025-07-24T06:39:08.830" v="844" actId="1076"/>
          <ac:spMkLst>
            <pc:docMk/>
            <pc:sldMk cId="920396181" sldId="512"/>
            <ac:spMk id="75" creationId="{525955CE-F9C9-39A0-0A61-4C69E63F2766}"/>
          </ac:spMkLst>
        </pc:spChg>
        <pc:spChg chg="add mod">
          <ac:chgData name="mathspt" userId="0238e0ea-a655-48f2-bae3-2ff3e0b97742" providerId="ADAL" clId="{CE76B0EF-09B9-42F7-8E3C-CC5E58184F57}" dt="2025-07-24T06:58:05.069" v="971" actId="207"/>
          <ac:spMkLst>
            <pc:docMk/>
            <pc:sldMk cId="920396181" sldId="512"/>
            <ac:spMk id="78" creationId="{C22E6F1A-1EBC-3E33-7923-3F0FEBABE957}"/>
          </ac:spMkLst>
        </pc:spChg>
        <pc:spChg chg="add mod">
          <ac:chgData name="mathspt" userId="0238e0ea-a655-48f2-bae3-2ff3e0b97742" providerId="ADAL" clId="{CE76B0EF-09B9-42F7-8E3C-CC5E58184F57}" dt="2025-07-24T06:39:13.817" v="846" actId="1076"/>
          <ac:spMkLst>
            <pc:docMk/>
            <pc:sldMk cId="920396181" sldId="512"/>
            <ac:spMk id="79" creationId="{47BA2152-46A9-835C-7340-45E764D82DA4}"/>
          </ac:spMkLst>
        </pc:spChg>
        <pc:spChg chg="mod">
          <ac:chgData name="mathspt" userId="0238e0ea-a655-48f2-bae3-2ff3e0b97742" providerId="ADAL" clId="{CE76B0EF-09B9-42F7-8E3C-CC5E58184F57}" dt="2025-07-24T06:58:27.770" v="976" actId="207"/>
          <ac:spMkLst>
            <pc:docMk/>
            <pc:sldMk cId="920396181" sldId="512"/>
            <ac:spMk id="80" creationId="{CC1BD461-639D-8FFB-E0C3-CDCF086F7789}"/>
          </ac:spMkLst>
        </pc:spChg>
        <pc:spChg chg="add mod">
          <ac:chgData name="mathspt" userId="0238e0ea-a655-48f2-bae3-2ff3e0b97742" providerId="ADAL" clId="{CE76B0EF-09B9-42F7-8E3C-CC5E58184F57}" dt="2025-07-24T06:42:16.948" v="858" actId="1076"/>
          <ac:spMkLst>
            <pc:docMk/>
            <pc:sldMk cId="920396181" sldId="512"/>
            <ac:spMk id="83" creationId="{DE960964-D8B5-76E7-1D44-B6640AB8EB8B}"/>
          </ac:spMkLst>
        </pc:spChg>
        <pc:spChg chg="add mod">
          <ac:chgData name="mathspt" userId="0238e0ea-a655-48f2-bae3-2ff3e0b97742" providerId="ADAL" clId="{CE76B0EF-09B9-42F7-8E3C-CC5E58184F57}" dt="2025-07-24T06:42:16.948" v="858" actId="1076"/>
          <ac:spMkLst>
            <pc:docMk/>
            <pc:sldMk cId="920396181" sldId="512"/>
            <ac:spMk id="84" creationId="{A6A55AA0-7267-5CAB-823F-A5FB05EDE78A}"/>
          </ac:spMkLst>
        </pc:spChg>
        <pc:spChg chg="add mod">
          <ac:chgData name="mathspt" userId="0238e0ea-a655-48f2-bae3-2ff3e0b97742" providerId="ADAL" clId="{CE76B0EF-09B9-42F7-8E3C-CC5E58184F57}" dt="2025-07-24T06:46:48.993" v="889" actId="1076"/>
          <ac:spMkLst>
            <pc:docMk/>
            <pc:sldMk cId="920396181" sldId="512"/>
            <ac:spMk id="89" creationId="{99A32235-5804-8B3D-5163-3B20AE04DF74}"/>
          </ac:spMkLst>
        </pc:spChg>
        <pc:spChg chg="add mod">
          <ac:chgData name="mathspt" userId="0238e0ea-a655-48f2-bae3-2ff3e0b97742" providerId="ADAL" clId="{CE76B0EF-09B9-42F7-8E3C-CC5E58184F57}" dt="2025-07-24T06:59:07.657" v="980" actId="207"/>
          <ac:spMkLst>
            <pc:docMk/>
            <pc:sldMk cId="920396181" sldId="512"/>
            <ac:spMk id="93" creationId="{D66FA1DA-C008-F1A9-9D19-40101515C1D1}"/>
          </ac:spMkLst>
        </pc:spChg>
        <pc:spChg chg="add mod">
          <ac:chgData name="mathspt" userId="0238e0ea-a655-48f2-bae3-2ff3e0b97742" providerId="ADAL" clId="{CE76B0EF-09B9-42F7-8E3C-CC5E58184F57}" dt="2025-07-24T06:59:15.727" v="982" actId="207"/>
          <ac:spMkLst>
            <pc:docMk/>
            <pc:sldMk cId="920396181" sldId="512"/>
            <ac:spMk id="94" creationId="{1DDB8D04-5D54-404B-9582-6F8B4EC5D103}"/>
          </ac:spMkLst>
        </pc:spChg>
        <pc:spChg chg="add mod">
          <ac:chgData name="mathspt" userId="0238e0ea-a655-48f2-bae3-2ff3e0b97742" providerId="ADAL" clId="{CE76B0EF-09B9-42F7-8E3C-CC5E58184F57}" dt="2025-07-24T06:47:42.532" v="901" actId="1076"/>
          <ac:spMkLst>
            <pc:docMk/>
            <pc:sldMk cId="920396181" sldId="512"/>
            <ac:spMk id="95" creationId="{04D13EB8-E6F3-7B01-898E-8613BDC62BED}"/>
          </ac:spMkLst>
        </pc:spChg>
        <pc:spChg chg="add mod">
          <ac:chgData name="mathspt" userId="0238e0ea-a655-48f2-bae3-2ff3e0b97742" providerId="ADAL" clId="{CE76B0EF-09B9-42F7-8E3C-CC5E58184F57}" dt="2025-07-24T06:59:50.408" v="992" actId="207"/>
          <ac:spMkLst>
            <pc:docMk/>
            <pc:sldMk cId="920396181" sldId="512"/>
            <ac:spMk id="96" creationId="{3B0D7934-0C8D-A97F-CEA4-6294753F3E90}"/>
          </ac:spMkLst>
        </pc:spChg>
        <pc:spChg chg="add mod">
          <ac:chgData name="mathspt" userId="0238e0ea-a655-48f2-bae3-2ff3e0b97742" providerId="ADAL" clId="{CE76B0EF-09B9-42F7-8E3C-CC5E58184F57}" dt="2025-07-24T06:59:52.426" v="993" actId="207"/>
          <ac:spMkLst>
            <pc:docMk/>
            <pc:sldMk cId="920396181" sldId="512"/>
            <ac:spMk id="97" creationId="{1F5F91A4-2608-95B7-B60C-BF93FEE08BA2}"/>
          </ac:spMkLst>
        </pc:spChg>
        <pc:spChg chg="add mod">
          <ac:chgData name="mathspt" userId="0238e0ea-a655-48f2-bae3-2ff3e0b97742" providerId="ADAL" clId="{CE76B0EF-09B9-42F7-8E3C-CC5E58184F57}" dt="2025-07-24T07:00:03.180" v="995" actId="207"/>
          <ac:spMkLst>
            <pc:docMk/>
            <pc:sldMk cId="920396181" sldId="512"/>
            <ac:spMk id="98" creationId="{56CAE6BD-64AA-4827-6976-9085440A988E}"/>
          </ac:spMkLst>
        </pc:spChg>
        <pc:spChg chg="add mod">
          <ac:chgData name="mathspt" userId="0238e0ea-a655-48f2-bae3-2ff3e0b97742" providerId="ADAL" clId="{CE76B0EF-09B9-42F7-8E3C-CC5E58184F57}" dt="2025-07-24T06:48:28.924" v="907" actId="1076"/>
          <ac:spMkLst>
            <pc:docMk/>
            <pc:sldMk cId="920396181" sldId="512"/>
            <ac:spMk id="99" creationId="{BFB6430D-D67C-356F-D08F-3FA4EB509636}"/>
          </ac:spMkLst>
        </pc:spChg>
        <pc:spChg chg="add mod">
          <ac:chgData name="mathspt" userId="0238e0ea-a655-48f2-bae3-2ff3e0b97742" providerId="ADAL" clId="{CE76B0EF-09B9-42F7-8E3C-CC5E58184F57}" dt="2025-07-24T06:48:43.171" v="910" actId="1076"/>
          <ac:spMkLst>
            <pc:docMk/>
            <pc:sldMk cId="920396181" sldId="512"/>
            <ac:spMk id="100" creationId="{0F1BC6B8-B2F7-A73E-C3FC-C5BA72A6242E}"/>
          </ac:spMkLst>
        </pc:spChg>
        <pc:spChg chg="add mod">
          <ac:chgData name="mathspt" userId="0238e0ea-a655-48f2-bae3-2ff3e0b97742" providerId="ADAL" clId="{CE76B0EF-09B9-42F7-8E3C-CC5E58184F57}" dt="2025-07-24T06:59:35.163" v="990" actId="207"/>
          <ac:spMkLst>
            <pc:docMk/>
            <pc:sldMk cId="920396181" sldId="512"/>
            <ac:spMk id="101" creationId="{C0CD1CD2-9157-6CDA-53CB-25B8A6A8108A}"/>
          </ac:spMkLst>
        </pc:spChg>
        <pc:spChg chg="add mod">
          <ac:chgData name="mathspt" userId="0238e0ea-a655-48f2-bae3-2ff3e0b97742" providerId="ADAL" clId="{CE76B0EF-09B9-42F7-8E3C-CC5E58184F57}" dt="2025-07-24T06:49:36.334" v="912" actId="1076"/>
          <ac:spMkLst>
            <pc:docMk/>
            <pc:sldMk cId="920396181" sldId="512"/>
            <ac:spMk id="102" creationId="{757C6E37-55CB-D929-B349-1E28741CD31E}"/>
          </ac:spMkLst>
        </pc:spChg>
        <pc:spChg chg="add mod">
          <ac:chgData name="mathspt" userId="0238e0ea-a655-48f2-bae3-2ff3e0b97742" providerId="ADAL" clId="{CE76B0EF-09B9-42F7-8E3C-CC5E58184F57}" dt="2025-07-24T06:59:29.730" v="988" actId="207"/>
          <ac:spMkLst>
            <pc:docMk/>
            <pc:sldMk cId="920396181" sldId="512"/>
            <ac:spMk id="103" creationId="{68B4DA6A-058C-3FFA-4B1A-EE5B5226C298}"/>
          </ac:spMkLst>
        </pc:spChg>
        <pc:spChg chg="add mod">
          <ac:chgData name="mathspt" userId="0238e0ea-a655-48f2-bae3-2ff3e0b97742" providerId="ADAL" clId="{CE76B0EF-09B9-42F7-8E3C-CC5E58184F57}" dt="2025-07-24T06:59:32.684" v="989" actId="207"/>
          <ac:spMkLst>
            <pc:docMk/>
            <pc:sldMk cId="920396181" sldId="512"/>
            <ac:spMk id="104" creationId="{803A77D2-E0AB-1F14-36D1-D71FB806A22D}"/>
          </ac:spMkLst>
        </pc:spChg>
        <pc:spChg chg="add mod">
          <ac:chgData name="mathspt" userId="0238e0ea-a655-48f2-bae3-2ff3e0b97742" providerId="ADAL" clId="{CE76B0EF-09B9-42F7-8E3C-CC5E58184F57}" dt="2025-07-24T06:49:47.538" v="914" actId="1076"/>
          <ac:spMkLst>
            <pc:docMk/>
            <pc:sldMk cId="920396181" sldId="512"/>
            <ac:spMk id="105" creationId="{281D1FB1-9694-94B8-6CE0-E734F9F58973}"/>
          </ac:spMkLst>
        </pc:spChg>
        <pc:spChg chg="add mod">
          <ac:chgData name="mathspt" userId="0238e0ea-a655-48f2-bae3-2ff3e0b97742" providerId="ADAL" clId="{CE76B0EF-09B9-42F7-8E3C-CC5E58184F57}" dt="2025-07-24T06:59:26.843" v="987" actId="207"/>
          <ac:spMkLst>
            <pc:docMk/>
            <pc:sldMk cId="920396181" sldId="512"/>
            <ac:spMk id="106" creationId="{8DEAA051-D8B9-0950-C04B-A7EE9AED5110}"/>
          </ac:spMkLst>
        </pc:spChg>
        <pc:spChg chg="add mod">
          <ac:chgData name="mathspt" userId="0238e0ea-a655-48f2-bae3-2ff3e0b97742" providerId="ADAL" clId="{CE76B0EF-09B9-42F7-8E3C-CC5E58184F57}" dt="2025-07-24T06:49:52.243" v="916" actId="1076"/>
          <ac:spMkLst>
            <pc:docMk/>
            <pc:sldMk cId="920396181" sldId="512"/>
            <ac:spMk id="107" creationId="{48B6F897-0DC6-E3F4-804D-315A3FDD6130}"/>
          </ac:spMkLst>
        </pc:spChg>
        <pc:spChg chg="add mod">
          <ac:chgData name="mathspt" userId="0238e0ea-a655-48f2-bae3-2ff3e0b97742" providerId="ADAL" clId="{CE76B0EF-09B9-42F7-8E3C-CC5E58184F57}" dt="2025-07-24T06:59:17.911" v="983" actId="207"/>
          <ac:spMkLst>
            <pc:docMk/>
            <pc:sldMk cId="920396181" sldId="512"/>
            <ac:spMk id="108" creationId="{65DAA0C8-FC2E-F6F7-CBCC-8EF597D0B8FC}"/>
          </ac:spMkLst>
        </pc:spChg>
        <pc:spChg chg="add mod">
          <ac:chgData name="mathspt" userId="0238e0ea-a655-48f2-bae3-2ff3e0b97742" providerId="ADAL" clId="{CE76B0EF-09B9-42F7-8E3C-CC5E58184F57}" dt="2025-07-24T06:59:20.663" v="984" actId="207"/>
          <ac:spMkLst>
            <pc:docMk/>
            <pc:sldMk cId="920396181" sldId="512"/>
            <ac:spMk id="109" creationId="{50C64D10-E6D7-425F-223B-7FB1EF562356}"/>
          </ac:spMkLst>
        </pc:spChg>
        <pc:spChg chg="add mod">
          <ac:chgData name="mathspt" userId="0238e0ea-a655-48f2-bae3-2ff3e0b97742" providerId="ADAL" clId="{CE76B0EF-09B9-42F7-8E3C-CC5E58184F57}" dt="2025-07-24T06:59:43.800" v="991" actId="207"/>
          <ac:spMkLst>
            <pc:docMk/>
            <pc:sldMk cId="920396181" sldId="512"/>
            <ac:spMk id="112" creationId="{14F16120-3090-27CA-43BE-61ECBE190914}"/>
          </ac:spMkLst>
        </pc:spChg>
        <pc:spChg chg="add mod">
          <ac:chgData name="mathspt" userId="0238e0ea-a655-48f2-bae3-2ff3e0b97742" providerId="ADAL" clId="{CE76B0EF-09B9-42F7-8E3C-CC5E58184F57}" dt="2025-07-24T06:50:32.345" v="933" actId="1076"/>
          <ac:spMkLst>
            <pc:docMk/>
            <pc:sldMk cId="920396181" sldId="512"/>
            <ac:spMk id="113" creationId="{9387830B-7662-84BE-4F5B-0FDAFF453838}"/>
          </ac:spMkLst>
        </pc:spChg>
        <pc:spChg chg="add mod">
          <ac:chgData name="mathspt" userId="0238e0ea-a655-48f2-bae3-2ff3e0b97742" providerId="ADAL" clId="{CE76B0EF-09B9-42F7-8E3C-CC5E58184F57}" dt="2025-07-24T06:50:22.243" v="929" actId="1076"/>
          <ac:spMkLst>
            <pc:docMk/>
            <pc:sldMk cId="920396181" sldId="512"/>
            <ac:spMk id="114" creationId="{987D331F-96D0-0D07-7288-28F10D7BD55F}"/>
          </ac:spMkLst>
        </pc:spChg>
        <pc:spChg chg="add mod">
          <ac:chgData name="mathspt" userId="0238e0ea-a655-48f2-bae3-2ff3e0b97742" providerId="ADAL" clId="{CE76B0EF-09B9-42F7-8E3C-CC5E58184F57}" dt="2025-07-24T07:34:30.332" v="1142" actId="1076"/>
          <ac:spMkLst>
            <pc:docMk/>
            <pc:sldMk cId="920396181" sldId="512"/>
            <ac:spMk id="122" creationId="{C0D7D218-5FD3-9AE1-8FD9-39FDBDC8ACEF}"/>
          </ac:spMkLst>
        </pc:spChg>
        <pc:spChg chg="add mod">
          <ac:chgData name="mathspt" userId="0238e0ea-a655-48f2-bae3-2ff3e0b97742" providerId="ADAL" clId="{CE76B0EF-09B9-42F7-8E3C-CC5E58184F57}" dt="2025-07-24T07:01:09.795" v="1002" actId="207"/>
          <ac:spMkLst>
            <pc:docMk/>
            <pc:sldMk cId="920396181" sldId="512"/>
            <ac:spMk id="125" creationId="{6D6473A8-5F7A-F620-3C63-96EDDAB69AF7}"/>
          </ac:spMkLst>
        </pc:spChg>
        <pc:picChg chg="add mod">
          <ac:chgData name="mathspt" userId="0238e0ea-a655-48f2-bae3-2ff3e0b97742" providerId="ADAL" clId="{CE76B0EF-09B9-42F7-8E3C-CC5E58184F57}" dt="2025-07-24T06:25:26.530" v="556" actId="14100"/>
          <ac:picMkLst>
            <pc:docMk/>
            <pc:sldMk cId="920396181" sldId="512"/>
            <ac:picMk id="10" creationId="{BFE64B88-694F-795B-6F1F-B7DF1ECDE69C}"/>
          </ac:picMkLst>
        </pc:picChg>
        <pc:picChg chg="add mod">
          <ac:chgData name="mathspt" userId="0238e0ea-a655-48f2-bae3-2ff3e0b97742" providerId="ADAL" clId="{CE76B0EF-09B9-42F7-8E3C-CC5E58184F57}" dt="2025-07-24T06:26:06.100" v="566" actId="1076"/>
          <ac:picMkLst>
            <pc:docMk/>
            <pc:sldMk cId="920396181" sldId="512"/>
            <ac:picMk id="12" creationId="{F856E3D6-8AF0-BC95-0EDD-F22E76BC92F0}"/>
          </ac:picMkLst>
        </pc:picChg>
        <pc:picChg chg="add mod">
          <ac:chgData name="mathspt" userId="0238e0ea-a655-48f2-bae3-2ff3e0b97742" providerId="ADAL" clId="{CE76B0EF-09B9-42F7-8E3C-CC5E58184F57}" dt="2025-07-24T06:26:30.929" v="575" actId="14100"/>
          <ac:picMkLst>
            <pc:docMk/>
            <pc:sldMk cId="920396181" sldId="512"/>
            <ac:picMk id="14" creationId="{749F4E65-B692-9F75-C7DA-98B9E2B4D280}"/>
          </ac:picMkLst>
        </pc:picChg>
        <pc:inkChg chg="add mod">
          <ac:chgData name="mathspt" userId="0238e0ea-a655-48f2-bae3-2ff3e0b97742" providerId="ADAL" clId="{CE76B0EF-09B9-42F7-8E3C-CC5E58184F57}" dt="2025-07-24T07:00:35.777" v="1000" actId="1076"/>
          <ac:inkMkLst>
            <pc:docMk/>
            <pc:sldMk cId="920396181" sldId="512"/>
            <ac:inkMk id="136" creationId="{72E4B814-EDE5-04C4-3255-911F320CF0AE}"/>
          </ac:inkMkLst>
        </pc:inkChg>
        <pc:cxnChg chg="add mod">
          <ac:chgData name="mathspt" userId="0238e0ea-a655-48f2-bae3-2ff3e0b97742" providerId="ADAL" clId="{CE76B0EF-09B9-42F7-8E3C-CC5E58184F57}" dt="2025-07-24T06:38:32.879" v="836" actId="1076"/>
          <ac:cxnSpMkLst>
            <pc:docMk/>
            <pc:sldMk cId="920396181" sldId="512"/>
            <ac:cxnSpMk id="31" creationId="{1584C657-F7E8-3CF5-A6C4-EC090D8556D1}"/>
          </ac:cxnSpMkLst>
        </pc:cxnChg>
        <pc:cxnChg chg="mod">
          <ac:chgData name="mathspt" userId="0238e0ea-a655-48f2-bae3-2ff3e0b97742" providerId="ADAL" clId="{CE76B0EF-09B9-42F7-8E3C-CC5E58184F57}" dt="2025-07-24T06:36:37.698" v="816" actId="14100"/>
          <ac:cxnSpMkLst>
            <pc:docMk/>
            <pc:sldMk cId="920396181" sldId="512"/>
            <ac:cxnSpMk id="55" creationId="{9B746B19-AEC4-5490-E90A-B9E9F4EB4CCD}"/>
          </ac:cxnSpMkLst>
        </pc:cxnChg>
        <pc:cxnChg chg="mod">
          <ac:chgData name="mathspt" userId="0238e0ea-a655-48f2-bae3-2ff3e0b97742" providerId="ADAL" clId="{CE76B0EF-09B9-42F7-8E3C-CC5E58184F57}" dt="2025-07-24T06:38:50.373" v="840" actId="14100"/>
          <ac:cxnSpMkLst>
            <pc:docMk/>
            <pc:sldMk cId="920396181" sldId="512"/>
            <ac:cxnSpMk id="73" creationId="{6019F6FD-0A8F-DD2D-36B7-2C5A139A547D}"/>
          </ac:cxnSpMkLst>
        </pc:cxnChg>
        <pc:cxnChg chg="add mod">
          <ac:chgData name="mathspt" userId="0238e0ea-a655-48f2-bae3-2ff3e0b97742" providerId="ADAL" clId="{CE76B0EF-09B9-42F7-8E3C-CC5E58184F57}" dt="2025-07-24T06:46:59.959" v="892" actId="14100"/>
          <ac:cxnSpMkLst>
            <pc:docMk/>
            <pc:sldMk cId="920396181" sldId="512"/>
            <ac:cxnSpMk id="91" creationId="{1B49BCC0-6EC9-CF38-430D-2C8155DE568E}"/>
          </ac:cxnSpMkLst>
        </pc:cxnChg>
        <pc:cxnChg chg="add mod">
          <ac:chgData name="mathspt" userId="0238e0ea-a655-48f2-bae3-2ff3e0b97742" providerId="ADAL" clId="{CE76B0EF-09B9-42F7-8E3C-CC5E58184F57}" dt="2025-07-24T06:50:09.851" v="923" actId="14100"/>
          <ac:cxnSpMkLst>
            <pc:docMk/>
            <pc:sldMk cId="920396181" sldId="512"/>
            <ac:cxnSpMk id="110" creationId="{DAD2EFFD-6B46-ADC7-E9BB-781C0B882CB7}"/>
          </ac:cxnSpMkLst>
        </pc:cxnChg>
        <pc:cxnChg chg="add mod">
          <ac:chgData name="mathspt" userId="0238e0ea-a655-48f2-bae3-2ff3e0b97742" providerId="ADAL" clId="{CE76B0EF-09B9-42F7-8E3C-CC5E58184F57}" dt="2025-07-24T06:50:47.021" v="938" actId="14100"/>
          <ac:cxnSpMkLst>
            <pc:docMk/>
            <pc:sldMk cId="920396181" sldId="512"/>
            <ac:cxnSpMk id="124" creationId="{DCE6B927-E583-1779-DA86-090706252D6B}"/>
          </ac:cxnSpMkLst>
        </pc:cxnChg>
      </pc:sldChg>
      <pc:sldChg chg="addSp delSp modSp new mod addAnim delAnim modAnim">
        <pc:chgData name="mathspt" userId="0238e0ea-a655-48f2-bae3-2ff3e0b97742" providerId="ADAL" clId="{CE76B0EF-09B9-42F7-8E3C-CC5E58184F57}" dt="2025-07-24T08:04:32.795" v="1493" actId="207"/>
        <pc:sldMkLst>
          <pc:docMk/>
          <pc:sldMk cId="466645349" sldId="513"/>
        </pc:sldMkLst>
        <pc:spChg chg="add mod">
          <ac:chgData name="mathspt" userId="0238e0ea-a655-48f2-bae3-2ff3e0b97742" providerId="ADAL" clId="{CE76B0EF-09B9-42F7-8E3C-CC5E58184F57}" dt="2025-07-24T08:00:31.017" v="1456" actId="207"/>
          <ac:spMkLst>
            <pc:docMk/>
            <pc:sldMk cId="466645349" sldId="513"/>
            <ac:spMk id="6" creationId="{DB710EAD-EB70-2173-A87E-894D878851E8}"/>
          </ac:spMkLst>
        </pc:spChg>
        <pc:spChg chg="add mod">
          <ac:chgData name="mathspt" userId="0238e0ea-a655-48f2-bae3-2ff3e0b97742" providerId="ADAL" clId="{CE76B0EF-09B9-42F7-8E3C-CC5E58184F57}" dt="2025-07-24T08:01:15.908" v="1464" actId="207"/>
          <ac:spMkLst>
            <pc:docMk/>
            <pc:sldMk cId="466645349" sldId="513"/>
            <ac:spMk id="7" creationId="{CDC7C971-DA58-C613-4ABA-6AB2749C6A44}"/>
          </ac:spMkLst>
        </pc:spChg>
        <pc:spChg chg="add mod">
          <ac:chgData name="mathspt" userId="0238e0ea-a655-48f2-bae3-2ff3e0b97742" providerId="ADAL" clId="{CE76B0EF-09B9-42F7-8E3C-CC5E58184F57}" dt="2025-07-24T08:01:03.304" v="1463" actId="1076"/>
          <ac:spMkLst>
            <pc:docMk/>
            <pc:sldMk cId="466645349" sldId="513"/>
            <ac:spMk id="9" creationId="{EB820B02-CB90-0EA0-2DA0-C57F63BEA633}"/>
          </ac:spMkLst>
        </pc:spChg>
        <pc:spChg chg="add mod">
          <ac:chgData name="mathspt" userId="0238e0ea-a655-48f2-bae3-2ff3e0b97742" providerId="ADAL" clId="{CE76B0EF-09B9-42F7-8E3C-CC5E58184F57}" dt="2025-07-24T08:00:44.206" v="1459" actId="207"/>
          <ac:spMkLst>
            <pc:docMk/>
            <pc:sldMk cId="466645349" sldId="513"/>
            <ac:spMk id="10" creationId="{FC27DE97-C0A0-157E-7EC8-196AB16DE020}"/>
          </ac:spMkLst>
        </pc:spChg>
        <pc:spChg chg="add mod">
          <ac:chgData name="mathspt" userId="0238e0ea-a655-48f2-bae3-2ff3e0b97742" providerId="ADAL" clId="{CE76B0EF-09B9-42F7-8E3C-CC5E58184F57}" dt="2025-07-24T07:35:19.917" v="1160" actId="1076"/>
          <ac:spMkLst>
            <pc:docMk/>
            <pc:sldMk cId="466645349" sldId="513"/>
            <ac:spMk id="11" creationId="{9654AC13-216A-1CC8-655C-1681AE6A7786}"/>
          </ac:spMkLst>
        </pc:spChg>
        <pc:spChg chg="add mod">
          <ac:chgData name="mathspt" userId="0238e0ea-a655-48f2-bae3-2ff3e0b97742" providerId="ADAL" clId="{CE76B0EF-09B9-42F7-8E3C-CC5E58184F57}" dt="2025-07-24T08:00:48.282" v="1461" actId="207"/>
          <ac:spMkLst>
            <pc:docMk/>
            <pc:sldMk cId="466645349" sldId="513"/>
            <ac:spMk id="12" creationId="{8EC1CE3D-B5DF-31BE-304F-8046D80FF7C5}"/>
          </ac:spMkLst>
        </pc:spChg>
        <pc:spChg chg="add mod">
          <ac:chgData name="mathspt" userId="0238e0ea-a655-48f2-bae3-2ff3e0b97742" providerId="ADAL" clId="{CE76B0EF-09B9-42F7-8E3C-CC5E58184F57}" dt="2025-07-24T08:00:46.389" v="1460" actId="207"/>
          <ac:spMkLst>
            <pc:docMk/>
            <pc:sldMk cId="466645349" sldId="513"/>
            <ac:spMk id="13" creationId="{1588EEE7-6198-5E02-9D97-939A4FAF92BC}"/>
          </ac:spMkLst>
        </pc:spChg>
        <pc:spChg chg="add mod">
          <ac:chgData name="mathspt" userId="0238e0ea-a655-48f2-bae3-2ff3e0b97742" providerId="ADAL" clId="{CE76B0EF-09B9-42F7-8E3C-CC5E58184F57}" dt="2025-07-24T08:01:23.449" v="1465" actId="207"/>
          <ac:spMkLst>
            <pc:docMk/>
            <pc:sldMk cId="466645349" sldId="513"/>
            <ac:spMk id="14" creationId="{5C1F8F58-1B57-B2CA-6348-EE145243F8FC}"/>
          </ac:spMkLst>
        </pc:spChg>
        <pc:spChg chg="add mod">
          <ac:chgData name="mathspt" userId="0238e0ea-a655-48f2-bae3-2ff3e0b97742" providerId="ADAL" clId="{CE76B0EF-09B9-42F7-8E3C-CC5E58184F57}" dt="2025-07-24T08:01:33.098" v="1468" actId="207"/>
          <ac:spMkLst>
            <pc:docMk/>
            <pc:sldMk cId="466645349" sldId="513"/>
            <ac:spMk id="15" creationId="{EF822CBA-C66F-ED11-2F2B-09A3AEF6E758}"/>
          </ac:spMkLst>
        </pc:spChg>
        <pc:spChg chg="add mod">
          <ac:chgData name="mathspt" userId="0238e0ea-a655-48f2-bae3-2ff3e0b97742" providerId="ADAL" clId="{CE76B0EF-09B9-42F7-8E3C-CC5E58184F57}" dt="2025-07-24T08:01:26.701" v="1466" actId="207"/>
          <ac:spMkLst>
            <pc:docMk/>
            <pc:sldMk cId="466645349" sldId="513"/>
            <ac:spMk id="18" creationId="{EEB7C257-7645-455C-6AAB-4134CE1BF33E}"/>
          </ac:spMkLst>
        </pc:spChg>
        <pc:spChg chg="add mod">
          <ac:chgData name="mathspt" userId="0238e0ea-a655-48f2-bae3-2ff3e0b97742" providerId="ADAL" clId="{CE76B0EF-09B9-42F7-8E3C-CC5E58184F57}" dt="2025-07-24T08:01:30.713" v="1467" actId="207"/>
          <ac:spMkLst>
            <pc:docMk/>
            <pc:sldMk cId="466645349" sldId="513"/>
            <ac:spMk id="19" creationId="{9B2628D3-CBFD-F99A-0384-100653E967DC}"/>
          </ac:spMkLst>
        </pc:spChg>
        <pc:spChg chg="add mod">
          <ac:chgData name="mathspt" userId="0238e0ea-a655-48f2-bae3-2ff3e0b97742" providerId="ADAL" clId="{CE76B0EF-09B9-42F7-8E3C-CC5E58184F57}" dt="2025-07-24T08:03:51.336" v="1482" actId="207"/>
          <ac:spMkLst>
            <pc:docMk/>
            <pc:sldMk cId="466645349" sldId="513"/>
            <ac:spMk id="22" creationId="{F4DA90C4-BA30-201F-6491-9D16D4E6A8BF}"/>
          </ac:spMkLst>
        </pc:spChg>
        <pc:spChg chg="add mod">
          <ac:chgData name="mathspt" userId="0238e0ea-a655-48f2-bae3-2ff3e0b97742" providerId="ADAL" clId="{CE76B0EF-09B9-42F7-8E3C-CC5E58184F57}" dt="2025-07-24T07:45:40.553" v="1282" actId="1076"/>
          <ac:spMkLst>
            <pc:docMk/>
            <pc:sldMk cId="466645349" sldId="513"/>
            <ac:spMk id="23" creationId="{DF652DC2-D274-5614-D7D8-F160765100B6}"/>
          </ac:spMkLst>
        </pc:spChg>
        <pc:spChg chg="add mod">
          <ac:chgData name="mathspt" userId="0238e0ea-a655-48f2-bae3-2ff3e0b97742" providerId="ADAL" clId="{CE76B0EF-09B9-42F7-8E3C-CC5E58184F57}" dt="2025-07-24T07:45:48.533" v="1284" actId="1076"/>
          <ac:spMkLst>
            <pc:docMk/>
            <pc:sldMk cId="466645349" sldId="513"/>
            <ac:spMk id="24" creationId="{BD65B8D8-7A18-DCE5-65E3-BE3D85B23C1F}"/>
          </ac:spMkLst>
        </pc:spChg>
        <pc:spChg chg="add mod">
          <ac:chgData name="mathspt" userId="0238e0ea-a655-48f2-bae3-2ff3e0b97742" providerId="ADAL" clId="{CE76B0EF-09B9-42F7-8E3C-CC5E58184F57}" dt="2025-07-24T08:02:08.806" v="1475" actId="207"/>
          <ac:spMkLst>
            <pc:docMk/>
            <pc:sldMk cId="466645349" sldId="513"/>
            <ac:spMk id="25" creationId="{FB766F1E-C677-849C-1364-747A4309C721}"/>
          </ac:spMkLst>
        </pc:spChg>
        <pc:spChg chg="add mod">
          <ac:chgData name="mathspt" userId="0238e0ea-a655-48f2-bae3-2ff3e0b97742" providerId="ADAL" clId="{CE76B0EF-09B9-42F7-8E3C-CC5E58184F57}" dt="2025-07-24T08:02:15.780" v="1477" actId="207"/>
          <ac:spMkLst>
            <pc:docMk/>
            <pc:sldMk cId="466645349" sldId="513"/>
            <ac:spMk id="26" creationId="{B7127EA0-DBBD-0EF3-1EDA-A4245A0519FA}"/>
          </ac:spMkLst>
        </pc:spChg>
        <pc:spChg chg="add mod">
          <ac:chgData name="mathspt" userId="0238e0ea-a655-48f2-bae3-2ff3e0b97742" providerId="ADAL" clId="{CE76B0EF-09B9-42F7-8E3C-CC5E58184F57}" dt="2025-07-24T07:45:56.079" v="1286" actId="1076"/>
          <ac:spMkLst>
            <pc:docMk/>
            <pc:sldMk cId="466645349" sldId="513"/>
            <ac:spMk id="27" creationId="{0286F37A-CBD0-44ED-0A33-392C0B74B80B}"/>
          </ac:spMkLst>
        </pc:spChg>
        <pc:spChg chg="add mod">
          <ac:chgData name="mathspt" userId="0238e0ea-a655-48f2-bae3-2ff3e0b97742" providerId="ADAL" clId="{CE76B0EF-09B9-42F7-8E3C-CC5E58184F57}" dt="2025-07-24T08:02:12.169" v="1476" actId="1076"/>
          <ac:spMkLst>
            <pc:docMk/>
            <pc:sldMk cId="466645349" sldId="513"/>
            <ac:spMk id="28" creationId="{25F0545B-EC09-219F-C79E-BE6BA9864EBB}"/>
          </ac:spMkLst>
        </pc:spChg>
        <pc:spChg chg="add mod">
          <ac:chgData name="mathspt" userId="0238e0ea-a655-48f2-bae3-2ff3e0b97742" providerId="ADAL" clId="{CE76B0EF-09B9-42F7-8E3C-CC5E58184F57}" dt="2025-07-24T08:01:58.803" v="1472" actId="207"/>
          <ac:spMkLst>
            <pc:docMk/>
            <pc:sldMk cId="466645349" sldId="513"/>
            <ac:spMk id="29" creationId="{470B524F-63B1-F0D2-4B02-E683411CE4AA}"/>
          </ac:spMkLst>
        </pc:spChg>
        <pc:spChg chg="add mod">
          <ac:chgData name="mathspt" userId="0238e0ea-a655-48f2-bae3-2ff3e0b97742" providerId="ADAL" clId="{CE76B0EF-09B9-42F7-8E3C-CC5E58184F57}" dt="2025-07-24T07:46:12.599" v="1289" actId="1076"/>
          <ac:spMkLst>
            <pc:docMk/>
            <pc:sldMk cId="466645349" sldId="513"/>
            <ac:spMk id="30" creationId="{239A9E29-0D4D-26B6-AB6E-235A7DC6D5EF}"/>
          </ac:spMkLst>
        </pc:spChg>
        <pc:spChg chg="add mod">
          <ac:chgData name="mathspt" userId="0238e0ea-a655-48f2-bae3-2ff3e0b97742" providerId="ADAL" clId="{CE76B0EF-09B9-42F7-8E3C-CC5E58184F57}" dt="2025-07-24T07:46:20.907" v="1291" actId="1076"/>
          <ac:spMkLst>
            <pc:docMk/>
            <pc:sldMk cId="466645349" sldId="513"/>
            <ac:spMk id="31" creationId="{C4672AAA-2243-DAD7-5B3F-EB6E1294B10B}"/>
          </ac:spMkLst>
        </pc:spChg>
        <pc:spChg chg="add mod">
          <ac:chgData name="mathspt" userId="0238e0ea-a655-48f2-bae3-2ff3e0b97742" providerId="ADAL" clId="{CE76B0EF-09B9-42F7-8E3C-CC5E58184F57}" dt="2025-07-24T08:01:53.794" v="1471" actId="207"/>
          <ac:spMkLst>
            <pc:docMk/>
            <pc:sldMk cId="466645349" sldId="513"/>
            <ac:spMk id="32" creationId="{AE169AA3-16DF-34A6-C78C-1349738964BC}"/>
          </ac:spMkLst>
        </pc:spChg>
        <pc:spChg chg="add mod">
          <ac:chgData name="mathspt" userId="0238e0ea-a655-48f2-bae3-2ff3e0b97742" providerId="ADAL" clId="{CE76B0EF-09B9-42F7-8E3C-CC5E58184F57}" dt="2025-07-24T08:01:49.437" v="1469" actId="207"/>
          <ac:spMkLst>
            <pc:docMk/>
            <pc:sldMk cId="466645349" sldId="513"/>
            <ac:spMk id="34" creationId="{68AFD751-BC33-C615-EF65-6455FF67F210}"/>
          </ac:spMkLst>
        </pc:spChg>
        <pc:spChg chg="add mod">
          <ac:chgData name="mathspt" userId="0238e0ea-a655-48f2-bae3-2ff3e0b97742" providerId="ADAL" clId="{CE76B0EF-09B9-42F7-8E3C-CC5E58184F57}" dt="2025-07-24T08:01:51.677" v="1470" actId="207"/>
          <ac:spMkLst>
            <pc:docMk/>
            <pc:sldMk cId="466645349" sldId="513"/>
            <ac:spMk id="35" creationId="{139AB99D-E5B6-40DE-45D4-3BCF2B84E4B4}"/>
          </ac:spMkLst>
        </pc:spChg>
        <pc:spChg chg="add mod">
          <ac:chgData name="mathspt" userId="0238e0ea-a655-48f2-bae3-2ff3e0b97742" providerId="ADAL" clId="{CE76B0EF-09B9-42F7-8E3C-CC5E58184F57}" dt="2025-07-24T07:46:42.639" v="1296" actId="1076"/>
          <ac:spMkLst>
            <pc:docMk/>
            <pc:sldMk cId="466645349" sldId="513"/>
            <ac:spMk id="36" creationId="{083609C3-78AB-3B5D-555E-3755526910BA}"/>
          </ac:spMkLst>
        </pc:spChg>
        <pc:spChg chg="add mod">
          <ac:chgData name="mathspt" userId="0238e0ea-a655-48f2-bae3-2ff3e0b97742" providerId="ADAL" clId="{CE76B0EF-09B9-42F7-8E3C-CC5E58184F57}" dt="2025-07-24T08:03:58.829" v="1485" actId="207"/>
          <ac:spMkLst>
            <pc:docMk/>
            <pc:sldMk cId="466645349" sldId="513"/>
            <ac:spMk id="37" creationId="{10669F31-1176-CF07-57FC-982FAFD0FC8B}"/>
          </ac:spMkLst>
        </pc:spChg>
        <pc:spChg chg="add mod">
          <ac:chgData name="mathspt" userId="0238e0ea-a655-48f2-bae3-2ff3e0b97742" providerId="ADAL" clId="{CE76B0EF-09B9-42F7-8E3C-CC5E58184F57}" dt="2025-07-24T08:03:54.444" v="1483" actId="207"/>
          <ac:spMkLst>
            <pc:docMk/>
            <pc:sldMk cId="466645349" sldId="513"/>
            <ac:spMk id="39" creationId="{C09DBD9C-131D-7D22-11B5-8F7FE18307B7}"/>
          </ac:spMkLst>
        </pc:spChg>
        <pc:spChg chg="add mod">
          <ac:chgData name="mathspt" userId="0238e0ea-a655-48f2-bae3-2ff3e0b97742" providerId="ADAL" clId="{CE76B0EF-09B9-42F7-8E3C-CC5E58184F57}" dt="2025-07-24T08:03:56.448" v="1484" actId="207"/>
          <ac:spMkLst>
            <pc:docMk/>
            <pc:sldMk cId="466645349" sldId="513"/>
            <ac:spMk id="40" creationId="{4DAB2C07-1BCD-B576-65BD-A77C0F4A3D0E}"/>
          </ac:spMkLst>
        </pc:spChg>
        <pc:spChg chg="add mod">
          <ac:chgData name="mathspt" userId="0238e0ea-a655-48f2-bae3-2ff3e0b97742" providerId="ADAL" clId="{CE76B0EF-09B9-42F7-8E3C-CC5E58184F57}" dt="2025-07-24T07:47:01.311" v="1300" actId="1076"/>
          <ac:spMkLst>
            <pc:docMk/>
            <pc:sldMk cId="466645349" sldId="513"/>
            <ac:spMk id="42" creationId="{73E944F6-D734-6021-C166-F47C57F4BDB5}"/>
          </ac:spMkLst>
        </pc:spChg>
        <pc:spChg chg="add mod">
          <ac:chgData name="mathspt" userId="0238e0ea-a655-48f2-bae3-2ff3e0b97742" providerId="ADAL" clId="{CE76B0EF-09B9-42F7-8E3C-CC5E58184F57}" dt="2025-07-24T08:04:00.500" v="1486" actId="207"/>
          <ac:spMkLst>
            <pc:docMk/>
            <pc:sldMk cId="466645349" sldId="513"/>
            <ac:spMk id="43" creationId="{DECFEDF4-A4FE-BAE8-56F2-0771990A5240}"/>
          </ac:spMkLst>
        </pc:spChg>
        <pc:spChg chg="add mod">
          <ac:chgData name="mathspt" userId="0238e0ea-a655-48f2-bae3-2ff3e0b97742" providerId="ADAL" clId="{CE76B0EF-09B9-42F7-8E3C-CC5E58184F57}" dt="2025-07-24T07:48:01.117" v="1306" actId="1076"/>
          <ac:spMkLst>
            <pc:docMk/>
            <pc:sldMk cId="466645349" sldId="513"/>
            <ac:spMk id="46" creationId="{D8DE1B7F-3FBF-E99B-B452-4F6543E412CA}"/>
          </ac:spMkLst>
        </pc:spChg>
        <pc:spChg chg="add mod">
          <ac:chgData name="mathspt" userId="0238e0ea-a655-48f2-bae3-2ff3e0b97742" providerId="ADAL" clId="{CE76B0EF-09B9-42F7-8E3C-CC5E58184F57}" dt="2025-07-24T07:48:14.856" v="1357" actId="14100"/>
          <ac:spMkLst>
            <pc:docMk/>
            <pc:sldMk cId="466645349" sldId="513"/>
            <ac:spMk id="47" creationId="{FD8A4AFA-AF69-5481-76BF-C07AE092655E}"/>
          </ac:spMkLst>
        </pc:spChg>
        <pc:spChg chg="add mod">
          <ac:chgData name="mathspt" userId="0238e0ea-a655-48f2-bae3-2ff3e0b97742" providerId="ADAL" clId="{CE76B0EF-09B9-42F7-8E3C-CC5E58184F57}" dt="2025-07-24T07:48:19.062" v="1359" actId="1076"/>
          <ac:spMkLst>
            <pc:docMk/>
            <pc:sldMk cId="466645349" sldId="513"/>
            <ac:spMk id="48" creationId="{C54F40AC-D3F0-AAF8-4AEF-E9BC61204611}"/>
          </ac:spMkLst>
        </pc:spChg>
        <pc:spChg chg="add mod">
          <ac:chgData name="mathspt" userId="0238e0ea-a655-48f2-bae3-2ff3e0b97742" providerId="ADAL" clId="{CE76B0EF-09B9-42F7-8E3C-CC5E58184F57}" dt="2025-07-24T07:48:28.432" v="1365" actId="20577"/>
          <ac:spMkLst>
            <pc:docMk/>
            <pc:sldMk cId="466645349" sldId="513"/>
            <ac:spMk id="51" creationId="{2A51B1F6-CA7B-1A55-7EB6-EAD283A25FE2}"/>
          </ac:spMkLst>
        </pc:spChg>
        <pc:spChg chg="add mod">
          <ac:chgData name="mathspt" userId="0238e0ea-a655-48f2-bae3-2ff3e0b97742" providerId="ADAL" clId="{CE76B0EF-09B9-42F7-8E3C-CC5E58184F57}" dt="2025-07-24T07:48:30.694" v="1366" actId="20577"/>
          <ac:spMkLst>
            <pc:docMk/>
            <pc:sldMk cId="466645349" sldId="513"/>
            <ac:spMk id="52" creationId="{A7B67202-038B-03E1-1E8B-41B17FB10306}"/>
          </ac:spMkLst>
        </pc:spChg>
        <pc:spChg chg="add mod">
          <ac:chgData name="mathspt" userId="0238e0ea-a655-48f2-bae3-2ff3e0b97742" providerId="ADAL" clId="{CE76B0EF-09B9-42F7-8E3C-CC5E58184F57}" dt="2025-07-24T07:49:43.246" v="1381" actId="1076"/>
          <ac:spMkLst>
            <pc:docMk/>
            <pc:sldMk cId="466645349" sldId="513"/>
            <ac:spMk id="53" creationId="{89036726-E820-69B4-9EB6-052B11808E2A}"/>
          </ac:spMkLst>
        </pc:spChg>
        <pc:spChg chg="add mod">
          <ac:chgData name="mathspt" userId="0238e0ea-a655-48f2-bae3-2ff3e0b97742" providerId="ADAL" clId="{CE76B0EF-09B9-42F7-8E3C-CC5E58184F57}" dt="2025-07-24T08:04:11.846" v="1489" actId="207"/>
          <ac:spMkLst>
            <pc:docMk/>
            <pc:sldMk cId="466645349" sldId="513"/>
            <ac:spMk id="54" creationId="{31B3ADC9-DA03-7DBC-7CA6-17B9EE2BB4F7}"/>
          </ac:spMkLst>
        </pc:spChg>
        <pc:spChg chg="add mod">
          <ac:chgData name="mathspt" userId="0238e0ea-a655-48f2-bae3-2ff3e0b97742" providerId="ADAL" clId="{CE76B0EF-09B9-42F7-8E3C-CC5E58184F57}" dt="2025-07-24T08:04:05.322" v="1487" actId="207"/>
          <ac:spMkLst>
            <pc:docMk/>
            <pc:sldMk cId="466645349" sldId="513"/>
            <ac:spMk id="56" creationId="{1DE2660F-F432-3D73-EED7-62BD4194E2CD}"/>
          </ac:spMkLst>
        </pc:spChg>
        <pc:spChg chg="add mod">
          <ac:chgData name="mathspt" userId="0238e0ea-a655-48f2-bae3-2ff3e0b97742" providerId="ADAL" clId="{CE76B0EF-09B9-42F7-8E3C-CC5E58184F57}" dt="2025-07-24T08:04:07.391" v="1488" actId="207"/>
          <ac:spMkLst>
            <pc:docMk/>
            <pc:sldMk cId="466645349" sldId="513"/>
            <ac:spMk id="57" creationId="{953D95A8-A309-3A97-C259-8DA6952FA656}"/>
          </ac:spMkLst>
        </pc:spChg>
        <pc:spChg chg="add mod">
          <ac:chgData name="mathspt" userId="0238e0ea-a655-48f2-bae3-2ff3e0b97742" providerId="ADAL" clId="{CE76B0EF-09B9-42F7-8E3C-CC5E58184F57}" dt="2025-07-24T07:51:13.025" v="1403" actId="1076"/>
          <ac:spMkLst>
            <pc:docMk/>
            <pc:sldMk cId="466645349" sldId="513"/>
            <ac:spMk id="58" creationId="{CEB4758F-313E-850C-F7D2-354D84BA359F}"/>
          </ac:spMkLst>
        </pc:spChg>
        <pc:spChg chg="add mod">
          <ac:chgData name="mathspt" userId="0238e0ea-a655-48f2-bae3-2ff3e0b97742" providerId="ADAL" clId="{CE76B0EF-09B9-42F7-8E3C-CC5E58184F57}" dt="2025-07-24T08:04:13.756" v="1490" actId="207"/>
          <ac:spMkLst>
            <pc:docMk/>
            <pc:sldMk cId="466645349" sldId="513"/>
            <ac:spMk id="59" creationId="{04FF636A-2FAA-8012-87F1-3EA48C2A5262}"/>
          </ac:spMkLst>
        </pc:spChg>
        <pc:spChg chg="add mod">
          <ac:chgData name="mathspt" userId="0238e0ea-a655-48f2-bae3-2ff3e0b97742" providerId="ADAL" clId="{CE76B0EF-09B9-42F7-8E3C-CC5E58184F57}" dt="2025-07-24T07:48:57.226" v="1372" actId="1076"/>
          <ac:spMkLst>
            <pc:docMk/>
            <pc:sldMk cId="466645349" sldId="513"/>
            <ac:spMk id="60" creationId="{1995F503-F25C-7FDA-34ED-69656AEA2663}"/>
          </ac:spMkLst>
        </pc:spChg>
        <pc:spChg chg="add mod">
          <ac:chgData name="mathspt" userId="0238e0ea-a655-48f2-bae3-2ff3e0b97742" providerId="ADAL" clId="{CE76B0EF-09B9-42F7-8E3C-CC5E58184F57}" dt="2025-07-24T07:48:57.226" v="1372" actId="1076"/>
          <ac:spMkLst>
            <pc:docMk/>
            <pc:sldMk cId="466645349" sldId="513"/>
            <ac:spMk id="62" creationId="{0641C76E-9D97-B922-D784-C94FCDF7F57A}"/>
          </ac:spMkLst>
        </pc:spChg>
        <pc:spChg chg="add mod">
          <ac:chgData name="mathspt" userId="0238e0ea-a655-48f2-bae3-2ff3e0b97742" providerId="ADAL" clId="{CE76B0EF-09B9-42F7-8E3C-CC5E58184F57}" dt="2025-07-24T07:48:57.226" v="1372" actId="1076"/>
          <ac:spMkLst>
            <pc:docMk/>
            <pc:sldMk cId="466645349" sldId="513"/>
            <ac:spMk id="63" creationId="{C9DEA072-D9C6-CB65-5E59-97D8FDC27A77}"/>
          </ac:spMkLst>
        </pc:spChg>
        <pc:spChg chg="add mod">
          <ac:chgData name="mathspt" userId="0238e0ea-a655-48f2-bae3-2ff3e0b97742" providerId="ADAL" clId="{CE76B0EF-09B9-42F7-8E3C-CC5E58184F57}" dt="2025-07-24T08:04:30.333" v="1492" actId="207"/>
          <ac:spMkLst>
            <pc:docMk/>
            <pc:sldMk cId="466645349" sldId="513"/>
            <ac:spMk id="66" creationId="{BED1106F-739D-E9D3-CED3-34E50C78E120}"/>
          </ac:spMkLst>
        </pc:spChg>
        <pc:spChg chg="add mod">
          <ac:chgData name="mathspt" userId="0238e0ea-a655-48f2-bae3-2ff3e0b97742" providerId="ADAL" clId="{CE76B0EF-09B9-42F7-8E3C-CC5E58184F57}" dt="2025-07-24T08:04:21.737" v="1491" actId="207"/>
          <ac:spMkLst>
            <pc:docMk/>
            <pc:sldMk cId="466645349" sldId="513"/>
            <ac:spMk id="68" creationId="{E32172C6-4D81-8091-3FCF-7C6B9F92A27D}"/>
          </ac:spMkLst>
        </pc:spChg>
        <pc:spChg chg="add mod">
          <ac:chgData name="mathspt" userId="0238e0ea-a655-48f2-bae3-2ff3e0b97742" providerId="ADAL" clId="{CE76B0EF-09B9-42F7-8E3C-CC5E58184F57}" dt="2025-07-24T08:04:32.795" v="1493" actId="207"/>
          <ac:spMkLst>
            <pc:docMk/>
            <pc:sldMk cId="466645349" sldId="513"/>
            <ac:spMk id="69" creationId="{96E5D550-28C8-2AFF-6E94-969A74E71D70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70" creationId="{A16B26DB-458B-863F-6A99-69D9AE40719F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72" creationId="{38920552-CDB9-3D04-E0F8-99C1CC93C4E0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74" creationId="{832F77C9-8B97-3363-2113-3A864C7758CE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76" creationId="{EC7B0CFA-D53A-36FA-85C9-C41EBBFE9228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77" creationId="{B118C4E4-B793-BF0C-47E3-48B5C3FEF736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80" creationId="{31855864-5CF5-7063-A4FC-F5B6CAC73408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82" creationId="{4F573392-CACE-441E-DE9C-4E0605664ABA}"/>
          </ac:spMkLst>
        </pc:spChg>
        <pc:spChg chg="add mod">
          <ac:chgData name="mathspt" userId="0238e0ea-a655-48f2-bae3-2ff3e0b97742" providerId="ADAL" clId="{CE76B0EF-09B9-42F7-8E3C-CC5E58184F57}" dt="2025-07-24T07:50:50.831" v="1401" actId="1076"/>
          <ac:spMkLst>
            <pc:docMk/>
            <pc:sldMk cId="466645349" sldId="513"/>
            <ac:spMk id="83" creationId="{3B773FC1-51F0-30E1-F319-7A314DCFE224}"/>
          </ac:spMkLst>
        </pc:spChg>
        <pc:spChg chg="add mod">
          <ac:chgData name="mathspt" userId="0238e0ea-a655-48f2-bae3-2ff3e0b97742" providerId="ADAL" clId="{CE76B0EF-09B9-42F7-8E3C-CC5E58184F57}" dt="2025-07-24T07:51:26.449" v="1405" actId="1076"/>
          <ac:spMkLst>
            <pc:docMk/>
            <pc:sldMk cId="466645349" sldId="513"/>
            <ac:spMk id="85" creationId="{BDBCB631-F00A-6B00-BC84-756B5107D92D}"/>
          </ac:spMkLst>
        </pc:spChg>
        <pc:spChg chg="add mod">
          <ac:chgData name="mathspt" userId="0238e0ea-a655-48f2-bae3-2ff3e0b97742" providerId="ADAL" clId="{CE76B0EF-09B9-42F7-8E3C-CC5E58184F57}" dt="2025-07-24T07:51:32.992" v="1409" actId="20577"/>
          <ac:spMkLst>
            <pc:docMk/>
            <pc:sldMk cId="466645349" sldId="513"/>
            <ac:spMk id="86" creationId="{0580C1D1-A9AA-94DC-A1F1-B00B487A8950}"/>
          </ac:spMkLst>
        </pc:spChg>
        <pc:spChg chg="add mod">
          <ac:chgData name="mathspt" userId="0238e0ea-a655-48f2-bae3-2ff3e0b97742" providerId="ADAL" clId="{CE76B0EF-09B9-42F7-8E3C-CC5E58184F57}" dt="2025-07-24T07:53:47.154" v="1432" actId="1076"/>
          <ac:spMkLst>
            <pc:docMk/>
            <pc:sldMk cId="466645349" sldId="513"/>
            <ac:spMk id="89" creationId="{18C9401B-A124-0BD8-D439-959EBB74FE69}"/>
          </ac:spMkLst>
        </pc:spChg>
        <pc:spChg chg="add mod">
          <ac:chgData name="mathspt" userId="0238e0ea-a655-48f2-bae3-2ff3e0b97742" providerId="ADAL" clId="{CE76B0EF-09B9-42F7-8E3C-CC5E58184F57}" dt="2025-07-24T07:51:54.178" v="1419" actId="1076"/>
          <ac:spMkLst>
            <pc:docMk/>
            <pc:sldMk cId="466645349" sldId="513"/>
            <ac:spMk id="91" creationId="{A39814C5-6F79-785E-A046-7712F2368EB2}"/>
          </ac:spMkLst>
        </pc:spChg>
        <pc:spChg chg="add mod">
          <ac:chgData name="mathspt" userId="0238e0ea-a655-48f2-bae3-2ff3e0b97742" providerId="ADAL" clId="{CE76B0EF-09B9-42F7-8E3C-CC5E58184F57}" dt="2025-07-24T07:51:51.793" v="1418" actId="1076"/>
          <ac:spMkLst>
            <pc:docMk/>
            <pc:sldMk cId="466645349" sldId="513"/>
            <ac:spMk id="92" creationId="{1B0A08E8-DE7F-64C6-AC67-E0216E608DBA}"/>
          </ac:spMkLst>
        </pc:spChg>
        <pc:spChg chg="add mod">
          <ac:chgData name="mathspt" userId="0238e0ea-a655-48f2-bae3-2ff3e0b97742" providerId="ADAL" clId="{CE76B0EF-09B9-42F7-8E3C-CC5E58184F57}" dt="2025-07-24T07:51:40.838" v="1413" actId="1076"/>
          <ac:spMkLst>
            <pc:docMk/>
            <pc:sldMk cId="466645349" sldId="513"/>
            <ac:spMk id="93" creationId="{6E0DB9D6-4B35-2AE2-0038-83BB7C4B2B94}"/>
          </ac:spMkLst>
        </pc:spChg>
        <pc:spChg chg="add mod">
          <ac:chgData name="mathspt" userId="0238e0ea-a655-48f2-bae3-2ff3e0b97742" providerId="ADAL" clId="{CE76B0EF-09B9-42F7-8E3C-CC5E58184F57}" dt="2025-07-24T07:59:27.604" v="1440" actId="1076"/>
          <ac:spMkLst>
            <pc:docMk/>
            <pc:sldMk cId="466645349" sldId="513"/>
            <ac:spMk id="94" creationId="{2C7AFE73-931E-E19A-CEE5-5A41FA77BE3C}"/>
          </ac:spMkLst>
        </pc:spChg>
        <pc:spChg chg="add mod">
          <ac:chgData name="mathspt" userId="0238e0ea-a655-48f2-bae3-2ff3e0b97742" providerId="ADAL" clId="{CE76B0EF-09B9-42F7-8E3C-CC5E58184F57}" dt="2025-07-24T07:52:32.555" v="1431" actId="1076"/>
          <ac:spMkLst>
            <pc:docMk/>
            <pc:sldMk cId="466645349" sldId="513"/>
            <ac:spMk id="95" creationId="{D20573D5-09A9-393F-1FF7-E18D55AED47D}"/>
          </ac:spMkLst>
        </pc:spChg>
        <pc:spChg chg="add mod">
          <ac:chgData name="mathspt" userId="0238e0ea-a655-48f2-bae3-2ff3e0b97742" providerId="ADAL" clId="{CE76B0EF-09B9-42F7-8E3C-CC5E58184F57}" dt="2025-07-24T07:52:32.555" v="1431" actId="1076"/>
          <ac:spMkLst>
            <pc:docMk/>
            <pc:sldMk cId="466645349" sldId="513"/>
            <ac:spMk id="96" creationId="{83B3AF5B-A756-50FD-E215-4B409E04D976}"/>
          </ac:spMkLst>
        </pc:spChg>
        <pc:spChg chg="add mod">
          <ac:chgData name="mathspt" userId="0238e0ea-a655-48f2-bae3-2ff3e0b97742" providerId="ADAL" clId="{CE76B0EF-09B9-42F7-8E3C-CC5E58184F57}" dt="2025-07-24T07:52:32.555" v="1431" actId="1076"/>
          <ac:spMkLst>
            <pc:docMk/>
            <pc:sldMk cId="466645349" sldId="513"/>
            <ac:spMk id="97" creationId="{02E0065C-A363-B738-47A6-D4EEC7BABAC9}"/>
          </ac:spMkLst>
        </pc:spChg>
        <pc:picChg chg="add mod">
          <ac:chgData name="mathspt" userId="0238e0ea-a655-48f2-bae3-2ff3e0b97742" providerId="ADAL" clId="{CE76B0EF-09B9-42F7-8E3C-CC5E58184F57}" dt="2025-07-24T07:59:53.805" v="1450" actId="34135"/>
          <ac:picMkLst>
            <pc:docMk/>
            <pc:sldMk cId="466645349" sldId="513"/>
            <ac:picMk id="5" creationId="{A65B3A58-39F6-C2D6-18BE-10480F75A74E}"/>
          </ac:picMkLst>
        </pc:picChg>
        <pc:inkChg chg="add del mod">
          <ac:chgData name="mathspt" userId="0238e0ea-a655-48f2-bae3-2ff3e0b97742" providerId="ADAL" clId="{CE76B0EF-09B9-42F7-8E3C-CC5E58184F57}" dt="2025-07-24T07:59:25.875" v="1439" actId="1076"/>
          <ac:inkMkLst>
            <pc:docMk/>
            <pc:sldMk cId="466645349" sldId="513"/>
            <ac:inkMk id="21" creationId="{8D50E89A-3B7A-2704-D320-8B23FE6D8A95}"/>
          </ac:inkMkLst>
        </pc:inkChg>
        <pc:inkChg chg="add mod">
          <ac:chgData name="mathspt" userId="0238e0ea-a655-48f2-bae3-2ff3e0b97742" providerId="ADAL" clId="{CE76B0EF-09B9-42F7-8E3C-CC5E58184F57}" dt="2025-07-24T07:59:50.694" v="1449" actId="14100"/>
          <ac:inkMkLst>
            <pc:docMk/>
            <pc:sldMk cId="466645349" sldId="513"/>
            <ac:inkMk id="98" creationId="{47455E01-4604-2E9E-EE38-CB0990E0AE08}"/>
          </ac:inkMkLst>
        </pc:inkChg>
        <pc:inkChg chg="add mod">
          <ac:chgData name="mathspt" userId="0238e0ea-a655-48f2-bae3-2ff3e0b97742" providerId="ADAL" clId="{CE76B0EF-09B9-42F7-8E3C-CC5E58184F57}" dt="2025-07-24T07:59:47.923" v="1448" actId="14100"/>
          <ac:inkMkLst>
            <pc:docMk/>
            <pc:sldMk cId="466645349" sldId="513"/>
            <ac:inkMk id="99" creationId="{A49DF886-21A0-D3E1-143F-F6F872A4970B}"/>
          </ac:inkMkLst>
        </pc:inkChg>
        <pc:inkChg chg="add mod">
          <ac:chgData name="mathspt" userId="0238e0ea-a655-48f2-bae3-2ff3e0b97742" providerId="ADAL" clId="{CE76B0EF-09B9-42F7-8E3C-CC5E58184F57}" dt="2025-07-24T08:00:21.836" v="1455" actId="14100"/>
          <ac:inkMkLst>
            <pc:docMk/>
            <pc:sldMk cId="466645349" sldId="513"/>
            <ac:inkMk id="100" creationId="{877687BD-AE10-39F8-2D06-A6E537EFA7BB}"/>
          </ac:inkMkLst>
        </pc:inkChg>
        <pc:inkChg chg="add mod">
          <ac:chgData name="mathspt" userId="0238e0ea-a655-48f2-bae3-2ff3e0b97742" providerId="ADAL" clId="{CE76B0EF-09B9-42F7-8E3C-CC5E58184F57}" dt="2025-07-24T08:03:41.687" v="1481" actId="1076"/>
          <ac:inkMkLst>
            <pc:docMk/>
            <pc:sldMk cId="466645349" sldId="513"/>
            <ac:inkMk id="102" creationId="{F405FF4C-4EB5-81CE-07D5-E28D9DCAFC18}"/>
          </ac:inkMkLst>
        </pc:inkChg>
        <pc:cxnChg chg="add mod">
          <ac:chgData name="mathspt" userId="0238e0ea-a655-48f2-bae3-2ff3e0b97742" providerId="ADAL" clId="{CE76B0EF-09B9-42F7-8E3C-CC5E58184F57}" dt="2025-07-24T07:36:52.538" v="1230" actId="1076"/>
          <ac:cxnSpMkLst>
            <pc:docMk/>
            <pc:sldMk cId="466645349" sldId="513"/>
            <ac:cxnSpMk id="17" creationId="{99E4E848-A105-52EB-A01E-4690C5CC1156}"/>
          </ac:cxnSpMkLst>
        </pc:cxnChg>
        <pc:cxnChg chg="add mod">
          <ac:chgData name="mathspt" userId="0238e0ea-a655-48f2-bae3-2ff3e0b97742" providerId="ADAL" clId="{CE76B0EF-09B9-42F7-8E3C-CC5E58184F57}" dt="2025-07-24T07:46:34.146" v="1294" actId="1076"/>
          <ac:cxnSpMkLst>
            <pc:docMk/>
            <pc:sldMk cId="466645349" sldId="513"/>
            <ac:cxnSpMk id="33" creationId="{6D82B92F-3FD3-37D5-AC9C-6E829EFB75BF}"/>
          </ac:cxnSpMkLst>
        </pc:cxnChg>
        <pc:cxnChg chg="add mod">
          <ac:chgData name="mathspt" userId="0238e0ea-a655-48f2-bae3-2ff3e0b97742" providerId="ADAL" clId="{CE76B0EF-09B9-42F7-8E3C-CC5E58184F57}" dt="2025-07-24T07:46:52.981" v="1298" actId="1076"/>
          <ac:cxnSpMkLst>
            <pc:docMk/>
            <pc:sldMk cId="466645349" sldId="513"/>
            <ac:cxnSpMk id="38" creationId="{2AF4316B-3B04-28B7-FFAE-AD0A6440DB27}"/>
          </ac:cxnSpMkLst>
        </pc:cxnChg>
        <pc:cxnChg chg="add mod">
          <ac:chgData name="mathspt" userId="0238e0ea-a655-48f2-bae3-2ff3e0b97742" providerId="ADAL" clId="{CE76B0EF-09B9-42F7-8E3C-CC5E58184F57}" dt="2025-07-24T07:48:24.607" v="1361" actId="1076"/>
          <ac:cxnSpMkLst>
            <pc:docMk/>
            <pc:sldMk cId="466645349" sldId="513"/>
            <ac:cxnSpMk id="50" creationId="{CF90990A-BF5D-CF67-F0A2-2199C2B272BB}"/>
          </ac:cxnSpMkLst>
        </pc:cxnChg>
        <pc:cxnChg chg="add mod">
          <ac:chgData name="mathspt" userId="0238e0ea-a655-48f2-bae3-2ff3e0b97742" providerId="ADAL" clId="{CE76B0EF-09B9-42F7-8E3C-CC5E58184F57}" dt="2025-07-24T07:51:13.025" v="1403" actId="1076"/>
          <ac:cxnSpMkLst>
            <pc:docMk/>
            <pc:sldMk cId="466645349" sldId="513"/>
            <ac:cxnSpMk id="55" creationId="{EC9002D1-6208-93D6-360E-220244DEB404}"/>
          </ac:cxnSpMkLst>
        </pc:cxnChg>
        <pc:cxnChg chg="add mod">
          <ac:chgData name="mathspt" userId="0238e0ea-a655-48f2-bae3-2ff3e0b97742" providerId="ADAL" clId="{CE76B0EF-09B9-42F7-8E3C-CC5E58184F57}" dt="2025-07-24T07:48:57.226" v="1372" actId="1076"/>
          <ac:cxnSpMkLst>
            <pc:docMk/>
            <pc:sldMk cId="466645349" sldId="513"/>
            <ac:cxnSpMk id="61" creationId="{E06A2339-EDD8-195A-7693-792989A7E850}"/>
          </ac:cxnSpMkLst>
        </pc:cxnChg>
        <pc:cxnChg chg="add mod">
          <ac:chgData name="mathspt" userId="0238e0ea-a655-48f2-bae3-2ff3e0b97742" providerId="ADAL" clId="{CE76B0EF-09B9-42F7-8E3C-CC5E58184F57}" dt="2025-07-24T07:51:06.231" v="1402" actId="1076"/>
          <ac:cxnSpMkLst>
            <pc:docMk/>
            <pc:sldMk cId="466645349" sldId="513"/>
            <ac:cxnSpMk id="64" creationId="{B48E5AAA-9CBA-46B4-1EC9-2FF9BBB4831C}"/>
          </ac:cxnSpMkLst>
        </pc:cxnChg>
        <pc:cxnChg chg="add mod">
          <ac:chgData name="mathspt" userId="0238e0ea-a655-48f2-bae3-2ff3e0b97742" providerId="ADAL" clId="{CE76B0EF-09B9-42F7-8E3C-CC5E58184F57}" dt="2025-07-24T07:49:29.008" v="1379" actId="1076"/>
          <ac:cxnSpMkLst>
            <pc:docMk/>
            <pc:sldMk cId="466645349" sldId="513"/>
            <ac:cxnSpMk id="67" creationId="{EDF21BE9-4459-FB4D-DD3D-FC87D2892BDC}"/>
          </ac:cxnSpMkLst>
        </pc:cxnChg>
        <pc:cxnChg chg="add mod">
          <ac:chgData name="mathspt" userId="0238e0ea-a655-48f2-bae3-2ff3e0b97742" providerId="ADAL" clId="{CE76B0EF-09B9-42F7-8E3C-CC5E58184F57}" dt="2025-07-24T07:50:50.831" v="1401" actId="1076"/>
          <ac:cxnSpMkLst>
            <pc:docMk/>
            <pc:sldMk cId="466645349" sldId="513"/>
            <ac:cxnSpMk id="71" creationId="{43C2043E-30E1-B667-0B0E-E21A25BC69C8}"/>
          </ac:cxnSpMkLst>
        </pc:cxnChg>
        <pc:cxnChg chg="add mod">
          <ac:chgData name="mathspt" userId="0238e0ea-a655-48f2-bae3-2ff3e0b97742" providerId="ADAL" clId="{CE76B0EF-09B9-42F7-8E3C-CC5E58184F57}" dt="2025-07-24T07:50:50.831" v="1401" actId="1076"/>
          <ac:cxnSpMkLst>
            <pc:docMk/>
            <pc:sldMk cId="466645349" sldId="513"/>
            <ac:cxnSpMk id="81" creationId="{F3BDCBBD-A2C7-7E47-1720-7E0064ECA16C}"/>
          </ac:cxnSpMkLst>
        </pc:cxnChg>
      </pc:sldChg>
    </pc:docChg>
  </pc:docChgLst>
  <pc:docChgLst>
    <pc:chgData name="Tai Sura" userId="51f810a5dc7c05aa" providerId="LiveId" clId="{3C095BA1-E0CA-4EC0-A682-F8AE9E9D1A2E}"/>
    <pc:docChg chg="addSld delSld modSld addSection delSection modSection">
      <pc:chgData name="Tai Sura" userId="51f810a5dc7c05aa" providerId="LiveId" clId="{3C095BA1-E0CA-4EC0-A682-F8AE9E9D1A2E}" dt="2022-08-13T05:06:41.474" v="11"/>
      <pc:docMkLst>
        <pc:docMk/>
      </pc:docMkLst>
      <pc:sldChg chg="new del">
        <pc:chgData name="Tai Sura" userId="51f810a5dc7c05aa" providerId="LiveId" clId="{3C095BA1-E0CA-4EC0-A682-F8AE9E9D1A2E}" dt="2022-08-08T13:55:25.625" v="10" actId="47"/>
        <pc:sldMkLst>
          <pc:docMk/>
          <pc:sldMk cId="2629218897" sldId="25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613056176" sldId="421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836334796" sldId="422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356716135" sldId="423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538681996" sldId="424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550721328" sldId="425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591887827" sldId="42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966024987" sldId="427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87548732" sldId="428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39982709" sldId="429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3350598341" sldId="430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26419331" sldId="431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184392888" sldId="432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261424155" sldId="433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42994316" sldId="434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3142260257" sldId="435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323404256" sldId="43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940701209" sldId="437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294354604" sldId="438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791629431" sldId="452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3570758974" sldId="453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898028560" sldId="454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506954451" sldId="455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945219568" sldId="456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1088626041" sldId="457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512384930" sldId="458"/>
        </pc:sldMkLst>
      </pc:sldChg>
      <pc:sldChg chg="addSp add">
        <pc:chgData name="Tai Sura" userId="51f810a5dc7c05aa" providerId="LiveId" clId="{3C095BA1-E0CA-4EC0-A682-F8AE9E9D1A2E}" dt="2022-08-13T05:06:41.474" v="11"/>
        <pc:sldMkLst>
          <pc:docMk/>
          <pc:sldMk cId="3262542633" sldId="459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701469076" sldId="460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90236840" sldId="461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93420518" sldId="462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627786242" sldId="463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1934883675" sldId="464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219558926" sldId="465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162591898" sldId="466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3690375634" sldId="467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904984849" sldId="468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756079361" sldId="469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629180068" sldId="470"/>
        </pc:sldMkLst>
      </pc:sldChg>
    </pc:docChg>
  </pc:docChgLst>
  <pc:docChgLst>
    <pc:chgData name="Hoi" userId="064b9ae9-efb5-4029-bcbc-4c9becbf9a22" providerId="ADAL" clId="{4476EA2C-C5B2-4D56-9FCF-2FC7BC69807B}"/>
    <pc:docChg chg="undo custSel modSld">
      <pc:chgData name="Hoi" userId="064b9ae9-efb5-4029-bcbc-4c9becbf9a22" providerId="ADAL" clId="{4476EA2C-C5B2-4D56-9FCF-2FC7BC69807B}" dt="2023-07-22T07:16:31.472" v="55"/>
      <pc:docMkLst>
        <pc:docMk/>
      </pc:docMkLst>
      <pc:sldChg chg="addSp delSp modSp mod addAnim delAnim modAnim">
        <pc:chgData name="Hoi" userId="064b9ae9-efb5-4029-bcbc-4c9becbf9a22" providerId="ADAL" clId="{4476EA2C-C5B2-4D56-9FCF-2FC7BC69807B}" dt="2023-07-22T07:16:31.472" v="55"/>
        <pc:sldMkLst>
          <pc:docMk/>
          <pc:sldMk cId="3262542633" sldId="459"/>
        </pc:sldMkLst>
      </pc:sldChg>
    </pc:docChg>
  </pc:docChgLst>
  <pc:docChgLst>
    <pc:chgData name="Hoi" userId="064b9ae9-efb5-4029-bcbc-4c9becbf9a22" providerId="ADAL" clId="{7BA765B2-E4DC-4FF7-A074-93B64CA917F2}"/>
    <pc:docChg chg="undo custSel addSld delSld modSld modSection">
      <pc:chgData name="Hoi" userId="064b9ae9-efb5-4029-bcbc-4c9becbf9a22" providerId="ADAL" clId="{7BA765B2-E4DC-4FF7-A074-93B64CA917F2}" dt="2023-07-26T08:42:51.680" v="33" actId="47"/>
      <pc:docMkLst>
        <pc:docMk/>
      </pc:docMkLst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791629431" sldId="452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3570758974" sldId="453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898028560" sldId="454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506954451" sldId="455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945219568" sldId="456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1088626041" sldId="457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512384930" sldId="458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3262542633" sldId="459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701469076" sldId="460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490236840" sldId="461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93420518" sldId="462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627786242" sldId="463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1934883675" sldId="464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4219558926" sldId="465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4162591898" sldId="466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3690375634" sldId="467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2904984849" sldId="468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756079361" sldId="469"/>
        </pc:sldMkLst>
      </pc:sldChg>
      <pc:sldChg chg="del">
        <pc:chgData name="Hoi" userId="064b9ae9-efb5-4029-bcbc-4c9becbf9a22" providerId="ADAL" clId="{7BA765B2-E4DC-4FF7-A074-93B64CA917F2}" dt="2023-07-26T08:40:50.061" v="0" actId="47"/>
        <pc:sldMkLst>
          <pc:docMk/>
          <pc:sldMk cId="629180068" sldId="470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2059804403" sldId="484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4250928002" sldId="485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3467658314" sldId="486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3471677990" sldId="487"/>
        </pc:sldMkLst>
      </pc:sldChg>
      <pc:sldChg chg="add">
        <pc:chgData name="Hoi" userId="064b9ae9-efb5-4029-bcbc-4c9becbf9a22" providerId="ADAL" clId="{7BA765B2-E4DC-4FF7-A074-93B64CA917F2}" dt="2023-07-26T08:40:53.309" v="1"/>
        <pc:sldMkLst>
          <pc:docMk/>
          <pc:sldMk cId="1996644932" sldId="488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31092021" sldId="489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87919582" sldId="490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842219708" sldId="491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281479219" sldId="492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65841169" sldId="493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2478835849" sldId="494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11448440" sldId="495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1745563" sldId="496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476105384" sldId="497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1549754157" sldId="498"/>
        </pc:sldMkLst>
      </pc:sldChg>
      <pc:sldChg chg="add del">
        <pc:chgData name="Hoi" userId="064b9ae9-efb5-4029-bcbc-4c9becbf9a22" providerId="ADAL" clId="{7BA765B2-E4DC-4FF7-A074-93B64CA917F2}" dt="2023-07-26T08:42:51.680" v="33" actId="47"/>
        <pc:sldMkLst>
          <pc:docMk/>
          <pc:sldMk cId="3856481932" sldId="499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3165447454" sldId="500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1319752652" sldId="501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877559752" sldId="502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4045258679" sldId="503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1664019949" sldId="504"/>
        </pc:sldMkLst>
      </pc:sldChg>
      <pc:sldChg chg="add">
        <pc:chgData name="Hoi" userId="064b9ae9-efb5-4029-bcbc-4c9becbf9a22" providerId="ADAL" clId="{7BA765B2-E4DC-4FF7-A074-93B64CA917F2}" dt="2023-07-26T08:41:32.142" v="3"/>
        <pc:sldMkLst>
          <pc:docMk/>
          <pc:sldMk cId="4044132480" sldId="505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1380430048" sldId="506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2501498529" sldId="507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2590253403" sldId="508"/>
        </pc:sldMkLst>
      </pc:sldChg>
      <pc:sldChg chg="add">
        <pc:chgData name="Hoi" userId="064b9ae9-efb5-4029-bcbc-4c9becbf9a22" providerId="ADAL" clId="{7BA765B2-E4DC-4FF7-A074-93B64CA917F2}" dt="2023-07-26T08:41:54.484" v="4"/>
        <pc:sldMkLst>
          <pc:docMk/>
          <pc:sldMk cId="350699258" sldId="509"/>
        </pc:sldMkLst>
      </pc:sldChg>
      <pc:sldChg chg="modSp add mod">
        <pc:chgData name="Hoi" userId="064b9ae9-efb5-4029-bcbc-4c9becbf9a22" providerId="ADAL" clId="{7BA765B2-E4DC-4FF7-A074-93B64CA917F2}" dt="2023-07-26T08:42:30.563" v="31" actId="1036"/>
        <pc:sldMkLst>
          <pc:docMk/>
          <pc:sldMk cId="4041085690" sldId="51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41:57.073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0,'2935'0,"-2898"0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42:05.89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0,'1370'0,"-1353"0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42:13.17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0,'1567'0,"-1547"0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0:57.361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0,'4047'0,"-3997"0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1:04.470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0,'3121'0,"-3082"0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1:43.28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0,'1579'0,"-1559"0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1:56.58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0,'790'0,"-780"0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2:12.97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0,'4146'0,"-4094"0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2:32.54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0,'2567'0,"-2536"0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1:52:46.846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0,'457'0,"-452"0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09:50.03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0:00.80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0,'3454'0,"-3411"0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0:15.368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0,'1185'0,"-1170"0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0:32.41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0,'342'0,"-338"0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7:37:15.12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0,'5612'0,"-5542"0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7:59:29.82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0,'2915'0,"-2879"0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7:59:38.50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0,'2834'0,"-2796"0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8:00:18.31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0,'3249'0,"-3209"0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8:03:35.956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0,'4146'0,"-4094"0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6:58:33.64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0,'8920'0,"-8800"0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6:58:49.549"/>
    </inkml:context>
    <inkml:brush xml:id="br0">
      <inkml:brushProperty name="width" value="0.3" units="cm"/>
      <inkml:brushProperty name="height" value="0.6" units="cm"/>
      <inkml:brushProperty name="color" value="#BDD7E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0,'6952'0,"-6859"0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6:59:44.577"/>
    </inkml:context>
    <inkml:brush xml:id="br0">
      <inkml:brushProperty name="width" value="0.635" units="cm"/>
      <inkml:brushProperty name="height" value="1.27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0,'250'0,"-247"0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6:04:42.24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0,'3334'0,"-3292"0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6:05:01.93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0,'2935'0,"-2899"0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6:07:48.64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0,'2457'0,"-2426"0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23:54.40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0,'2014'0,"-1989"0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24:04.60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0,'1924'0,"-1900"0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30:09.199"/>
    </inkml:context>
    <inkml:brush xml:id="br0">
      <inkml:brushProperty name="width" value="0.3" units="cm"/>
      <inkml:brushProperty name="height" value="0.6" units="cm"/>
      <inkml:brushProperty name="color" value="#00B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0,'2014'0,"-1989"0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34:33.10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0,'2935'0,"-2899"0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6:33.936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6:41.80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6:52.655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4T12:17:07.16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0,'3334'0,"-3292"0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44:55.463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45:02.46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0,'1382'0,"-1365"0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4T07:00:32.696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0,'2629'0,"-2596"0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59:31.13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0,'518'0,"-511"0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7:59:48.60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0,'576'0,"-569"0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8:00:05.08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0,'790'0,"-780"0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8:09:00.21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0,'999'0,"-987"0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8:13:12.96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0,'999'0,"-987"0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8:13:22.40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0,'999'0,"-987"0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8:26:36.592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0,'6108'0,"-6031"0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18.13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0,'3059'0,"-3021"0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29.445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0,'3038'0,"-2999"0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43.80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0,'3462'0,"-3419"0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06:53.89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0,'4047'0,"-3997"0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12.64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0,'1167'0,"-1153"0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20.86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0,'2961'0,"-2923"0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35.23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0,'10372'0,"-10243"0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2:47.14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0,'10905'0,"-10771"0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4:38.10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4:54.52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4:59.59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4202,'1679'0,"-1659"0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06.13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11.42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14.05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5:39.31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02.61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09.25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12.2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15.92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22.24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5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5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5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6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6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46:42.46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0,'1679'0,"-1659"0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2:34.06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0,'395'0,"-390"0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2:44.706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0,'395'0,"-390"0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3:03.79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0,'395'0,"-390"0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3:27.770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6:53:41.796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0,'3356'0,"-3314"0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6:32.98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0,'197'0,"-194"0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6:45.26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0,'125'0,"-123"0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05.89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0,'-172'0,"170"0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20.79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0,'171'0,"-169"0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36.228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07:47.13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0,'7811'0,"-7713"0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03:46.372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0,'2990'0,"-2954"0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04:01.68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0,'3425'0,"-3383"0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04:32.59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0,'2380'0,"-2351"0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05:16.68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0,'1936'0,"-1913"0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05:30.657"/>
    </inkml:context>
    <inkml:brush xml:id="br0">
      <inkml:brushProperty name="width" value="0.3" units="cm"/>
      <inkml:brushProperty name="height" value="0.6" units="cm"/>
      <inkml:brushProperty name="color" value="#FFD96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0,'3452'0,"-3409"0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2:13.696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2:18.75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0,'2936'0,"-2900"0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5:39.49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0,'3914'0,"-3866"0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5:46.615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5:51.24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0,'3128'0,"-3090"0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9:14.26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0,'2567'0,"-2535"0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09:19:17.80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0,'3128'0,"-3090"0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4:40.04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0,'1962'0,"-1938"0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09.78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0,'1730'0,"-1708"0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35.32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0,'1309'0,"-1292"0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46.283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5:54.947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7:51.37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48:02.173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0,'3661'0,"-3615"0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04:47.42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0,'1492'0,"-1474"0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04:55.22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0,'2159'0,"-2131"0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05:11.76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0,'1309'0,"-1292"0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05:20.351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05:30.987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0,'592'0,"-584"0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21:20.993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0,'2077'0,"-2052"0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21:30.81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0,'7674'0,"-7580"0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21:42.31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0,'5279'0,"-5214"0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21:53.280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0,'1420'0,"-1402"0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22:17.600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0,'16848'0,"-16642"0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38:09.37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0,'2592'0,"-2560"0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38:26.483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0,'2592'0,"-2560"0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54:51.394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0,'13617'0,"-13451"0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54:59.98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0,'9237'0,"-9124"0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55:30.694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0,'15817'0,"-15624"0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0T10:55:59.30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0,'8131'0,"-8031"0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16:06.937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0,'1498'0,"-1480"0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16:13.77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0,'1498'0,"-1480"0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17:41.053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0,'1139'0,"-1126"0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17:54.759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0,'1139'0,"-1126"0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18:02.04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0,'1375'0,"-1358"0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22:00.298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0,'11264'0,"-11126"0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29:20.919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0,'5363'0,"-5298"0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30:30.458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0,'4098'0,"-4048"0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58:39.99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58:53.24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0,'2171'0,"-2144"0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7:59:03.546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0,'9695'0,"-9574"0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46:16.53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0,'1125'0,"-1111"0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46:41.15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0,'2216'0,"-2189"0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46:56.001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0,'20293'0,"-20039"0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5:50.241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0,'6379'0,"-6301"0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6:15.43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0,'2893'0,"-2857"0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6:49.34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0,'8166'0,"-8066"0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7:01.12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0,'1192'0,"-1178"0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8:55.032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0,'2893'0,"-2857"0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8:58.34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0,'9849'0,"-9728"0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9:29.15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0,'1246'0,"-1231"0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9:36.85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0,'1325'0,"-1309"0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9:42.46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0,'1325'0,"-1309"0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4:59:46.82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0,'1325'0,"-1309"0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5:00:40.544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0,'2136'0,"-2110"0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5:00:48.79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0,'2136'0,"-2110"0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5:00:57.040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0,'4941'0,"-4880"0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00.68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0,'2172'0,"-2145"0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12.43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0,'1974'0,"-1950"0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28.72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0,'1974'0,"-1949"0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6:53.771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0,'12515'0,"-12357"0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15T08:07:08.219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0,'3626'0,"-3580"0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EF5A4-207B-4D14-A966-A9991C2C398C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26490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EF5A4-207B-4D14-A966-A9991C2C398C}" type="slidenum">
              <a:rPr lang="zh-HK" altLang="en-US" smtClean="0"/>
              <a:t>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5600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30/7/2025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8.png"/><Relationship Id="rId2" Type="http://schemas.openxmlformats.org/officeDocument/2006/relationships/image" Target="../media/image235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365.png"/><Relationship Id="rId5" Type="http://schemas.openxmlformats.org/officeDocument/2006/relationships/image" Target="../media/image2361.png"/><Relationship Id="rId10" Type="http://schemas.openxmlformats.org/officeDocument/2006/relationships/image" Target="../media/image2364.png"/><Relationship Id="rId4" Type="http://schemas.openxmlformats.org/officeDocument/2006/relationships/customXml" Target="../ink/ink1.xml"/><Relationship Id="rId9" Type="http://schemas.openxmlformats.org/officeDocument/2006/relationships/image" Target="../media/image236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371.png"/><Relationship Id="rId18" Type="http://schemas.openxmlformats.org/officeDocument/2006/relationships/image" Target="../media/image6.png"/><Relationship Id="rId26" Type="http://schemas.openxmlformats.org/officeDocument/2006/relationships/image" Target="../media/image2382.png"/><Relationship Id="rId3" Type="http://schemas.openxmlformats.org/officeDocument/2006/relationships/image" Target="../media/image5.png"/><Relationship Id="rId21" Type="http://schemas.openxmlformats.org/officeDocument/2006/relationships/image" Target="../media/image2377.png"/><Relationship Id="rId7" Type="http://schemas.openxmlformats.org/officeDocument/2006/relationships/image" Target="../media/image2369.png"/><Relationship Id="rId12" Type="http://schemas.openxmlformats.org/officeDocument/2006/relationships/customXml" Target="../ink/ink8.xml"/><Relationship Id="rId17" Type="http://schemas.openxmlformats.org/officeDocument/2006/relationships/image" Target="../media/image2373.png"/><Relationship Id="rId25" Type="http://schemas.openxmlformats.org/officeDocument/2006/relationships/image" Target="../media/image2381.png"/><Relationship Id="rId2" Type="http://schemas.openxmlformats.org/officeDocument/2006/relationships/image" Target="../media/image4.png"/><Relationship Id="rId16" Type="http://schemas.openxmlformats.org/officeDocument/2006/relationships/customXml" Target="../ink/ink10.xml"/><Relationship Id="rId20" Type="http://schemas.openxmlformats.org/officeDocument/2006/relationships/image" Target="../media/image23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2370.png"/><Relationship Id="rId24" Type="http://schemas.openxmlformats.org/officeDocument/2006/relationships/image" Target="../media/image2380.png"/><Relationship Id="rId5" Type="http://schemas.openxmlformats.org/officeDocument/2006/relationships/image" Target="../media/image2368.png"/><Relationship Id="rId15" Type="http://schemas.openxmlformats.org/officeDocument/2006/relationships/image" Target="../media/image2372.png"/><Relationship Id="rId23" Type="http://schemas.openxmlformats.org/officeDocument/2006/relationships/image" Target="../media/image2379.png"/><Relationship Id="rId10" Type="http://schemas.openxmlformats.org/officeDocument/2006/relationships/customXml" Target="../ink/ink7.xml"/><Relationship Id="rId19" Type="http://schemas.openxmlformats.org/officeDocument/2006/relationships/image" Target="../media/image2375.png"/><Relationship Id="rId4" Type="http://schemas.openxmlformats.org/officeDocument/2006/relationships/customXml" Target="../ink/ink4.xml"/><Relationship Id="rId9" Type="http://schemas.openxmlformats.org/officeDocument/2006/relationships/image" Target="../media/image2341.png"/><Relationship Id="rId14" Type="http://schemas.openxmlformats.org/officeDocument/2006/relationships/customXml" Target="../ink/ink9.xml"/><Relationship Id="rId22" Type="http://schemas.openxmlformats.org/officeDocument/2006/relationships/image" Target="../media/image2378.png"/><Relationship Id="rId27" Type="http://schemas.openxmlformats.org/officeDocument/2006/relationships/image" Target="../media/image238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7.png"/><Relationship Id="rId13" Type="http://schemas.openxmlformats.org/officeDocument/2006/relationships/image" Target="../media/image2391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390.png"/><Relationship Id="rId17" Type="http://schemas.openxmlformats.org/officeDocument/2006/relationships/image" Target="../media/image2395.png"/><Relationship Id="rId2" Type="http://schemas.openxmlformats.org/officeDocument/2006/relationships/image" Target="../media/image7.png"/><Relationship Id="rId16" Type="http://schemas.openxmlformats.org/officeDocument/2006/relationships/image" Target="../media/image2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6.png"/><Relationship Id="rId11" Type="http://schemas.openxmlformats.org/officeDocument/2006/relationships/image" Target="../media/image8.png"/><Relationship Id="rId5" Type="http://schemas.openxmlformats.org/officeDocument/2006/relationships/customXml" Target="../ink/ink12.xml"/><Relationship Id="rId15" Type="http://schemas.openxmlformats.org/officeDocument/2006/relationships/image" Target="../media/image2393.png"/><Relationship Id="rId10" Type="http://schemas.openxmlformats.org/officeDocument/2006/relationships/image" Target="../media/image2388.png"/><Relationship Id="rId4" Type="http://schemas.openxmlformats.org/officeDocument/2006/relationships/image" Target="../media/image2385.png"/><Relationship Id="rId9" Type="http://schemas.openxmlformats.org/officeDocument/2006/relationships/customXml" Target="../ink/ink14.xml"/><Relationship Id="rId14" Type="http://schemas.openxmlformats.org/officeDocument/2006/relationships/image" Target="../media/image239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customXml" Target="../ink/ink18.xml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34" Type="http://schemas.openxmlformats.org/officeDocument/2006/relationships/customXml" Target="../ink/ink22.xm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28" Type="http://schemas.openxmlformats.org/officeDocument/2006/relationships/customXml" Target="../ink/ink19.xml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2.png"/><Relationship Id="rId4" Type="http://schemas.openxmlformats.org/officeDocument/2006/relationships/customXml" Target="../ink/ink15.xml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customXml" Target="../ink/ink16.xml"/><Relationship Id="rId27" Type="http://schemas.openxmlformats.org/officeDocument/2006/relationships/image" Target="../media/image30.png"/><Relationship Id="rId30" Type="http://schemas.openxmlformats.org/officeDocument/2006/relationships/customXml" Target="../ink/ink20.xml"/><Relationship Id="rId35" Type="http://schemas.openxmlformats.org/officeDocument/2006/relationships/image" Target="../media/image34.png"/><Relationship Id="rId8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2.png"/><Relationship Id="rId3" Type="http://schemas.openxmlformats.org/officeDocument/2006/relationships/image" Target="../media/image35.png"/><Relationship Id="rId21" Type="http://schemas.openxmlformats.org/officeDocument/2006/relationships/image" Target="../media/image49.png"/><Relationship Id="rId34" Type="http://schemas.openxmlformats.org/officeDocument/2006/relationships/image" Target="../media/image55.png"/><Relationship Id="rId7" Type="http://schemas.openxmlformats.org/officeDocument/2006/relationships/image" Target="../media/image39.png"/><Relationship Id="rId12" Type="http://schemas.openxmlformats.org/officeDocument/2006/relationships/image" Target="../media/image410.png"/><Relationship Id="rId17" Type="http://schemas.openxmlformats.org/officeDocument/2006/relationships/image" Target="../media/image46.png"/><Relationship Id="rId33" Type="http://schemas.openxmlformats.org/officeDocument/2006/relationships/customXml" Target="../ink/ink29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5.png"/><Relationship Id="rId20" Type="http://schemas.openxmlformats.org/officeDocument/2006/relationships/customXml" Target="../ink/ink23.xml"/><Relationship Id="rId29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00.png"/><Relationship Id="rId24" Type="http://schemas.openxmlformats.org/officeDocument/2006/relationships/customXml" Target="../ink/ink25.xml"/><Relationship Id="rId32" Type="http://schemas.openxmlformats.org/officeDocument/2006/relationships/image" Target="../media/image54.png"/><Relationship Id="rId5" Type="http://schemas.openxmlformats.org/officeDocument/2006/relationships/image" Target="../media/image37.png"/><Relationship Id="rId15" Type="http://schemas.openxmlformats.org/officeDocument/2006/relationships/image" Target="../media/image44.png"/><Relationship Id="rId23" Type="http://schemas.openxmlformats.org/officeDocument/2006/relationships/image" Target="../media/image50.png"/><Relationship Id="rId28" Type="http://schemas.openxmlformats.org/officeDocument/2006/relationships/image" Target="../media/image51.png"/><Relationship Id="rId10" Type="http://schemas.openxmlformats.org/officeDocument/2006/relationships/image" Target="../media/image390.png"/><Relationship Id="rId19" Type="http://schemas.openxmlformats.org/officeDocument/2006/relationships/image" Target="../media/image48.png"/><Relationship Id="rId31" Type="http://schemas.openxmlformats.org/officeDocument/2006/relationships/customXml" Target="../ink/ink28.xml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3.png"/><Relationship Id="rId22" Type="http://schemas.openxmlformats.org/officeDocument/2006/relationships/customXml" Target="../ink/ink24.xml"/><Relationship Id="rId27" Type="http://schemas.openxmlformats.org/officeDocument/2006/relationships/customXml" Target="../ink/ink26.xml"/><Relationship Id="rId30" Type="http://schemas.openxmlformats.org/officeDocument/2006/relationships/image" Target="../media/image53.png"/><Relationship Id="rId8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2.png"/><Relationship Id="rId18" Type="http://schemas.openxmlformats.org/officeDocument/2006/relationships/image" Target="../media/image2407.png"/><Relationship Id="rId26" Type="http://schemas.openxmlformats.org/officeDocument/2006/relationships/image" Target="../media/image2415.png"/><Relationship Id="rId3" Type="http://schemas.openxmlformats.org/officeDocument/2006/relationships/image" Target="../media/image57.png"/><Relationship Id="rId21" Type="http://schemas.openxmlformats.org/officeDocument/2006/relationships/image" Target="../media/image2410.png"/><Relationship Id="rId7" Type="http://schemas.openxmlformats.org/officeDocument/2006/relationships/customXml" Target="../ink/ink31.xml"/><Relationship Id="rId12" Type="http://schemas.openxmlformats.org/officeDocument/2006/relationships/image" Target="../media/image2401.png"/><Relationship Id="rId17" Type="http://schemas.openxmlformats.org/officeDocument/2006/relationships/image" Target="../media/image2406.png"/><Relationship Id="rId25" Type="http://schemas.openxmlformats.org/officeDocument/2006/relationships/image" Target="../media/image2414.png"/><Relationship Id="rId33" Type="http://schemas.openxmlformats.org/officeDocument/2006/relationships/image" Target="../media/image59.png"/><Relationship Id="rId2" Type="http://schemas.openxmlformats.org/officeDocument/2006/relationships/image" Target="../media/image56.png"/><Relationship Id="rId16" Type="http://schemas.openxmlformats.org/officeDocument/2006/relationships/image" Target="../media/image2405.png"/><Relationship Id="rId20" Type="http://schemas.openxmlformats.org/officeDocument/2006/relationships/image" Target="../media/image2409.png"/><Relationship Id="rId29" Type="http://schemas.openxmlformats.org/officeDocument/2006/relationships/image" Target="../media/image24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8.png"/><Relationship Id="rId11" Type="http://schemas.openxmlformats.org/officeDocument/2006/relationships/customXml" Target="../ink/ink33.xml"/><Relationship Id="rId24" Type="http://schemas.openxmlformats.org/officeDocument/2006/relationships/image" Target="../media/image2413.png"/><Relationship Id="rId32" Type="http://schemas.openxmlformats.org/officeDocument/2006/relationships/customXml" Target="../ink/ink35.xml"/><Relationship Id="rId5" Type="http://schemas.openxmlformats.org/officeDocument/2006/relationships/customXml" Target="../ink/ink30.xml"/><Relationship Id="rId15" Type="http://schemas.openxmlformats.org/officeDocument/2006/relationships/image" Target="../media/image2404.png"/><Relationship Id="rId23" Type="http://schemas.openxmlformats.org/officeDocument/2006/relationships/image" Target="../media/image2412.png"/><Relationship Id="rId28" Type="http://schemas.openxmlformats.org/officeDocument/2006/relationships/image" Target="../media/image2417.png"/><Relationship Id="rId10" Type="http://schemas.openxmlformats.org/officeDocument/2006/relationships/image" Target="../media/image2400.png"/><Relationship Id="rId19" Type="http://schemas.openxmlformats.org/officeDocument/2006/relationships/image" Target="../media/image2408.png"/><Relationship Id="rId31" Type="http://schemas.openxmlformats.org/officeDocument/2006/relationships/image" Target="../media/image58.png"/><Relationship Id="rId4" Type="http://schemas.microsoft.com/office/2007/relationships/hdphoto" Target="../media/hdphoto1.wdp"/><Relationship Id="rId9" Type="http://schemas.openxmlformats.org/officeDocument/2006/relationships/customXml" Target="../ink/ink32.xml"/><Relationship Id="rId14" Type="http://schemas.openxmlformats.org/officeDocument/2006/relationships/image" Target="../media/image2403.png"/><Relationship Id="rId22" Type="http://schemas.openxmlformats.org/officeDocument/2006/relationships/image" Target="../media/image2411.png"/><Relationship Id="rId27" Type="http://schemas.openxmlformats.org/officeDocument/2006/relationships/image" Target="../media/image2416.png"/><Relationship Id="rId30" Type="http://schemas.openxmlformats.org/officeDocument/2006/relationships/customXml" Target="../ink/ink34.xml"/><Relationship Id="rId8" Type="http://schemas.openxmlformats.org/officeDocument/2006/relationships/image" Target="../media/image239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9" Type="http://schemas.openxmlformats.org/officeDocument/2006/relationships/image" Target="../media/image90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42" Type="http://schemas.openxmlformats.org/officeDocument/2006/relationships/customXml" Target="../ink/ink39.xml"/><Relationship Id="rId47" Type="http://schemas.openxmlformats.org/officeDocument/2006/relationships/image" Target="../media/image94.png"/><Relationship Id="rId50" Type="http://schemas.openxmlformats.org/officeDocument/2006/relationships/customXml" Target="../ink/ink43.xml"/><Relationship Id="rId7" Type="http://schemas.openxmlformats.org/officeDocument/2006/relationships/image" Target="../media/image600.png"/><Relationship Id="rId2" Type="http://schemas.openxmlformats.org/officeDocument/2006/relationships/image" Target="../media/image60.png"/><Relationship Id="rId16" Type="http://schemas.openxmlformats.org/officeDocument/2006/relationships/image" Target="../media/image69.png"/><Relationship Id="rId29" Type="http://schemas.openxmlformats.org/officeDocument/2006/relationships/image" Target="../media/image82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37" Type="http://schemas.openxmlformats.org/officeDocument/2006/relationships/image" Target="../media/image89.png"/><Relationship Id="rId40" Type="http://schemas.openxmlformats.org/officeDocument/2006/relationships/customXml" Target="../ink/ink38.xml"/><Relationship Id="rId45" Type="http://schemas.openxmlformats.org/officeDocument/2006/relationships/image" Target="../media/image93.png"/><Relationship Id="rId5" Type="http://schemas.openxmlformats.org/officeDocument/2006/relationships/image" Target="../media/image580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36" Type="http://schemas.openxmlformats.org/officeDocument/2006/relationships/customXml" Target="../ink/ink36.xml"/><Relationship Id="rId49" Type="http://schemas.openxmlformats.org/officeDocument/2006/relationships/image" Target="../media/image95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4" Type="http://schemas.openxmlformats.org/officeDocument/2006/relationships/customXml" Target="../ink/ink40.xml"/><Relationship Id="rId4" Type="http://schemas.openxmlformats.org/officeDocument/2006/relationships/image" Target="../media/image62.png"/><Relationship Id="rId9" Type="http://schemas.openxmlformats.org/officeDocument/2006/relationships/image" Target="../media/image620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43" Type="http://schemas.openxmlformats.org/officeDocument/2006/relationships/image" Target="../media/image92.png"/><Relationship Id="rId48" Type="http://schemas.openxmlformats.org/officeDocument/2006/relationships/customXml" Target="../ink/ink42.xml"/><Relationship Id="rId51" Type="http://schemas.openxmlformats.org/officeDocument/2006/relationships/image" Target="../media/image96.png"/><Relationship Id="rId3" Type="http://schemas.openxmlformats.org/officeDocument/2006/relationships/image" Target="../media/image61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38" Type="http://schemas.openxmlformats.org/officeDocument/2006/relationships/customXml" Target="../ink/ink37.xml"/><Relationship Id="rId46" Type="http://schemas.openxmlformats.org/officeDocument/2006/relationships/customXml" Target="../ink/ink41.xml"/><Relationship Id="rId20" Type="http://schemas.openxmlformats.org/officeDocument/2006/relationships/image" Target="../media/image73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5.png"/><Relationship Id="rId13" Type="http://schemas.openxmlformats.org/officeDocument/2006/relationships/image" Target="../media/image2429.png"/><Relationship Id="rId3" Type="http://schemas.openxmlformats.org/officeDocument/2006/relationships/customXml" Target="../ink/ink44.xml"/><Relationship Id="rId7" Type="http://schemas.openxmlformats.org/officeDocument/2006/relationships/customXml" Target="../ink/ink46.xml"/><Relationship Id="rId12" Type="http://schemas.openxmlformats.org/officeDocument/2006/relationships/image" Target="../media/image242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4.png"/><Relationship Id="rId11" Type="http://schemas.openxmlformats.org/officeDocument/2006/relationships/image" Target="../media/image2427.png"/><Relationship Id="rId5" Type="http://schemas.openxmlformats.org/officeDocument/2006/relationships/customXml" Target="../ink/ink45.xml"/><Relationship Id="rId10" Type="http://schemas.openxmlformats.org/officeDocument/2006/relationships/image" Target="../media/image2426.png"/><Relationship Id="rId4" Type="http://schemas.openxmlformats.org/officeDocument/2006/relationships/image" Target="../media/image2423.png"/><Relationship Id="rId9" Type="http://schemas.openxmlformats.org/officeDocument/2006/relationships/customXml" Target="../ink/ink4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.xml"/><Relationship Id="rId18" Type="http://schemas.openxmlformats.org/officeDocument/2006/relationships/customXml" Target="../ink/ink58.xml"/><Relationship Id="rId26" Type="http://schemas.openxmlformats.org/officeDocument/2006/relationships/customXml" Target="../ink/ink65.xml"/><Relationship Id="rId3" Type="http://schemas.openxmlformats.org/officeDocument/2006/relationships/customXml" Target="../ink/ink48.xml"/><Relationship Id="rId21" Type="http://schemas.openxmlformats.org/officeDocument/2006/relationships/customXml" Target="../ink/ink60.xml"/><Relationship Id="rId34" Type="http://schemas.openxmlformats.org/officeDocument/2006/relationships/image" Target="../media/image2441.png"/><Relationship Id="rId7" Type="http://schemas.openxmlformats.org/officeDocument/2006/relationships/customXml" Target="../ink/ink50.xml"/><Relationship Id="rId12" Type="http://schemas.openxmlformats.org/officeDocument/2006/relationships/image" Target="../media/image2436.png"/><Relationship Id="rId17" Type="http://schemas.openxmlformats.org/officeDocument/2006/relationships/customXml" Target="../ink/ink57.xml"/><Relationship Id="rId25" Type="http://schemas.openxmlformats.org/officeDocument/2006/relationships/customXml" Target="../ink/ink64.xml"/><Relationship Id="rId33" Type="http://schemas.openxmlformats.org/officeDocument/2006/relationships/image" Target="../media/image2440.png"/><Relationship Id="rId2" Type="http://schemas.openxmlformats.org/officeDocument/2006/relationships/image" Target="../media/image99.png"/><Relationship Id="rId16" Type="http://schemas.openxmlformats.org/officeDocument/2006/relationships/customXml" Target="../ink/ink56.xml"/><Relationship Id="rId20" Type="http://schemas.openxmlformats.org/officeDocument/2006/relationships/customXml" Target="../ink/ink59.xml"/><Relationship Id="rId29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3.png"/><Relationship Id="rId11" Type="http://schemas.openxmlformats.org/officeDocument/2006/relationships/customXml" Target="../ink/ink52.xml"/><Relationship Id="rId24" Type="http://schemas.openxmlformats.org/officeDocument/2006/relationships/customXml" Target="../ink/ink63.xml"/><Relationship Id="rId32" Type="http://schemas.openxmlformats.org/officeDocument/2006/relationships/image" Target="../media/image2439.png"/><Relationship Id="rId5" Type="http://schemas.openxmlformats.org/officeDocument/2006/relationships/customXml" Target="../ink/ink49.xml"/><Relationship Id="rId15" Type="http://schemas.openxmlformats.org/officeDocument/2006/relationships/customXml" Target="../ink/ink55.xml"/><Relationship Id="rId23" Type="http://schemas.openxmlformats.org/officeDocument/2006/relationships/customXml" Target="../ink/ink62.xml"/><Relationship Id="rId28" Type="http://schemas.openxmlformats.org/officeDocument/2006/relationships/customXml" Target="../ink/ink67.xml"/><Relationship Id="rId10" Type="http://schemas.openxmlformats.org/officeDocument/2006/relationships/image" Target="../media/image2435.png"/><Relationship Id="rId19" Type="http://schemas.openxmlformats.org/officeDocument/2006/relationships/image" Target="../media/image2437.png"/><Relationship Id="rId31" Type="http://schemas.openxmlformats.org/officeDocument/2006/relationships/image" Target="../media/image2438.png"/><Relationship Id="rId4" Type="http://schemas.openxmlformats.org/officeDocument/2006/relationships/image" Target="../media/image2432.png"/><Relationship Id="rId9" Type="http://schemas.openxmlformats.org/officeDocument/2006/relationships/customXml" Target="../ink/ink51.xml"/><Relationship Id="rId14" Type="http://schemas.openxmlformats.org/officeDocument/2006/relationships/customXml" Target="../ink/ink54.xml"/><Relationship Id="rId22" Type="http://schemas.openxmlformats.org/officeDocument/2006/relationships/customXml" Target="../ink/ink61.xml"/><Relationship Id="rId27" Type="http://schemas.openxmlformats.org/officeDocument/2006/relationships/customXml" Target="../ink/ink66.xml"/><Relationship Id="rId30" Type="http://schemas.openxmlformats.org/officeDocument/2006/relationships/customXml" Target="../ink/ink69.xml"/><Relationship Id="rId8" Type="http://schemas.openxmlformats.org/officeDocument/2006/relationships/image" Target="../media/image24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5.png"/><Relationship Id="rId13" Type="http://schemas.openxmlformats.org/officeDocument/2006/relationships/image" Target="../media/image2448.png"/><Relationship Id="rId3" Type="http://schemas.openxmlformats.org/officeDocument/2006/relationships/customXml" Target="../ink/ink70.xml"/><Relationship Id="rId7" Type="http://schemas.openxmlformats.org/officeDocument/2006/relationships/customXml" Target="../ink/ink72.xml"/><Relationship Id="rId12" Type="http://schemas.openxmlformats.org/officeDocument/2006/relationships/image" Target="../media/image244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4.png"/><Relationship Id="rId11" Type="http://schemas.openxmlformats.org/officeDocument/2006/relationships/customXml" Target="../ink/ink74.xml"/><Relationship Id="rId5" Type="http://schemas.openxmlformats.org/officeDocument/2006/relationships/customXml" Target="../ink/ink71.xml"/><Relationship Id="rId10" Type="http://schemas.openxmlformats.org/officeDocument/2006/relationships/image" Target="../media/image2446.png"/><Relationship Id="rId4" Type="http://schemas.openxmlformats.org/officeDocument/2006/relationships/image" Target="../media/image2443.png"/><Relationship Id="rId9" Type="http://schemas.openxmlformats.org/officeDocument/2006/relationships/customXml" Target="../ink/ink73.xml"/><Relationship Id="rId14" Type="http://schemas.openxmlformats.org/officeDocument/2006/relationships/image" Target="../media/image24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3.png"/><Relationship Id="rId13" Type="http://schemas.openxmlformats.org/officeDocument/2006/relationships/customXml" Target="../ink/ink80.xml"/><Relationship Id="rId3" Type="http://schemas.openxmlformats.org/officeDocument/2006/relationships/customXml" Target="../ink/ink75.xml"/><Relationship Id="rId7" Type="http://schemas.openxmlformats.org/officeDocument/2006/relationships/customXml" Target="../ink/ink77.xml"/><Relationship Id="rId12" Type="http://schemas.openxmlformats.org/officeDocument/2006/relationships/image" Target="../media/image24460.png"/><Relationship Id="rId2" Type="http://schemas.openxmlformats.org/officeDocument/2006/relationships/image" Target="../media/image101.png"/><Relationship Id="rId16" Type="http://schemas.openxmlformats.org/officeDocument/2006/relationships/image" Target="../media/image24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2.png"/><Relationship Id="rId11" Type="http://schemas.openxmlformats.org/officeDocument/2006/relationships/customXml" Target="../ink/ink79.xml"/><Relationship Id="rId5" Type="http://schemas.openxmlformats.org/officeDocument/2006/relationships/customXml" Target="../ink/ink76.xml"/><Relationship Id="rId15" Type="http://schemas.openxmlformats.org/officeDocument/2006/relationships/image" Target="../media/image2456.png"/><Relationship Id="rId10" Type="http://schemas.openxmlformats.org/officeDocument/2006/relationships/image" Target="../media/image2454.png"/><Relationship Id="rId4" Type="http://schemas.openxmlformats.org/officeDocument/2006/relationships/image" Target="../media/image2451.png"/><Relationship Id="rId9" Type="http://schemas.openxmlformats.org/officeDocument/2006/relationships/customXml" Target="../ink/ink78.xml"/><Relationship Id="rId14" Type="http://schemas.openxmlformats.org/officeDocument/2006/relationships/image" Target="../media/image24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customXml" Target="../ink/ink86.xml"/><Relationship Id="rId18" Type="http://schemas.openxmlformats.org/officeDocument/2006/relationships/image" Target="../media/image111.png"/><Relationship Id="rId26" Type="http://schemas.openxmlformats.org/officeDocument/2006/relationships/customXml" Target="../ink/ink91.xml"/><Relationship Id="rId3" Type="http://schemas.openxmlformats.org/officeDocument/2006/relationships/customXml" Target="../ink/ink81.xml"/><Relationship Id="rId21" Type="http://schemas.openxmlformats.org/officeDocument/2006/relationships/customXml" Target="../ink/ink89.xml"/><Relationship Id="rId7" Type="http://schemas.openxmlformats.org/officeDocument/2006/relationships/customXml" Target="../ink/ink83.xml"/><Relationship Id="rId12" Type="http://schemas.openxmlformats.org/officeDocument/2006/relationships/image" Target="../media/image107.png"/><Relationship Id="rId17" Type="http://schemas.openxmlformats.org/officeDocument/2006/relationships/image" Target="../media/image110.png"/><Relationship Id="rId25" Type="http://schemas.openxmlformats.org/officeDocument/2006/relationships/image" Target="../media/image115.png"/><Relationship Id="rId2" Type="http://schemas.openxmlformats.org/officeDocument/2006/relationships/image" Target="../media/image102.png"/><Relationship Id="rId16" Type="http://schemas.openxmlformats.org/officeDocument/2006/relationships/image" Target="../media/image109.png"/><Relationship Id="rId20" Type="http://schemas.openxmlformats.org/officeDocument/2006/relationships/image" Target="../media/image112.png"/><Relationship Id="rId29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customXml" Target="../ink/ink85.xml"/><Relationship Id="rId24" Type="http://schemas.openxmlformats.org/officeDocument/2006/relationships/image" Target="../media/image114.png"/><Relationship Id="rId5" Type="http://schemas.openxmlformats.org/officeDocument/2006/relationships/customXml" Target="../ink/ink82.xml"/><Relationship Id="rId15" Type="http://schemas.openxmlformats.org/officeDocument/2006/relationships/customXml" Target="../ink/ink87.xml"/><Relationship Id="rId23" Type="http://schemas.openxmlformats.org/officeDocument/2006/relationships/image" Target="../media/image113.png"/><Relationship Id="rId28" Type="http://schemas.openxmlformats.org/officeDocument/2006/relationships/image" Target="../media/image116.png"/><Relationship Id="rId10" Type="http://schemas.openxmlformats.org/officeDocument/2006/relationships/image" Target="../media/image106.png"/><Relationship Id="rId19" Type="http://schemas.openxmlformats.org/officeDocument/2006/relationships/customXml" Target="../ink/ink88.xml"/><Relationship Id="rId4" Type="http://schemas.openxmlformats.org/officeDocument/2006/relationships/image" Target="../media/image103.png"/><Relationship Id="rId9" Type="http://schemas.openxmlformats.org/officeDocument/2006/relationships/customXml" Target="../ink/ink84.xml"/><Relationship Id="rId14" Type="http://schemas.openxmlformats.org/officeDocument/2006/relationships/image" Target="../media/image108.png"/><Relationship Id="rId22" Type="http://schemas.openxmlformats.org/officeDocument/2006/relationships/customXml" Target="../ink/ink90.xml"/><Relationship Id="rId27" Type="http://schemas.openxmlformats.org/officeDocument/2006/relationships/customXml" Target="../ink/ink9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3.png"/><Relationship Id="rId13" Type="http://schemas.openxmlformats.org/officeDocument/2006/relationships/image" Target="../media/image2468.png"/><Relationship Id="rId18" Type="http://schemas.openxmlformats.org/officeDocument/2006/relationships/image" Target="../media/image2473.png"/><Relationship Id="rId3" Type="http://schemas.openxmlformats.org/officeDocument/2006/relationships/image" Target="../media/image2459.png"/><Relationship Id="rId7" Type="http://schemas.openxmlformats.org/officeDocument/2006/relationships/image" Target="../media/image2462.png"/><Relationship Id="rId12" Type="http://schemas.openxmlformats.org/officeDocument/2006/relationships/image" Target="../media/image2467.png"/><Relationship Id="rId17" Type="http://schemas.openxmlformats.org/officeDocument/2006/relationships/image" Target="../media/image2472.png"/><Relationship Id="rId2" Type="http://schemas.openxmlformats.org/officeDocument/2006/relationships/image" Target="../media/image2458.png"/><Relationship Id="rId16" Type="http://schemas.openxmlformats.org/officeDocument/2006/relationships/image" Target="../media/image24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1.png"/><Relationship Id="rId11" Type="http://schemas.openxmlformats.org/officeDocument/2006/relationships/image" Target="../media/image2466.png"/><Relationship Id="rId5" Type="http://schemas.microsoft.com/office/2007/relationships/hdphoto" Target="../media/hdphoto2.wdp"/><Relationship Id="rId15" Type="http://schemas.openxmlformats.org/officeDocument/2006/relationships/image" Target="../media/image2470.png"/><Relationship Id="rId10" Type="http://schemas.openxmlformats.org/officeDocument/2006/relationships/image" Target="../media/image2465.png"/><Relationship Id="rId4" Type="http://schemas.openxmlformats.org/officeDocument/2006/relationships/image" Target="../media/image118.png"/><Relationship Id="rId9" Type="http://schemas.openxmlformats.org/officeDocument/2006/relationships/image" Target="../media/image2464.png"/><Relationship Id="rId14" Type="http://schemas.openxmlformats.org/officeDocument/2006/relationships/image" Target="../media/image246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7.png"/><Relationship Id="rId13" Type="http://schemas.openxmlformats.org/officeDocument/2006/relationships/customXml" Target="../ink/ink98.xml"/><Relationship Id="rId18" Type="http://schemas.openxmlformats.org/officeDocument/2006/relationships/image" Target="../media/image2483.png"/><Relationship Id="rId3" Type="http://schemas.openxmlformats.org/officeDocument/2006/relationships/customXml" Target="../ink/ink93.xml"/><Relationship Id="rId21" Type="http://schemas.openxmlformats.org/officeDocument/2006/relationships/image" Target="../media/image2486.png"/><Relationship Id="rId7" Type="http://schemas.openxmlformats.org/officeDocument/2006/relationships/customXml" Target="../ink/ink95.xml"/><Relationship Id="rId12" Type="http://schemas.openxmlformats.org/officeDocument/2006/relationships/image" Target="../media/image2479.png"/><Relationship Id="rId17" Type="http://schemas.openxmlformats.org/officeDocument/2006/relationships/image" Target="../media/image2482.png"/><Relationship Id="rId2" Type="http://schemas.openxmlformats.org/officeDocument/2006/relationships/image" Target="../media/image119.png"/><Relationship Id="rId16" Type="http://schemas.openxmlformats.org/officeDocument/2006/relationships/image" Target="../media/image2481.png"/><Relationship Id="rId20" Type="http://schemas.openxmlformats.org/officeDocument/2006/relationships/image" Target="../media/image24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6.png"/><Relationship Id="rId11" Type="http://schemas.openxmlformats.org/officeDocument/2006/relationships/customXml" Target="../ink/ink97.xml"/><Relationship Id="rId5" Type="http://schemas.openxmlformats.org/officeDocument/2006/relationships/customXml" Target="../ink/ink94.xml"/><Relationship Id="rId15" Type="http://schemas.openxmlformats.org/officeDocument/2006/relationships/customXml" Target="../ink/ink99.xml"/><Relationship Id="rId23" Type="http://schemas.openxmlformats.org/officeDocument/2006/relationships/image" Target="../media/image2488.png"/><Relationship Id="rId10" Type="http://schemas.openxmlformats.org/officeDocument/2006/relationships/image" Target="../media/image2478.png"/><Relationship Id="rId19" Type="http://schemas.openxmlformats.org/officeDocument/2006/relationships/image" Target="../media/image2484.png"/><Relationship Id="rId4" Type="http://schemas.openxmlformats.org/officeDocument/2006/relationships/image" Target="../media/image2475.png"/><Relationship Id="rId9" Type="http://schemas.openxmlformats.org/officeDocument/2006/relationships/customXml" Target="../ink/ink96.xml"/><Relationship Id="rId14" Type="http://schemas.openxmlformats.org/officeDocument/2006/relationships/image" Target="../media/image2480.png"/><Relationship Id="rId22" Type="http://schemas.openxmlformats.org/officeDocument/2006/relationships/image" Target="../media/image248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6.png"/><Relationship Id="rId3" Type="http://schemas.openxmlformats.org/officeDocument/2006/relationships/customXml" Target="../ink/ink100.xml"/><Relationship Id="rId7" Type="http://schemas.openxmlformats.org/officeDocument/2006/relationships/customXml" Target="../ink/ink102.xml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20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customXml" Target="../ink/ink104.xml"/><Relationship Id="rId5" Type="http://schemas.openxmlformats.org/officeDocument/2006/relationships/customXml" Target="../ink/ink101.xml"/><Relationship Id="rId15" Type="http://schemas.openxmlformats.org/officeDocument/2006/relationships/image" Target="../media/image128.png"/><Relationship Id="rId10" Type="http://schemas.openxmlformats.org/officeDocument/2006/relationships/image" Target="../media/image124.png"/><Relationship Id="rId4" Type="http://schemas.openxmlformats.org/officeDocument/2006/relationships/image" Target="../media/image121.png"/><Relationship Id="rId9" Type="http://schemas.openxmlformats.org/officeDocument/2006/relationships/customXml" Target="../ink/ink103.xml"/><Relationship Id="rId14" Type="http://schemas.openxmlformats.org/officeDocument/2006/relationships/image" Target="../media/image1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customXml" Target="../ink/ink111.xml"/><Relationship Id="rId3" Type="http://schemas.openxmlformats.org/officeDocument/2006/relationships/customXml" Target="../ink/ink105.xml"/><Relationship Id="rId21" Type="http://schemas.openxmlformats.org/officeDocument/2006/relationships/image" Target="../media/image145.png"/><Relationship Id="rId7" Type="http://schemas.openxmlformats.org/officeDocument/2006/relationships/customXml" Target="../ink/ink107.xml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8.png"/><Relationship Id="rId2" Type="http://schemas.openxmlformats.org/officeDocument/2006/relationships/image" Target="../media/image131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customXml" Target="../ink/ink109.xml"/><Relationship Id="rId24" Type="http://schemas.openxmlformats.org/officeDocument/2006/relationships/customXml" Target="../ink/ink110.xml"/><Relationship Id="rId5" Type="http://schemas.openxmlformats.org/officeDocument/2006/relationships/customXml" Target="../ink/ink106.xml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0.png"/><Relationship Id="rId10" Type="http://schemas.openxmlformats.org/officeDocument/2006/relationships/image" Target="../media/image135.png"/><Relationship Id="rId19" Type="http://schemas.openxmlformats.org/officeDocument/2006/relationships/image" Target="../media/image143.png"/><Relationship Id="rId4" Type="http://schemas.openxmlformats.org/officeDocument/2006/relationships/image" Target="../media/image132.png"/><Relationship Id="rId9" Type="http://schemas.openxmlformats.org/officeDocument/2006/relationships/customXml" Target="../ink/ink108.xml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49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7.xml"/><Relationship Id="rId18" Type="http://schemas.openxmlformats.org/officeDocument/2006/relationships/image" Target="../media/image158.png"/><Relationship Id="rId26" Type="http://schemas.openxmlformats.org/officeDocument/2006/relationships/image" Target="../media/image165.png"/><Relationship Id="rId39" Type="http://schemas.openxmlformats.org/officeDocument/2006/relationships/image" Target="../media/image176.png"/><Relationship Id="rId21" Type="http://schemas.openxmlformats.org/officeDocument/2006/relationships/image" Target="../media/image161.png"/><Relationship Id="rId34" Type="http://schemas.openxmlformats.org/officeDocument/2006/relationships/image" Target="../media/image173.png"/><Relationship Id="rId7" Type="http://schemas.openxmlformats.org/officeDocument/2006/relationships/customXml" Target="../ink/ink114.xml"/><Relationship Id="rId2" Type="http://schemas.openxmlformats.org/officeDocument/2006/relationships/image" Target="../media/image151.png"/><Relationship Id="rId16" Type="http://schemas.openxmlformats.org/officeDocument/2006/relationships/customXml" Target="../ink/ink119.xml"/><Relationship Id="rId20" Type="http://schemas.openxmlformats.org/officeDocument/2006/relationships/image" Target="../media/image160.png"/><Relationship Id="rId29" Type="http://schemas.openxmlformats.org/officeDocument/2006/relationships/image" Target="../media/image168.png"/><Relationship Id="rId41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customXml" Target="../ink/ink116.xml"/><Relationship Id="rId24" Type="http://schemas.openxmlformats.org/officeDocument/2006/relationships/image" Target="../media/image163.png"/><Relationship Id="rId32" Type="http://schemas.openxmlformats.org/officeDocument/2006/relationships/image" Target="../media/image171.png"/><Relationship Id="rId37" Type="http://schemas.openxmlformats.org/officeDocument/2006/relationships/customXml" Target="../ink/ink123.xml"/><Relationship Id="rId40" Type="http://schemas.openxmlformats.org/officeDocument/2006/relationships/image" Target="../media/image177.png"/><Relationship Id="rId5" Type="http://schemas.openxmlformats.org/officeDocument/2006/relationships/customXml" Target="../ink/ink113.xml"/><Relationship Id="rId15" Type="http://schemas.openxmlformats.org/officeDocument/2006/relationships/image" Target="../media/image157.png"/><Relationship Id="rId23" Type="http://schemas.openxmlformats.org/officeDocument/2006/relationships/customXml" Target="../ink/ink121.xml"/><Relationship Id="rId28" Type="http://schemas.openxmlformats.org/officeDocument/2006/relationships/image" Target="../media/image167.png"/><Relationship Id="rId36" Type="http://schemas.openxmlformats.org/officeDocument/2006/relationships/image" Target="../media/image174.png"/><Relationship Id="rId10" Type="http://schemas.openxmlformats.org/officeDocument/2006/relationships/image" Target="../media/image155.png"/><Relationship Id="rId19" Type="http://schemas.openxmlformats.org/officeDocument/2006/relationships/image" Target="../media/image159.png"/><Relationship Id="rId31" Type="http://schemas.openxmlformats.org/officeDocument/2006/relationships/image" Target="../media/image170.png"/><Relationship Id="rId4" Type="http://schemas.openxmlformats.org/officeDocument/2006/relationships/image" Target="../media/image152.png"/><Relationship Id="rId9" Type="http://schemas.openxmlformats.org/officeDocument/2006/relationships/customXml" Target="../ink/ink115.xml"/><Relationship Id="rId14" Type="http://schemas.openxmlformats.org/officeDocument/2006/relationships/customXml" Target="../ink/ink118.xml"/><Relationship Id="rId22" Type="http://schemas.openxmlformats.org/officeDocument/2006/relationships/image" Target="../media/image162.png"/><Relationship Id="rId27" Type="http://schemas.openxmlformats.org/officeDocument/2006/relationships/image" Target="../media/image166.png"/><Relationship Id="rId30" Type="http://schemas.openxmlformats.org/officeDocument/2006/relationships/image" Target="../media/image169.png"/><Relationship Id="rId35" Type="http://schemas.openxmlformats.org/officeDocument/2006/relationships/customXml" Target="../ink/ink122.xml"/><Relationship Id="rId8" Type="http://schemas.openxmlformats.org/officeDocument/2006/relationships/image" Target="../media/image154.png"/><Relationship Id="rId3" Type="http://schemas.openxmlformats.org/officeDocument/2006/relationships/customXml" Target="../ink/ink112.xml"/><Relationship Id="rId12" Type="http://schemas.openxmlformats.org/officeDocument/2006/relationships/image" Target="../media/image156.png"/><Relationship Id="rId17" Type="http://schemas.openxmlformats.org/officeDocument/2006/relationships/customXml" Target="../ink/ink120.xml"/><Relationship Id="rId25" Type="http://schemas.openxmlformats.org/officeDocument/2006/relationships/image" Target="../media/image164.png"/><Relationship Id="rId33" Type="http://schemas.openxmlformats.org/officeDocument/2006/relationships/image" Target="../media/image172.png"/><Relationship Id="rId38" Type="http://schemas.openxmlformats.org/officeDocument/2006/relationships/image" Target="../media/image175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98.png"/><Relationship Id="rId18" Type="http://schemas.openxmlformats.org/officeDocument/2006/relationships/image" Target="../media/image2503.png"/><Relationship Id="rId26" Type="http://schemas.openxmlformats.org/officeDocument/2006/relationships/image" Target="../media/image2511.png"/><Relationship Id="rId3" Type="http://schemas.openxmlformats.org/officeDocument/2006/relationships/image" Target="../media/image2490.png"/><Relationship Id="rId21" Type="http://schemas.openxmlformats.org/officeDocument/2006/relationships/image" Target="../media/image2506.png"/><Relationship Id="rId7" Type="http://schemas.openxmlformats.org/officeDocument/2006/relationships/image" Target="../media/image2492.png"/><Relationship Id="rId12" Type="http://schemas.openxmlformats.org/officeDocument/2006/relationships/image" Target="../media/image2497.png"/><Relationship Id="rId17" Type="http://schemas.openxmlformats.org/officeDocument/2006/relationships/image" Target="../media/image2502.png"/><Relationship Id="rId25" Type="http://schemas.openxmlformats.org/officeDocument/2006/relationships/image" Target="../media/image2510.png"/><Relationship Id="rId33" Type="http://schemas.openxmlformats.org/officeDocument/2006/relationships/image" Target="../media/image2518.png"/><Relationship Id="rId2" Type="http://schemas.openxmlformats.org/officeDocument/2006/relationships/image" Target="../media/image2489.png"/><Relationship Id="rId16" Type="http://schemas.openxmlformats.org/officeDocument/2006/relationships/image" Target="../media/image2501.png"/><Relationship Id="rId20" Type="http://schemas.openxmlformats.org/officeDocument/2006/relationships/image" Target="../media/image2505.png"/><Relationship Id="rId29" Type="http://schemas.openxmlformats.org/officeDocument/2006/relationships/image" Target="../media/image251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2496.png"/><Relationship Id="rId24" Type="http://schemas.openxmlformats.org/officeDocument/2006/relationships/image" Target="../media/image2509.png"/><Relationship Id="rId32" Type="http://schemas.openxmlformats.org/officeDocument/2006/relationships/image" Target="../media/image2517.png"/><Relationship Id="rId5" Type="http://schemas.openxmlformats.org/officeDocument/2006/relationships/image" Target="../media/image118.png"/><Relationship Id="rId15" Type="http://schemas.openxmlformats.org/officeDocument/2006/relationships/image" Target="../media/image2500.png"/><Relationship Id="rId23" Type="http://schemas.openxmlformats.org/officeDocument/2006/relationships/image" Target="../media/image2508.png"/><Relationship Id="rId28" Type="http://schemas.openxmlformats.org/officeDocument/2006/relationships/image" Target="../media/image2513.png"/><Relationship Id="rId10" Type="http://schemas.openxmlformats.org/officeDocument/2006/relationships/image" Target="../media/image2495.png"/><Relationship Id="rId19" Type="http://schemas.openxmlformats.org/officeDocument/2006/relationships/image" Target="../media/image2504.png"/><Relationship Id="rId31" Type="http://schemas.openxmlformats.org/officeDocument/2006/relationships/image" Target="../media/image2516.png"/><Relationship Id="rId4" Type="http://schemas.openxmlformats.org/officeDocument/2006/relationships/image" Target="../media/image2491.png"/><Relationship Id="rId9" Type="http://schemas.openxmlformats.org/officeDocument/2006/relationships/image" Target="../media/image2494.png"/><Relationship Id="rId14" Type="http://schemas.openxmlformats.org/officeDocument/2006/relationships/image" Target="../media/image2499.png"/><Relationship Id="rId22" Type="http://schemas.openxmlformats.org/officeDocument/2006/relationships/image" Target="../media/image2507.png"/><Relationship Id="rId27" Type="http://schemas.openxmlformats.org/officeDocument/2006/relationships/image" Target="../media/image2512.png"/><Relationship Id="rId30" Type="http://schemas.openxmlformats.org/officeDocument/2006/relationships/image" Target="../media/image2515.png"/><Relationship Id="rId8" Type="http://schemas.openxmlformats.org/officeDocument/2006/relationships/image" Target="../media/image249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2.png"/><Relationship Id="rId13" Type="http://schemas.openxmlformats.org/officeDocument/2006/relationships/image" Target="../media/image2527.png"/><Relationship Id="rId18" Type="http://schemas.openxmlformats.org/officeDocument/2006/relationships/image" Target="../media/image2532.png"/><Relationship Id="rId3" Type="http://schemas.openxmlformats.org/officeDocument/2006/relationships/customXml" Target="../ink/ink124.xml"/><Relationship Id="rId21" Type="http://schemas.openxmlformats.org/officeDocument/2006/relationships/image" Target="../media/image2535.png"/><Relationship Id="rId7" Type="http://schemas.openxmlformats.org/officeDocument/2006/relationships/customXml" Target="../ink/ink126.xml"/><Relationship Id="rId12" Type="http://schemas.openxmlformats.org/officeDocument/2006/relationships/image" Target="../media/image2526.png"/><Relationship Id="rId17" Type="http://schemas.openxmlformats.org/officeDocument/2006/relationships/image" Target="../media/image2531.png"/><Relationship Id="rId2" Type="http://schemas.openxmlformats.org/officeDocument/2006/relationships/image" Target="../media/image179.png"/><Relationship Id="rId16" Type="http://schemas.openxmlformats.org/officeDocument/2006/relationships/image" Target="../media/image2530.png"/><Relationship Id="rId20" Type="http://schemas.openxmlformats.org/officeDocument/2006/relationships/image" Target="../media/image25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1.png"/><Relationship Id="rId11" Type="http://schemas.openxmlformats.org/officeDocument/2006/relationships/image" Target="../media/image2525.png"/><Relationship Id="rId5" Type="http://schemas.openxmlformats.org/officeDocument/2006/relationships/customXml" Target="../ink/ink125.xml"/><Relationship Id="rId15" Type="http://schemas.openxmlformats.org/officeDocument/2006/relationships/image" Target="../media/image2529.png"/><Relationship Id="rId10" Type="http://schemas.openxmlformats.org/officeDocument/2006/relationships/image" Target="../media/image2524.png"/><Relationship Id="rId19" Type="http://schemas.openxmlformats.org/officeDocument/2006/relationships/image" Target="../media/image2533.png"/><Relationship Id="rId4" Type="http://schemas.openxmlformats.org/officeDocument/2006/relationships/image" Target="../media/image2520.png"/><Relationship Id="rId9" Type="http://schemas.openxmlformats.org/officeDocument/2006/relationships/image" Target="../media/image2523.png"/><Relationship Id="rId14" Type="http://schemas.openxmlformats.org/officeDocument/2006/relationships/image" Target="../media/image25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3" Type="http://schemas.openxmlformats.org/officeDocument/2006/relationships/customXml" Target="../ink/ink127.xml"/><Relationship Id="rId7" Type="http://schemas.openxmlformats.org/officeDocument/2006/relationships/customXml" Target="../ink/ink129.xml"/><Relationship Id="rId12" Type="http://schemas.openxmlformats.org/officeDocument/2006/relationships/image" Target="../media/image187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11" Type="http://schemas.openxmlformats.org/officeDocument/2006/relationships/image" Target="../media/image186.png"/><Relationship Id="rId5" Type="http://schemas.openxmlformats.org/officeDocument/2006/relationships/customXml" Target="../ink/ink128.xml"/><Relationship Id="rId10" Type="http://schemas.openxmlformats.org/officeDocument/2006/relationships/image" Target="../media/image185.png"/><Relationship Id="rId4" Type="http://schemas.openxmlformats.org/officeDocument/2006/relationships/image" Target="../media/image181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4.xml"/><Relationship Id="rId18" Type="http://schemas.openxmlformats.org/officeDocument/2006/relationships/customXml" Target="../ink/ink137.xml"/><Relationship Id="rId26" Type="http://schemas.openxmlformats.org/officeDocument/2006/relationships/image" Target="../media/image201.png"/><Relationship Id="rId3" Type="http://schemas.openxmlformats.org/officeDocument/2006/relationships/image" Target="../media/image190.png"/><Relationship Id="rId21" Type="http://schemas.openxmlformats.org/officeDocument/2006/relationships/customXml" Target="../ink/ink139.xml"/><Relationship Id="rId34" Type="http://schemas.openxmlformats.org/officeDocument/2006/relationships/image" Target="../media/image208.png"/><Relationship Id="rId7" Type="http://schemas.openxmlformats.org/officeDocument/2006/relationships/image" Target="../media/image192.png"/><Relationship Id="rId12" Type="http://schemas.openxmlformats.org/officeDocument/2006/relationships/image" Target="../media/image195.png"/><Relationship Id="rId17" Type="http://schemas.openxmlformats.org/officeDocument/2006/relationships/image" Target="../media/image197.png"/><Relationship Id="rId25" Type="http://schemas.openxmlformats.org/officeDocument/2006/relationships/customXml" Target="../ink/ink141.xml"/><Relationship Id="rId33" Type="http://schemas.openxmlformats.org/officeDocument/2006/relationships/image" Target="../media/image207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36.xml"/><Relationship Id="rId20" Type="http://schemas.openxmlformats.org/officeDocument/2006/relationships/customXml" Target="../ink/ink138.xml"/><Relationship Id="rId29" Type="http://schemas.openxmlformats.org/officeDocument/2006/relationships/image" Target="../media/image20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1.xml"/><Relationship Id="rId11" Type="http://schemas.openxmlformats.org/officeDocument/2006/relationships/image" Target="../media/image194.png"/><Relationship Id="rId24" Type="http://schemas.openxmlformats.org/officeDocument/2006/relationships/image" Target="../media/image200.png"/><Relationship Id="rId32" Type="http://schemas.openxmlformats.org/officeDocument/2006/relationships/image" Target="../media/image206.png"/><Relationship Id="rId5" Type="http://schemas.openxmlformats.org/officeDocument/2006/relationships/image" Target="../media/image191.png"/><Relationship Id="rId15" Type="http://schemas.openxmlformats.org/officeDocument/2006/relationships/image" Target="../media/image196.png"/><Relationship Id="rId23" Type="http://schemas.openxmlformats.org/officeDocument/2006/relationships/customXml" Target="../ink/ink140.xml"/><Relationship Id="rId28" Type="http://schemas.openxmlformats.org/officeDocument/2006/relationships/image" Target="../media/image202.png"/><Relationship Id="rId36" Type="http://schemas.openxmlformats.org/officeDocument/2006/relationships/image" Target="../media/image210.png"/><Relationship Id="rId10" Type="http://schemas.openxmlformats.org/officeDocument/2006/relationships/customXml" Target="../ink/ink133.xml"/><Relationship Id="rId19" Type="http://schemas.openxmlformats.org/officeDocument/2006/relationships/image" Target="../media/image198.png"/><Relationship Id="rId31" Type="http://schemas.openxmlformats.org/officeDocument/2006/relationships/image" Target="../media/image205.png"/><Relationship Id="rId4" Type="http://schemas.openxmlformats.org/officeDocument/2006/relationships/customXml" Target="../ink/ink130.xml"/><Relationship Id="rId9" Type="http://schemas.openxmlformats.org/officeDocument/2006/relationships/image" Target="../media/image193.png"/><Relationship Id="rId14" Type="http://schemas.openxmlformats.org/officeDocument/2006/relationships/customXml" Target="../ink/ink135.xml"/><Relationship Id="rId22" Type="http://schemas.openxmlformats.org/officeDocument/2006/relationships/image" Target="../media/image199.png"/><Relationship Id="rId27" Type="http://schemas.openxmlformats.org/officeDocument/2006/relationships/customXml" Target="../ink/ink142.xml"/><Relationship Id="rId30" Type="http://schemas.openxmlformats.org/officeDocument/2006/relationships/image" Target="../media/image204.png"/><Relationship Id="rId35" Type="http://schemas.openxmlformats.org/officeDocument/2006/relationships/image" Target="../media/image209.png"/><Relationship Id="rId8" Type="http://schemas.openxmlformats.org/officeDocument/2006/relationships/customXml" Target="../ink/ink13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7.xml"/><Relationship Id="rId18" Type="http://schemas.openxmlformats.org/officeDocument/2006/relationships/image" Target="../media/image216.png"/><Relationship Id="rId26" Type="http://schemas.openxmlformats.org/officeDocument/2006/relationships/image" Target="../media/image224.png"/><Relationship Id="rId39" Type="http://schemas.openxmlformats.org/officeDocument/2006/relationships/image" Target="../media/image237.png"/><Relationship Id="rId21" Type="http://schemas.openxmlformats.org/officeDocument/2006/relationships/image" Target="../media/image219.png"/><Relationship Id="rId34" Type="http://schemas.openxmlformats.org/officeDocument/2006/relationships/image" Target="../media/image232.png"/><Relationship Id="rId42" Type="http://schemas.openxmlformats.org/officeDocument/2006/relationships/image" Target="../media/image240.png"/><Relationship Id="rId7" Type="http://schemas.openxmlformats.org/officeDocument/2006/relationships/customXml" Target="../ink/ink144.xml"/><Relationship Id="rId2" Type="http://schemas.openxmlformats.org/officeDocument/2006/relationships/image" Target="../media/image211.png"/><Relationship Id="rId16" Type="http://schemas.openxmlformats.org/officeDocument/2006/relationships/image" Target="../media/image2545.png"/><Relationship Id="rId29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9.png"/><Relationship Id="rId11" Type="http://schemas.openxmlformats.org/officeDocument/2006/relationships/customXml" Target="../ink/ink146.xml"/><Relationship Id="rId24" Type="http://schemas.openxmlformats.org/officeDocument/2006/relationships/image" Target="../media/image222.png"/><Relationship Id="rId32" Type="http://schemas.openxmlformats.org/officeDocument/2006/relationships/image" Target="../media/image230.png"/><Relationship Id="rId37" Type="http://schemas.openxmlformats.org/officeDocument/2006/relationships/image" Target="../media/image235.png"/><Relationship Id="rId40" Type="http://schemas.openxmlformats.org/officeDocument/2006/relationships/image" Target="../media/image238.png"/><Relationship Id="rId45" Type="http://schemas.openxmlformats.org/officeDocument/2006/relationships/image" Target="../media/image242.png"/><Relationship Id="rId5" Type="http://schemas.openxmlformats.org/officeDocument/2006/relationships/customXml" Target="../ink/ink143.xml"/><Relationship Id="rId15" Type="http://schemas.openxmlformats.org/officeDocument/2006/relationships/image" Target="../media/image2544.png"/><Relationship Id="rId23" Type="http://schemas.openxmlformats.org/officeDocument/2006/relationships/image" Target="../media/image221.png"/><Relationship Id="rId28" Type="http://schemas.openxmlformats.org/officeDocument/2006/relationships/image" Target="../media/image226.png"/><Relationship Id="rId36" Type="http://schemas.openxmlformats.org/officeDocument/2006/relationships/image" Target="../media/image234.png"/><Relationship Id="rId10" Type="http://schemas.openxmlformats.org/officeDocument/2006/relationships/image" Target="../media/image2541.png"/><Relationship Id="rId19" Type="http://schemas.openxmlformats.org/officeDocument/2006/relationships/image" Target="../media/image217.png"/><Relationship Id="rId31" Type="http://schemas.openxmlformats.org/officeDocument/2006/relationships/image" Target="../media/image229.png"/><Relationship Id="rId44" Type="http://schemas.openxmlformats.org/officeDocument/2006/relationships/image" Target="../media/image241.png"/><Relationship Id="rId4" Type="http://schemas.openxmlformats.org/officeDocument/2006/relationships/image" Target="../media/image213.png"/><Relationship Id="rId9" Type="http://schemas.openxmlformats.org/officeDocument/2006/relationships/customXml" Target="../ink/ink145.xml"/><Relationship Id="rId14" Type="http://schemas.openxmlformats.org/officeDocument/2006/relationships/image" Target="../media/image214.png"/><Relationship Id="rId22" Type="http://schemas.openxmlformats.org/officeDocument/2006/relationships/image" Target="../media/image220.png"/><Relationship Id="rId27" Type="http://schemas.openxmlformats.org/officeDocument/2006/relationships/image" Target="../media/image225.png"/><Relationship Id="rId30" Type="http://schemas.openxmlformats.org/officeDocument/2006/relationships/image" Target="../media/image228.png"/><Relationship Id="rId35" Type="http://schemas.openxmlformats.org/officeDocument/2006/relationships/image" Target="../media/image233.png"/><Relationship Id="rId43" Type="http://schemas.openxmlformats.org/officeDocument/2006/relationships/image" Target="../media/image2571.png"/><Relationship Id="rId8" Type="http://schemas.openxmlformats.org/officeDocument/2006/relationships/image" Target="../media/image2540.png"/><Relationship Id="rId3" Type="http://schemas.openxmlformats.org/officeDocument/2006/relationships/image" Target="../media/image212.png"/><Relationship Id="rId12" Type="http://schemas.openxmlformats.org/officeDocument/2006/relationships/image" Target="../media/image2542.png"/><Relationship Id="rId17" Type="http://schemas.openxmlformats.org/officeDocument/2006/relationships/image" Target="../media/image215.png"/><Relationship Id="rId25" Type="http://schemas.openxmlformats.org/officeDocument/2006/relationships/image" Target="../media/image223.png"/><Relationship Id="rId33" Type="http://schemas.openxmlformats.org/officeDocument/2006/relationships/image" Target="../media/image231.png"/><Relationship Id="rId38" Type="http://schemas.openxmlformats.org/officeDocument/2006/relationships/image" Target="../media/image236.png"/><Relationship Id="rId20" Type="http://schemas.openxmlformats.org/officeDocument/2006/relationships/image" Target="../media/image218.png"/><Relationship Id="rId41" Type="http://schemas.openxmlformats.org/officeDocument/2006/relationships/image" Target="../media/image2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DC4A9474-C0CA-47D2-396A-F1DA5D005ADD}"/>
              </a:ext>
            </a:extLst>
          </p:cNvPr>
          <p:cNvSpPr txBox="1"/>
          <p:nvPr/>
        </p:nvSpPr>
        <p:spPr>
          <a:xfrm>
            <a:off x="-168696" y="11055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Probability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877C4A-0D02-BC71-52BE-4C5C08D4AB7A}"/>
              </a:ext>
            </a:extLst>
          </p:cNvPr>
          <p:cNvSpPr txBox="1"/>
          <p:nvPr/>
        </p:nvSpPr>
        <p:spPr>
          <a:xfrm>
            <a:off x="1703512" y="1628800"/>
            <a:ext cx="1788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F4D01EC-27C7-1C42-0655-556CF99DC773}"/>
                  </a:ext>
                </a:extLst>
              </p:cNvPr>
              <p:cNvSpPr txBox="1"/>
              <p:nvPr/>
            </p:nvSpPr>
            <p:spPr>
              <a:xfrm>
                <a:off x="3343931" y="16288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F4D01EC-27C7-1C42-0655-556CF99DC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931" y="1628800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4A169E58-DFF7-E3BE-3278-93A7C377599A}"/>
              </a:ext>
            </a:extLst>
          </p:cNvPr>
          <p:cNvSpPr txBox="1"/>
          <p:nvPr/>
        </p:nvSpPr>
        <p:spPr>
          <a:xfrm>
            <a:off x="3684100" y="1437067"/>
            <a:ext cx="4524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Number of favourable outcome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4928771-BFA7-F8BF-B274-263CEB021E9E}"/>
              </a:ext>
            </a:extLst>
          </p:cNvPr>
          <p:cNvCxnSpPr>
            <a:cxnSpLocks/>
          </p:cNvCxnSpPr>
          <p:nvPr/>
        </p:nvCxnSpPr>
        <p:spPr>
          <a:xfrm>
            <a:off x="3719736" y="1832771"/>
            <a:ext cx="4446581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407A2E6A-741A-C399-AF82-3DE52034C73B}"/>
              </a:ext>
            </a:extLst>
          </p:cNvPr>
          <p:cNvSpPr txBox="1"/>
          <p:nvPr/>
        </p:nvSpPr>
        <p:spPr>
          <a:xfrm>
            <a:off x="3639619" y="1877025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Total number of possible outcome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FEBD15-F165-4D12-3A97-C94D0FA68077}"/>
              </a:ext>
            </a:extLst>
          </p:cNvPr>
          <p:cNvSpPr txBox="1"/>
          <p:nvPr/>
        </p:nvSpPr>
        <p:spPr>
          <a:xfrm>
            <a:off x="200008" y="2507435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7D93E0-2327-7D54-19BA-3F677AC50A0F}"/>
              </a:ext>
            </a:extLst>
          </p:cNvPr>
          <p:cNvSpPr txBox="1"/>
          <p:nvPr/>
        </p:nvSpPr>
        <p:spPr>
          <a:xfrm>
            <a:off x="407368" y="3300979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getting tail by tossing a coin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75ABE4C-E8F6-8CCC-1C22-197325B6965C}"/>
                  </a:ext>
                </a:extLst>
              </p:cNvPr>
              <p:cNvSpPr txBox="1"/>
              <p:nvPr/>
            </p:nvSpPr>
            <p:spPr>
              <a:xfrm>
                <a:off x="386436" y="46144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75ABE4C-E8F6-8CCC-1C22-197325B69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6" y="4614462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445A11CA-B749-85A6-6EFD-2C209559DA15}"/>
              </a:ext>
            </a:extLst>
          </p:cNvPr>
          <p:cNvGrpSpPr/>
          <p:nvPr/>
        </p:nvGrpSpPr>
        <p:grpSpPr>
          <a:xfrm>
            <a:off x="810351" y="4451651"/>
            <a:ext cx="364383" cy="777549"/>
            <a:chOff x="2896107" y="4671588"/>
            <a:chExt cx="364383" cy="777549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295DF1A-6AE4-6B7A-AA7D-25B46162264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998A3753-62DB-C2DA-0CF0-96D7CBAD330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1F9BAF73-E6CC-5A53-8EBD-611EE6D328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20029BA-8BD0-380A-CFBF-95309640B78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EE15B63-B517-B887-60E0-8DF194FC1DFD}"/>
              </a:ext>
            </a:extLst>
          </p:cNvPr>
          <p:cNvCxnSpPr>
            <a:cxnSpLocks/>
          </p:cNvCxnSpPr>
          <p:nvPr/>
        </p:nvCxnSpPr>
        <p:spPr>
          <a:xfrm flipV="1">
            <a:off x="1181327" y="4293096"/>
            <a:ext cx="522185" cy="319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D49D6B4-9664-9430-6836-F04896D5FF7D}"/>
              </a:ext>
            </a:extLst>
          </p:cNvPr>
          <p:cNvSpPr txBox="1"/>
          <p:nvPr/>
        </p:nvSpPr>
        <p:spPr>
          <a:xfrm>
            <a:off x="1695929" y="4057748"/>
            <a:ext cx="2455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Getting tail only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ABEE864-D5E9-CC7E-D80C-4548E0D2673B}"/>
              </a:ext>
            </a:extLst>
          </p:cNvPr>
          <p:cNvCxnSpPr>
            <a:cxnSpLocks/>
          </p:cNvCxnSpPr>
          <p:nvPr/>
        </p:nvCxnSpPr>
        <p:spPr>
          <a:xfrm>
            <a:off x="1194661" y="4996580"/>
            <a:ext cx="493366" cy="3046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0D3907-D954-C5E8-F600-796549E82A38}"/>
              </a:ext>
            </a:extLst>
          </p:cNvPr>
          <p:cNvSpPr txBox="1"/>
          <p:nvPr/>
        </p:nvSpPr>
        <p:spPr>
          <a:xfrm>
            <a:off x="1678125" y="5101153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Getting tail or head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80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9" grpId="0"/>
      <p:bldP spid="10" grpId="0"/>
      <p:bldP spid="11" grpId="0"/>
      <p:bldP spid="12" grpId="0"/>
      <p:bldP spid="20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ADBE5CD3-E55D-5DA0-AF75-29540BFE7FA0}"/>
              </a:ext>
            </a:extLst>
          </p:cNvPr>
          <p:cNvGrpSpPr/>
          <p:nvPr/>
        </p:nvGrpSpPr>
        <p:grpSpPr>
          <a:xfrm>
            <a:off x="119336" y="116632"/>
            <a:ext cx="9409524" cy="1152128"/>
            <a:chOff x="119336" y="116632"/>
            <a:chExt cx="9409524" cy="115212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4FDDA72-5E18-C83D-CFAA-3CF946A99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116632"/>
              <a:ext cx="9409524" cy="1047619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6814DFC1-3C55-872B-0526-9FF744DF2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1704" y="404664"/>
              <a:ext cx="4571429" cy="86409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A17206F3-EC0D-B962-590A-0DC13DE1D5E6}"/>
                  </a:ext>
                </a:extLst>
              </p14:cNvPr>
              <p14:cNvContentPartPr/>
              <p14:nvPr/>
            </p14:nvContentPartPr>
            <p14:xfrm>
              <a:off x="7401866" y="267654"/>
              <a:ext cx="1070397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A17206F3-EC0D-B962-590A-0DC13DE1D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7860" y="-13448046"/>
                <a:ext cx="11780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85046635-D40A-6639-AE72-309D40BE6036}"/>
                  </a:ext>
                </a:extLst>
              </p14:cNvPr>
              <p14:cNvContentPartPr/>
              <p14:nvPr/>
            </p14:nvContentPartPr>
            <p14:xfrm>
              <a:off x="1059977" y="640441"/>
              <a:ext cx="499519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85046635-D40A-6639-AE72-309D40BE60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5994" y="-13075259"/>
                <a:ext cx="6071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C92D4FB3-2CAB-DA14-0242-5112B92F775F}"/>
                  </a:ext>
                </a:extLst>
              </p14:cNvPr>
              <p14:cNvContentPartPr/>
              <p14:nvPr/>
            </p14:nvContentPartPr>
            <p14:xfrm>
              <a:off x="1059977" y="980728"/>
              <a:ext cx="571527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C92D4FB3-2CAB-DA14-0242-5112B92F77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5991" y="-12734972"/>
                <a:ext cx="67913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DCE5428E-B35B-6C72-6098-0FC5F64B5BC2}"/>
              </a:ext>
            </a:extLst>
          </p:cNvPr>
          <p:cNvSpPr txBox="1"/>
          <p:nvPr/>
        </p:nvSpPr>
        <p:spPr>
          <a:xfrm>
            <a:off x="0" y="1924364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A498776-CA57-AC2F-F091-7444DFAB6B70}"/>
              </a:ext>
            </a:extLst>
          </p:cNvPr>
          <p:cNvSpPr txBox="1"/>
          <p:nvPr/>
        </p:nvSpPr>
        <p:spPr>
          <a:xfrm>
            <a:off x="731842" y="1910527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P(getting a T)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261EAAE-CF7C-A68B-CDD5-0D462D78F023}"/>
                  </a:ext>
                </a:extLst>
              </p:cNvPr>
              <p:cNvSpPr txBox="1"/>
              <p:nvPr/>
            </p:nvSpPr>
            <p:spPr>
              <a:xfrm>
                <a:off x="2711254" y="19012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261EAAE-CF7C-A68B-CDD5-0D462D78F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254" y="1901280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5918D3A1-065E-4623-721C-5C4B3FF7FDAA}"/>
              </a:ext>
            </a:extLst>
          </p:cNvPr>
          <p:cNvSpPr txBox="1"/>
          <p:nvPr/>
        </p:nvSpPr>
        <p:spPr>
          <a:xfrm>
            <a:off x="3172739" y="1744410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B9DFEB1-81BD-CA4B-8A77-BB44A6A66D2E}"/>
              </a:ext>
            </a:extLst>
          </p:cNvPr>
          <p:cNvCxnSpPr>
            <a:cxnSpLocks/>
          </p:cNvCxnSpPr>
          <p:nvPr/>
        </p:nvCxnSpPr>
        <p:spPr>
          <a:xfrm>
            <a:off x="3088342" y="2101424"/>
            <a:ext cx="55938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8FEF9C-0447-2509-A968-971CF25D84A5}"/>
              </a:ext>
            </a:extLst>
          </p:cNvPr>
          <p:cNvSpPr txBox="1"/>
          <p:nvPr/>
        </p:nvSpPr>
        <p:spPr>
          <a:xfrm>
            <a:off x="3105512" y="2126900"/>
            <a:ext cx="587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E901875-3A96-F4F0-7D26-3CE0D596FA55}"/>
              </a:ext>
            </a:extLst>
          </p:cNvPr>
          <p:cNvCxnSpPr>
            <a:cxnSpLocks/>
          </p:cNvCxnSpPr>
          <p:nvPr/>
        </p:nvCxnSpPr>
        <p:spPr>
          <a:xfrm flipV="1">
            <a:off x="3558069" y="1504108"/>
            <a:ext cx="522185" cy="319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DD108FF-44EB-2F97-D33D-AA72D176C93D}"/>
              </a:ext>
            </a:extLst>
          </p:cNvPr>
          <p:cNvSpPr txBox="1"/>
          <p:nvPr/>
        </p:nvSpPr>
        <p:spPr>
          <a:xfrm>
            <a:off x="4072671" y="1268760"/>
            <a:ext cx="3607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‘T’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in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HEMA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C1D3E31-0040-7002-A53B-396404E8682F}"/>
              </a:ext>
            </a:extLst>
          </p:cNvPr>
          <p:cNvCxnSpPr>
            <a:cxnSpLocks/>
          </p:cNvCxnSpPr>
          <p:nvPr/>
        </p:nvCxnSpPr>
        <p:spPr>
          <a:xfrm>
            <a:off x="3645609" y="2326955"/>
            <a:ext cx="506175" cy="3819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436F083-1EFA-B180-26A7-D458D25DB289}"/>
              </a:ext>
            </a:extLst>
          </p:cNvPr>
          <p:cNvSpPr txBox="1"/>
          <p:nvPr/>
        </p:nvSpPr>
        <p:spPr>
          <a:xfrm>
            <a:off x="4114358" y="2527010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letter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in MATHEMATICS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C0C66BB-DBED-C11F-E4D7-CD19FB0E2ABA}"/>
              </a:ext>
            </a:extLst>
          </p:cNvPr>
          <p:cNvSpPr txBox="1"/>
          <p:nvPr/>
        </p:nvSpPr>
        <p:spPr>
          <a:xfrm>
            <a:off x="0" y="4293096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87C20D2-FAAA-5BB0-557E-8C6B34821FCA}"/>
              </a:ext>
            </a:extLst>
          </p:cNvPr>
          <p:cNvSpPr txBox="1"/>
          <p:nvPr/>
        </p:nvSpPr>
        <p:spPr>
          <a:xfrm>
            <a:off x="657552" y="4294336"/>
            <a:ext cx="234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P(getting an R)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1E1F54B-CB49-045A-E8B3-A07360442F2E}"/>
                  </a:ext>
                </a:extLst>
              </p:cNvPr>
              <p:cNvSpPr txBox="1"/>
              <p:nvPr/>
            </p:nvSpPr>
            <p:spPr>
              <a:xfrm>
                <a:off x="2820074" y="42809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1E1F54B-CB49-045A-E8B3-A0736044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074" y="4280905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CF96BEC7-735C-1BCF-8844-D767B3490DF0}"/>
              </a:ext>
            </a:extLst>
          </p:cNvPr>
          <p:cNvSpPr txBox="1"/>
          <p:nvPr/>
        </p:nvSpPr>
        <p:spPr>
          <a:xfrm>
            <a:off x="3282172" y="4118498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0</a:t>
            </a: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6CBD8BC-AC66-1F80-D9F7-68B3F0AE0D80}"/>
              </a:ext>
            </a:extLst>
          </p:cNvPr>
          <p:cNvCxnSpPr>
            <a:cxnSpLocks/>
          </p:cNvCxnSpPr>
          <p:nvPr/>
        </p:nvCxnSpPr>
        <p:spPr>
          <a:xfrm>
            <a:off x="3197775" y="4475512"/>
            <a:ext cx="55938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80C8874-4077-CF46-047D-F46C951C25C9}"/>
              </a:ext>
            </a:extLst>
          </p:cNvPr>
          <p:cNvSpPr txBox="1"/>
          <p:nvPr/>
        </p:nvSpPr>
        <p:spPr>
          <a:xfrm>
            <a:off x="3214945" y="4500988"/>
            <a:ext cx="587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54A04EC-808B-5BD9-9060-6EE723118603}"/>
              </a:ext>
            </a:extLst>
          </p:cNvPr>
          <p:cNvCxnSpPr>
            <a:cxnSpLocks/>
          </p:cNvCxnSpPr>
          <p:nvPr/>
        </p:nvCxnSpPr>
        <p:spPr>
          <a:xfrm flipV="1">
            <a:off x="3667502" y="3878196"/>
            <a:ext cx="522185" cy="319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1277B52-088F-E28E-AA80-1DED3F4A6B32}"/>
              </a:ext>
            </a:extLst>
          </p:cNvPr>
          <p:cNvSpPr txBox="1"/>
          <p:nvPr/>
        </p:nvSpPr>
        <p:spPr>
          <a:xfrm>
            <a:off x="4182104" y="3642848"/>
            <a:ext cx="3607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0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‘R’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in MATHEMATICS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297D69C-862A-788F-288C-6A59F0815DD7}"/>
              </a:ext>
            </a:extLst>
          </p:cNvPr>
          <p:cNvCxnSpPr>
            <a:cxnSpLocks/>
          </p:cNvCxnSpPr>
          <p:nvPr/>
        </p:nvCxnSpPr>
        <p:spPr>
          <a:xfrm>
            <a:off x="3755042" y="4701043"/>
            <a:ext cx="506175" cy="3819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6B319FA-90A0-6225-637B-FD0DC188C127}"/>
              </a:ext>
            </a:extLst>
          </p:cNvPr>
          <p:cNvSpPr txBox="1"/>
          <p:nvPr/>
        </p:nvSpPr>
        <p:spPr>
          <a:xfrm>
            <a:off x="4223791" y="4901098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11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letter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in MATHEMATICS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/>
      <p:bldP spid="18" grpId="0"/>
      <p:bldP spid="22" grpId="0"/>
      <p:bldP spid="23" grpId="0"/>
      <p:bldP spid="24" grpId="0"/>
      <p:bldP spid="25" grpId="0"/>
      <p:bldP spid="26" grpId="0"/>
      <p:bldP spid="28" grpId="0"/>
      <p:bldP spid="30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181D828-2B18-9F87-AF82-5EB62AA0F4D6}"/>
              </a:ext>
            </a:extLst>
          </p:cNvPr>
          <p:cNvGrpSpPr/>
          <p:nvPr/>
        </p:nvGrpSpPr>
        <p:grpSpPr>
          <a:xfrm>
            <a:off x="119336" y="60395"/>
            <a:ext cx="9687273" cy="1640413"/>
            <a:chOff x="119336" y="60395"/>
            <a:chExt cx="9687273" cy="1640413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54A5BC5-4F5F-5915-0327-2C8754657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60395"/>
              <a:ext cx="9228571" cy="1352381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C8D9F95-ED49-8D06-8745-E1D6870BA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3752" y="404664"/>
              <a:ext cx="5942857" cy="1296144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5567FC20-4A33-0704-5381-934919EAACF6}"/>
                  </a:ext>
                </a:extLst>
              </p14:cNvPr>
              <p14:cNvContentPartPr/>
              <p14:nvPr/>
            </p14:nvContentPartPr>
            <p14:xfrm>
              <a:off x="4620000" y="209670"/>
              <a:ext cx="1476000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5567FC20-4A33-0704-5381-934919EAAC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5974" y="-13506030"/>
                <a:ext cx="158369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43E79599-832E-52BD-B92B-9E5897F26246}"/>
                  </a:ext>
                </a:extLst>
              </p14:cNvPr>
              <p14:cNvContentPartPr/>
              <p14:nvPr/>
            </p14:nvContentPartPr>
            <p14:xfrm>
              <a:off x="7117960" y="212128"/>
              <a:ext cx="1138279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43E79599-832E-52BD-B92B-9E5897F262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63945" y="-13503572"/>
                <a:ext cx="12459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16E3904-BE77-BC52-3CE4-9E6709030BBD}"/>
                  </a:ext>
                </a:extLst>
              </p14:cNvPr>
              <p14:cNvContentPartPr/>
              <p14:nvPr/>
            </p14:nvContentPartPr>
            <p14:xfrm>
              <a:off x="1055441" y="574969"/>
              <a:ext cx="576064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16E3904-BE77-BC52-3CE4-9E6709030B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1435" y="-13140731"/>
                <a:ext cx="6837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AD72E547-66E8-E3FF-6CA0-257AD0EA0EE8}"/>
                  </a:ext>
                </a:extLst>
              </p14:cNvPr>
              <p14:cNvContentPartPr/>
              <p14:nvPr/>
            </p14:nvContentPartPr>
            <p14:xfrm>
              <a:off x="2279576" y="574968"/>
              <a:ext cx="288034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AD72E547-66E8-E3FF-6CA0-257AD0EA0E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25637" y="-13140732"/>
                <a:ext cx="39555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A50D8212-3C29-4F29-4ECC-E1A3335D571E}"/>
                  </a:ext>
                </a:extLst>
              </p14:cNvPr>
              <p14:cNvContentPartPr/>
              <p14:nvPr/>
            </p14:nvContentPartPr>
            <p14:xfrm>
              <a:off x="1055441" y="919237"/>
              <a:ext cx="1512169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A50D8212-3C29-4F29-4ECC-E1A3335D57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1422" y="-12796463"/>
                <a:ext cx="16198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603D53AC-1CBA-C2A5-AAB5-DCDF7FFD47A7}"/>
                  </a:ext>
                </a:extLst>
              </p14:cNvPr>
              <p14:cNvContentPartPr/>
              <p14:nvPr/>
            </p14:nvContentPartPr>
            <p14:xfrm>
              <a:off x="1055440" y="1263505"/>
              <a:ext cx="936104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603D53AC-1CBA-C2A5-AAB5-DCDF7FFD47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1413" y="-12452195"/>
                <a:ext cx="10437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748F04D2-619C-522E-0304-25AC74C56D1D}"/>
                  </a:ext>
                </a:extLst>
              </p14:cNvPr>
              <p14:cNvContentPartPr/>
              <p14:nvPr/>
            </p14:nvContentPartPr>
            <p14:xfrm>
              <a:off x="2545110" y="1268581"/>
              <a:ext cx="166514" cy="45719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748F04D2-619C-522E-0304-25AC74C56D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91164" y="-12447119"/>
                <a:ext cx="274047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4" descr="playing cards pngçåçæå°çµæ">
            <a:extLst>
              <a:ext uri="{FF2B5EF4-FFF2-40B4-BE49-F238E27FC236}">
                <a16:creationId xmlns:a16="http://schemas.microsoft.com/office/drawing/2014/main" id="{FACD85AD-75E2-CC08-974B-4B249C1A2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7"/>
          <a:stretch/>
        </p:blipFill>
        <p:spPr bwMode="auto">
          <a:xfrm>
            <a:off x="4223791" y="1092584"/>
            <a:ext cx="7664204" cy="294870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177F25A-8704-9713-EFD3-35C400DFA767}"/>
              </a:ext>
            </a:extLst>
          </p:cNvPr>
          <p:cNvSpPr/>
          <p:nvPr/>
        </p:nvSpPr>
        <p:spPr bwMode="auto">
          <a:xfrm>
            <a:off x="4223791" y="1042826"/>
            <a:ext cx="595085" cy="3029266"/>
          </a:xfrm>
          <a:prstGeom prst="rect">
            <a:avLst/>
          </a:prstGeom>
          <a:noFill/>
          <a:ln w="28575" cap="flat" cmpd="sng" algn="ctr">
            <a:solidFill>
              <a:srgbClr val="FF7C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BCFFB8-5B04-9189-8572-21842B1D980B}"/>
              </a:ext>
            </a:extLst>
          </p:cNvPr>
          <p:cNvSpPr/>
          <p:nvPr/>
        </p:nvSpPr>
        <p:spPr bwMode="auto">
          <a:xfrm>
            <a:off x="8349849" y="1052736"/>
            <a:ext cx="595085" cy="3029266"/>
          </a:xfrm>
          <a:prstGeom prst="rect">
            <a:avLst/>
          </a:prstGeom>
          <a:noFill/>
          <a:ln w="28575" cap="flat" cmpd="sng" algn="ctr">
            <a:solidFill>
              <a:srgbClr val="66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10D903-A0E7-81E3-36C6-F673DA757F87}"/>
              </a:ext>
            </a:extLst>
          </p:cNvPr>
          <p:cNvSpPr>
            <a:spLocks/>
          </p:cNvSpPr>
          <p:nvPr/>
        </p:nvSpPr>
        <p:spPr bwMode="auto">
          <a:xfrm rot="10800000">
            <a:off x="10128448" y="1069462"/>
            <a:ext cx="1792915" cy="1514633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91E5BA-815A-39D6-B3F3-1BB4B8C7454D}"/>
              </a:ext>
            </a:extLst>
          </p:cNvPr>
          <p:cNvSpPr/>
          <p:nvPr/>
        </p:nvSpPr>
        <p:spPr bwMode="auto">
          <a:xfrm rot="16200000">
            <a:off x="7645937" y="-204939"/>
            <a:ext cx="797881" cy="7776000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A00F70-4944-3BF8-9D05-FCBFF4CFC162}"/>
              </a:ext>
            </a:extLst>
          </p:cNvPr>
          <p:cNvSpPr/>
          <p:nvPr/>
        </p:nvSpPr>
        <p:spPr bwMode="auto">
          <a:xfrm>
            <a:off x="11314880" y="1069462"/>
            <a:ext cx="595085" cy="3029266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83094C9-F99A-34BB-9D33-ACC05540D8CA}"/>
              </a:ext>
            </a:extLst>
          </p:cNvPr>
          <p:cNvSpPr txBox="1"/>
          <p:nvPr/>
        </p:nvSpPr>
        <p:spPr>
          <a:xfrm>
            <a:off x="0" y="1796678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3196B1D-C01B-AC2F-F631-40B82BB3ACC5}"/>
              </a:ext>
            </a:extLst>
          </p:cNvPr>
          <p:cNvSpPr txBox="1"/>
          <p:nvPr/>
        </p:nvSpPr>
        <p:spPr>
          <a:xfrm>
            <a:off x="697574" y="1777501"/>
            <a:ext cx="2702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an ace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or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an ‘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’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8B33F11-CBFD-F881-ED8A-EB9B33394601}"/>
                  </a:ext>
                </a:extLst>
              </p:cNvPr>
              <p:cNvSpPr txBox="1"/>
              <p:nvPr/>
            </p:nvSpPr>
            <p:spPr>
              <a:xfrm>
                <a:off x="496946" y="24361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8B33F11-CBFD-F881-ED8A-EB9B3339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6" y="243616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31F7EE90-DB21-591F-0B4B-CB2F644D66C1}"/>
              </a:ext>
            </a:extLst>
          </p:cNvPr>
          <p:cNvSpPr txBox="1"/>
          <p:nvPr/>
        </p:nvSpPr>
        <p:spPr>
          <a:xfrm>
            <a:off x="790141" y="2266268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08603D8-4E1B-12E1-0414-07922125C70C}"/>
                  </a:ext>
                </a:extLst>
              </p:cNvPr>
              <p:cNvSpPr txBox="1"/>
              <p:nvPr/>
            </p:nvSpPr>
            <p:spPr>
              <a:xfrm>
                <a:off x="1047784" y="22476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08603D8-4E1B-12E1-0414-07922125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84" y="224765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EE478BA4-5F13-93D4-74F3-76B110A1C286}"/>
              </a:ext>
            </a:extLst>
          </p:cNvPr>
          <p:cNvSpPr txBox="1"/>
          <p:nvPr/>
        </p:nvSpPr>
        <p:spPr>
          <a:xfrm>
            <a:off x="1269083" y="2266268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4B66424-86CC-0399-000F-5FCCA0D698FC}"/>
              </a:ext>
            </a:extLst>
          </p:cNvPr>
          <p:cNvCxnSpPr>
            <a:cxnSpLocks/>
          </p:cNvCxnSpPr>
          <p:nvPr/>
        </p:nvCxnSpPr>
        <p:spPr>
          <a:xfrm>
            <a:off x="839416" y="2636216"/>
            <a:ext cx="75863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F198651-DF8C-8EEC-20E1-0B090840CCB2}"/>
              </a:ext>
            </a:extLst>
          </p:cNvPr>
          <p:cNvSpPr txBox="1"/>
          <p:nvPr/>
        </p:nvSpPr>
        <p:spPr>
          <a:xfrm>
            <a:off x="953711" y="2624670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09337D6-29D4-7DEE-B67C-7B106972D082}"/>
                  </a:ext>
                </a:extLst>
              </p:cNvPr>
              <p:cNvSpPr txBox="1"/>
              <p:nvPr/>
            </p:nvSpPr>
            <p:spPr>
              <a:xfrm>
                <a:off x="496946" y="30840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09337D6-29D4-7DEE-B67C-7B106972D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6" y="308406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A4F623D0-5BF8-FBEA-CE17-DE3595223574}"/>
              </a:ext>
            </a:extLst>
          </p:cNvPr>
          <p:cNvGrpSpPr/>
          <p:nvPr/>
        </p:nvGrpSpPr>
        <p:grpSpPr>
          <a:xfrm>
            <a:off x="790141" y="2914068"/>
            <a:ext cx="530915" cy="786538"/>
            <a:chOff x="2809544" y="4671588"/>
            <a:chExt cx="530915" cy="786538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6367EE4F-1B4C-8BDB-20E3-2E43503B91C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6C6697BB-DB9A-6096-0B5A-2BCBD54929C3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976B6074-10DC-E0AD-FC02-14F99A39670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9F10E1C1-7983-8426-BCD3-E33965277C23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20F07D7-3294-6D72-0800-C51718341E72}"/>
              </a:ext>
            </a:extLst>
          </p:cNvPr>
          <p:cNvSpPr txBox="1"/>
          <p:nvPr/>
        </p:nvSpPr>
        <p:spPr>
          <a:xfrm>
            <a:off x="12095" y="3821675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C9061B8-DA3D-0FF8-0F4B-9D1E00CCCA74}"/>
              </a:ext>
            </a:extLst>
          </p:cNvPr>
          <p:cNvSpPr txBox="1"/>
          <p:nvPr/>
        </p:nvSpPr>
        <p:spPr>
          <a:xfrm>
            <a:off x="673754" y="3796051"/>
            <a:ext cx="2789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a black face card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E3A9FA6-22DF-3298-D5A5-7FE33F107ECD}"/>
                  </a:ext>
                </a:extLst>
              </p:cNvPr>
              <p:cNvSpPr txBox="1"/>
              <p:nvPr/>
            </p:nvSpPr>
            <p:spPr>
              <a:xfrm>
                <a:off x="496946" y="42859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E3A9FA6-22DF-3298-D5A5-7FE33F107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6" y="428590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56D101-7F4B-B83C-8B84-10987BAE0DF7}"/>
              </a:ext>
            </a:extLst>
          </p:cNvPr>
          <p:cNvSpPr txBox="1"/>
          <p:nvPr/>
        </p:nvSpPr>
        <p:spPr>
          <a:xfrm>
            <a:off x="874408" y="4140354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6</a:t>
            </a: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E7937B86-C079-E930-39E7-1496D638815E}"/>
              </a:ext>
            </a:extLst>
          </p:cNvPr>
          <p:cNvCxnSpPr>
            <a:cxnSpLocks/>
          </p:cNvCxnSpPr>
          <p:nvPr/>
        </p:nvCxnSpPr>
        <p:spPr>
          <a:xfrm>
            <a:off x="846557" y="4476265"/>
            <a:ext cx="407169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A7D07E4-7B59-5CA1-E874-3E1BA3098596}"/>
              </a:ext>
            </a:extLst>
          </p:cNvPr>
          <p:cNvSpPr txBox="1"/>
          <p:nvPr/>
        </p:nvSpPr>
        <p:spPr>
          <a:xfrm>
            <a:off x="779641" y="4508119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AE7F416-D757-9863-C291-5C9657950526}"/>
                  </a:ext>
                </a:extLst>
              </p:cNvPr>
              <p:cNvSpPr txBox="1"/>
              <p:nvPr/>
            </p:nvSpPr>
            <p:spPr>
              <a:xfrm>
                <a:off x="490392" y="49551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AE7F416-D757-9863-C291-5C9657950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2" y="495513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35568508-0EB5-2CBF-649C-DDB1A42EE132}"/>
              </a:ext>
            </a:extLst>
          </p:cNvPr>
          <p:cNvGrpSpPr/>
          <p:nvPr/>
        </p:nvGrpSpPr>
        <p:grpSpPr>
          <a:xfrm>
            <a:off x="738168" y="4802702"/>
            <a:ext cx="530915" cy="786538"/>
            <a:chOff x="2809544" y="4671588"/>
            <a:chExt cx="530915" cy="786538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E40DBC8F-CC60-F05D-F541-CFC83ADE975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9F8456E1-7977-E1D4-66F2-E8AE838A128C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83B3CE01-F5EE-E3C3-8E78-E4CB322314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964776C-BCFF-19C6-7588-8A9413CAF7DF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97B5919-E800-B5AF-2357-9AAF38050630}"/>
              </a:ext>
            </a:extLst>
          </p:cNvPr>
          <p:cNvSpPr txBox="1"/>
          <p:nvPr/>
        </p:nvSpPr>
        <p:spPr>
          <a:xfrm>
            <a:off x="0" y="5578467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c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6B23ADC-AAEB-1ACF-0DB9-269BE4CD5F89}"/>
              </a:ext>
            </a:extLst>
          </p:cNvPr>
          <p:cNvSpPr txBox="1"/>
          <p:nvPr/>
        </p:nvSpPr>
        <p:spPr>
          <a:xfrm>
            <a:off x="834518" y="5982498"/>
            <a:ext cx="530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FD4C586E-197A-FC3D-B7AD-8DFDB790AE3E}"/>
                  </a:ext>
                </a:extLst>
              </p:cNvPr>
              <p:cNvSpPr txBox="1"/>
              <p:nvPr/>
            </p:nvSpPr>
            <p:spPr>
              <a:xfrm>
                <a:off x="1238783" y="5959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FD4C586E-197A-FC3D-B7AD-8DFDB790A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783" y="5959962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F23F1A88-C7AB-CCDD-E7D9-485D9F954C28}"/>
              </a:ext>
            </a:extLst>
          </p:cNvPr>
          <p:cNvSpPr txBox="1"/>
          <p:nvPr/>
        </p:nvSpPr>
        <p:spPr>
          <a:xfrm>
            <a:off x="1460082" y="5978577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5DA6F6D-A672-A724-7D13-483C75E8BBAF}"/>
                  </a:ext>
                </a:extLst>
              </p:cNvPr>
              <p:cNvSpPr txBox="1"/>
              <p:nvPr/>
            </p:nvSpPr>
            <p:spPr>
              <a:xfrm>
                <a:off x="1695855" y="5959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5DA6F6D-A672-A724-7D13-483C75E8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855" y="5959962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55">
            <a:extLst>
              <a:ext uri="{FF2B5EF4-FFF2-40B4-BE49-F238E27FC236}">
                <a16:creationId xmlns:a16="http://schemas.microsoft.com/office/drawing/2014/main" id="{9109E494-3F28-EAF4-05A6-FB3054BC8FB9}"/>
              </a:ext>
            </a:extLst>
          </p:cNvPr>
          <p:cNvSpPr txBox="1"/>
          <p:nvPr/>
        </p:nvSpPr>
        <p:spPr>
          <a:xfrm>
            <a:off x="1917154" y="5978577"/>
            <a:ext cx="362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4269E9E3-08FD-58A1-043E-C538BCC0F827}"/>
              </a:ext>
            </a:extLst>
          </p:cNvPr>
          <p:cNvSpPr txBox="1"/>
          <p:nvPr/>
        </p:nvSpPr>
        <p:spPr>
          <a:xfrm>
            <a:off x="556956" y="5565919"/>
            <a:ext cx="3090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a diamond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or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a ‘K’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13337E6-7210-35BB-5C7F-AFDE040C4598}"/>
                  </a:ext>
                </a:extLst>
              </p:cNvPr>
              <p:cNvSpPr txBox="1"/>
              <p:nvPr/>
            </p:nvSpPr>
            <p:spPr>
              <a:xfrm>
                <a:off x="498234" y="61507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13337E6-7210-35BB-5C7F-AFDE040C4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4" y="6150769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A74E2033-2EA2-AA2E-0708-9D1998B14E7D}"/>
              </a:ext>
            </a:extLst>
          </p:cNvPr>
          <p:cNvCxnSpPr>
            <a:cxnSpLocks/>
          </p:cNvCxnSpPr>
          <p:nvPr/>
        </p:nvCxnSpPr>
        <p:spPr>
          <a:xfrm flipV="1">
            <a:off x="881698" y="6350824"/>
            <a:ext cx="1350952" cy="3922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2310005-56B5-57D4-FD10-93029B19BE80}"/>
              </a:ext>
            </a:extLst>
          </p:cNvPr>
          <p:cNvSpPr txBox="1"/>
          <p:nvPr/>
        </p:nvSpPr>
        <p:spPr>
          <a:xfrm>
            <a:off x="1299735" y="6340241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695BD93-5DF1-E6CF-E170-FF1A5FBCFA24}"/>
                  </a:ext>
                </a:extLst>
              </p:cNvPr>
              <p:cNvSpPr txBox="1"/>
              <p:nvPr/>
            </p:nvSpPr>
            <p:spPr>
              <a:xfrm>
                <a:off x="2335985" y="6140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695BD93-5DF1-E6CF-E170-FF1A5FBCF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985" y="614018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92890A91-225C-5791-C4E0-0744BA641AF9}"/>
              </a:ext>
            </a:extLst>
          </p:cNvPr>
          <p:cNvGrpSpPr/>
          <p:nvPr/>
        </p:nvGrpSpPr>
        <p:grpSpPr>
          <a:xfrm>
            <a:off x="2625918" y="5978577"/>
            <a:ext cx="530915" cy="786538"/>
            <a:chOff x="2809544" y="4671588"/>
            <a:chExt cx="530915" cy="786538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38A692B3-616D-4C39-E9C4-D55A32E5B48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237501C0-8CDB-E8AB-341F-446C9C48E6BB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7FC6A714-B2AB-D30F-DD04-0D820D4DADE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62D3A20-A4B0-2AA0-AD0A-B07B59FD78F8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765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31" grpId="0"/>
      <p:bldP spid="32" grpId="0"/>
      <p:bldP spid="38" grpId="0"/>
      <p:bldP spid="39" grpId="0"/>
      <p:bldP spid="40" grpId="0"/>
      <p:bldP spid="41" grpId="0"/>
      <p:bldP spid="43" grpId="0"/>
      <p:bldP spid="45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0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0D821EB-8C01-0A2C-3711-A165C6C4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88640"/>
            <a:ext cx="9657143" cy="9238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907C0000-675A-E1C3-42D0-84DDC70B637B}"/>
                  </a:ext>
                </a:extLst>
              </p14:cNvPr>
              <p14:cNvContentPartPr/>
              <p14:nvPr/>
            </p14:nvContentPartPr>
            <p14:xfrm>
              <a:off x="1703513" y="286937"/>
              <a:ext cx="216024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907C0000-675A-E1C3-42D0-84DDC70B63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9597" y="-13428763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11F15456-B572-F759-C1C3-2817CEBC78C2}"/>
                  </a:ext>
                </a:extLst>
              </p14:cNvPr>
              <p14:cNvContentPartPr/>
              <p14:nvPr/>
            </p14:nvContentPartPr>
            <p14:xfrm>
              <a:off x="3468000" y="286936"/>
              <a:ext cx="1259848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11F15456-B572-F759-C1C3-2817CEBC78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13976" y="-13428764"/>
                <a:ext cx="13675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11BB136D-3283-96E4-BC4C-7C343684E8FF}"/>
                  </a:ext>
                </a:extLst>
              </p14:cNvPr>
              <p14:cNvContentPartPr/>
              <p14:nvPr/>
            </p14:nvContentPartPr>
            <p14:xfrm rot="5400000">
              <a:off x="5641092" y="813854"/>
              <a:ext cx="432049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11BB136D-3283-96E4-BC4C-7C343684E8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5587131" y="-12901846"/>
                <a:ext cx="5396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A468A0E8-1F9D-33C3-60B7-22F28751D126}"/>
                  </a:ext>
                </a:extLst>
              </p14:cNvPr>
              <p14:cNvContentPartPr/>
              <p14:nvPr/>
            </p14:nvContentPartPr>
            <p14:xfrm>
              <a:off x="7824192" y="814655"/>
              <a:ext cx="124586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A468A0E8-1F9D-33C3-60B7-22F28751D12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0336" y="-12901045"/>
                <a:ext cx="231938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76205276-87F3-28E4-B060-F92C0BE3E3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3424" y="705131"/>
            <a:ext cx="76190" cy="21904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7B9FB87-D002-A75E-E504-120FADC77C71}"/>
              </a:ext>
            </a:extLst>
          </p:cNvPr>
          <p:cNvSpPr txBox="1"/>
          <p:nvPr/>
        </p:nvSpPr>
        <p:spPr>
          <a:xfrm>
            <a:off x="2863749" y="1720452"/>
            <a:ext cx="1788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42E6930-CFE7-6390-9B91-D68E76A24BA2}"/>
                  </a:ext>
                </a:extLst>
              </p:cNvPr>
              <p:cNvSpPr txBox="1"/>
              <p:nvPr/>
            </p:nvSpPr>
            <p:spPr>
              <a:xfrm>
                <a:off x="4504168" y="17204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42E6930-CFE7-6390-9B91-D68E76A24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68" y="172045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C4B85D22-9EED-2A89-69AC-73E2D18519A7}"/>
              </a:ext>
            </a:extLst>
          </p:cNvPr>
          <p:cNvSpPr txBox="1"/>
          <p:nvPr/>
        </p:nvSpPr>
        <p:spPr>
          <a:xfrm>
            <a:off x="4844337" y="1528719"/>
            <a:ext cx="4524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Number of female stuff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4ADFC20-0EF3-285C-D36A-3ED6DD12BE68}"/>
              </a:ext>
            </a:extLst>
          </p:cNvPr>
          <p:cNvCxnSpPr>
            <a:cxnSpLocks/>
          </p:cNvCxnSpPr>
          <p:nvPr/>
        </p:nvCxnSpPr>
        <p:spPr>
          <a:xfrm>
            <a:off x="4879973" y="1924423"/>
            <a:ext cx="3376267" cy="442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FD42907-090E-6CFC-6564-0E5E15046D5D}"/>
              </a:ext>
            </a:extLst>
          </p:cNvPr>
          <p:cNvSpPr txBox="1"/>
          <p:nvPr/>
        </p:nvSpPr>
        <p:spPr>
          <a:xfrm>
            <a:off x="4963302" y="1968677"/>
            <a:ext cx="314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Total number of stuff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32AB9673-F463-52A7-5DC5-D5CA6E4861A2}"/>
              </a:ext>
            </a:extLst>
          </p:cNvPr>
          <p:cNvGrpSpPr/>
          <p:nvPr/>
        </p:nvGrpSpPr>
        <p:grpSpPr>
          <a:xfrm>
            <a:off x="4052917" y="2584642"/>
            <a:ext cx="530915" cy="786538"/>
            <a:chOff x="2809544" y="4671588"/>
            <a:chExt cx="530915" cy="786538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1D2F07B-8C8B-BE6A-D12A-7D1066D39E3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6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1AF77C40-D0D7-1458-5819-B07863968C8E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30687C33-DBDA-96BB-B85F-E7BA5C102A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BB141E-D659-AAC5-4CB3-713EDC0536F8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17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CD5D70-036E-926C-2867-687BF8E44B91}"/>
                  </a:ext>
                </a:extLst>
              </p:cNvPr>
              <p:cNvSpPr txBox="1"/>
              <p:nvPr/>
            </p:nvSpPr>
            <p:spPr>
              <a:xfrm>
                <a:off x="4504168" y="27474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CD5D70-036E-926C-2867-687BF8E4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68" y="2747453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425F5667-4F5A-94A7-4B3E-14ABD3DA1745}"/>
              </a:ext>
            </a:extLst>
          </p:cNvPr>
          <p:cNvSpPr txBox="1"/>
          <p:nvPr/>
        </p:nvSpPr>
        <p:spPr>
          <a:xfrm>
            <a:off x="5148318" y="2561628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72BB729-FBD1-AAB5-EC1A-E9009DD25EF3}"/>
              </a:ext>
            </a:extLst>
          </p:cNvPr>
          <p:cNvCxnSpPr>
            <a:cxnSpLocks/>
          </p:cNvCxnSpPr>
          <p:nvPr/>
        </p:nvCxnSpPr>
        <p:spPr>
          <a:xfrm>
            <a:off x="4879973" y="2939720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80FC8C2-3322-D012-F6C4-8E28D0AF5631}"/>
              </a:ext>
            </a:extLst>
          </p:cNvPr>
          <p:cNvSpPr txBox="1"/>
          <p:nvPr/>
        </p:nvSpPr>
        <p:spPr>
          <a:xfrm>
            <a:off x="4867790" y="2941425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C0E32AF-6A67-D4A0-91CD-7E56FDF37C1F}"/>
                  </a:ext>
                </a:extLst>
              </p:cNvPr>
              <p:cNvSpPr txBox="1"/>
              <p:nvPr/>
            </p:nvSpPr>
            <p:spPr>
              <a:xfrm>
                <a:off x="5100076" y="29272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C0E32AF-6A67-D4A0-91CD-7E56FDF37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076" y="292723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DD890803-5E97-DF23-44A5-FD43FA41C4F1}"/>
              </a:ext>
            </a:extLst>
          </p:cNvPr>
          <p:cNvSpPr txBox="1"/>
          <p:nvPr/>
        </p:nvSpPr>
        <p:spPr>
          <a:xfrm>
            <a:off x="5312873" y="2971070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33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685EF86-C145-C67B-0ECD-5C5D1BDBE7D7}"/>
              </a:ext>
            </a:extLst>
          </p:cNvPr>
          <p:cNvSpPr txBox="1"/>
          <p:nvPr/>
        </p:nvSpPr>
        <p:spPr>
          <a:xfrm>
            <a:off x="4799856" y="3459157"/>
            <a:ext cx="7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17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A537348-7961-5BFE-A5DD-413407C05357}"/>
                  </a:ext>
                </a:extLst>
              </p:cNvPr>
              <p:cNvSpPr txBox="1"/>
              <p:nvPr/>
            </p:nvSpPr>
            <p:spPr>
              <a:xfrm>
                <a:off x="4510137" y="34591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A537348-7961-5BFE-A5DD-413407C05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137" y="345915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57E14851-B04B-BDD8-D41D-2FB98FA37242}"/>
              </a:ext>
            </a:extLst>
          </p:cNvPr>
          <p:cNvSpPr txBox="1"/>
          <p:nvPr/>
        </p:nvSpPr>
        <p:spPr>
          <a:xfrm>
            <a:off x="3224075" y="3459157"/>
            <a:ext cx="585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6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EFD763-A2EE-7587-424E-E28EF29F1D00}"/>
                  </a:ext>
                </a:extLst>
              </p:cNvPr>
              <p:cNvSpPr txBox="1"/>
              <p:nvPr/>
            </p:nvSpPr>
            <p:spPr>
              <a:xfrm>
                <a:off x="3658662" y="34591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EFD763-A2EE-7587-424E-E28EF29F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662" y="345915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113203D-7A7B-D153-BF8B-A95D67B998C9}"/>
              </a:ext>
            </a:extLst>
          </p:cNvPr>
          <p:cNvSpPr txBox="1"/>
          <p:nvPr/>
        </p:nvSpPr>
        <p:spPr>
          <a:xfrm>
            <a:off x="3895207" y="3459157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198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1090347-B919-432B-C4AA-4F0D82D56016}"/>
              </a:ext>
            </a:extLst>
          </p:cNvPr>
          <p:cNvSpPr txBox="1"/>
          <p:nvPr/>
        </p:nvSpPr>
        <p:spPr>
          <a:xfrm>
            <a:off x="4204155" y="4037002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922A700-36CD-90F9-99E2-5789E978425A}"/>
                  </a:ext>
                </a:extLst>
              </p:cNvPr>
              <p:cNvSpPr txBox="1"/>
              <p:nvPr/>
            </p:nvSpPr>
            <p:spPr>
              <a:xfrm>
                <a:off x="4517566" y="40216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922A700-36CD-90F9-99E2-5789E978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66" y="402163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26266DD1-F3CC-53EB-81ED-DF68CDBAA445}"/>
              </a:ext>
            </a:extLst>
          </p:cNvPr>
          <p:cNvSpPr txBox="1"/>
          <p:nvPr/>
        </p:nvSpPr>
        <p:spPr>
          <a:xfrm>
            <a:off x="4789582" y="4037002"/>
            <a:ext cx="53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7167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22" grpId="0"/>
      <p:bldP spid="2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5B3A58-39F6-C2D6-18BE-10480F75A7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72008" cy="1867245"/>
          </a:xfrm>
          <a:prstGeom prst="rect">
            <a:avLst/>
          </a:prstGeom>
        </p:spPr>
      </p:pic>
      <p:sp>
        <p:nvSpPr>
          <p:cNvPr id="6" name="文字方塊 23">
            <a:extLst>
              <a:ext uri="{FF2B5EF4-FFF2-40B4-BE49-F238E27FC236}">
                <a16:creationId xmlns:a16="http://schemas.microsoft.com/office/drawing/2014/main" id="{DB710EAD-EB70-2173-A87E-894D878851E8}"/>
              </a:ext>
            </a:extLst>
          </p:cNvPr>
          <p:cNvSpPr txBox="1"/>
          <p:nvPr/>
        </p:nvSpPr>
        <p:spPr>
          <a:xfrm>
            <a:off x="501202" y="1867245"/>
            <a:ext cx="6248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be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number of cartons of lemon tea. </a:t>
            </a:r>
          </a:p>
        </p:txBody>
      </p:sp>
      <p:sp>
        <p:nvSpPr>
          <p:cNvPr id="7" name="文字方塊 23">
            <a:extLst>
              <a:ext uri="{FF2B5EF4-FFF2-40B4-BE49-F238E27FC236}">
                <a16:creationId xmlns:a16="http://schemas.microsoft.com/office/drawing/2014/main" id="{CDC7C971-DA58-C613-4ABA-6AB2749C6A44}"/>
              </a:ext>
            </a:extLst>
          </p:cNvPr>
          <p:cNvSpPr txBox="1"/>
          <p:nvPr/>
        </p:nvSpPr>
        <p:spPr>
          <a:xfrm>
            <a:off x="501202" y="2267355"/>
            <a:ext cx="6248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Then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number of cartons of apple juice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9" name="文字方塊 29">
            <a:extLst>
              <a:ext uri="{FF2B5EF4-FFF2-40B4-BE49-F238E27FC236}">
                <a16:creationId xmlns:a16="http://schemas.microsoft.com/office/drawing/2014/main" id="{EB820B02-CB90-0EA0-2DA0-C57F63BEA633}"/>
              </a:ext>
            </a:extLst>
          </p:cNvPr>
          <p:cNvSpPr txBox="1"/>
          <p:nvPr/>
        </p:nvSpPr>
        <p:spPr>
          <a:xfrm>
            <a:off x="7612671" y="2272569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)</a:t>
            </a:r>
          </a:p>
        </p:txBody>
      </p:sp>
      <p:sp>
        <p:nvSpPr>
          <p:cNvPr id="10" name="文字方塊 35">
            <a:extLst>
              <a:ext uri="{FF2B5EF4-FFF2-40B4-BE49-F238E27FC236}">
                <a16:creationId xmlns:a16="http://schemas.microsoft.com/office/drawing/2014/main" id="{FC27DE97-C0A0-157E-7EC8-196AB16DE020}"/>
              </a:ext>
            </a:extLst>
          </p:cNvPr>
          <p:cNvSpPr txBox="1"/>
          <p:nvPr/>
        </p:nvSpPr>
        <p:spPr>
          <a:xfrm>
            <a:off x="6561967" y="226735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31">
                <a:extLst>
                  <a:ext uri="{FF2B5EF4-FFF2-40B4-BE49-F238E27FC236}">
                    <a16:creationId xmlns:a16="http://schemas.microsoft.com/office/drawing/2014/main" id="{9654AC13-216A-1CC8-655C-1681AE6A7786}"/>
                  </a:ext>
                </a:extLst>
              </p:cNvPr>
              <p:cNvSpPr txBox="1"/>
              <p:nvPr/>
            </p:nvSpPr>
            <p:spPr>
              <a:xfrm>
                <a:off x="6985001" y="22673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31">
                <a:extLst>
                  <a:ext uri="{FF2B5EF4-FFF2-40B4-BE49-F238E27FC236}">
                    <a16:creationId xmlns:a16="http://schemas.microsoft.com/office/drawing/2014/main" id="{9654AC13-216A-1CC8-655C-1681AE6A7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1" y="2267355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33">
            <a:extLst>
              <a:ext uri="{FF2B5EF4-FFF2-40B4-BE49-F238E27FC236}">
                <a16:creationId xmlns:a16="http://schemas.microsoft.com/office/drawing/2014/main" id="{8EC1CE3D-B5DF-31BE-304F-8046D80FF7C5}"/>
              </a:ext>
            </a:extLst>
          </p:cNvPr>
          <p:cNvSpPr txBox="1"/>
          <p:nvPr/>
        </p:nvSpPr>
        <p:spPr>
          <a:xfrm>
            <a:off x="7251137" y="2290389"/>
            <a:ext cx="54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20</a:t>
            </a:r>
          </a:p>
        </p:txBody>
      </p:sp>
      <p:sp>
        <p:nvSpPr>
          <p:cNvPr id="13" name="文字方塊 29">
            <a:extLst>
              <a:ext uri="{FF2B5EF4-FFF2-40B4-BE49-F238E27FC236}">
                <a16:creationId xmlns:a16="http://schemas.microsoft.com/office/drawing/2014/main" id="{1588EEE7-6198-5E02-9D97-939A4FAF92BC}"/>
              </a:ext>
            </a:extLst>
          </p:cNvPr>
          <p:cNvSpPr txBox="1"/>
          <p:nvPr/>
        </p:nvSpPr>
        <p:spPr>
          <a:xfrm>
            <a:off x="6704224" y="2267355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4" name="文字方塊 23">
            <a:extLst>
              <a:ext uri="{FF2B5EF4-FFF2-40B4-BE49-F238E27FC236}">
                <a16:creationId xmlns:a16="http://schemas.microsoft.com/office/drawing/2014/main" id="{5C1F8F58-1B57-B2CA-6348-EE145243F8FC}"/>
              </a:ext>
            </a:extLst>
          </p:cNvPr>
          <p:cNvSpPr txBox="1"/>
          <p:nvPr/>
        </p:nvSpPr>
        <p:spPr>
          <a:xfrm>
            <a:off x="498577" y="2767709"/>
            <a:ext cx="6248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number of cartons of orange juice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5" name="文字方塊 29">
            <a:extLst>
              <a:ext uri="{FF2B5EF4-FFF2-40B4-BE49-F238E27FC236}">
                <a16:creationId xmlns:a16="http://schemas.microsoft.com/office/drawing/2014/main" id="{EF822CBA-C66F-ED11-2F2B-09A3AEF6E758}"/>
              </a:ext>
            </a:extLst>
          </p:cNvPr>
          <p:cNvSpPr txBox="1"/>
          <p:nvPr/>
        </p:nvSpPr>
        <p:spPr>
          <a:xfrm>
            <a:off x="6972323" y="2806394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7" name="直線接點 46">
            <a:extLst>
              <a:ext uri="{FF2B5EF4-FFF2-40B4-BE49-F238E27FC236}">
                <a16:creationId xmlns:a16="http://schemas.microsoft.com/office/drawing/2014/main" id="{99E4E848-A105-52EB-A01E-4690C5CC1156}"/>
              </a:ext>
            </a:extLst>
          </p:cNvPr>
          <p:cNvCxnSpPr>
            <a:cxnSpLocks/>
          </p:cNvCxnSpPr>
          <p:nvPr/>
        </p:nvCxnSpPr>
        <p:spPr>
          <a:xfrm>
            <a:off x="6692620" y="2991356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33">
            <a:extLst>
              <a:ext uri="{FF2B5EF4-FFF2-40B4-BE49-F238E27FC236}">
                <a16:creationId xmlns:a16="http://schemas.microsoft.com/office/drawing/2014/main" id="{EEB7C257-7645-455C-6AAB-4134CE1BF33E}"/>
              </a:ext>
            </a:extLst>
          </p:cNvPr>
          <p:cNvSpPr txBox="1"/>
          <p:nvPr/>
        </p:nvSpPr>
        <p:spPr>
          <a:xfrm>
            <a:off x="6676635" y="2669055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19" name="文字方塊 33">
            <a:extLst>
              <a:ext uri="{FF2B5EF4-FFF2-40B4-BE49-F238E27FC236}">
                <a16:creationId xmlns:a16="http://schemas.microsoft.com/office/drawing/2014/main" id="{9B2628D3-CBFD-F99A-0384-100653E967DC}"/>
              </a:ext>
            </a:extLst>
          </p:cNvPr>
          <p:cNvSpPr txBox="1"/>
          <p:nvPr/>
        </p:nvSpPr>
        <p:spPr>
          <a:xfrm>
            <a:off x="6635071" y="2991356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筆跡 5">
                <a:extLst>
                  <a:ext uri="{FF2B5EF4-FFF2-40B4-BE49-F238E27FC236}">
                    <a16:creationId xmlns:a16="http://schemas.microsoft.com/office/drawing/2014/main" id="{8D50E89A-3B7A-2704-D320-8B23FE6D8A95}"/>
                  </a:ext>
                </a:extLst>
              </p14:cNvPr>
              <p14:cNvContentPartPr/>
              <p14:nvPr/>
            </p14:nvContentPartPr>
            <p14:xfrm>
              <a:off x="5991289" y="1544944"/>
              <a:ext cx="2047118" cy="45719"/>
            </p14:xfrm>
          </p:contentPart>
        </mc:Choice>
        <mc:Fallback xmlns="">
          <p:pic>
            <p:nvPicPr>
              <p:cNvPr id="21" name="筆跡 5">
                <a:extLst>
                  <a:ext uri="{FF2B5EF4-FFF2-40B4-BE49-F238E27FC236}">
                    <a16:creationId xmlns:a16="http://schemas.microsoft.com/office/drawing/2014/main" id="{8D50E89A-3B7A-2704-D320-8B23FE6D8A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7256" y="-12170756"/>
                <a:ext cx="2154823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3">
            <a:extLst>
              <a:ext uri="{FF2B5EF4-FFF2-40B4-BE49-F238E27FC236}">
                <a16:creationId xmlns:a16="http://schemas.microsoft.com/office/drawing/2014/main" id="{F4DA90C4-BA30-201F-6491-9D16D4E6A8BF}"/>
              </a:ext>
            </a:extLst>
          </p:cNvPr>
          <p:cNvSpPr txBox="1"/>
          <p:nvPr/>
        </p:nvSpPr>
        <p:spPr>
          <a:xfrm>
            <a:off x="498578" y="3385172"/>
            <a:ext cx="476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Total number of cartons of drinks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7">
                <a:extLst>
                  <a:ext uri="{FF2B5EF4-FFF2-40B4-BE49-F238E27FC236}">
                    <a16:creationId xmlns:a16="http://schemas.microsoft.com/office/drawing/2014/main" id="{DF652DC2-D274-5614-D7D8-F160765100B6}"/>
                  </a:ext>
                </a:extLst>
              </p:cNvPr>
              <p:cNvSpPr txBox="1"/>
              <p:nvPr/>
            </p:nvSpPr>
            <p:spPr>
              <a:xfrm>
                <a:off x="5187099" y="33417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7">
                <a:extLst>
                  <a:ext uri="{FF2B5EF4-FFF2-40B4-BE49-F238E27FC236}">
                    <a16:creationId xmlns:a16="http://schemas.microsoft.com/office/drawing/2014/main" id="{DF652DC2-D274-5614-D7D8-F16076510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099" y="3341773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9">
            <a:extLst>
              <a:ext uri="{FF2B5EF4-FFF2-40B4-BE49-F238E27FC236}">
                <a16:creationId xmlns:a16="http://schemas.microsoft.com/office/drawing/2014/main" id="{BD65B8D8-7A18-DCE5-65E3-BE3D85B23C1F}"/>
              </a:ext>
            </a:extLst>
          </p:cNvPr>
          <p:cNvSpPr txBox="1"/>
          <p:nvPr/>
        </p:nvSpPr>
        <p:spPr>
          <a:xfrm>
            <a:off x="5445879" y="3363777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5" name="文字方塊 29">
            <a:extLst>
              <a:ext uri="{FF2B5EF4-FFF2-40B4-BE49-F238E27FC236}">
                <a16:creationId xmlns:a16="http://schemas.microsoft.com/office/drawing/2014/main" id="{FB766F1E-C677-849C-1364-747A4309C721}"/>
              </a:ext>
            </a:extLst>
          </p:cNvPr>
          <p:cNvSpPr txBox="1"/>
          <p:nvPr/>
        </p:nvSpPr>
        <p:spPr>
          <a:xfrm>
            <a:off x="7130172" y="335376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Lucida Calligraphy" panose="03010101010101010101" pitchFamily="66" charset="0"/>
              </a:rPr>
              <a:t>)</a:t>
            </a:r>
          </a:p>
        </p:txBody>
      </p:sp>
      <p:sp>
        <p:nvSpPr>
          <p:cNvPr id="26" name="文字方塊 35">
            <a:extLst>
              <a:ext uri="{FF2B5EF4-FFF2-40B4-BE49-F238E27FC236}">
                <a16:creationId xmlns:a16="http://schemas.microsoft.com/office/drawing/2014/main" id="{B7127EA0-DBBD-0EF3-1EDA-A4245A0519FA}"/>
              </a:ext>
            </a:extLst>
          </p:cNvPr>
          <p:cNvSpPr txBox="1"/>
          <p:nvPr/>
        </p:nvSpPr>
        <p:spPr>
          <a:xfrm>
            <a:off x="6058140" y="335376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31">
                <a:extLst>
                  <a:ext uri="{FF2B5EF4-FFF2-40B4-BE49-F238E27FC236}">
                    <a16:creationId xmlns:a16="http://schemas.microsoft.com/office/drawing/2014/main" id="{0286F37A-CBD0-44ED-0A33-392C0B74B80B}"/>
                  </a:ext>
                </a:extLst>
              </p:cNvPr>
              <p:cNvSpPr txBox="1"/>
              <p:nvPr/>
            </p:nvSpPr>
            <p:spPr>
              <a:xfrm>
                <a:off x="6481174" y="33537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31">
                <a:extLst>
                  <a:ext uri="{FF2B5EF4-FFF2-40B4-BE49-F238E27FC236}">
                    <a16:creationId xmlns:a16="http://schemas.microsoft.com/office/drawing/2014/main" id="{0286F37A-CBD0-44ED-0A33-392C0B74B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174" y="3353768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33">
            <a:extLst>
              <a:ext uri="{FF2B5EF4-FFF2-40B4-BE49-F238E27FC236}">
                <a16:creationId xmlns:a16="http://schemas.microsoft.com/office/drawing/2014/main" id="{25F0545B-EC09-219F-C79E-BE6BA9864EBB}"/>
              </a:ext>
            </a:extLst>
          </p:cNvPr>
          <p:cNvSpPr txBox="1"/>
          <p:nvPr/>
        </p:nvSpPr>
        <p:spPr>
          <a:xfrm>
            <a:off x="6712975" y="3360282"/>
            <a:ext cx="556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Lucida Handwriting" panose="03010101010101010101" pitchFamily="66" charset="0"/>
              </a:rPr>
              <a:t>20</a:t>
            </a:r>
          </a:p>
        </p:txBody>
      </p:sp>
      <p:sp>
        <p:nvSpPr>
          <p:cNvPr id="29" name="文字方塊 29">
            <a:extLst>
              <a:ext uri="{FF2B5EF4-FFF2-40B4-BE49-F238E27FC236}">
                <a16:creationId xmlns:a16="http://schemas.microsoft.com/office/drawing/2014/main" id="{470B524F-63B1-F0D2-4B02-E683411CE4AA}"/>
              </a:ext>
            </a:extLst>
          </p:cNvPr>
          <p:cNvSpPr txBox="1"/>
          <p:nvPr/>
        </p:nvSpPr>
        <p:spPr>
          <a:xfrm>
            <a:off x="6195357" y="3353768"/>
            <a:ext cx="365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C0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6">
                <a:extLst>
                  <a:ext uri="{FF2B5EF4-FFF2-40B4-BE49-F238E27FC236}">
                    <a16:creationId xmlns:a16="http://schemas.microsoft.com/office/drawing/2014/main" id="{239A9E29-0D4D-26B6-AB6E-235A7DC6D5EF}"/>
                  </a:ext>
                </a:extLst>
              </p:cNvPr>
              <p:cNvSpPr txBox="1"/>
              <p:nvPr/>
            </p:nvSpPr>
            <p:spPr>
              <a:xfrm>
                <a:off x="5741567" y="33537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26">
                <a:extLst>
                  <a:ext uri="{FF2B5EF4-FFF2-40B4-BE49-F238E27FC236}">
                    <a16:creationId xmlns:a16="http://schemas.microsoft.com/office/drawing/2014/main" id="{239A9E29-0D4D-26B6-AB6E-235A7DC6D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567" y="3353768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26">
                <a:extLst>
                  <a:ext uri="{FF2B5EF4-FFF2-40B4-BE49-F238E27FC236}">
                    <a16:creationId xmlns:a16="http://schemas.microsoft.com/office/drawing/2014/main" id="{C4672AAA-2243-DAD7-5B3F-EB6E1294B10B}"/>
                  </a:ext>
                </a:extLst>
              </p:cNvPr>
              <p:cNvSpPr txBox="1"/>
              <p:nvPr/>
            </p:nvSpPr>
            <p:spPr>
              <a:xfrm>
                <a:off x="7331379" y="33537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26">
                <a:extLst>
                  <a:ext uri="{FF2B5EF4-FFF2-40B4-BE49-F238E27FC236}">
                    <a16:creationId xmlns:a16="http://schemas.microsoft.com/office/drawing/2014/main" id="{C4672AAA-2243-DAD7-5B3F-EB6E1294B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379" y="335376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29">
            <a:extLst>
              <a:ext uri="{FF2B5EF4-FFF2-40B4-BE49-F238E27FC236}">
                <a16:creationId xmlns:a16="http://schemas.microsoft.com/office/drawing/2014/main" id="{AE169AA3-16DF-34A6-C78C-1349738964BC}"/>
              </a:ext>
            </a:extLst>
          </p:cNvPr>
          <p:cNvSpPr txBox="1"/>
          <p:nvPr/>
        </p:nvSpPr>
        <p:spPr>
          <a:xfrm>
            <a:off x="7981208" y="3385172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3" name="直線接點 46">
            <a:extLst>
              <a:ext uri="{FF2B5EF4-FFF2-40B4-BE49-F238E27FC236}">
                <a16:creationId xmlns:a16="http://schemas.microsoft.com/office/drawing/2014/main" id="{6D82B92F-3FD3-37D5-AC9C-6E829EFB75BF}"/>
              </a:ext>
            </a:extLst>
          </p:cNvPr>
          <p:cNvCxnSpPr>
            <a:cxnSpLocks/>
          </p:cNvCxnSpPr>
          <p:nvPr/>
        </p:nvCxnSpPr>
        <p:spPr>
          <a:xfrm>
            <a:off x="7701505" y="3570134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8AFD751-BC33-C615-EF65-6455FF67F210}"/>
              </a:ext>
            </a:extLst>
          </p:cNvPr>
          <p:cNvSpPr txBox="1"/>
          <p:nvPr/>
        </p:nvSpPr>
        <p:spPr>
          <a:xfrm>
            <a:off x="7685520" y="3247833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35" name="文字方塊 33">
            <a:extLst>
              <a:ext uri="{FF2B5EF4-FFF2-40B4-BE49-F238E27FC236}">
                <a16:creationId xmlns:a16="http://schemas.microsoft.com/office/drawing/2014/main" id="{139AB99D-E5B6-40DE-45D4-3BCF2B84E4B4}"/>
              </a:ext>
            </a:extLst>
          </p:cNvPr>
          <p:cNvSpPr txBox="1"/>
          <p:nvPr/>
        </p:nvSpPr>
        <p:spPr>
          <a:xfrm>
            <a:off x="7643956" y="3570134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17">
                <a:extLst>
                  <a:ext uri="{FF2B5EF4-FFF2-40B4-BE49-F238E27FC236}">
                    <a16:creationId xmlns:a16="http://schemas.microsoft.com/office/drawing/2014/main" id="{083609C3-78AB-3B5D-555E-3755526910BA}"/>
                  </a:ext>
                </a:extLst>
              </p:cNvPr>
              <p:cNvSpPr txBox="1"/>
              <p:nvPr/>
            </p:nvSpPr>
            <p:spPr>
              <a:xfrm>
                <a:off x="8334728" y="33851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17">
                <a:extLst>
                  <a:ext uri="{FF2B5EF4-FFF2-40B4-BE49-F238E27FC236}">
                    <a16:creationId xmlns:a16="http://schemas.microsoft.com/office/drawing/2014/main" id="{083609C3-78AB-3B5D-555E-375552691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728" y="3385172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29">
            <a:extLst>
              <a:ext uri="{FF2B5EF4-FFF2-40B4-BE49-F238E27FC236}">
                <a16:creationId xmlns:a16="http://schemas.microsoft.com/office/drawing/2014/main" id="{10669F31-1176-CF07-57FC-982FAFD0FC8B}"/>
              </a:ext>
            </a:extLst>
          </p:cNvPr>
          <p:cNvSpPr txBox="1"/>
          <p:nvPr/>
        </p:nvSpPr>
        <p:spPr>
          <a:xfrm>
            <a:off x="9007112" y="3385172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8" name="直線接點 46">
            <a:extLst>
              <a:ext uri="{FF2B5EF4-FFF2-40B4-BE49-F238E27FC236}">
                <a16:creationId xmlns:a16="http://schemas.microsoft.com/office/drawing/2014/main" id="{2AF4316B-3B04-28B7-FFAE-AD0A6440DB27}"/>
              </a:ext>
            </a:extLst>
          </p:cNvPr>
          <p:cNvCxnSpPr>
            <a:cxnSpLocks/>
          </p:cNvCxnSpPr>
          <p:nvPr/>
        </p:nvCxnSpPr>
        <p:spPr>
          <a:xfrm>
            <a:off x="8727409" y="3570134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字方塊 33">
            <a:extLst>
              <a:ext uri="{FF2B5EF4-FFF2-40B4-BE49-F238E27FC236}">
                <a16:creationId xmlns:a16="http://schemas.microsoft.com/office/drawing/2014/main" id="{C09DBD9C-131D-7D22-11B5-8F7FE18307B7}"/>
              </a:ext>
            </a:extLst>
          </p:cNvPr>
          <p:cNvSpPr txBox="1"/>
          <p:nvPr/>
        </p:nvSpPr>
        <p:spPr>
          <a:xfrm>
            <a:off x="8711424" y="3247833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40" name="文字方塊 33">
            <a:extLst>
              <a:ext uri="{FF2B5EF4-FFF2-40B4-BE49-F238E27FC236}">
                <a16:creationId xmlns:a16="http://schemas.microsoft.com/office/drawing/2014/main" id="{4DAB2C07-1BCD-B576-65BD-A77C0F4A3D0E}"/>
              </a:ext>
            </a:extLst>
          </p:cNvPr>
          <p:cNvSpPr txBox="1"/>
          <p:nvPr/>
        </p:nvSpPr>
        <p:spPr>
          <a:xfrm>
            <a:off x="8669860" y="3570134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31">
                <a:extLst>
                  <a:ext uri="{FF2B5EF4-FFF2-40B4-BE49-F238E27FC236}">
                    <a16:creationId xmlns:a16="http://schemas.microsoft.com/office/drawing/2014/main" id="{73E944F6-D734-6021-C166-F47C57F4BDB5}"/>
                  </a:ext>
                </a:extLst>
              </p:cNvPr>
              <p:cNvSpPr txBox="1"/>
              <p:nvPr/>
            </p:nvSpPr>
            <p:spPr>
              <a:xfrm>
                <a:off x="9307087" y="33644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31">
                <a:extLst>
                  <a:ext uri="{FF2B5EF4-FFF2-40B4-BE49-F238E27FC236}">
                    <a16:creationId xmlns:a16="http://schemas.microsoft.com/office/drawing/2014/main" id="{73E944F6-D734-6021-C166-F47C57F4B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087" y="3364459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33">
            <a:extLst>
              <a:ext uri="{FF2B5EF4-FFF2-40B4-BE49-F238E27FC236}">
                <a16:creationId xmlns:a16="http://schemas.microsoft.com/office/drawing/2014/main" id="{DECFEDF4-A4FE-BAE8-56F2-0771990A5240}"/>
              </a:ext>
            </a:extLst>
          </p:cNvPr>
          <p:cNvSpPr txBox="1"/>
          <p:nvPr/>
        </p:nvSpPr>
        <p:spPr>
          <a:xfrm>
            <a:off x="9573223" y="3387493"/>
            <a:ext cx="584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54">
                <a:extLst>
                  <a:ext uri="{FF2B5EF4-FFF2-40B4-BE49-F238E27FC236}">
                    <a16:creationId xmlns:a16="http://schemas.microsoft.com/office/drawing/2014/main" id="{D8DE1B7F-3FBF-E99B-B452-4F6543E412CA}"/>
                  </a:ext>
                </a:extLst>
              </p:cNvPr>
              <p:cNvSpPr txBox="1"/>
              <p:nvPr/>
            </p:nvSpPr>
            <p:spPr>
              <a:xfrm>
                <a:off x="210799" y="3884928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54">
                <a:extLst>
                  <a:ext uri="{FF2B5EF4-FFF2-40B4-BE49-F238E27FC236}">
                    <a16:creationId xmlns:a16="http://schemas.microsoft.com/office/drawing/2014/main" id="{D8DE1B7F-3FBF-E99B-B452-4F6543E41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99" y="3884928"/>
                <a:ext cx="29568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23">
            <a:extLst>
              <a:ext uri="{FF2B5EF4-FFF2-40B4-BE49-F238E27FC236}">
                <a16:creationId xmlns:a16="http://schemas.microsoft.com/office/drawing/2014/main" id="{FD8A4AFA-AF69-5481-76BF-C07AE092655E}"/>
              </a:ext>
            </a:extLst>
          </p:cNvPr>
          <p:cNvSpPr txBox="1"/>
          <p:nvPr/>
        </p:nvSpPr>
        <p:spPr>
          <a:xfrm>
            <a:off x="435812" y="3915705"/>
            <a:ext cx="6470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Calligraphy" panose="03010101010101010101" pitchFamily="66" charset="0"/>
              </a:rPr>
              <a:t>Probability of getting a carton of orange juice 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E59EDD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17">
                <a:extLst>
                  <a:ext uri="{FF2B5EF4-FFF2-40B4-BE49-F238E27FC236}">
                    <a16:creationId xmlns:a16="http://schemas.microsoft.com/office/drawing/2014/main" id="{C54F40AC-D3F0-AAF8-4AEF-E9BC61204611}"/>
                  </a:ext>
                </a:extLst>
              </p:cNvPr>
              <p:cNvSpPr txBox="1"/>
              <p:nvPr/>
            </p:nvSpPr>
            <p:spPr>
              <a:xfrm>
                <a:off x="6809007" y="3915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17">
                <a:extLst>
                  <a:ext uri="{FF2B5EF4-FFF2-40B4-BE49-F238E27FC236}">
                    <a16:creationId xmlns:a16="http://schemas.microsoft.com/office/drawing/2014/main" id="{C54F40AC-D3F0-AAF8-4AEF-E9BC6120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007" y="391570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接點 46">
            <a:extLst>
              <a:ext uri="{FF2B5EF4-FFF2-40B4-BE49-F238E27FC236}">
                <a16:creationId xmlns:a16="http://schemas.microsoft.com/office/drawing/2014/main" id="{CF90990A-BF5D-CF67-F0A2-2199C2B272BB}"/>
              </a:ext>
            </a:extLst>
          </p:cNvPr>
          <p:cNvCxnSpPr>
            <a:cxnSpLocks/>
          </p:cNvCxnSpPr>
          <p:nvPr/>
        </p:nvCxnSpPr>
        <p:spPr>
          <a:xfrm>
            <a:off x="7216060" y="4119384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字方塊 33">
            <a:extLst>
              <a:ext uri="{FF2B5EF4-FFF2-40B4-BE49-F238E27FC236}">
                <a16:creationId xmlns:a16="http://schemas.microsoft.com/office/drawing/2014/main" id="{2A51B1F6-CA7B-1A55-7EB6-EAD283A25FE2}"/>
              </a:ext>
            </a:extLst>
          </p:cNvPr>
          <p:cNvSpPr txBox="1"/>
          <p:nvPr/>
        </p:nvSpPr>
        <p:spPr>
          <a:xfrm>
            <a:off x="7191445" y="3789574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52" name="文字方塊 33">
            <a:extLst>
              <a:ext uri="{FF2B5EF4-FFF2-40B4-BE49-F238E27FC236}">
                <a16:creationId xmlns:a16="http://schemas.microsoft.com/office/drawing/2014/main" id="{A7B67202-038B-03E1-1E8B-41B17FB10306}"/>
              </a:ext>
            </a:extLst>
          </p:cNvPr>
          <p:cNvSpPr txBox="1"/>
          <p:nvPr/>
        </p:nvSpPr>
        <p:spPr>
          <a:xfrm>
            <a:off x="7176996" y="4136999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260">
                <a:extLst>
                  <a:ext uri="{FF2B5EF4-FFF2-40B4-BE49-F238E27FC236}">
                    <a16:creationId xmlns:a16="http://schemas.microsoft.com/office/drawing/2014/main" id="{89036726-E820-69B4-9EB6-052B11808E2A}"/>
                  </a:ext>
                </a:extLst>
              </p:cNvPr>
              <p:cNvSpPr txBox="1"/>
              <p:nvPr/>
            </p:nvSpPr>
            <p:spPr>
              <a:xfrm>
                <a:off x="210799" y="487151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260">
                <a:extLst>
                  <a:ext uri="{FF2B5EF4-FFF2-40B4-BE49-F238E27FC236}">
                    <a16:creationId xmlns:a16="http://schemas.microsoft.com/office/drawing/2014/main" id="{89036726-E820-69B4-9EB6-052B1180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99" y="4871516"/>
                <a:ext cx="238419" cy="461665"/>
              </a:xfrm>
              <a:prstGeom prst="rect">
                <a:avLst/>
              </a:prstGeom>
              <a:blipFill>
                <a:blip r:embed="rId1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29">
            <a:extLst>
              <a:ext uri="{FF2B5EF4-FFF2-40B4-BE49-F238E27FC236}">
                <a16:creationId xmlns:a16="http://schemas.microsoft.com/office/drawing/2014/main" id="{31B3ADC9-DA03-7DBC-7CA6-17B9EE2BB4F7}"/>
              </a:ext>
            </a:extLst>
          </p:cNvPr>
          <p:cNvSpPr txBox="1"/>
          <p:nvPr/>
        </p:nvSpPr>
        <p:spPr>
          <a:xfrm>
            <a:off x="1212519" y="5256828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55" name="直線接點 46">
            <a:extLst>
              <a:ext uri="{FF2B5EF4-FFF2-40B4-BE49-F238E27FC236}">
                <a16:creationId xmlns:a16="http://schemas.microsoft.com/office/drawing/2014/main" id="{EC9002D1-6208-93D6-360E-220244DEB404}"/>
              </a:ext>
            </a:extLst>
          </p:cNvPr>
          <p:cNvCxnSpPr>
            <a:cxnSpLocks/>
          </p:cNvCxnSpPr>
          <p:nvPr/>
        </p:nvCxnSpPr>
        <p:spPr>
          <a:xfrm>
            <a:off x="932816" y="5441790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字方塊 33">
            <a:extLst>
              <a:ext uri="{FF2B5EF4-FFF2-40B4-BE49-F238E27FC236}">
                <a16:creationId xmlns:a16="http://schemas.microsoft.com/office/drawing/2014/main" id="{1DE2660F-F432-3D73-EED7-62BD4194E2CD}"/>
              </a:ext>
            </a:extLst>
          </p:cNvPr>
          <p:cNvSpPr txBox="1"/>
          <p:nvPr/>
        </p:nvSpPr>
        <p:spPr>
          <a:xfrm>
            <a:off x="916831" y="5119489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57" name="文字方塊 33">
            <a:extLst>
              <a:ext uri="{FF2B5EF4-FFF2-40B4-BE49-F238E27FC236}">
                <a16:creationId xmlns:a16="http://schemas.microsoft.com/office/drawing/2014/main" id="{953D95A8-A309-3A97-C259-8DA6952FA656}"/>
              </a:ext>
            </a:extLst>
          </p:cNvPr>
          <p:cNvSpPr txBox="1"/>
          <p:nvPr/>
        </p:nvSpPr>
        <p:spPr>
          <a:xfrm>
            <a:off x="875267" y="5441790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31">
                <a:extLst>
                  <a:ext uri="{FF2B5EF4-FFF2-40B4-BE49-F238E27FC236}">
                    <a16:creationId xmlns:a16="http://schemas.microsoft.com/office/drawing/2014/main" id="{CEB4758F-313E-850C-F7D2-354D84BA359F}"/>
                  </a:ext>
                </a:extLst>
              </p:cNvPr>
              <p:cNvSpPr txBox="1"/>
              <p:nvPr/>
            </p:nvSpPr>
            <p:spPr>
              <a:xfrm>
                <a:off x="1512494" y="52361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31">
                <a:extLst>
                  <a:ext uri="{FF2B5EF4-FFF2-40B4-BE49-F238E27FC236}">
                    <a16:creationId xmlns:a16="http://schemas.microsoft.com/office/drawing/2014/main" id="{CEB4758F-313E-850C-F7D2-354D84BA3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494" y="523611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33">
            <a:extLst>
              <a:ext uri="{FF2B5EF4-FFF2-40B4-BE49-F238E27FC236}">
                <a16:creationId xmlns:a16="http://schemas.microsoft.com/office/drawing/2014/main" id="{04FF636A-2FAA-8012-87F1-3EA48C2A5262}"/>
              </a:ext>
            </a:extLst>
          </p:cNvPr>
          <p:cNvSpPr txBox="1"/>
          <p:nvPr/>
        </p:nvSpPr>
        <p:spPr>
          <a:xfrm>
            <a:off x="1778630" y="5259149"/>
            <a:ext cx="584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17">
                <a:extLst>
                  <a:ext uri="{FF2B5EF4-FFF2-40B4-BE49-F238E27FC236}">
                    <a16:creationId xmlns:a16="http://schemas.microsoft.com/office/drawing/2014/main" id="{1995F503-F25C-7FDA-34ED-69656AEA2663}"/>
                  </a:ext>
                </a:extLst>
              </p:cNvPr>
              <p:cNvSpPr txBox="1"/>
              <p:nvPr/>
            </p:nvSpPr>
            <p:spPr>
              <a:xfrm>
                <a:off x="2399011" y="49022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17">
                <a:extLst>
                  <a:ext uri="{FF2B5EF4-FFF2-40B4-BE49-F238E27FC236}">
                    <a16:creationId xmlns:a16="http://schemas.microsoft.com/office/drawing/2014/main" id="{1995F503-F25C-7FDA-34ED-69656AEA2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11" y="490229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直線接點 46">
            <a:extLst>
              <a:ext uri="{FF2B5EF4-FFF2-40B4-BE49-F238E27FC236}">
                <a16:creationId xmlns:a16="http://schemas.microsoft.com/office/drawing/2014/main" id="{E06A2339-EDD8-195A-7693-792989A7E850}"/>
              </a:ext>
            </a:extLst>
          </p:cNvPr>
          <p:cNvCxnSpPr>
            <a:cxnSpLocks/>
          </p:cNvCxnSpPr>
          <p:nvPr/>
        </p:nvCxnSpPr>
        <p:spPr>
          <a:xfrm>
            <a:off x="2763585" y="5104953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字方塊 33">
            <a:extLst>
              <a:ext uri="{FF2B5EF4-FFF2-40B4-BE49-F238E27FC236}">
                <a16:creationId xmlns:a16="http://schemas.microsoft.com/office/drawing/2014/main" id="{0641C76E-9D97-B922-D784-C94FCDF7F57A}"/>
              </a:ext>
            </a:extLst>
          </p:cNvPr>
          <p:cNvSpPr txBox="1"/>
          <p:nvPr/>
        </p:nvSpPr>
        <p:spPr>
          <a:xfrm>
            <a:off x="2718926" y="4770843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63" name="文字方塊 33">
            <a:extLst>
              <a:ext uri="{FF2B5EF4-FFF2-40B4-BE49-F238E27FC236}">
                <a16:creationId xmlns:a16="http://schemas.microsoft.com/office/drawing/2014/main" id="{C9DEA072-D9C6-CB65-5E59-97D8FDC27A77}"/>
              </a:ext>
            </a:extLst>
          </p:cNvPr>
          <p:cNvSpPr txBox="1"/>
          <p:nvPr/>
        </p:nvSpPr>
        <p:spPr>
          <a:xfrm>
            <a:off x="2716774" y="5104953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9</a:t>
            </a:r>
          </a:p>
        </p:txBody>
      </p:sp>
      <p:cxnSp>
        <p:nvCxnSpPr>
          <p:cNvPr id="64" name="直線接點 46">
            <a:extLst>
              <a:ext uri="{FF2B5EF4-FFF2-40B4-BE49-F238E27FC236}">
                <a16:creationId xmlns:a16="http://schemas.microsoft.com/office/drawing/2014/main" id="{B48E5AAA-9CBA-46B4-1EC9-2FF9BBB4831C}"/>
              </a:ext>
            </a:extLst>
          </p:cNvPr>
          <p:cNvCxnSpPr>
            <a:cxnSpLocks/>
          </p:cNvCxnSpPr>
          <p:nvPr/>
        </p:nvCxnSpPr>
        <p:spPr>
          <a:xfrm>
            <a:off x="652083" y="5102349"/>
            <a:ext cx="1796409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字方塊 29">
            <a:extLst>
              <a:ext uri="{FF2B5EF4-FFF2-40B4-BE49-F238E27FC236}">
                <a16:creationId xmlns:a16="http://schemas.microsoft.com/office/drawing/2014/main" id="{BED1106F-739D-E9D3-CED3-34E50C78E120}"/>
              </a:ext>
            </a:extLst>
          </p:cNvPr>
          <p:cNvSpPr txBox="1"/>
          <p:nvPr/>
        </p:nvSpPr>
        <p:spPr>
          <a:xfrm>
            <a:off x="1464660" y="4545440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67" name="直線接點 46">
            <a:extLst>
              <a:ext uri="{FF2B5EF4-FFF2-40B4-BE49-F238E27FC236}">
                <a16:creationId xmlns:a16="http://schemas.microsoft.com/office/drawing/2014/main" id="{EDF21BE9-4459-FB4D-DD3D-FC87D2892BDC}"/>
              </a:ext>
            </a:extLst>
          </p:cNvPr>
          <p:cNvCxnSpPr>
            <a:cxnSpLocks/>
          </p:cNvCxnSpPr>
          <p:nvPr/>
        </p:nvCxnSpPr>
        <p:spPr>
          <a:xfrm>
            <a:off x="1184957" y="4730402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文字方塊 33">
            <a:extLst>
              <a:ext uri="{FF2B5EF4-FFF2-40B4-BE49-F238E27FC236}">
                <a16:creationId xmlns:a16="http://schemas.microsoft.com/office/drawing/2014/main" id="{E32172C6-4D81-8091-3FCF-7C6B9F92A27D}"/>
              </a:ext>
            </a:extLst>
          </p:cNvPr>
          <p:cNvSpPr txBox="1"/>
          <p:nvPr/>
        </p:nvSpPr>
        <p:spPr>
          <a:xfrm>
            <a:off x="1168972" y="4408101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69" name="文字方塊 33">
            <a:extLst>
              <a:ext uri="{FF2B5EF4-FFF2-40B4-BE49-F238E27FC236}">
                <a16:creationId xmlns:a16="http://schemas.microsoft.com/office/drawing/2014/main" id="{96E5D550-28C8-2AFF-6E94-969A74E71D70}"/>
              </a:ext>
            </a:extLst>
          </p:cNvPr>
          <p:cNvSpPr txBox="1"/>
          <p:nvPr/>
        </p:nvSpPr>
        <p:spPr>
          <a:xfrm>
            <a:off x="1127408" y="4730402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70" name="文字方塊 29">
            <a:extLst>
              <a:ext uri="{FF2B5EF4-FFF2-40B4-BE49-F238E27FC236}">
                <a16:creationId xmlns:a16="http://schemas.microsoft.com/office/drawing/2014/main" id="{A16B26DB-458B-863F-6A99-69D9AE40719F}"/>
              </a:ext>
            </a:extLst>
          </p:cNvPr>
          <p:cNvSpPr txBox="1"/>
          <p:nvPr/>
        </p:nvSpPr>
        <p:spPr>
          <a:xfrm>
            <a:off x="1666792" y="5821187"/>
            <a:ext cx="4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71" name="直線接點 46">
            <a:extLst>
              <a:ext uri="{FF2B5EF4-FFF2-40B4-BE49-F238E27FC236}">
                <a16:creationId xmlns:a16="http://schemas.microsoft.com/office/drawing/2014/main" id="{43C2043E-30E1-B667-0B0E-E21A25BC69C8}"/>
              </a:ext>
            </a:extLst>
          </p:cNvPr>
          <p:cNvCxnSpPr>
            <a:cxnSpLocks/>
          </p:cNvCxnSpPr>
          <p:nvPr/>
        </p:nvCxnSpPr>
        <p:spPr>
          <a:xfrm>
            <a:off x="1120698" y="6183629"/>
            <a:ext cx="133997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字方塊 29">
            <a:extLst>
              <a:ext uri="{FF2B5EF4-FFF2-40B4-BE49-F238E27FC236}">
                <a16:creationId xmlns:a16="http://schemas.microsoft.com/office/drawing/2014/main" id="{38920552-CDB9-3D04-E0F8-99C1CC93C4E0}"/>
              </a:ext>
            </a:extLst>
          </p:cNvPr>
          <p:cNvSpPr txBox="1"/>
          <p:nvPr/>
        </p:nvSpPr>
        <p:spPr>
          <a:xfrm>
            <a:off x="1310492" y="6205418"/>
            <a:ext cx="375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4" name="文字方塊 33">
            <a:extLst>
              <a:ext uri="{FF2B5EF4-FFF2-40B4-BE49-F238E27FC236}">
                <a16:creationId xmlns:a16="http://schemas.microsoft.com/office/drawing/2014/main" id="{832F77C9-8B97-3363-2113-3A864C7758CE}"/>
              </a:ext>
            </a:extLst>
          </p:cNvPr>
          <p:cNvSpPr txBox="1"/>
          <p:nvPr/>
        </p:nvSpPr>
        <p:spPr>
          <a:xfrm>
            <a:off x="1120698" y="6205418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字方塊 31">
                <a:extLst>
                  <a:ext uri="{FF2B5EF4-FFF2-40B4-BE49-F238E27FC236}">
                    <a16:creationId xmlns:a16="http://schemas.microsoft.com/office/drawing/2014/main" id="{EC7B0CFA-D53A-36FA-85C9-C41EBBFE9228}"/>
                  </a:ext>
                </a:extLst>
              </p:cNvPr>
              <p:cNvSpPr txBox="1"/>
              <p:nvPr/>
            </p:nvSpPr>
            <p:spPr>
              <a:xfrm>
                <a:off x="1610467" y="6184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6" name="文字方塊 31">
                <a:extLst>
                  <a:ext uri="{FF2B5EF4-FFF2-40B4-BE49-F238E27FC236}">
                    <a16:creationId xmlns:a16="http://schemas.microsoft.com/office/drawing/2014/main" id="{EC7B0CFA-D53A-36FA-85C9-C41EBBFE9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467" y="6184705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33">
            <a:extLst>
              <a:ext uri="{FF2B5EF4-FFF2-40B4-BE49-F238E27FC236}">
                <a16:creationId xmlns:a16="http://schemas.microsoft.com/office/drawing/2014/main" id="{B118C4E4-B793-BF0C-47E3-48B5C3FEF736}"/>
              </a:ext>
            </a:extLst>
          </p:cNvPr>
          <p:cNvSpPr txBox="1"/>
          <p:nvPr/>
        </p:nvSpPr>
        <p:spPr>
          <a:xfrm>
            <a:off x="1876604" y="6207739"/>
            <a:ext cx="541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17">
                <a:extLst>
                  <a:ext uri="{FF2B5EF4-FFF2-40B4-BE49-F238E27FC236}">
                    <a16:creationId xmlns:a16="http://schemas.microsoft.com/office/drawing/2014/main" id="{31855864-5CF5-7063-A4FC-F5B6CAC73408}"/>
                  </a:ext>
                </a:extLst>
              </p:cNvPr>
              <p:cNvSpPr txBox="1"/>
              <p:nvPr/>
            </p:nvSpPr>
            <p:spPr>
              <a:xfrm>
                <a:off x="2407433" y="59942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文字方塊 17">
                <a:extLst>
                  <a:ext uri="{FF2B5EF4-FFF2-40B4-BE49-F238E27FC236}">
                    <a16:creationId xmlns:a16="http://schemas.microsoft.com/office/drawing/2014/main" id="{31855864-5CF5-7063-A4FC-F5B6CAC73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433" y="5994233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線接點 46">
            <a:extLst>
              <a:ext uri="{FF2B5EF4-FFF2-40B4-BE49-F238E27FC236}">
                <a16:creationId xmlns:a16="http://schemas.microsoft.com/office/drawing/2014/main" id="{F3BDCBBD-A2C7-7E47-1720-7E0064ECA16C}"/>
              </a:ext>
            </a:extLst>
          </p:cNvPr>
          <p:cNvCxnSpPr>
            <a:cxnSpLocks/>
          </p:cNvCxnSpPr>
          <p:nvPr/>
        </p:nvCxnSpPr>
        <p:spPr>
          <a:xfrm>
            <a:off x="2772007" y="6196892"/>
            <a:ext cx="279703" cy="0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字方塊 33">
            <a:extLst>
              <a:ext uri="{FF2B5EF4-FFF2-40B4-BE49-F238E27FC236}">
                <a16:creationId xmlns:a16="http://schemas.microsoft.com/office/drawing/2014/main" id="{4F573392-CACE-441E-DE9C-4E0605664ABA}"/>
              </a:ext>
            </a:extLst>
          </p:cNvPr>
          <p:cNvSpPr txBox="1"/>
          <p:nvPr/>
        </p:nvSpPr>
        <p:spPr>
          <a:xfrm>
            <a:off x="2716012" y="5862038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83" name="文字方塊 33">
            <a:extLst>
              <a:ext uri="{FF2B5EF4-FFF2-40B4-BE49-F238E27FC236}">
                <a16:creationId xmlns:a16="http://schemas.microsoft.com/office/drawing/2014/main" id="{3B773FC1-51F0-30E1-F319-7A314DCFE224}"/>
              </a:ext>
            </a:extLst>
          </p:cNvPr>
          <p:cNvSpPr txBox="1"/>
          <p:nvPr/>
        </p:nvSpPr>
        <p:spPr>
          <a:xfrm>
            <a:off x="2714458" y="6196892"/>
            <a:ext cx="41106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9</a:t>
            </a:r>
          </a:p>
        </p:txBody>
      </p:sp>
      <p:sp>
        <p:nvSpPr>
          <p:cNvPr id="85" name="文字方塊 29">
            <a:extLst>
              <a:ext uri="{FF2B5EF4-FFF2-40B4-BE49-F238E27FC236}">
                <a16:creationId xmlns:a16="http://schemas.microsoft.com/office/drawing/2014/main" id="{BDBCB631-F00A-6B00-BC84-756B5107D92D}"/>
              </a:ext>
            </a:extLst>
          </p:cNvPr>
          <p:cNvSpPr txBox="1"/>
          <p:nvPr/>
        </p:nvSpPr>
        <p:spPr>
          <a:xfrm>
            <a:off x="4924703" y="5628831"/>
            <a:ext cx="341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6" name="文字方塊 33">
            <a:extLst>
              <a:ext uri="{FF2B5EF4-FFF2-40B4-BE49-F238E27FC236}">
                <a16:creationId xmlns:a16="http://schemas.microsoft.com/office/drawing/2014/main" id="{0580C1D1-A9AA-94DC-A1F1-B00B487A8950}"/>
              </a:ext>
            </a:extLst>
          </p:cNvPr>
          <p:cNvSpPr txBox="1"/>
          <p:nvPr/>
        </p:nvSpPr>
        <p:spPr>
          <a:xfrm>
            <a:off x="4734909" y="5628831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字方塊 17">
                <a:extLst>
                  <a:ext uri="{FF2B5EF4-FFF2-40B4-BE49-F238E27FC236}">
                    <a16:creationId xmlns:a16="http://schemas.microsoft.com/office/drawing/2014/main" id="{18C9401B-A124-0BD8-D439-959EBB74FE69}"/>
                  </a:ext>
                </a:extLst>
              </p:cNvPr>
              <p:cNvSpPr txBox="1"/>
              <p:nvPr/>
            </p:nvSpPr>
            <p:spPr>
              <a:xfrm>
                <a:off x="5248532" y="56288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9" name="文字方塊 17">
                <a:extLst>
                  <a:ext uri="{FF2B5EF4-FFF2-40B4-BE49-F238E27FC236}">
                    <a16:creationId xmlns:a16="http://schemas.microsoft.com/office/drawing/2014/main" id="{18C9401B-A124-0BD8-D439-959EBB74F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532" y="562883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文字方塊 29">
            <a:extLst>
              <a:ext uri="{FF2B5EF4-FFF2-40B4-BE49-F238E27FC236}">
                <a16:creationId xmlns:a16="http://schemas.microsoft.com/office/drawing/2014/main" id="{A39814C5-6F79-785E-A046-7712F2368EB2}"/>
              </a:ext>
            </a:extLst>
          </p:cNvPr>
          <p:cNvSpPr txBox="1"/>
          <p:nvPr/>
        </p:nvSpPr>
        <p:spPr>
          <a:xfrm>
            <a:off x="5817541" y="5628831"/>
            <a:ext cx="322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92" name="文字方塊 33">
            <a:extLst>
              <a:ext uri="{FF2B5EF4-FFF2-40B4-BE49-F238E27FC236}">
                <a16:creationId xmlns:a16="http://schemas.microsoft.com/office/drawing/2014/main" id="{1B0A08E8-DE7F-64C6-AC67-E0216E608DBA}"/>
              </a:ext>
            </a:extLst>
          </p:cNvPr>
          <p:cNvSpPr txBox="1"/>
          <p:nvPr/>
        </p:nvSpPr>
        <p:spPr>
          <a:xfrm>
            <a:off x="5460168" y="5634843"/>
            <a:ext cx="566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31">
                <a:extLst>
                  <a:ext uri="{FF2B5EF4-FFF2-40B4-BE49-F238E27FC236}">
                    <a16:creationId xmlns:a16="http://schemas.microsoft.com/office/drawing/2014/main" id="{6E0DB9D6-4B35-2AE2-0038-83BB7C4B2B94}"/>
                  </a:ext>
                </a:extLst>
              </p:cNvPr>
              <p:cNvSpPr txBox="1"/>
              <p:nvPr/>
            </p:nvSpPr>
            <p:spPr>
              <a:xfrm>
                <a:off x="6090942" y="56230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3" name="文字方塊 31">
                <a:extLst>
                  <a:ext uri="{FF2B5EF4-FFF2-40B4-BE49-F238E27FC236}">
                    <a16:creationId xmlns:a16="http://schemas.microsoft.com/office/drawing/2014/main" id="{6E0DB9D6-4B35-2AE2-0038-83BB7C4B2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42" y="5623082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字方塊 33">
            <a:extLst>
              <a:ext uri="{FF2B5EF4-FFF2-40B4-BE49-F238E27FC236}">
                <a16:creationId xmlns:a16="http://schemas.microsoft.com/office/drawing/2014/main" id="{2C7AFE73-931E-E19A-CEE5-5A41FA77BE3C}"/>
              </a:ext>
            </a:extLst>
          </p:cNvPr>
          <p:cNvSpPr txBox="1"/>
          <p:nvPr/>
        </p:nvSpPr>
        <p:spPr>
          <a:xfrm>
            <a:off x="6330703" y="5637281"/>
            <a:ext cx="584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80</a:t>
            </a:r>
          </a:p>
        </p:txBody>
      </p:sp>
      <p:sp>
        <p:nvSpPr>
          <p:cNvPr id="95" name="文字方塊 29">
            <a:extLst>
              <a:ext uri="{FF2B5EF4-FFF2-40B4-BE49-F238E27FC236}">
                <a16:creationId xmlns:a16="http://schemas.microsoft.com/office/drawing/2014/main" id="{D20573D5-09A9-393F-1FF7-E18D55AED47D}"/>
              </a:ext>
            </a:extLst>
          </p:cNvPr>
          <p:cNvSpPr txBox="1"/>
          <p:nvPr/>
        </p:nvSpPr>
        <p:spPr>
          <a:xfrm>
            <a:off x="4974318" y="6166834"/>
            <a:ext cx="411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17">
                <a:extLst>
                  <a:ext uri="{FF2B5EF4-FFF2-40B4-BE49-F238E27FC236}">
                    <a16:creationId xmlns:a16="http://schemas.microsoft.com/office/drawing/2014/main" id="{83B3AF5B-A756-50FD-E215-4B409E04D976}"/>
                  </a:ext>
                </a:extLst>
              </p:cNvPr>
              <p:cNvSpPr txBox="1"/>
              <p:nvPr/>
            </p:nvSpPr>
            <p:spPr>
              <a:xfrm>
                <a:off x="5265751" y="61299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6" name="文字方塊 17">
                <a:extLst>
                  <a:ext uri="{FF2B5EF4-FFF2-40B4-BE49-F238E27FC236}">
                    <a16:creationId xmlns:a16="http://schemas.microsoft.com/office/drawing/2014/main" id="{83B3AF5B-A756-50FD-E215-4B409E04D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751" y="612992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33">
            <a:extLst>
              <a:ext uri="{FF2B5EF4-FFF2-40B4-BE49-F238E27FC236}">
                <a16:creationId xmlns:a16="http://schemas.microsoft.com/office/drawing/2014/main" id="{02E0065C-A363-B738-47A6-D4EEC7BABAC9}"/>
              </a:ext>
            </a:extLst>
          </p:cNvPr>
          <p:cNvSpPr txBox="1"/>
          <p:nvPr/>
        </p:nvSpPr>
        <p:spPr>
          <a:xfrm>
            <a:off x="5521327" y="6166834"/>
            <a:ext cx="636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8" name="筆跡 5">
                <a:extLst>
                  <a:ext uri="{FF2B5EF4-FFF2-40B4-BE49-F238E27FC236}">
                    <a16:creationId xmlns:a16="http://schemas.microsoft.com/office/drawing/2014/main" id="{47455E01-4604-2E9E-EE38-CB0990E0AE08}"/>
                  </a:ext>
                </a:extLst>
              </p14:cNvPr>
              <p14:cNvContentPartPr/>
              <p14:nvPr/>
            </p14:nvContentPartPr>
            <p14:xfrm>
              <a:off x="3109699" y="234304"/>
              <a:ext cx="1063290" cy="45719"/>
            </p14:xfrm>
          </p:contentPart>
        </mc:Choice>
        <mc:Fallback xmlns="">
          <p:pic>
            <p:nvPicPr>
              <p:cNvPr id="98" name="筆跡 5">
                <a:extLst>
                  <a:ext uri="{FF2B5EF4-FFF2-40B4-BE49-F238E27FC236}">
                    <a16:creationId xmlns:a16="http://schemas.microsoft.com/office/drawing/2014/main" id="{47455E01-4604-2E9E-EE38-CB0990E0AE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55670" y="-13481396"/>
                <a:ext cx="117098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9" name="筆跡 4">
                <a:extLst>
                  <a:ext uri="{FF2B5EF4-FFF2-40B4-BE49-F238E27FC236}">
                    <a16:creationId xmlns:a16="http://schemas.microsoft.com/office/drawing/2014/main" id="{A49DF886-21A0-D3E1-143F-F6F872A4970B}"/>
                  </a:ext>
                </a:extLst>
              </p14:cNvPr>
              <p14:cNvContentPartPr/>
              <p14:nvPr/>
            </p14:nvContentPartPr>
            <p14:xfrm>
              <a:off x="4357364" y="220434"/>
              <a:ext cx="1034045" cy="45719"/>
            </p14:xfrm>
          </p:contentPart>
        </mc:Choice>
        <mc:Fallback xmlns="">
          <p:pic>
            <p:nvPicPr>
              <p:cNvPr id="99" name="筆跡 4">
                <a:extLst>
                  <a:ext uri="{FF2B5EF4-FFF2-40B4-BE49-F238E27FC236}">
                    <a16:creationId xmlns:a16="http://schemas.microsoft.com/office/drawing/2014/main" id="{A49DF886-21A0-D3E1-143F-F6F872A497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03376" y="-13495266"/>
                <a:ext cx="11416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0" name="筆跡 7">
                <a:extLst>
                  <a:ext uri="{FF2B5EF4-FFF2-40B4-BE49-F238E27FC236}">
                    <a16:creationId xmlns:a16="http://schemas.microsoft.com/office/drawing/2014/main" id="{877687BD-AE10-39F8-2D06-A6E537EFA7BB}"/>
                  </a:ext>
                </a:extLst>
              </p14:cNvPr>
              <p14:cNvContentPartPr/>
              <p14:nvPr/>
            </p14:nvContentPartPr>
            <p14:xfrm>
              <a:off x="5948222" y="233117"/>
              <a:ext cx="1184575" cy="45719"/>
            </p14:xfrm>
          </p:contentPart>
        </mc:Choice>
        <mc:Fallback xmlns="">
          <p:pic>
            <p:nvPicPr>
              <p:cNvPr id="100" name="筆跡 7">
                <a:extLst>
                  <a:ext uri="{FF2B5EF4-FFF2-40B4-BE49-F238E27FC236}">
                    <a16:creationId xmlns:a16="http://schemas.microsoft.com/office/drawing/2014/main" id="{877687BD-AE10-39F8-2D06-A6E537EFA7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94214" y="-13482583"/>
                <a:ext cx="129223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2" name="筆跡 10">
                <a:extLst>
                  <a:ext uri="{FF2B5EF4-FFF2-40B4-BE49-F238E27FC236}">
                    <a16:creationId xmlns:a16="http://schemas.microsoft.com/office/drawing/2014/main" id="{F405FF4C-4EB5-81CE-07D5-E28D9DCAFC18}"/>
                  </a:ext>
                </a:extLst>
              </p14:cNvPr>
              <p14:cNvContentPartPr/>
              <p14:nvPr/>
            </p14:nvContentPartPr>
            <p14:xfrm>
              <a:off x="5620628" y="959583"/>
              <a:ext cx="1512169" cy="45719"/>
            </p14:xfrm>
          </p:contentPart>
        </mc:Choice>
        <mc:Fallback xmlns="">
          <p:pic>
            <p:nvPicPr>
              <p:cNvPr id="102" name="筆跡 10">
                <a:extLst>
                  <a:ext uri="{FF2B5EF4-FFF2-40B4-BE49-F238E27FC236}">
                    <a16:creationId xmlns:a16="http://schemas.microsoft.com/office/drawing/2014/main" id="{F405FF4C-4EB5-81CE-07D5-E28D9DCAFC1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66609" y="-12756117"/>
                <a:ext cx="16198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" name="筆跡 4">
                <a:extLst>
                  <a:ext uri="{FF2B5EF4-FFF2-40B4-BE49-F238E27FC236}">
                    <a16:creationId xmlns:a16="http://schemas.microsoft.com/office/drawing/2014/main" id="{FCE4D02F-9E66-FA3E-BC5A-01762DAC9D2F}"/>
                  </a:ext>
                </a:extLst>
              </p14:cNvPr>
              <p14:cNvContentPartPr/>
              <p14:nvPr/>
            </p14:nvContentPartPr>
            <p14:xfrm>
              <a:off x="4945717" y="586843"/>
              <a:ext cx="3254700" cy="45719"/>
            </p14:xfrm>
          </p:contentPart>
        </mc:Choice>
        <mc:Fallback>
          <p:pic>
            <p:nvPicPr>
              <p:cNvPr id="2" name="筆跡 4">
                <a:extLst>
                  <a:ext uri="{FF2B5EF4-FFF2-40B4-BE49-F238E27FC236}">
                    <a16:creationId xmlns:a16="http://schemas.microsoft.com/office/drawing/2014/main" id="{FCE4D02F-9E66-FA3E-BC5A-01762DAC9D2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91718" y="-13128857"/>
                <a:ext cx="336233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" name="筆跡 4">
                <a:extLst>
                  <a:ext uri="{FF2B5EF4-FFF2-40B4-BE49-F238E27FC236}">
                    <a16:creationId xmlns:a16="http://schemas.microsoft.com/office/drawing/2014/main" id="{D0C07C38-F6E9-FEA1-DD0A-8ADBC9082CAB}"/>
                  </a:ext>
                </a:extLst>
              </p14:cNvPr>
              <p14:cNvContentPartPr/>
              <p14:nvPr/>
            </p14:nvContentPartPr>
            <p14:xfrm>
              <a:off x="2506215" y="983982"/>
              <a:ext cx="2536606" cy="45719"/>
            </p14:xfrm>
          </p:contentPart>
        </mc:Choice>
        <mc:Fallback>
          <p:pic>
            <p:nvPicPr>
              <p:cNvPr id="3" name="筆跡 4">
                <a:extLst>
                  <a:ext uri="{FF2B5EF4-FFF2-40B4-BE49-F238E27FC236}">
                    <a16:creationId xmlns:a16="http://schemas.microsoft.com/office/drawing/2014/main" id="{D0C07C38-F6E9-FEA1-DD0A-8ADBC9082CA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52214" y="-12731718"/>
                <a:ext cx="26442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" name="筆跡 10">
                <a:extLst>
                  <a:ext uri="{FF2B5EF4-FFF2-40B4-BE49-F238E27FC236}">
                    <a16:creationId xmlns:a16="http://schemas.microsoft.com/office/drawing/2014/main" id="{436D19C7-AED6-C950-1873-0FA419D77BFE}"/>
                  </a:ext>
                </a:extLst>
              </p14:cNvPr>
              <p14:cNvContentPartPr/>
              <p14:nvPr/>
            </p14:nvContentPartPr>
            <p14:xfrm>
              <a:off x="4495823" y="1547886"/>
              <a:ext cx="91440" cy="182880"/>
            </p14:xfrm>
          </p:contentPart>
        </mc:Choice>
        <mc:Fallback>
          <p:pic>
            <p:nvPicPr>
              <p:cNvPr id="4" name="筆跡 10">
                <a:extLst>
                  <a:ext uri="{FF2B5EF4-FFF2-40B4-BE49-F238E27FC236}">
                    <a16:creationId xmlns:a16="http://schemas.microsoft.com/office/drawing/2014/main" id="{436D19C7-AED6-C950-1873-0FA419D77B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81703" y="-114580914"/>
                <a:ext cx="319680" cy="2322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664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8" grpId="0"/>
      <p:bldP spid="19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9" grpId="0"/>
      <p:bldP spid="40" grpId="0"/>
      <p:bldP spid="42" grpId="0"/>
      <p:bldP spid="43" grpId="0"/>
      <p:bldP spid="46" grpId="0"/>
      <p:bldP spid="47" grpId="0"/>
      <p:bldP spid="48" grpId="0"/>
      <p:bldP spid="51" grpId="0"/>
      <p:bldP spid="52" grpId="0"/>
      <p:bldP spid="53" grpId="0"/>
      <p:bldP spid="54" grpId="0"/>
      <p:bldP spid="56" grpId="0"/>
      <p:bldP spid="57" grpId="0"/>
      <p:bldP spid="58" grpId="0"/>
      <p:bldP spid="59" grpId="0"/>
      <p:bldP spid="60" grpId="0"/>
      <p:bldP spid="62" grpId="0"/>
      <p:bldP spid="63" grpId="0"/>
      <p:bldP spid="66" grpId="0"/>
      <p:bldP spid="68" grpId="0"/>
      <p:bldP spid="69" grpId="0"/>
      <p:bldP spid="70" grpId="0"/>
      <p:bldP spid="72" grpId="0"/>
      <p:bldP spid="74" grpId="0"/>
      <p:bldP spid="76" grpId="0"/>
      <p:bldP spid="77" grpId="0"/>
      <p:bldP spid="80" grpId="0"/>
      <p:bldP spid="82" grpId="0"/>
      <p:bldP spid="83" grpId="0"/>
      <p:bldP spid="85" grpId="0"/>
      <p:bldP spid="86" grpId="0"/>
      <p:bldP spid="89" grpId="0"/>
      <p:bldP spid="91" grpId="0"/>
      <p:bldP spid="92" grpId="0"/>
      <p:bldP spid="93" grpId="0"/>
      <p:bldP spid="94" grpId="0"/>
      <p:bldP spid="95" grpId="0"/>
      <p:bldP spid="96" grpId="0"/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717842-1A6D-B015-342E-A24B584E8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25"/>
          <a:stretch>
            <a:fillRect/>
          </a:stretch>
        </p:blipFill>
        <p:spPr>
          <a:xfrm>
            <a:off x="8750274" y="1032606"/>
            <a:ext cx="3319451" cy="3310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DCF435-26D4-4758-F276-9A3B6BC7A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578"/>
            <a:ext cx="11560870" cy="7473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85E93-7460-F836-CD28-C44B310FE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16" y="830668"/>
            <a:ext cx="3319451" cy="747382"/>
          </a:xfrm>
          <a:prstGeom prst="rect">
            <a:avLst/>
          </a:prstGeom>
        </p:spPr>
      </p:pic>
      <p:sp>
        <p:nvSpPr>
          <p:cNvPr id="10" name="文字方塊 23">
            <a:extLst>
              <a:ext uri="{FF2B5EF4-FFF2-40B4-BE49-F238E27FC236}">
                <a16:creationId xmlns:a16="http://schemas.microsoft.com/office/drawing/2014/main" id="{149F4FFF-2607-1D41-5BDA-567DE40B63D1}"/>
              </a:ext>
            </a:extLst>
          </p:cNvPr>
          <p:cNvSpPr txBox="1"/>
          <p:nvPr/>
        </p:nvSpPr>
        <p:spPr>
          <a:xfrm>
            <a:off x="601534" y="1732107"/>
            <a:ext cx="5860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Sum of angles at the centre of the sectors representing ‘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swimming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’ and ‘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volleyball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’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7">
                <a:extLst>
                  <a:ext uri="{FF2B5EF4-FFF2-40B4-BE49-F238E27FC236}">
                    <a16:creationId xmlns:a16="http://schemas.microsoft.com/office/drawing/2014/main" id="{7B9F51FA-4372-B52C-6561-7145900D4BC6}"/>
                  </a:ext>
                </a:extLst>
              </p:cNvPr>
              <p:cNvSpPr txBox="1"/>
              <p:nvPr/>
            </p:nvSpPr>
            <p:spPr>
              <a:xfrm>
                <a:off x="6274920" y="18859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17">
                <a:extLst>
                  <a:ext uri="{FF2B5EF4-FFF2-40B4-BE49-F238E27FC236}">
                    <a16:creationId xmlns:a16="http://schemas.microsoft.com/office/drawing/2014/main" id="{7B9F51FA-4372-B52C-6561-7145900D4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20" y="1885995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31">
            <a:extLst>
              <a:ext uri="{FF2B5EF4-FFF2-40B4-BE49-F238E27FC236}">
                <a16:creationId xmlns:a16="http://schemas.microsoft.com/office/drawing/2014/main" id="{B7C2E8BF-7649-C6D1-C26E-F3C2C9C5BAC1}"/>
              </a:ext>
            </a:extLst>
          </p:cNvPr>
          <p:cNvSpPr txBox="1"/>
          <p:nvPr/>
        </p:nvSpPr>
        <p:spPr>
          <a:xfrm>
            <a:off x="6528841" y="1885995"/>
            <a:ext cx="585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32">
                <a:extLst>
                  <a:ext uri="{FF2B5EF4-FFF2-40B4-BE49-F238E27FC236}">
                    <a16:creationId xmlns:a16="http://schemas.microsoft.com/office/drawing/2014/main" id="{3EBCDECD-5D49-E257-F737-CFA58059271E}"/>
                  </a:ext>
                </a:extLst>
              </p:cNvPr>
              <p:cNvSpPr txBox="1"/>
              <p:nvPr/>
            </p:nvSpPr>
            <p:spPr>
              <a:xfrm>
                <a:off x="6963428" y="18859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32">
                <a:extLst>
                  <a:ext uri="{FF2B5EF4-FFF2-40B4-BE49-F238E27FC236}">
                    <a16:creationId xmlns:a16="http://schemas.microsoft.com/office/drawing/2014/main" id="{3EBCDECD-5D49-E257-F737-CFA580592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428" y="188599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33">
            <a:extLst>
              <a:ext uri="{FF2B5EF4-FFF2-40B4-BE49-F238E27FC236}">
                <a16:creationId xmlns:a16="http://schemas.microsoft.com/office/drawing/2014/main" id="{4D025E7C-BB32-F1E1-CE64-9FC9D3AB5A6B}"/>
              </a:ext>
            </a:extLst>
          </p:cNvPr>
          <p:cNvSpPr txBox="1"/>
          <p:nvPr/>
        </p:nvSpPr>
        <p:spPr>
          <a:xfrm>
            <a:off x="7199973" y="1885995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260">
                <a:extLst>
                  <a:ext uri="{FF2B5EF4-FFF2-40B4-BE49-F238E27FC236}">
                    <a16:creationId xmlns:a16="http://schemas.microsoft.com/office/drawing/2014/main" id="{0EC2335E-779F-DF33-674A-B722401AD54A}"/>
                  </a:ext>
                </a:extLst>
              </p:cNvPr>
              <p:cNvSpPr txBox="1"/>
              <p:nvPr/>
            </p:nvSpPr>
            <p:spPr>
              <a:xfrm>
                <a:off x="1114591" y="5164623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260">
                <a:extLst>
                  <a:ext uri="{FF2B5EF4-FFF2-40B4-BE49-F238E27FC236}">
                    <a16:creationId xmlns:a16="http://schemas.microsoft.com/office/drawing/2014/main" id="{0EC2335E-779F-DF33-674A-B722401AD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91" y="5164623"/>
                <a:ext cx="238419" cy="461665"/>
              </a:xfrm>
              <a:prstGeom prst="rect">
                <a:avLst/>
              </a:prstGeom>
              <a:blipFill>
                <a:blip r:embed="rId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7">
                <a:extLst>
                  <a:ext uri="{FF2B5EF4-FFF2-40B4-BE49-F238E27FC236}">
                    <a16:creationId xmlns:a16="http://schemas.microsoft.com/office/drawing/2014/main" id="{8F6DFE9A-3F77-1D54-EAFC-A4E7C0438851}"/>
                  </a:ext>
                </a:extLst>
              </p:cNvPr>
              <p:cNvSpPr txBox="1"/>
              <p:nvPr/>
            </p:nvSpPr>
            <p:spPr>
              <a:xfrm>
                <a:off x="7910926" y="18859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17">
                <a:extLst>
                  <a:ext uri="{FF2B5EF4-FFF2-40B4-BE49-F238E27FC236}">
                    <a16:creationId xmlns:a16="http://schemas.microsoft.com/office/drawing/2014/main" id="{8F6DFE9A-3F77-1D54-EAFC-A4E7C0438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926" y="1885995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90">
            <a:extLst>
              <a:ext uri="{FF2B5EF4-FFF2-40B4-BE49-F238E27FC236}">
                <a16:creationId xmlns:a16="http://schemas.microsoft.com/office/drawing/2014/main" id="{D000123F-5F0C-12D4-73AE-84A24C36A020}"/>
              </a:ext>
            </a:extLst>
          </p:cNvPr>
          <p:cNvSpPr txBox="1"/>
          <p:nvPr/>
        </p:nvSpPr>
        <p:spPr>
          <a:xfrm>
            <a:off x="6896513" y="1764046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19" name="文字方塊 190">
            <a:extLst>
              <a:ext uri="{FF2B5EF4-FFF2-40B4-BE49-F238E27FC236}">
                <a16:creationId xmlns:a16="http://schemas.microsoft.com/office/drawing/2014/main" id="{2AFF7F49-6E14-49E1-A7B3-91C7B0051A13}"/>
              </a:ext>
            </a:extLst>
          </p:cNvPr>
          <p:cNvSpPr txBox="1"/>
          <p:nvPr/>
        </p:nvSpPr>
        <p:spPr>
          <a:xfrm>
            <a:off x="7710897" y="1764045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20" name="文字方塊 33">
            <a:extLst>
              <a:ext uri="{FF2B5EF4-FFF2-40B4-BE49-F238E27FC236}">
                <a16:creationId xmlns:a16="http://schemas.microsoft.com/office/drawing/2014/main" id="{C17E1465-B49C-8EB7-29D1-9921D9C1C3F0}"/>
              </a:ext>
            </a:extLst>
          </p:cNvPr>
          <p:cNvSpPr txBox="1"/>
          <p:nvPr/>
        </p:nvSpPr>
        <p:spPr>
          <a:xfrm>
            <a:off x="8191544" y="1885995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150</a:t>
            </a:r>
          </a:p>
        </p:txBody>
      </p:sp>
      <p:sp>
        <p:nvSpPr>
          <p:cNvPr id="21" name="文字方塊 190">
            <a:extLst>
              <a:ext uri="{FF2B5EF4-FFF2-40B4-BE49-F238E27FC236}">
                <a16:creationId xmlns:a16="http://schemas.microsoft.com/office/drawing/2014/main" id="{4CB122E5-3B0D-7AD6-E810-2245A5040E24}"/>
              </a:ext>
            </a:extLst>
          </p:cNvPr>
          <p:cNvSpPr txBox="1"/>
          <p:nvPr/>
        </p:nvSpPr>
        <p:spPr>
          <a:xfrm>
            <a:off x="8729558" y="1764045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60">
                <a:extLst>
                  <a:ext uri="{FF2B5EF4-FFF2-40B4-BE49-F238E27FC236}">
                    <a16:creationId xmlns:a16="http://schemas.microsoft.com/office/drawing/2014/main" id="{DF8DD30B-1AA7-1113-5468-A350C8F18B70}"/>
                  </a:ext>
                </a:extLst>
              </p:cNvPr>
              <p:cNvSpPr txBox="1"/>
              <p:nvPr/>
            </p:nvSpPr>
            <p:spPr>
              <a:xfrm>
                <a:off x="573423" y="262419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60">
                <a:extLst>
                  <a:ext uri="{FF2B5EF4-FFF2-40B4-BE49-F238E27FC236}">
                    <a16:creationId xmlns:a16="http://schemas.microsoft.com/office/drawing/2014/main" id="{DF8DD30B-1AA7-1113-5468-A350C8F18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23" y="2624198"/>
                <a:ext cx="238419" cy="461665"/>
              </a:xfrm>
              <a:prstGeom prst="rect">
                <a:avLst/>
              </a:prstGeom>
              <a:blipFill>
                <a:blip r:embed="rId1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43">
            <a:extLst>
              <a:ext uri="{FF2B5EF4-FFF2-40B4-BE49-F238E27FC236}">
                <a16:creationId xmlns:a16="http://schemas.microsoft.com/office/drawing/2014/main" id="{1DD96831-5FEC-2570-CAFE-038F10BAEB35}"/>
              </a:ext>
            </a:extLst>
          </p:cNvPr>
          <p:cNvSpPr txBox="1"/>
          <p:nvPr/>
        </p:nvSpPr>
        <p:spPr>
          <a:xfrm>
            <a:off x="811842" y="2685753"/>
            <a:ext cx="3637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/>
                </a:solidFill>
                <a:latin typeface="Lucida Calligraphy" panose="03010101010101010101" pitchFamily="66" charset="0"/>
              </a:rPr>
              <a:t>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swimming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or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volleyball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17">
                <a:extLst>
                  <a:ext uri="{FF2B5EF4-FFF2-40B4-BE49-F238E27FC236}">
                    <a16:creationId xmlns:a16="http://schemas.microsoft.com/office/drawing/2014/main" id="{81633592-A605-EBA4-8DBC-E3361F97BCE6}"/>
                  </a:ext>
                </a:extLst>
              </p:cNvPr>
              <p:cNvSpPr txBox="1"/>
              <p:nvPr/>
            </p:nvSpPr>
            <p:spPr>
              <a:xfrm>
                <a:off x="4548863" y="26809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17">
                <a:extLst>
                  <a:ext uri="{FF2B5EF4-FFF2-40B4-BE49-F238E27FC236}">
                    <a16:creationId xmlns:a16="http://schemas.microsoft.com/office/drawing/2014/main" id="{81633592-A605-EBA4-8DBC-E3361F97B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863" y="2680937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接點 46">
            <a:extLst>
              <a:ext uri="{FF2B5EF4-FFF2-40B4-BE49-F238E27FC236}">
                <a16:creationId xmlns:a16="http://schemas.microsoft.com/office/drawing/2014/main" id="{6626FB68-BA73-66A7-AB77-A9207AAFAAE9}"/>
              </a:ext>
            </a:extLst>
          </p:cNvPr>
          <p:cNvCxnSpPr>
            <a:cxnSpLocks/>
          </p:cNvCxnSpPr>
          <p:nvPr/>
        </p:nvCxnSpPr>
        <p:spPr>
          <a:xfrm>
            <a:off x="4887196" y="2901686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33">
            <a:extLst>
              <a:ext uri="{FF2B5EF4-FFF2-40B4-BE49-F238E27FC236}">
                <a16:creationId xmlns:a16="http://schemas.microsoft.com/office/drawing/2014/main" id="{A61F5768-F17D-362F-5B3D-D7ED4004DB06}"/>
              </a:ext>
            </a:extLst>
          </p:cNvPr>
          <p:cNvSpPr txBox="1"/>
          <p:nvPr/>
        </p:nvSpPr>
        <p:spPr>
          <a:xfrm>
            <a:off x="4954102" y="2543139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150</a:t>
            </a:r>
          </a:p>
        </p:txBody>
      </p:sp>
      <p:sp>
        <p:nvSpPr>
          <p:cNvPr id="29" name="文字方塊 190">
            <a:extLst>
              <a:ext uri="{FF2B5EF4-FFF2-40B4-BE49-F238E27FC236}">
                <a16:creationId xmlns:a16="http://schemas.microsoft.com/office/drawing/2014/main" id="{5EC7EE4B-A105-857A-5D79-DAC6F98A2149}"/>
              </a:ext>
            </a:extLst>
          </p:cNvPr>
          <p:cNvSpPr txBox="1"/>
          <p:nvPr/>
        </p:nvSpPr>
        <p:spPr>
          <a:xfrm>
            <a:off x="5538619" y="2430813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30" name="文字方塊 33">
            <a:extLst>
              <a:ext uri="{FF2B5EF4-FFF2-40B4-BE49-F238E27FC236}">
                <a16:creationId xmlns:a16="http://schemas.microsoft.com/office/drawing/2014/main" id="{A3DD42C4-C2A3-E3F9-8976-3E8E333B00FF}"/>
              </a:ext>
            </a:extLst>
          </p:cNvPr>
          <p:cNvSpPr txBox="1"/>
          <p:nvPr/>
        </p:nvSpPr>
        <p:spPr>
          <a:xfrm>
            <a:off x="4920146" y="2984811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360</a:t>
            </a:r>
          </a:p>
        </p:txBody>
      </p:sp>
      <p:sp>
        <p:nvSpPr>
          <p:cNvPr id="31" name="文字方塊 190">
            <a:extLst>
              <a:ext uri="{FF2B5EF4-FFF2-40B4-BE49-F238E27FC236}">
                <a16:creationId xmlns:a16="http://schemas.microsoft.com/office/drawing/2014/main" id="{B8DA9F93-8135-7AA3-239D-D35C91A933BB}"/>
              </a:ext>
            </a:extLst>
          </p:cNvPr>
          <p:cNvSpPr txBox="1"/>
          <p:nvPr/>
        </p:nvSpPr>
        <p:spPr>
          <a:xfrm>
            <a:off x="5470972" y="2872835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17">
                <a:extLst>
                  <a:ext uri="{FF2B5EF4-FFF2-40B4-BE49-F238E27FC236}">
                    <a16:creationId xmlns:a16="http://schemas.microsoft.com/office/drawing/2014/main" id="{B01F2772-15F6-0C87-924E-C99CA2617186}"/>
                  </a:ext>
                </a:extLst>
              </p:cNvPr>
              <p:cNvSpPr txBox="1"/>
              <p:nvPr/>
            </p:nvSpPr>
            <p:spPr>
              <a:xfrm>
                <a:off x="4624458" y="36699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17">
                <a:extLst>
                  <a:ext uri="{FF2B5EF4-FFF2-40B4-BE49-F238E27FC236}">
                    <a16:creationId xmlns:a16="http://schemas.microsoft.com/office/drawing/2014/main" id="{B01F2772-15F6-0C87-924E-C99CA2617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58" y="366992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接點 46">
            <a:extLst>
              <a:ext uri="{FF2B5EF4-FFF2-40B4-BE49-F238E27FC236}">
                <a16:creationId xmlns:a16="http://schemas.microsoft.com/office/drawing/2014/main" id="{EC39AADD-6E5B-1E31-778A-B9D4A9D7F332}"/>
              </a:ext>
            </a:extLst>
          </p:cNvPr>
          <p:cNvCxnSpPr>
            <a:cxnSpLocks/>
          </p:cNvCxnSpPr>
          <p:nvPr/>
        </p:nvCxnSpPr>
        <p:spPr>
          <a:xfrm>
            <a:off x="4949002" y="3856736"/>
            <a:ext cx="390201" cy="4281"/>
          </a:xfrm>
          <a:prstGeom prst="line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6765AB9-30BC-8331-9FC2-07B279B6A9B0}"/>
              </a:ext>
            </a:extLst>
          </p:cNvPr>
          <p:cNvSpPr txBox="1"/>
          <p:nvPr/>
        </p:nvSpPr>
        <p:spPr>
          <a:xfrm>
            <a:off x="4928134" y="3460907"/>
            <a:ext cx="29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36" name="文字方塊 33">
            <a:extLst>
              <a:ext uri="{FF2B5EF4-FFF2-40B4-BE49-F238E27FC236}">
                <a16:creationId xmlns:a16="http://schemas.microsoft.com/office/drawing/2014/main" id="{A2CF629C-164B-C3F8-3BC3-75653E47730A}"/>
              </a:ext>
            </a:extLst>
          </p:cNvPr>
          <p:cNvSpPr txBox="1"/>
          <p:nvPr/>
        </p:nvSpPr>
        <p:spPr>
          <a:xfrm>
            <a:off x="4844551" y="3890679"/>
            <a:ext cx="5961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39" name="文字方塊 43">
            <a:extLst>
              <a:ext uri="{FF2B5EF4-FFF2-40B4-BE49-F238E27FC236}">
                <a16:creationId xmlns:a16="http://schemas.microsoft.com/office/drawing/2014/main" id="{A5824FFD-5D69-BE73-2070-0CE6E7CE88BF}"/>
              </a:ext>
            </a:extLst>
          </p:cNvPr>
          <p:cNvSpPr txBox="1"/>
          <p:nvPr/>
        </p:nvSpPr>
        <p:spPr>
          <a:xfrm>
            <a:off x="637647" y="4342637"/>
            <a:ext cx="4671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Lucida Calligraphy" panose="03010101010101010101" pitchFamily="66" charset="0"/>
              </a:rPr>
              <a:t>Angle at the centre of the sector representing ‘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table tennis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Lucida Calligraphy" panose="03010101010101010101" pitchFamily="66" charset="0"/>
              </a:rPr>
              <a:t>’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17">
                <a:extLst>
                  <a:ext uri="{FF2B5EF4-FFF2-40B4-BE49-F238E27FC236}">
                    <a16:creationId xmlns:a16="http://schemas.microsoft.com/office/drawing/2014/main" id="{95FA56DD-E78E-3977-FE93-837815F39371}"/>
                  </a:ext>
                </a:extLst>
              </p:cNvPr>
              <p:cNvSpPr txBox="1"/>
              <p:nvPr/>
            </p:nvSpPr>
            <p:spPr>
              <a:xfrm>
                <a:off x="5169192" y="45261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17">
                <a:extLst>
                  <a:ext uri="{FF2B5EF4-FFF2-40B4-BE49-F238E27FC236}">
                    <a16:creationId xmlns:a16="http://schemas.microsoft.com/office/drawing/2014/main" id="{95FA56DD-E78E-3977-FE93-837815F39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192" y="452618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31">
                <a:extLst>
                  <a:ext uri="{FF2B5EF4-FFF2-40B4-BE49-F238E27FC236}">
                    <a16:creationId xmlns:a16="http://schemas.microsoft.com/office/drawing/2014/main" id="{46F27884-593A-CBAF-907A-EC045470EE28}"/>
                  </a:ext>
                </a:extLst>
              </p:cNvPr>
              <p:cNvSpPr txBox="1"/>
              <p:nvPr/>
            </p:nvSpPr>
            <p:spPr>
              <a:xfrm>
                <a:off x="6093786" y="45165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31">
                <a:extLst>
                  <a:ext uri="{FF2B5EF4-FFF2-40B4-BE49-F238E27FC236}">
                    <a16:creationId xmlns:a16="http://schemas.microsoft.com/office/drawing/2014/main" id="{46F27884-593A-CBAF-907A-EC045470E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786" y="451659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33">
            <a:extLst>
              <a:ext uri="{FF2B5EF4-FFF2-40B4-BE49-F238E27FC236}">
                <a16:creationId xmlns:a16="http://schemas.microsoft.com/office/drawing/2014/main" id="{CFF8F4C7-B192-35AB-2691-0FF7F5FBA74B}"/>
              </a:ext>
            </a:extLst>
          </p:cNvPr>
          <p:cNvSpPr txBox="1"/>
          <p:nvPr/>
        </p:nvSpPr>
        <p:spPr>
          <a:xfrm>
            <a:off x="5424007" y="4541929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360</a:t>
            </a:r>
          </a:p>
        </p:txBody>
      </p:sp>
      <p:sp>
        <p:nvSpPr>
          <p:cNvPr id="43" name="文字方塊 190">
            <a:extLst>
              <a:ext uri="{FF2B5EF4-FFF2-40B4-BE49-F238E27FC236}">
                <a16:creationId xmlns:a16="http://schemas.microsoft.com/office/drawing/2014/main" id="{4C327A28-F574-0501-58F8-56432B38B9C2}"/>
              </a:ext>
            </a:extLst>
          </p:cNvPr>
          <p:cNvSpPr txBox="1"/>
          <p:nvPr/>
        </p:nvSpPr>
        <p:spPr>
          <a:xfrm>
            <a:off x="5918836" y="4386204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44" name="文字方塊 33">
            <a:extLst>
              <a:ext uri="{FF2B5EF4-FFF2-40B4-BE49-F238E27FC236}">
                <a16:creationId xmlns:a16="http://schemas.microsoft.com/office/drawing/2014/main" id="{FE13703F-106E-BEB8-5CA0-A8AF21EB907A}"/>
              </a:ext>
            </a:extLst>
          </p:cNvPr>
          <p:cNvSpPr txBox="1"/>
          <p:nvPr/>
        </p:nvSpPr>
        <p:spPr>
          <a:xfrm>
            <a:off x="6369879" y="4532703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Lucida Handwriting" panose="03010101010101010101" pitchFamily="66" charset="0"/>
              </a:rPr>
              <a:t>120</a:t>
            </a:r>
          </a:p>
        </p:txBody>
      </p:sp>
      <p:sp>
        <p:nvSpPr>
          <p:cNvPr id="45" name="文字方塊 190">
            <a:extLst>
              <a:ext uri="{FF2B5EF4-FFF2-40B4-BE49-F238E27FC236}">
                <a16:creationId xmlns:a16="http://schemas.microsoft.com/office/drawing/2014/main" id="{031D8083-0BB4-62E3-63CB-A7D2F972A423}"/>
              </a:ext>
            </a:extLst>
          </p:cNvPr>
          <p:cNvSpPr txBox="1"/>
          <p:nvPr/>
        </p:nvSpPr>
        <p:spPr>
          <a:xfrm>
            <a:off x="6909756" y="4365783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46" name="文字方塊 33">
            <a:extLst>
              <a:ext uri="{FF2B5EF4-FFF2-40B4-BE49-F238E27FC236}">
                <a16:creationId xmlns:a16="http://schemas.microsoft.com/office/drawing/2014/main" id="{10216BBC-16AB-3390-5FE8-89C6C736BCA2}"/>
              </a:ext>
            </a:extLst>
          </p:cNvPr>
          <p:cNvSpPr txBox="1"/>
          <p:nvPr/>
        </p:nvSpPr>
        <p:spPr>
          <a:xfrm>
            <a:off x="7352735" y="4530468"/>
            <a:ext cx="547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90</a:t>
            </a:r>
          </a:p>
        </p:txBody>
      </p:sp>
      <p:sp>
        <p:nvSpPr>
          <p:cNvPr id="47" name="文字方塊 190">
            <a:extLst>
              <a:ext uri="{FF2B5EF4-FFF2-40B4-BE49-F238E27FC236}">
                <a16:creationId xmlns:a16="http://schemas.microsoft.com/office/drawing/2014/main" id="{25C5FE40-4D41-46F8-C6E8-715E3460948B}"/>
              </a:ext>
            </a:extLst>
          </p:cNvPr>
          <p:cNvSpPr txBox="1"/>
          <p:nvPr/>
        </p:nvSpPr>
        <p:spPr>
          <a:xfrm>
            <a:off x="7768340" y="4424238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48" name="文字方塊 33">
            <a:extLst>
              <a:ext uri="{FF2B5EF4-FFF2-40B4-BE49-F238E27FC236}">
                <a16:creationId xmlns:a16="http://schemas.microsoft.com/office/drawing/2014/main" id="{8C7D1FEC-66C6-BDF8-B239-CDB9BA575714}"/>
              </a:ext>
            </a:extLst>
          </p:cNvPr>
          <p:cNvSpPr txBox="1"/>
          <p:nvPr/>
        </p:nvSpPr>
        <p:spPr>
          <a:xfrm>
            <a:off x="8241822" y="4531082"/>
            <a:ext cx="538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</a:t>
            </a:r>
          </a:p>
        </p:txBody>
      </p:sp>
      <p:sp>
        <p:nvSpPr>
          <p:cNvPr id="49" name="文字方塊 190">
            <a:extLst>
              <a:ext uri="{FF2B5EF4-FFF2-40B4-BE49-F238E27FC236}">
                <a16:creationId xmlns:a16="http://schemas.microsoft.com/office/drawing/2014/main" id="{251AC3CA-E282-F45C-8A80-7EA25C4DC045}"/>
              </a:ext>
            </a:extLst>
          </p:cNvPr>
          <p:cNvSpPr txBox="1"/>
          <p:nvPr/>
        </p:nvSpPr>
        <p:spPr>
          <a:xfrm>
            <a:off x="8658092" y="4424238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50" name="文字方塊 33">
            <a:extLst>
              <a:ext uri="{FF2B5EF4-FFF2-40B4-BE49-F238E27FC236}">
                <a16:creationId xmlns:a16="http://schemas.microsoft.com/office/drawing/2014/main" id="{660285CB-673A-45CB-A434-8CCFB02230DB}"/>
              </a:ext>
            </a:extLst>
          </p:cNvPr>
          <p:cNvSpPr txBox="1"/>
          <p:nvPr/>
        </p:nvSpPr>
        <p:spPr>
          <a:xfrm>
            <a:off x="9173540" y="4516597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120</a:t>
            </a:r>
          </a:p>
        </p:txBody>
      </p:sp>
      <p:sp>
        <p:nvSpPr>
          <p:cNvPr id="51" name="文字方塊 190">
            <a:extLst>
              <a:ext uri="{FF2B5EF4-FFF2-40B4-BE49-F238E27FC236}">
                <a16:creationId xmlns:a16="http://schemas.microsoft.com/office/drawing/2014/main" id="{85F23877-83F1-787A-8121-F02D1D26AA51}"/>
              </a:ext>
            </a:extLst>
          </p:cNvPr>
          <p:cNvSpPr txBox="1"/>
          <p:nvPr/>
        </p:nvSpPr>
        <p:spPr>
          <a:xfrm>
            <a:off x="9711554" y="4394647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31">
                <a:extLst>
                  <a:ext uri="{FF2B5EF4-FFF2-40B4-BE49-F238E27FC236}">
                    <a16:creationId xmlns:a16="http://schemas.microsoft.com/office/drawing/2014/main" id="{736503EF-19B0-2946-FA50-AF4FD77C0B3D}"/>
                  </a:ext>
                </a:extLst>
              </p:cNvPr>
              <p:cNvSpPr txBox="1"/>
              <p:nvPr/>
            </p:nvSpPr>
            <p:spPr>
              <a:xfrm>
                <a:off x="7101998" y="44834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31">
                <a:extLst>
                  <a:ext uri="{FF2B5EF4-FFF2-40B4-BE49-F238E27FC236}">
                    <a16:creationId xmlns:a16="http://schemas.microsoft.com/office/drawing/2014/main" id="{736503EF-19B0-2946-FA50-AF4FD77C0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998" y="4483458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31">
                <a:extLst>
                  <a:ext uri="{FF2B5EF4-FFF2-40B4-BE49-F238E27FC236}">
                    <a16:creationId xmlns:a16="http://schemas.microsoft.com/office/drawing/2014/main" id="{8E4D32DB-0D70-857C-540D-221B0AC08BDE}"/>
                  </a:ext>
                </a:extLst>
              </p:cNvPr>
              <p:cNvSpPr txBox="1"/>
              <p:nvPr/>
            </p:nvSpPr>
            <p:spPr>
              <a:xfrm>
                <a:off x="8004587" y="44834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31">
                <a:extLst>
                  <a:ext uri="{FF2B5EF4-FFF2-40B4-BE49-F238E27FC236}">
                    <a16:creationId xmlns:a16="http://schemas.microsoft.com/office/drawing/2014/main" id="{8E4D32DB-0D70-857C-540D-221B0AC08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587" y="448345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17">
                <a:extLst>
                  <a:ext uri="{FF2B5EF4-FFF2-40B4-BE49-F238E27FC236}">
                    <a16:creationId xmlns:a16="http://schemas.microsoft.com/office/drawing/2014/main" id="{D99896F9-45EB-CEE2-19EA-5D311A1A8B86}"/>
                  </a:ext>
                </a:extLst>
              </p:cNvPr>
              <p:cNvSpPr txBox="1"/>
              <p:nvPr/>
            </p:nvSpPr>
            <p:spPr>
              <a:xfrm>
                <a:off x="8909431" y="4517211"/>
                <a:ext cx="3437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17">
                <a:extLst>
                  <a:ext uri="{FF2B5EF4-FFF2-40B4-BE49-F238E27FC236}">
                    <a16:creationId xmlns:a16="http://schemas.microsoft.com/office/drawing/2014/main" id="{D99896F9-45EB-CEE2-19EA-5D311A1A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431" y="4517211"/>
                <a:ext cx="343719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43">
            <a:extLst>
              <a:ext uri="{FF2B5EF4-FFF2-40B4-BE49-F238E27FC236}">
                <a16:creationId xmlns:a16="http://schemas.microsoft.com/office/drawing/2014/main" id="{D6831FBB-42A0-CAF3-F1EC-D90B5DA4AFED}"/>
              </a:ext>
            </a:extLst>
          </p:cNvPr>
          <p:cNvSpPr txBox="1"/>
          <p:nvPr/>
        </p:nvSpPr>
        <p:spPr>
          <a:xfrm>
            <a:off x="1423424" y="5195400"/>
            <a:ext cx="2154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table tennis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5">
                  <a:lumMod val="75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17">
                <a:extLst>
                  <a:ext uri="{FF2B5EF4-FFF2-40B4-BE49-F238E27FC236}">
                    <a16:creationId xmlns:a16="http://schemas.microsoft.com/office/drawing/2014/main" id="{F1372C63-1F6A-C704-BC2E-AD27E5DFC6FF}"/>
                  </a:ext>
                </a:extLst>
              </p:cNvPr>
              <p:cNvSpPr txBox="1"/>
              <p:nvPr/>
            </p:nvSpPr>
            <p:spPr>
              <a:xfrm>
                <a:off x="3459213" y="51603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17">
                <a:extLst>
                  <a:ext uri="{FF2B5EF4-FFF2-40B4-BE49-F238E27FC236}">
                    <a16:creationId xmlns:a16="http://schemas.microsoft.com/office/drawing/2014/main" id="{F1372C63-1F6A-C704-BC2E-AD27E5DFC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213" y="516039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接點 46">
            <a:extLst>
              <a:ext uri="{FF2B5EF4-FFF2-40B4-BE49-F238E27FC236}">
                <a16:creationId xmlns:a16="http://schemas.microsoft.com/office/drawing/2014/main" id="{F20CD69C-34F3-AEAC-C268-2F8E87EB660F}"/>
              </a:ext>
            </a:extLst>
          </p:cNvPr>
          <p:cNvCxnSpPr>
            <a:cxnSpLocks/>
          </p:cNvCxnSpPr>
          <p:nvPr/>
        </p:nvCxnSpPr>
        <p:spPr>
          <a:xfrm>
            <a:off x="3797546" y="5381140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字方塊 33">
            <a:extLst>
              <a:ext uri="{FF2B5EF4-FFF2-40B4-BE49-F238E27FC236}">
                <a16:creationId xmlns:a16="http://schemas.microsoft.com/office/drawing/2014/main" id="{6C2507C2-527C-3D01-D24B-9399304237FA}"/>
              </a:ext>
            </a:extLst>
          </p:cNvPr>
          <p:cNvSpPr txBox="1"/>
          <p:nvPr/>
        </p:nvSpPr>
        <p:spPr>
          <a:xfrm>
            <a:off x="3864452" y="5022593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120</a:t>
            </a:r>
          </a:p>
        </p:txBody>
      </p:sp>
      <p:sp>
        <p:nvSpPr>
          <p:cNvPr id="61" name="文字方塊 190">
            <a:extLst>
              <a:ext uri="{FF2B5EF4-FFF2-40B4-BE49-F238E27FC236}">
                <a16:creationId xmlns:a16="http://schemas.microsoft.com/office/drawing/2014/main" id="{AF16C8B8-502E-EA0D-A1E8-42D00FAFC281}"/>
              </a:ext>
            </a:extLst>
          </p:cNvPr>
          <p:cNvSpPr txBox="1"/>
          <p:nvPr/>
        </p:nvSpPr>
        <p:spPr>
          <a:xfrm>
            <a:off x="4448969" y="4910267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p:sp>
        <p:nvSpPr>
          <p:cNvPr id="62" name="文字方塊 33">
            <a:extLst>
              <a:ext uri="{FF2B5EF4-FFF2-40B4-BE49-F238E27FC236}">
                <a16:creationId xmlns:a16="http://schemas.microsoft.com/office/drawing/2014/main" id="{DB5F7AE2-8842-0E81-51A6-C623B6B30790}"/>
              </a:ext>
            </a:extLst>
          </p:cNvPr>
          <p:cNvSpPr txBox="1"/>
          <p:nvPr/>
        </p:nvSpPr>
        <p:spPr>
          <a:xfrm>
            <a:off x="3853322" y="5488862"/>
            <a:ext cx="770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360</a:t>
            </a:r>
          </a:p>
        </p:txBody>
      </p:sp>
      <p:sp>
        <p:nvSpPr>
          <p:cNvPr id="63" name="文字方塊 190">
            <a:extLst>
              <a:ext uri="{FF2B5EF4-FFF2-40B4-BE49-F238E27FC236}">
                <a16:creationId xmlns:a16="http://schemas.microsoft.com/office/drawing/2014/main" id="{BD407180-EC59-2866-7704-1A38645F0190}"/>
              </a:ext>
            </a:extLst>
          </p:cNvPr>
          <p:cNvSpPr txBox="1"/>
          <p:nvPr/>
        </p:nvSpPr>
        <p:spPr>
          <a:xfrm>
            <a:off x="4381322" y="5352289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17">
                <a:extLst>
                  <a:ext uri="{FF2B5EF4-FFF2-40B4-BE49-F238E27FC236}">
                    <a16:creationId xmlns:a16="http://schemas.microsoft.com/office/drawing/2014/main" id="{F46386BC-2DCB-730E-05B2-CED60BC39C77}"/>
                  </a:ext>
                </a:extLst>
              </p:cNvPr>
              <p:cNvSpPr txBox="1"/>
              <p:nvPr/>
            </p:nvSpPr>
            <p:spPr>
              <a:xfrm>
                <a:off x="3514989" y="61117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17">
                <a:extLst>
                  <a:ext uri="{FF2B5EF4-FFF2-40B4-BE49-F238E27FC236}">
                    <a16:creationId xmlns:a16="http://schemas.microsoft.com/office/drawing/2014/main" id="{F46386BC-2DCB-730E-05B2-CED60BC39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989" y="611177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線接點 46">
            <a:extLst>
              <a:ext uri="{FF2B5EF4-FFF2-40B4-BE49-F238E27FC236}">
                <a16:creationId xmlns:a16="http://schemas.microsoft.com/office/drawing/2014/main" id="{1C159BF6-718C-EB77-85F2-050BFE596F93}"/>
              </a:ext>
            </a:extLst>
          </p:cNvPr>
          <p:cNvCxnSpPr>
            <a:cxnSpLocks/>
          </p:cNvCxnSpPr>
          <p:nvPr/>
        </p:nvCxnSpPr>
        <p:spPr>
          <a:xfrm>
            <a:off x="3853322" y="6332520"/>
            <a:ext cx="40050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字方塊 33">
            <a:extLst>
              <a:ext uri="{FF2B5EF4-FFF2-40B4-BE49-F238E27FC236}">
                <a16:creationId xmlns:a16="http://schemas.microsoft.com/office/drawing/2014/main" id="{B8F92A93-53E4-B782-347D-D4C07905F8E0}"/>
              </a:ext>
            </a:extLst>
          </p:cNvPr>
          <p:cNvSpPr txBox="1"/>
          <p:nvPr/>
        </p:nvSpPr>
        <p:spPr>
          <a:xfrm>
            <a:off x="3876414" y="5996693"/>
            <a:ext cx="386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67" name="文字方塊 33">
            <a:extLst>
              <a:ext uri="{FF2B5EF4-FFF2-40B4-BE49-F238E27FC236}">
                <a16:creationId xmlns:a16="http://schemas.microsoft.com/office/drawing/2014/main" id="{3338BBCD-873B-7E6D-B139-74AE110CD00B}"/>
              </a:ext>
            </a:extLst>
          </p:cNvPr>
          <p:cNvSpPr txBox="1"/>
          <p:nvPr/>
        </p:nvSpPr>
        <p:spPr>
          <a:xfrm>
            <a:off x="3839578" y="6332520"/>
            <a:ext cx="410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筆跡 8">
                <a:extLst>
                  <a:ext uri="{FF2B5EF4-FFF2-40B4-BE49-F238E27FC236}">
                    <a16:creationId xmlns:a16="http://schemas.microsoft.com/office/drawing/2014/main" id="{A167F83B-9292-F5F7-0CBE-74981D77B003}"/>
                  </a:ext>
                </a:extLst>
              </p14:cNvPr>
              <p14:cNvContentPartPr/>
              <p14:nvPr/>
            </p14:nvContentPartPr>
            <p14:xfrm>
              <a:off x="1148844" y="1072034"/>
              <a:ext cx="1216183" cy="45719"/>
            </p14:xfrm>
          </p:contentPart>
        </mc:Choice>
        <mc:Fallback xmlns="">
          <p:pic>
            <p:nvPicPr>
              <p:cNvPr id="69" name="筆跡 8">
                <a:extLst>
                  <a:ext uri="{FF2B5EF4-FFF2-40B4-BE49-F238E27FC236}">
                    <a16:creationId xmlns:a16="http://schemas.microsoft.com/office/drawing/2014/main" id="{A167F83B-9292-F5F7-0CBE-74981D77B0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4823" y="-12643666"/>
                <a:ext cx="13238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筆跡 5">
                <a:extLst>
                  <a:ext uri="{FF2B5EF4-FFF2-40B4-BE49-F238E27FC236}">
                    <a16:creationId xmlns:a16="http://schemas.microsoft.com/office/drawing/2014/main" id="{05D017C8-5058-612E-A0F1-EED6CE6272C1}"/>
                  </a:ext>
                </a:extLst>
              </p14:cNvPr>
              <p14:cNvContentPartPr/>
              <p14:nvPr/>
            </p14:nvContentPartPr>
            <p14:xfrm>
              <a:off x="1294487" y="1445127"/>
              <a:ext cx="1070539" cy="45719"/>
            </p14:xfrm>
          </p:contentPart>
        </mc:Choice>
        <mc:Fallback xmlns="">
          <p:pic>
            <p:nvPicPr>
              <p:cNvPr id="71" name="筆跡 5">
                <a:extLst>
                  <a:ext uri="{FF2B5EF4-FFF2-40B4-BE49-F238E27FC236}">
                    <a16:creationId xmlns:a16="http://schemas.microsoft.com/office/drawing/2014/main" id="{05D017C8-5058-612E-A0F1-EED6CE6272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40456" y="-12270573"/>
                <a:ext cx="117824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3" name="筆跡 8">
                <a:extLst>
                  <a:ext uri="{FF2B5EF4-FFF2-40B4-BE49-F238E27FC236}">
                    <a16:creationId xmlns:a16="http://schemas.microsoft.com/office/drawing/2014/main" id="{A89EBCDC-F1DA-3C1B-8B26-DF002B01E806}"/>
                  </a:ext>
                </a:extLst>
              </p14:cNvPr>
              <p14:cNvContentPartPr/>
              <p14:nvPr/>
            </p14:nvContentPartPr>
            <p14:xfrm>
              <a:off x="2784818" y="1058231"/>
              <a:ext cx="896413" cy="45719"/>
            </p14:xfrm>
          </p:contentPart>
        </mc:Choice>
        <mc:Fallback xmlns="">
          <p:pic>
            <p:nvPicPr>
              <p:cNvPr id="73" name="筆跡 8">
                <a:extLst>
                  <a:ext uri="{FF2B5EF4-FFF2-40B4-BE49-F238E27FC236}">
                    <a16:creationId xmlns:a16="http://schemas.microsoft.com/office/drawing/2014/main" id="{A89EBCDC-F1DA-3C1B-8B26-DF002B01E80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30796" y="-12657469"/>
                <a:ext cx="10040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" name="筆跡 8">
                <a:extLst>
                  <a:ext uri="{FF2B5EF4-FFF2-40B4-BE49-F238E27FC236}">
                    <a16:creationId xmlns:a16="http://schemas.microsoft.com/office/drawing/2014/main" id="{AE92314C-D356-D2B0-B6F3-BCDC2E238DFF}"/>
                  </a:ext>
                </a:extLst>
              </p14:cNvPr>
              <p14:cNvContentPartPr/>
              <p14:nvPr/>
            </p14:nvContentPartPr>
            <p14:xfrm>
              <a:off x="11335110" y="3675934"/>
              <a:ext cx="734615" cy="45719"/>
            </p14:xfrm>
          </p:contentPart>
        </mc:Choice>
        <mc:Fallback>
          <p:pic>
            <p:nvPicPr>
              <p:cNvPr id="3" name="筆跡 8">
                <a:extLst>
                  <a:ext uri="{FF2B5EF4-FFF2-40B4-BE49-F238E27FC236}">
                    <a16:creationId xmlns:a16="http://schemas.microsoft.com/office/drawing/2014/main" id="{AE92314C-D356-D2B0-B6F3-BCDC2E238DF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281094" y="-10039766"/>
                <a:ext cx="84228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" name="筆跡 8">
                <a:extLst>
                  <a:ext uri="{FF2B5EF4-FFF2-40B4-BE49-F238E27FC236}">
                    <a16:creationId xmlns:a16="http://schemas.microsoft.com/office/drawing/2014/main" id="{C72474E3-2800-74F7-3E35-D3671F71C36A}"/>
                  </a:ext>
                </a:extLst>
              </p14:cNvPr>
              <p14:cNvContentPartPr/>
              <p14:nvPr/>
            </p14:nvContentPartPr>
            <p14:xfrm>
              <a:off x="9253150" y="2473943"/>
              <a:ext cx="701931" cy="45719"/>
            </p14:xfrm>
          </p:contentPart>
        </mc:Choice>
        <mc:Fallback>
          <p:pic>
            <p:nvPicPr>
              <p:cNvPr id="4" name="筆跡 8">
                <a:extLst>
                  <a:ext uri="{FF2B5EF4-FFF2-40B4-BE49-F238E27FC236}">
                    <a16:creationId xmlns:a16="http://schemas.microsoft.com/office/drawing/2014/main" id="{C72474E3-2800-74F7-3E35-D3671F71C36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199128" y="-11241757"/>
                <a:ext cx="80961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字方塊 22">
            <a:extLst>
              <a:ext uri="{FF2B5EF4-FFF2-40B4-BE49-F238E27FC236}">
                <a16:creationId xmlns:a16="http://schemas.microsoft.com/office/drawing/2014/main" id="{476861C9-7422-9625-BF0C-C81186BC6162}"/>
              </a:ext>
            </a:extLst>
          </p:cNvPr>
          <p:cNvSpPr txBox="1"/>
          <p:nvPr/>
        </p:nvSpPr>
        <p:spPr>
          <a:xfrm>
            <a:off x="9683" y="1717878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6" name="文字方塊 22">
            <a:extLst>
              <a:ext uri="{FF2B5EF4-FFF2-40B4-BE49-F238E27FC236}">
                <a16:creationId xmlns:a16="http://schemas.microsoft.com/office/drawing/2014/main" id="{AD4AC367-00D4-46BC-2175-A4081128BC2A}"/>
              </a:ext>
            </a:extLst>
          </p:cNvPr>
          <p:cNvSpPr txBox="1"/>
          <p:nvPr/>
        </p:nvSpPr>
        <p:spPr>
          <a:xfrm>
            <a:off x="25201" y="4313431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7" name="筆跡 8">
                <a:extLst>
                  <a:ext uri="{FF2B5EF4-FFF2-40B4-BE49-F238E27FC236}">
                    <a16:creationId xmlns:a16="http://schemas.microsoft.com/office/drawing/2014/main" id="{52DB338D-CAED-FC86-62FA-B1EB64F1830C}"/>
                  </a:ext>
                </a:extLst>
              </p14:cNvPr>
              <p14:cNvContentPartPr/>
              <p14:nvPr/>
            </p14:nvContentPartPr>
            <p14:xfrm>
              <a:off x="10367871" y="2464196"/>
              <a:ext cx="734615" cy="45719"/>
            </p14:xfrm>
          </p:contentPart>
        </mc:Choice>
        <mc:Fallback>
          <p:pic>
            <p:nvPicPr>
              <p:cNvPr id="27" name="筆跡 8">
                <a:extLst>
                  <a:ext uri="{FF2B5EF4-FFF2-40B4-BE49-F238E27FC236}">
                    <a16:creationId xmlns:a16="http://schemas.microsoft.com/office/drawing/2014/main" id="{52DB338D-CAED-FC86-62FA-B1EB64F1830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313855" y="-11251504"/>
                <a:ext cx="84228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8" name="筆跡 5">
                <a:extLst>
                  <a:ext uri="{FF2B5EF4-FFF2-40B4-BE49-F238E27FC236}">
                    <a16:creationId xmlns:a16="http://schemas.microsoft.com/office/drawing/2014/main" id="{367A6929-0210-6479-D871-79595D9D3719}"/>
                  </a:ext>
                </a:extLst>
              </p14:cNvPr>
              <p14:cNvContentPartPr/>
              <p14:nvPr/>
            </p14:nvContentPartPr>
            <p14:xfrm>
              <a:off x="9558641" y="3717250"/>
              <a:ext cx="1070539" cy="45719"/>
            </p14:xfrm>
          </p:contentPart>
        </mc:Choice>
        <mc:Fallback>
          <p:pic>
            <p:nvPicPr>
              <p:cNvPr id="38" name="筆跡 5">
                <a:extLst>
                  <a:ext uri="{FF2B5EF4-FFF2-40B4-BE49-F238E27FC236}">
                    <a16:creationId xmlns:a16="http://schemas.microsoft.com/office/drawing/2014/main" id="{367A6929-0210-6479-D871-79595D9D371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504610" y="-9998450"/>
                <a:ext cx="117824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489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8" grpId="0"/>
      <p:bldP spid="29" grpId="0"/>
      <p:bldP spid="30" grpId="0"/>
      <p:bldP spid="31" grpId="0"/>
      <p:bldP spid="32" grpId="0"/>
      <p:bldP spid="34" grpId="0"/>
      <p:bldP spid="36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6" grpId="0"/>
      <p:bldP spid="57" grpId="0"/>
      <p:bldP spid="58" grpId="0"/>
      <p:bldP spid="60" grpId="0"/>
      <p:bldP spid="61" grpId="0"/>
      <p:bldP spid="62" grpId="0"/>
      <p:bldP spid="63" grpId="0"/>
      <p:bldP spid="64" grpId="0"/>
      <p:bldP spid="66" grpId="0"/>
      <p:bldP spid="67" grpId="0"/>
      <p:bldP spid="6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F41FB21-E67D-500E-9747-9F7C7D6BD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44624"/>
            <a:ext cx="9857143" cy="105714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D099B44-B169-4313-29B7-3574C0E41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8248" y="836712"/>
            <a:ext cx="3485714" cy="31523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8D752DE-3672-2882-5F27-DAF8EB4C51F8}"/>
                  </a:ext>
                </a:extLst>
              </p14:cNvPr>
              <p14:cNvContentPartPr/>
              <p14:nvPr/>
            </p14:nvContentPartPr>
            <p14:xfrm>
              <a:off x="8040216" y="260648"/>
              <a:ext cx="504056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8D752DE-3672-2882-5F27-DAF8EB4C51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86210" y="-13455052"/>
                <a:ext cx="6117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9AA145D9-B188-1274-C6F3-B545E09C664E}"/>
                  </a:ext>
                </a:extLst>
              </p14:cNvPr>
              <p14:cNvContentPartPr/>
              <p14:nvPr/>
            </p14:nvContentPartPr>
            <p14:xfrm>
              <a:off x="9192344" y="260648"/>
              <a:ext cx="504057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9AA145D9-B188-1274-C6F3-B545E09C66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38338" y="-13455052"/>
                <a:ext cx="61170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B1E4A638-83BB-C779-83F2-5E62AEADA2BB}"/>
                  </a:ext>
                </a:extLst>
              </p14:cNvPr>
              <p14:cNvContentPartPr/>
              <p14:nvPr/>
            </p14:nvContentPartPr>
            <p14:xfrm>
              <a:off x="8472264" y="589906"/>
              <a:ext cx="936104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B1E4A638-83BB-C779-83F2-5E62AEADA2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18258" y="-13125794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1ADC027-9F9E-51E2-97F9-62346333A191}"/>
                  </a:ext>
                </a:extLst>
              </p14:cNvPr>
              <p14:cNvContentPartPr/>
              <p14:nvPr/>
            </p14:nvContentPartPr>
            <p14:xfrm>
              <a:off x="2215521" y="935009"/>
              <a:ext cx="1216183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1ADC027-9F9E-51E2-97F9-62346333A1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61500" y="-12780691"/>
                <a:ext cx="132386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352C24AD-36AE-AB5A-8449-9C416B791E7B}"/>
              </a:ext>
            </a:extLst>
          </p:cNvPr>
          <p:cNvSpPr txBox="1"/>
          <p:nvPr/>
        </p:nvSpPr>
        <p:spPr>
          <a:xfrm>
            <a:off x="525246" y="1352045"/>
            <a:ext cx="3380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Area of the dartboard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E7AACC6-3796-15E7-D1A0-8EE81B2F6CD4}"/>
                  </a:ext>
                </a:extLst>
              </p:cNvPr>
              <p:cNvSpPr txBox="1"/>
              <p:nvPr/>
            </p:nvSpPr>
            <p:spPr>
              <a:xfrm>
                <a:off x="3715909" y="13520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E7AACC6-3796-15E7-D1A0-8EE81B2F6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909" y="135204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3A1BBCC-9A7A-42C5-C3A8-0ECCB3BE992B}"/>
                  </a:ext>
                </a:extLst>
              </p:cNvPr>
              <p:cNvSpPr txBox="1"/>
              <p:nvPr/>
            </p:nvSpPr>
            <p:spPr>
              <a:xfrm>
                <a:off x="4007768" y="13520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3A1BBCC-9A7A-42C5-C3A8-0ECCB3BE9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8" y="1352045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EDF33F-3B55-ADA0-483A-67E055D18006}"/>
                  </a:ext>
                </a:extLst>
              </p:cNvPr>
              <p:cNvSpPr txBox="1"/>
              <p:nvPr/>
            </p:nvSpPr>
            <p:spPr>
              <a:xfrm>
                <a:off x="4257585" y="13513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EDF33F-3B55-ADA0-483A-67E055D18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585" y="135138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FD76DA05-B8D1-C5BC-03FE-711E57FD4352}"/>
              </a:ext>
            </a:extLst>
          </p:cNvPr>
          <p:cNvGrpSpPr/>
          <p:nvPr/>
        </p:nvGrpSpPr>
        <p:grpSpPr>
          <a:xfrm>
            <a:off x="4501404" y="1351381"/>
            <a:ext cx="730500" cy="400110"/>
            <a:chOff x="1377671" y="1369717"/>
            <a:chExt cx="730500" cy="400110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120222ED-8FD5-C114-DC7D-276E3509C492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3BD190F-BF82-8CFF-DB96-E3F8CC6FE4E2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40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707A6DB-9918-8795-6D1C-94CA24158B1A}"/>
              </a:ext>
            </a:extLst>
          </p:cNvPr>
          <p:cNvSpPr txBox="1"/>
          <p:nvPr/>
        </p:nvSpPr>
        <p:spPr>
          <a:xfrm>
            <a:off x="5047907" y="1197492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834B883-51C5-3406-6ABE-644BD1C4ED54}"/>
                  </a:ext>
                </a:extLst>
              </p:cNvPr>
              <p:cNvSpPr txBox="1"/>
              <p:nvPr/>
            </p:nvSpPr>
            <p:spPr>
              <a:xfrm>
                <a:off x="3712080" y="19410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834B883-51C5-3406-6ABE-644BD1C4E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80" y="194101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>
            <a:extLst>
              <a:ext uri="{FF2B5EF4-FFF2-40B4-BE49-F238E27FC236}">
                <a16:creationId xmlns:a16="http://schemas.microsoft.com/office/drawing/2014/main" id="{71094A6C-0F56-5D41-A8FE-6340CB162FC5}"/>
              </a:ext>
            </a:extLst>
          </p:cNvPr>
          <p:cNvGrpSpPr/>
          <p:nvPr/>
        </p:nvGrpSpPr>
        <p:grpSpPr>
          <a:xfrm>
            <a:off x="4010772" y="1863908"/>
            <a:ext cx="1653180" cy="506679"/>
            <a:chOff x="2250648" y="4844102"/>
            <a:chExt cx="1653180" cy="506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E94E0DEA-5BB3-96CA-C723-E445552A7707}"/>
                    </a:ext>
                  </a:extLst>
                </p:cNvPr>
                <p:cNvSpPr txBox="1"/>
                <p:nvPr/>
              </p:nvSpPr>
              <p:spPr>
                <a:xfrm>
                  <a:off x="2250648" y="4946123"/>
                  <a:ext cx="114961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FF00"/>
                      </a:solidFill>
                      <a:latin typeface="Lucida Handwriting" panose="03010101010101010101" pitchFamily="66" charset="0"/>
                    </a:rPr>
                    <a:t>1600</a:t>
                  </a:r>
                  <a14:m>
                    <m:oMath xmlns:m="http://schemas.openxmlformats.org/officeDocument/2006/math"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E94E0DEA-5BB3-96CA-C723-E445552A7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0648" y="4946123"/>
                  <a:ext cx="114961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FF470571-AEE8-2B6E-0379-C117BA332B3C}"/>
                </a:ext>
              </a:extLst>
            </p:cNvPr>
            <p:cNvSpPr txBox="1"/>
            <p:nvPr/>
          </p:nvSpPr>
          <p:spPr>
            <a:xfrm>
              <a:off x="316166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859CB22-64F0-BD3E-7811-3E097411FB39}"/>
                </a:ext>
              </a:extLst>
            </p:cNvPr>
            <p:cNvSpPr txBox="1"/>
            <p:nvPr/>
          </p:nvSpPr>
          <p:spPr>
            <a:xfrm>
              <a:off x="357677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C27F931-CFF5-7000-9923-17F6038BD8BF}"/>
              </a:ext>
            </a:extLst>
          </p:cNvPr>
          <p:cNvSpPr txBox="1"/>
          <p:nvPr/>
        </p:nvSpPr>
        <p:spPr>
          <a:xfrm>
            <a:off x="81714" y="2529991"/>
            <a:ext cx="377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the shaded region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0A782B0F-9B85-6D44-C5C9-C2D1AAAB4864}"/>
                  </a:ext>
                </a:extLst>
              </p:cNvPr>
              <p:cNvSpPr txBox="1"/>
              <p:nvPr/>
            </p:nvSpPr>
            <p:spPr>
              <a:xfrm>
                <a:off x="3712080" y="25299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0A782B0F-9B85-6D44-C5C9-C2D1AAAB4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80" y="252999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C85B871-077E-2CBD-250F-C284A615DFC7}"/>
                  </a:ext>
                </a:extLst>
              </p:cNvPr>
              <p:cNvSpPr txBox="1"/>
              <p:nvPr/>
            </p:nvSpPr>
            <p:spPr>
              <a:xfrm>
                <a:off x="4035413" y="25142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C85B871-077E-2CBD-250F-C284A615D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13" y="251429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F77BE06-5A12-C48C-8978-FA5AB16B67CD}"/>
                  </a:ext>
                </a:extLst>
              </p:cNvPr>
              <p:cNvSpPr txBox="1"/>
              <p:nvPr/>
            </p:nvSpPr>
            <p:spPr>
              <a:xfrm>
                <a:off x="4285230" y="25136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F77BE06-5A12-C48C-8978-FA5AB16B6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230" y="2513632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29C12CF9-2538-CD50-410E-E28F0F72DB64}"/>
              </a:ext>
            </a:extLst>
          </p:cNvPr>
          <p:cNvGrpSpPr/>
          <p:nvPr/>
        </p:nvGrpSpPr>
        <p:grpSpPr>
          <a:xfrm>
            <a:off x="4529049" y="2513632"/>
            <a:ext cx="730500" cy="400110"/>
            <a:chOff x="1377671" y="1369717"/>
            <a:chExt cx="730500" cy="400110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151931-F703-E4DE-FB6B-E2B5C5805F69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5A0308BC-F444-36B3-BF0A-C6B27C878297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40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706BADE-EF79-9835-B088-BC2FCC48E2DB}"/>
              </a:ext>
            </a:extLst>
          </p:cNvPr>
          <p:cNvSpPr txBox="1"/>
          <p:nvPr/>
        </p:nvSpPr>
        <p:spPr>
          <a:xfrm>
            <a:off x="5075552" y="2359743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F202FD5-E8BC-3261-5906-96137ED7CBE5}"/>
                  </a:ext>
                </a:extLst>
              </p:cNvPr>
              <p:cNvSpPr txBox="1"/>
              <p:nvPr/>
            </p:nvSpPr>
            <p:spPr>
              <a:xfrm>
                <a:off x="5227112" y="25136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F202FD5-E8BC-3261-5906-96137ED7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12" y="251363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63959F6-7372-0182-A112-64AB86F3EEA2}"/>
                  </a:ext>
                </a:extLst>
              </p:cNvPr>
              <p:cNvSpPr txBox="1"/>
              <p:nvPr/>
            </p:nvSpPr>
            <p:spPr>
              <a:xfrm>
                <a:off x="5524390" y="25142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63959F6-7372-0182-A112-64AB86F3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390" y="251429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38C9262-4650-2F5B-7601-B94B96204DB7}"/>
                  </a:ext>
                </a:extLst>
              </p:cNvPr>
              <p:cNvSpPr txBox="1"/>
              <p:nvPr/>
            </p:nvSpPr>
            <p:spPr>
              <a:xfrm>
                <a:off x="5774207" y="25136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38C9262-4650-2F5B-7601-B94B96204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207" y="251363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93CBFAAD-1E43-8758-52B2-744272573B20}"/>
              </a:ext>
            </a:extLst>
          </p:cNvPr>
          <p:cNvGrpSpPr/>
          <p:nvPr/>
        </p:nvGrpSpPr>
        <p:grpSpPr>
          <a:xfrm>
            <a:off x="6018026" y="2513631"/>
            <a:ext cx="730500" cy="400110"/>
            <a:chOff x="1377671" y="1369717"/>
            <a:chExt cx="730500" cy="400110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94A5107D-AAE9-D305-75DA-F13F27A8AD63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C74DDACE-62B1-254B-0550-462A53672FD4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86DA90A-8C2C-44E3-1517-4A041A9B2789}"/>
              </a:ext>
            </a:extLst>
          </p:cNvPr>
          <p:cNvSpPr txBox="1"/>
          <p:nvPr/>
        </p:nvSpPr>
        <p:spPr>
          <a:xfrm>
            <a:off x="6564529" y="2359742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B2FB8E5-C4CC-C6D5-A4AB-326A6839DDD9}"/>
                  </a:ext>
                </a:extLst>
              </p:cNvPr>
              <p:cNvSpPr txBox="1"/>
              <p:nvPr/>
            </p:nvSpPr>
            <p:spPr>
              <a:xfrm>
                <a:off x="3712229" y="31017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B2FB8E5-C4CC-C6D5-A4AB-326A6839D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229" y="310178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603BCFBF-0E31-A179-9B73-2C8F2918BDE0}"/>
              </a:ext>
            </a:extLst>
          </p:cNvPr>
          <p:cNvGrpSpPr/>
          <p:nvPr/>
        </p:nvGrpSpPr>
        <p:grpSpPr>
          <a:xfrm>
            <a:off x="4007768" y="2998201"/>
            <a:ext cx="1512168" cy="506679"/>
            <a:chOff x="2250648" y="4844102"/>
            <a:chExt cx="1512168" cy="506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5F6E47C5-A500-15EC-85B0-97FC64969223}"/>
                    </a:ext>
                  </a:extLst>
                </p:cNvPr>
                <p:cNvSpPr txBox="1"/>
                <p:nvPr/>
              </p:nvSpPr>
              <p:spPr>
                <a:xfrm>
                  <a:off x="2250648" y="4946123"/>
                  <a:ext cx="9110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700</a:t>
                  </a:r>
                  <a14:m>
                    <m:oMath xmlns:m="http://schemas.openxmlformats.org/officeDocument/2006/math"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5F6E47C5-A500-15EC-85B0-97FC64969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0648" y="4946123"/>
                  <a:ext cx="911013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CE997B21-96F2-5D09-5F1D-287EBD59A583}"/>
                </a:ext>
              </a:extLst>
            </p:cNvPr>
            <p:cNvSpPr txBox="1"/>
            <p:nvPr/>
          </p:nvSpPr>
          <p:spPr>
            <a:xfrm>
              <a:off x="3020649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5D4D8633-5F06-E992-B396-B29B968A363D}"/>
                </a:ext>
              </a:extLst>
            </p:cNvPr>
            <p:cNvSpPr txBox="1"/>
            <p:nvPr/>
          </p:nvSpPr>
          <p:spPr>
            <a:xfrm>
              <a:off x="3435767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7A389CA-00DB-FD6F-926C-307B2FE440D7}"/>
              </a:ext>
            </a:extLst>
          </p:cNvPr>
          <p:cNvSpPr txBox="1"/>
          <p:nvPr/>
        </p:nvSpPr>
        <p:spPr>
          <a:xfrm>
            <a:off x="237098" y="3798958"/>
            <a:ext cx="3637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hits the shaded region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2DB0D667-4147-3360-57B6-1531CF864988}"/>
                  </a:ext>
                </a:extLst>
              </p:cNvPr>
              <p:cNvSpPr txBox="1"/>
              <p:nvPr/>
            </p:nvSpPr>
            <p:spPr>
              <a:xfrm>
                <a:off x="3712080" y="37892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2DB0D667-4147-3360-57B6-1531CF864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80" y="3789255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1C9FF9C-D57A-574A-7A3A-5E66FBC189C6}"/>
                  </a:ext>
                </a:extLst>
              </p:cNvPr>
              <p:cNvSpPr txBox="1"/>
              <p:nvPr/>
            </p:nvSpPr>
            <p:spPr>
              <a:xfrm>
                <a:off x="4117037" y="3615999"/>
                <a:ext cx="9110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700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1C9FF9C-D57A-574A-7A3A-5E66FBC18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37" y="3615999"/>
                <a:ext cx="911013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E5FDC45E-E027-C7EB-5E38-8C094B1F6B3D}"/>
              </a:ext>
            </a:extLst>
          </p:cNvPr>
          <p:cNvCxnSpPr>
            <a:cxnSpLocks/>
          </p:cNvCxnSpPr>
          <p:nvPr/>
        </p:nvCxnSpPr>
        <p:spPr>
          <a:xfrm>
            <a:off x="4103776" y="3989093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C5A7F8B-4EF2-6052-FC0B-F5452E814F2A}"/>
                  </a:ext>
                </a:extLst>
              </p:cNvPr>
              <p:cNvSpPr txBox="1"/>
              <p:nvPr/>
            </p:nvSpPr>
            <p:spPr>
              <a:xfrm>
                <a:off x="4061813" y="3996591"/>
                <a:ext cx="11496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1600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C5A7F8B-4EF2-6052-FC0B-F5452E814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813" y="3996591"/>
                <a:ext cx="114961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4FB1D6C5-4163-7E1D-32C2-F962851CA4A9}"/>
                  </a:ext>
                </a:extLst>
              </p:cNvPr>
              <p:cNvSpPr txBox="1"/>
              <p:nvPr/>
            </p:nvSpPr>
            <p:spPr>
              <a:xfrm>
                <a:off x="3710978" y="46483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4FB1D6C5-4163-7E1D-32C2-F962851CA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978" y="464834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B20FA137-F634-0F3E-41CD-1137316B5A6B}"/>
              </a:ext>
            </a:extLst>
          </p:cNvPr>
          <p:cNvGrpSpPr/>
          <p:nvPr/>
        </p:nvGrpSpPr>
        <p:grpSpPr>
          <a:xfrm>
            <a:off x="4052917" y="4486470"/>
            <a:ext cx="530915" cy="786538"/>
            <a:chOff x="2809544" y="4671588"/>
            <a:chExt cx="530915" cy="786538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DABCCFD-5582-F7BF-D64F-D7E77A21091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7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5A866E44-3753-F0B4-7F9B-81FAF0A56911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23672"/>
              <a:chOff x="2809544" y="5034454"/>
              <a:chExt cx="530915" cy="423672"/>
            </a:xfrm>
          </p:grpSpPr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A8CF7334-2482-DEFF-C703-C28FA7735E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3EE09610-67D6-F7FC-8BCF-4AFEA2881056}"/>
                  </a:ext>
                </a:extLst>
              </p:cNvPr>
              <p:cNvSpPr txBox="1"/>
              <p:nvPr/>
            </p:nvSpPr>
            <p:spPr>
              <a:xfrm>
                <a:off x="2809544" y="50580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" name="筆跡 5">
                <a:extLst>
                  <a:ext uri="{FF2B5EF4-FFF2-40B4-BE49-F238E27FC236}">
                    <a16:creationId xmlns:a16="http://schemas.microsoft.com/office/drawing/2014/main" id="{9DF3C683-9E6C-8A14-A29C-6451D97BD509}"/>
                  </a:ext>
                </a:extLst>
              </p14:cNvPr>
              <p14:cNvContentPartPr/>
              <p14:nvPr/>
            </p14:nvContentPartPr>
            <p14:xfrm>
              <a:off x="10455991" y="2295409"/>
              <a:ext cx="504056" cy="45719"/>
            </p14:xfrm>
          </p:contentPart>
        </mc:Choice>
        <mc:Fallback>
          <p:pic>
            <p:nvPicPr>
              <p:cNvPr id="2" name="筆跡 5">
                <a:extLst>
                  <a:ext uri="{FF2B5EF4-FFF2-40B4-BE49-F238E27FC236}">
                    <a16:creationId xmlns:a16="http://schemas.microsoft.com/office/drawing/2014/main" id="{9DF3C683-9E6C-8A14-A29C-6451D97BD5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401985" y="-11420291"/>
                <a:ext cx="6117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" name="筆跡 6">
                <a:extLst>
                  <a:ext uri="{FF2B5EF4-FFF2-40B4-BE49-F238E27FC236}">
                    <a16:creationId xmlns:a16="http://schemas.microsoft.com/office/drawing/2014/main" id="{1CA6D6B7-B8A2-74DA-CFDD-4037A29A0015}"/>
                  </a:ext>
                </a:extLst>
              </p14:cNvPr>
              <p14:cNvContentPartPr/>
              <p14:nvPr/>
            </p14:nvContentPartPr>
            <p14:xfrm>
              <a:off x="9509257" y="2868022"/>
              <a:ext cx="504057" cy="45719"/>
            </p14:xfrm>
          </p:contentPart>
        </mc:Choice>
        <mc:Fallback>
          <p:pic>
            <p:nvPicPr>
              <p:cNvPr id="4" name="筆跡 6">
                <a:extLst>
                  <a:ext uri="{FF2B5EF4-FFF2-40B4-BE49-F238E27FC236}">
                    <a16:creationId xmlns:a16="http://schemas.microsoft.com/office/drawing/2014/main" id="{1CA6D6B7-B8A2-74DA-CFDD-4037A29A001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55251" y="-10847678"/>
                <a:ext cx="611709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FCBB9A2-8021-23D4-86CD-D1E91B48EB35}"/>
              </a:ext>
            </a:extLst>
          </p:cNvPr>
          <p:cNvCxnSpPr>
            <a:cxnSpLocks/>
          </p:cNvCxnSpPr>
          <p:nvPr/>
        </p:nvCxnSpPr>
        <p:spPr>
          <a:xfrm>
            <a:off x="10110949" y="2412902"/>
            <a:ext cx="1097280" cy="11225"/>
          </a:xfrm>
          <a:prstGeom prst="line">
            <a:avLst/>
          </a:prstGeom>
          <a:ln w="28575">
            <a:solidFill>
              <a:srgbClr val="5DD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DE91B25-D6F2-5561-B11A-F279871DCCC8}"/>
              </a:ext>
            </a:extLst>
          </p:cNvPr>
          <p:cNvCxnSpPr>
            <a:cxnSpLocks/>
          </p:cNvCxnSpPr>
          <p:nvPr/>
        </p:nvCxnSpPr>
        <p:spPr>
          <a:xfrm flipV="1">
            <a:off x="10122580" y="2412903"/>
            <a:ext cx="0" cy="14732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64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7" grpId="0"/>
      <p:bldP spid="18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8" grpId="0"/>
      <p:bldP spid="39" grpId="0"/>
      <p:bldP spid="44" grpId="0"/>
      <p:bldP spid="45" grpId="0"/>
      <p:bldP spid="46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FE64B88-694F-795B-6F1F-B7DF1ECDE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0166"/>
            <a:ext cx="11539088" cy="819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56E3D6-8AF0-BC95-0EDD-F22E76BC9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28" y="889323"/>
            <a:ext cx="5086766" cy="382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9F4E65-B692-9F75-C7DA-98B9E2B4D2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978" y="980833"/>
            <a:ext cx="3525885" cy="2812710"/>
          </a:xfrm>
          <a:prstGeom prst="rect">
            <a:avLst/>
          </a:prstGeom>
        </p:spPr>
      </p:pic>
      <p:sp>
        <p:nvSpPr>
          <p:cNvPr id="15" name="文字方塊 9">
            <a:extLst>
              <a:ext uri="{FF2B5EF4-FFF2-40B4-BE49-F238E27FC236}">
                <a16:creationId xmlns:a16="http://schemas.microsoft.com/office/drawing/2014/main" id="{9D6F248C-7F9E-D109-6987-974E002F55D9}"/>
              </a:ext>
            </a:extLst>
          </p:cNvPr>
          <p:cNvSpPr txBox="1"/>
          <p:nvPr/>
        </p:nvSpPr>
        <p:spPr>
          <a:xfrm>
            <a:off x="525246" y="1310283"/>
            <a:ext cx="8020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circles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B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C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denote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largest circle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second largest circle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smallest circle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respectively.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6" name="文字方塊 9">
            <a:extLst>
              <a:ext uri="{FF2B5EF4-FFF2-40B4-BE49-F238E27FC236}">
                <a16:creationId xmlns:a16="http://schemas.microsoft.com/office/drawing/2014/main" id="{850A6FD7-C5F0-B345-65A4-3764DBB55CF7}"/>
              </a:ext>
            </a:extLst>
          </p:cNvPr>
          <p:cNvSpPr txBox="1"/>
          <p:nvPr/>
        </p:nvSpPr>
        <p:spPr>
          <a:xfrm>
            <a:off x="320138" y="2140129"/>
            <a:ext cx="2379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Area of circle A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0">
                <a:extLst>
                  <a:ext uri="{FF2B5EF4-FFF2-40B4-BE49-F238E27FC236}">
                    <a16:creationId xmlns:a16="http://schemas.microsoft.com/office/drawing/2014/main" id="{C422C6EB-EC4C-5E86-5B61-AD4AB61ABB6A}"/>
                  </a:ext>
                </a:extLst>
              </p:cNvPr>
              <p:cNvSpPr txBox="1"/>
              <p:nvPr/>
            </p:nvSpPr>
            <p:spPr>
              <a:xfrm flipH="1">
                <a:off x="2635135" y="2140129"/>
                <a:ext cx="27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0">
                <a:extLst>
                  <a:ext uri="{FF2B5EF4-FFF2-40B4-BE49-F238E27FC236}">
                    <a16:creationId xmlns:a16="http://schemas.microsoft.com/office/drawing/2014/main" id="{C422C6EB-EC4C-5E86-5B61-AD4AB61AB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35135" y="2140129"/>
                <a:ext cx="27444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260">
                <a:extLst>
                  <a:ext uri="{FF2B5EF4-FFF2-40B4-BE49-F238E27FC236}">
                    <a16:creationId xmlns:a16="http://schemas.microsoft.com/office/drawing/2014/main" id="{0B9A8260-1460-8C54-C1C5-936FE61C6148}"/>
                  </a:ext>
                </a:extLst>
              </p:cNvPr>
              <p:cNvSpPr txBox="1"/>
              <p:nvPr/>
            </p:nvSpPr>
            <p:spPr>
              <a:xfrm>
                <a:off x="4896220" y="403187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260">
                <a:extLst>
                  <a:ext uri="{FF2B5EF4-FFF2-40B4-BE49-F238E27FC236}">
                    <a16:creationId xmlns:a16="http://schemas.microsoft.com/office/drawing/2014/main" id="{0B9A8260-1460-8C54-C1C5-936FE61C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220" y="4031877"/>
                <a:ext cx="238419" cy="461665"/>
              </a:xfrm>
              <a:prstGeom prst="rect">
                <a:avLst/>
              </a:prstGeom>
              <a:blipFill>
                <a:blip r:embed="rId6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弧形 165">
            <a:extLst>
              <a:ext uri="{FF2B5EF4-FFF2-40B4-BE49-F238E27FC236}">
                <a16:creationId xmlns:a16="http://schemas.microsoft.com/office/drawing/2014/main" id="{5DFE4ED3-5471-C3CE-86AE-A6F76A870E62}"/>
              </a:ext>
            </a:extLst>
          </p:cNvPr>
          <p:cNvSpPr/>
          <p:nvPr/>
        </p:nvSpPr>
        <p:spPr>
          <a:xfrm rot="235127">
            <a:off x="4978118" y="2051535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21" name="弧形 164">
            <a:extLst>
              <a:ext uri="{FF2B5EF4-FFF2-40B4-BE49-F238E27FC236}">
                <a16:creationId xmlns:a16="http://schemas.microsoft.com/office/drawing/2014/main" id="{ADC3D833-7B2E-6234-BB20-17D7CF7FAFD4}"/>
              </a:ext>
            </a:extLst>
          </p:cNvPr>
          <p:cNvSpPr/>
          <p:nvPr/>
        </p:nvSpPr>
        <p:spPr>
          <a:xfrm rot="10957079">
            <a:off x="3610206" y="201940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5">
                <a:extLst>
                  <a:ext uri="{FF2B5EF4-FFF2-40B4-BE49-F238E27FC236}">
                    <a16:creationId xmlns:a16="http://schemas.microsoft.com/office/drawing/2014/main" id="{98B0C0FB-2DB9-5B82-D86B-64FA1AD978AD}"/>
                  </a:ext>
                </a:extLst>
              </p:cNvPr>
              <p:cNvSpPr txBox="1"/>
              <p:nvPr/>
            </p:nvSpPr>
            <p:spPr>
              <a:xfrm>
                <a:off x="2991946" y="21225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5">
                <a:extLst>
                  <a:ext uri="{FF2B5EF4-FFF2-40B4-BE49-F238E27FC236}">
                    <a16:creationId xmlns:a16="http://schemas.microsoft.com/office/drawing/2014/main" id="{98B0C0FB-2DB9-5B82-D86B-64FA1AD97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946" y="2122543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6">
                <a:extLst>
                  <a:ext uri="{FF2B5EF4-FFF2-40B4-BE49-F238E27FC236}">
                    <a16:creationId xmlns:a16="http://schemas.microsoft.com/office/drawing/2014/main" id="{F13E8B07-8E30-43D2-9733-60C993B2903F}"/>
                  </a:ext>
                </a:extLst>
              </p:cNvPr>
              <p:cNvSpPr txBox="1"/>
              <p:nvPr/>
            </p:nvSpPr>
            <p:spPr>
              <a:xfrm>
                <a:off x="3216109" y="21225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6">
                <a:extLst>
                  <a:ext uri="{FF2B5EF4-FFF2-40B4-BE49-F238E27FC236}">
                    <a16:creationId xmlns:a16="http://schemas.microsoft.com/office/drawing/2014/main" id="{F13E8B07-8E30-43D2-9733-60C993B29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109" y="2122543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6">
            <a:extLst>
              <a:ext uri="{FF2B5EF4-FFF2-40B4-BE49-F238E27FC236}">
                <a16:creationId xmlns:a16="http://schemas.microsoft.com/office/drawing/2014/main" id="{160C23E0-1C77-37AB-CC60-0DBED467FA5E}"/>
              </a:ext>
            </a:extLst>
          </p:cNvPr>
          <p:cNvSpPr txBox="1"/>
          <p:nvPr/>
        </p:nvSpPr>
        <p:spPr>
          <a:xfrm>
            <a:off x="3739445" y="1992142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7">
                <a:extLst>
                  <a:ext uri="{FF2B5EF4-FFF2-40B4-BE49-F238E27FC236}">
                    <a16:creationId xmlns:a16="http://schemas.microsoft.com/office/drawing/2014/main" id="{4DD42D43-0CAE-B42C-3B18-56296C1F5450}"/>
                  </a:ext>
                </a:extLst>
              </p:cNvPr>
              <p:cNvSpPr txBox="1"/>
              <p:nvPr/>
            </p:nvSpPr>
            <p:spPr>
              <a:xfrm>
                <a:off x="3955538" y="19545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7">
                <a:extLst>
                  <a:ext uri="{FF2B5EF4-FFF2-40B4-BE49-F238E27FC236}">
                    <a16:creationId xmlns:a16="http://schemas.microsoft.com/office/drawing/2014/main" id="{4DD42D43-0CAE-B42C-3B18-56296C1F5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538" y="1954581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8">
            <a:extLst>
              <a:ext uri="{FF2B5EF4-FFF2-40B4-BE49-F238E27FC236}">
                <a16:creationId xmlns:a16="http://schemas.microsoft.com/office/drawing/2014/main" id="{AB467011-4472-207E-BC53-6293B629504D}"/>
              </a:ext>
            </a:extLst>
          </p:cNvPr>
          <p:cNvSpPr txBox="1"/>
          <p:nvPr/>
        </p:nvSpPr>
        <p:spPr>
          <a:xfrm>
            <a:off x="4202539" y="1973980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D365743-3FE3-929F-30AE-72296F201091}"/>
                  </a:ext>
                </a:extLst>
              </p:cNvPr>
              <p:cNvSpPr txBox="1"/>
              <p:nvPr/>
            </p:nvSpPr>
            <p:spPr>
              <a:xfrm>
                <a:off x="4451065" y="19687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D365743-3FE3-929F-30AE-72296F201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065" y="1968772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0F6EC456-5D13-5E4E-1D60-2655CEC88196}"/>
              </a:ext>
            </a:extLst>
          </p:cNvPr>
          <p:cNvSpPr txBox="1"/>
          <p:nvPr/>
        </p:nvSpPr>
        <p:spPr>
          <a:xfrm>
            <a:off x="4696309" y="1993052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cxnSp>
        <p:nvCxnSpPr>
          <p:cNvPr id="31" name="直線接點 13">
            <a:extLst>
              <a:ext uri="{FF2B5EF4-FFF2-40B4-BE49-F238E27FC236}">
                <a16:creationId xmlns:a16="http://schemas.microsoft.com/office/drawing/2014/main" id="{1584C657-F7E8-3CF5-A6C4-EC090D8556D1}"/>
              </a:ext>
            </a:extLst>
          </p:cNvPr>
          <p:cNvCxnSpPr>
            <a:cxnSpLocks/>
          </p:cNvCxnSpPr>
          <p:nvPr/>
        </p:nvCxnSpPr>
        <p:spPr>
          <a:xfrm>
            <a:off x="3724208" y="2329900"/>
            <a:ext cx="1383317" cy="144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28">
            <a:extLst>
              <a:ext uri="{FF2B5EF4-FFF2-40B4-BE49-F238E27FC236}">
                <a16:creationId xmlns:a16="http://schemas.microsoft.com/office/drawing/2014/main" id="{EF0B6058-385B-62E7-61B2-6B6D024FC42C}"/>
              </a:ext>
            </a:extLst>
          </p:cNvPr>
          <p:cNvSpPr txBox="1"/>
          <p:nvPr/>
        </p:nvSpPr>
        <p:spPr>
          <a:xfrm>
            <a:off x="4191809" y="2367186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34" name="文字方塊 37">
            <a:extLst>
              <a:ext uri="{FF2B5EF4-FFF2-40B4-BE49-F238E27FC236}">
                <a16:creationId xmlns:a16="http://schemas.microsoft.com/office/drawing/2014/main" id="{81468315-A73C-48D2-3B45-1C87290ED336}"/>
              </a:ext>
            </a:extLst>
          </p:cNvPr>
          <p:cNvSpPr txBox="1"/>
          <p:nvPr/>
        </p:nvSpPr>
        <p:spPr>
          <a:xfrm>
            <a:off x="5171485" y="1908725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10">
                <a:extLst>
                  <a:ext uri="{FF2B5EF4-FFF2-40B4-BE49-F238E27FC236}">
                    <a16:creationId xmlns:a16="http://schemas.microsoft.com/office/drawing/2014/main" id="{DFF93B34-F9F4-33E2-1DCD-5AEA48DCC930}"/>
                  </a:ext>
                </a:extLst>
              </p:cNvPr>
              <p:cNvSpPr txBox="1"/>
              <p:nvPr/>
            </p:nvSpPr>
            <p:spPr>
              <a:xfrm flipH="1">
                <a:off x="2647123" y="2866734"/>
                <a:ext cx="27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10">
                <a:extLst>
                  <a:ext uri="{FF2B5EF4-FFF2-40B4-BE49-F238E27FC236}">
                    <a16:creationId xmlns:a16="http://schemas.microsoft.com/office/drawing/2014/main" id="{DFF93B34-F9F4-33E2-1DCD-5AEA48DCC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7123" y="2866734"/>
                <a:ext cx="27444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28">
            <a:extLst>
              <a:ext uri="{FF2B5EF4-FFF2-40B4-BE49-F238E27FC236}">
                <a16:creationId xmlns:a16="http://schemas.microsoft.com/office/drawing/2014/main" id="{131F5E70-3427-C52B-B6C1-324996FDC072}"/>
              </a:ext>
            </a:extLst>
          </p:cNvPr>
          <p:cNvSpPr txBox="1"/>
          <p:nvPr/>
        </p:nvSpPr>
        <p:spPr>
          <a:xfrm>
            <a:off x="2870134" y="2892478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p:sp>
        <p:nvSpPr>
          <p:cNvPr id="39" name="文字方塊 9">
            <a:extLst>
              <a:ext uri="{FF2B5EF4-FFF2-40B4-BE49-F238E27FC236}">
                <a16:creationId xmlns:a16="http://schemas.microsoft.com/office/drawing/2014/main" id="{92C53A73-435D-258F-EBEC-1CB9A8FAEC46}"/>
              </a:ext>
            </a:extLst>
          </p:cNvPr>
          <p:cNvSpPr txBox="1"/>
          <p:nvPr/>
        </p:nvSpPr>
        <p:spPr>
          <a:xfrm>
            <a:off x="3530336" y="2902186"/>
            <a:ext cx="63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41" name="文字方塊 37">
            <a:extLst>
              <a:ext uri="{FF2B5EF4-FFF2-40B4-BE49-F238E27FC236}">
                <a16:creationId xmlns:a16="http://schemas.microsoft.com/office/drawing/2014/main" id="{F6289F5B-2CE3-AEC8-4924-CE8BEAB104AE}"/>
              </a:ext>
            </a:extLst>
          </p:cNvPr>
          <p:cNvSpPr txBox="1"/>
          <p:nvPr/>
        </p:nvSpPr>
        <p:spPr>
          <a:xfrm>
            <a:off x="3988878" y="2794465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25">
                <a:extLst>
                  <a:ext uri="{FF2B5EF4-FFF2-40B4-BE49-F238E27FC236}">
                    <a16:creationId xmlns:a16="http://schemas.microsoft.com/office/drawing/2014/main" id="{14CE9C8B-7E98-E345-DA03-AC7B16B0707F}"/>
                  </a:ext>
                </a:extLst>
              </p:cNvPr>
              <p:cNvSpPr txBox="1"/>
              <p:nvPr/>
            </p:nvSpPr>
            <p:spPr>
              <a:xfrm>
                <a:off x="3278791" y="28876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25">
                <a:extLst>
                  <a:ext uri="{FF2B5EF4-FFF2-40B4-BE49-F238E27FC236}">
                    <a16:creationId xmlns:a16="http://schemas.microsoft.com/office/drawing/2014/main" id="{14CE9C8B-7E98-E345-DA03-AC7B16B07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791" y="2887679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9">
            <a:extLst>
              <a:ext uri="{FF2B5EF4-FFF2-40B4-BE49-F238E27FC236}">
                <a16:creationId xmlns:a16="http://schemas.microsoft.com/office/drawing/2014/main" id="{0361F7A2-A3B8-BBA0-17AD-563FBDA396BF}"/>
              </a:ext>
            </a:extLst>
          </p:cNvPr>
          <p:cNvSpPr txBox="1"/>
          <p:nvPr/>
        </p:nvSpPr>
        <p:spPr>
          <a:xfrm>
            <a:off x="320137" y="3384315"/>
            <a:ext cx="2435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Area of circle B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10">
                <a:extLst>
                  <a:ext uri="{FF2B5EF4-FFF2-40B4-BE49-F238E27FC236}">
                    <a16:creationId xmlns:a16="http://schemas.microsoft.com/office/drawing/2014/main" id="{60D3CB5C-F4B6-C6C2-76BC-F676FC1D547D}"/>
                  </a:ext>
                </a:extLst>
              </p:cNvPr>
              <p:cNvSpPr txBox="1"/>
              <p:nvPr/>
            </p:nvSpPr>
            <p:spPr>
              <a:xfrm flipH="1">
                <a:off x="2635135" y="3384315"/>
                <a:ext cx="27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10">
                <a:extLst>
                  <a:ext uri="{FF2B5EF4-FFF2-40B4-BE49-F238E27FC236}">
                    <a16:creationId xmlns:a16="http://schemas.microsoft.com/office/drawing/2014/main" id="{60D3CB5C-F4B6-C6C2-76BC-F676FC1D5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35135" y="3384315"/>
                <a:ext cx="274440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弧形 165">
            <a:extLst>
              <a:ext uri="{FF2B5EF4-FFF2-40B4-BE49-F238E27FC236}">
                <a16:creationId xmlns:a16="http://schemas.microsoft.com/office/drawing/2014/main" id="{8A125F6D-2290-E6A0-D71E-505D6237049C}"/>
              </a:ext>
            </a:extLst>
          </p:cNvPr>
          <p:cNvSpPr/>
          <p:nvPr/>
        </p:nvSpPr>
        <p:spPr>
          <a:xfrm rot="235127">
            <a:off x="4476542" y="3268992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47" name="弧形 164">
            <a:extLst>
              <a:ext uri="{FF2B5EF4-FFF2-40B4-BE49-F238E27FC236}">
                <a16:creationId xmlns:a16="http://schemas.microsoft.com/office/drawing/2014/main" id="{EC314C09-62EC-6093-2DF0-A923D9E1BB33}"/>
              </a:ext>
            </a:extLst>
          </p:cNvPr>
          <p:cNvSpPr/>
          <p:nvPr/>
        </p:nvSpPr>
        <p:spPr>
          <a:xfrm rot="10957079">
            <a:off x="3610206" y="3263593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25">
                <a:extLst>
                  <a:ext uri="{FF2B5EF4-FFF2-40B4-BE49-F238E27FC236}">
                    <a16:creationId xmlns:a16="http://schemas.microsoft.com/office/drawing/2014/main" id="{1D6A1A31-21D1-C9D6-CDC3-44278F142FC3}"/>
                  </a:ext>
                </a:extLst>
              </p:cNvPr>
              <p:cNvSpPr txBox="1"/>
              <p:nvPr/>
            </p:nvSpPr>
            <p:spPr>
              <a:xfrm>
                <a:off x="2991946" y="33667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25">
                <a:extLst>
                  <a:ext uri="{FF2B5EF4-FFF2-40B4-BE49-F238E27FC236}">
                    <a16:creationId xmlns:a16="http://schemas.microsoft.com/office/drawing/2014/main" id="{1D6A1A31-21D1-C9D6-CDC3-44278F142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946" y="3366729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26">
                <a:extLst>
                  <a:ext uri="{FF2B5EF4-FFF2-40B4-BE49-F238E27FC236}">
                    <a16:creationId xmlns:a16="http://schemas.microsoft.com/office/drawing/2014/main" id="{BFDFB3BF-080E-5060-ACAD-4081672B4DE0}"/>
                  </a:ext>
                </a:extLst>
              </p:cNvPr>
              <p:cNvSpPr txBox="1"/>
              <p:nvPr/>
            </p:nvSpPr>
            <p:spPr>
              <a:xfrm>
                <a:off x="3216109" y="33667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26">
                <a:extLst>
                  <a:ext uri="{FF2B5EF4-FFF2-40B4-BE49-F238E27FC236}">
                    <a16:creationId xmlns:a16="http://schemas.microsoft.com/office/drawing/2014/main" id="{BFDFB3BF-080E-5060-ACAD-4081672B4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109" y="336672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26">
            <a:extLst>
              <a:ext uri="{FF2B5EF4-FFF2-40B4-BE49-F238E27FC236}">
                <a16:creationId xmlns:a16="http://schemas.microsoft.com/office/drawing/2014/main" id="{6A20F964-85CD-A6C0-B8A8-EEFB5928E360}"/>
              </a:ext>
            </a:extLst>
          </p:cNvPr>
          <p:cNvSpPr txBox="1"/>
          <p:nvPr/>
        </p:nvSpPr>
        <p:spPr>
          <a:xfrm>
            <a:off x="3708059" y="3242236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27">
                <a:extLst>
                  <a:ext uri="{FF2B5EF4-FFF2-40B4-BE49-F238E27FC236}">
                    <a16:creationId xmlns:a16="http://schemas.microsoft.com/office/drawing/2014/main" id="{F7BFB3BB-8FDB-C093-0509-46849C9504CD}"/>
                  </a:ext>
                </a:extLst>
              </p:cNvPr>
              <p:cNvSpPr txBox="1"/>
              <p:nvPr/>
            </p:nvSpPr>
            <p:spPr>
              <a:xfrm>
                <a:off x="3955538" y="31987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27">
                <a:extLst>
                  <a:ext uri="{FF2B5EF4-FFF2-40B4-BE49-F238E27FC236}">
                    <a16:creationId xmlns:a16="http://schemas.microsoft.com/office/drawing/2014/main" id="{F7BFB3BB-8FDB-C093-0509-46849C950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538" y="3198767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28">
            <a:extLst>
              <a:ext uri="{FF2B5EF4-FFF2-40B4-BE49-F238E27FC236}">
                <a16:creationId xmlns:a16="http://schemas.microsoft.com/office/drawing/2014/main" id="{3041E437-E6F2-5919-F81A-7D977A5E107D}"/>
              </a:ext>
            </a:extLst>
          </p:cNvPr>
          <p:cNvSpPr txBox="1"/>
          <p:nvPr/>
        </p:nvSpPr>
        <p:spPr>
          <a:xfrm>
            <a:off x="4168335" y="3242603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cxnSp>
        <p:nvCxnSpPr>
          <p:cNvPr id="55" name="直線接點 13">
            <a:extLst>
              <a:ext uri="{FF2B5EF4-FFF2-40B4-BE49-F238E27FC236}">
                <a16:creationId xmlns:a16="http://schemas.microsoft.com/office/drawing/2014/main" id="{9B746B19-AEC4-5490-E90A-B9E9F4EB4CCD}"/>
              </a:ext>
            </a:extLst>
          </p:cNvPr>
          <p:cNvCxnSpPr>
            <a:cxnSpLocks/>
          </p:cNvCxnSpPr>
          <p:nvPr/>
        </p:nvCxnSpPr>
        <p:spPr>
          <a:xfrm>
            <a:off x="3731609" y="3584268"/>
            <a:ext cx="867300" cy="833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字方塊 28">
            <a:extLst>
              <a:ext uri="{FF2B5EF4-FFF2-40B4-BE49-F238E27FC236}">
                <a16:creationId xmlns:a16="http://schemas.microsoft.com/office/drawing/2014/main" id="{FC1B6203-FE76-944C-5DD0-24A736A6AA13}"/>
              </a:ext>
            </a:extLst>
          </p:cNvPr>
          <p:cNvSpPr txBox="1"/>
          <p:nvPr/>
        </p:nvSpPr>
        <p:spPr>
          <a:xfrm>
            <a:off x="3941583" y="3637970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57" name="文字方塊 37">
            <a:extLst>
              <a:ext uri="{FF2B5EF4-FFF2-40B4-BE49-F238E27FC236}">
                <a16:creationId xmlns:a16="http://schemas.microsoft.com/office/drawing/2014/main" id="{07EE5192-83FA-9814-E4ED-48057764B615}"/>
              </a:ext>
            </a:extLst>
          </p:cNvPr>
          <p:cNvSpPr txBox="1"/>
          <p:nvPr/>
        </p:nvSpPr>
        <p:spPr>
          <a:xfrm>
            <a:off x="4651175" y="3148407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10">
                <a:extLst>
                  <a:ext uri="{FF2B5EF4-FFF2-40B4-BE49-F238E27FC236}">
                    <a16:creationId xmlns:a16="http://schemas.microsoft.com/office/drawing/2014/main" id="{02A31D52-D0C6-38F8-BAC2-D3BB512436C0}"/>
                  </a:ext>
                </a:extLst>
              </p:cNvPr>
              <p:cNvSpPr txBox="1"/>
              <p:nvPr/>
            </p:nvSpPr>
            <p:spPr>
              <a:xfrm flipH="1">
                <a:off x="2647123" y="4110920"/>
                <a:ext cx="27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10">
                <a:extLst>
                  <a:ext uri="{FF2B5EF4-FFF2-40B4-BE49-F238E27FC236}">
                    <a16:creationId xmlns:a16="http://schemas.microsoft.com/office/drawing/2014/main" id="{02A31D52-D0C6-38F8-BAC2-D3BB51243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7123" y="4110920"/>
                <a:ext cx="27444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28">
            <a:extLst>
              <a:ext uri="{FF2B5EF4-FFF2-40B4-BE49-F238E27FC236}">
                <a16:creationId xmlns:a16="http://schemas.microsoft.com/office/drawing/2014/main" id="{928CD193-D04F-58D9-1ABE-32733AFF2595}"/>
              </a:ext>
            </a:extLst>
          </p:cNvPr>
          <p:cNvSpPr txBox="1"/>
          <p:nvPr/>
        </p:nvSpPr>
        <p:spPr>
          <a:xfrm>
            <a:off x="2877793" y="4146372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</a:t>
            </a:r>
          </a:p>
        </p:txBody>
      </p:sp>
      <p:sp>
        <p:nvSpPr>
          <p:cNvPr id="60" name="文字方塊 9">
            <a:extLst>
              <a:ext uri="{FF2B5EF4-FFF2-40B4-BE49-F238E27FC236}">
                <a16:creationId xmlns:a16="http://schemas.microsoft.com/office/drawing/2014/main" id="{58FDA66D-2D44-CAFA-FC99-949CE89B9563}"/>
              </a:ext>
            </a:extLst>
          </p:cNvPr>
          <p:cNvSpPr txBox="1"/>
          <p:nvPr/>
        </p:nvSpPr>
        <p:spPr>
          <a:xfrm>
            <a:off x="3356979" y="4146372"/>
            <a:ext cx="72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61" name="文字方塊 37">
            <a:extLst>
              <a:ext uri="{FF2B5EF4-FFF2-40B4-BE49-F238E27FC236}">
                <a16:creationId xmlns:a16="http://schemas.microsoft.com/office/drawing/2014/main" id="{9D6969D6-2EA5-50E6-8051-EED5403C3FB0}"/>
              </a:ext>
            </a:extLst>
          </p:cNvPr>
          <p:cNvSpPr txBox="1"/>
          <p:nvPr/>
        </p:nvSpPr>
        <p:spPr>
          <a:xfrm>
            <a:off x="3815521" y="4038651"/>
            <a:ext cx="369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25">
                <a:extLst>
                  <a:ext uri="{FF2B5EF4-FFF2-40B4-BE49-F238E27FC236}">
                    <a16:creationId xmlns:a16="http://schemas.microsoft.com/office/drawing/2014/main" id="{8DDFE7DE-12F7-007F-D9A0-AA8E8DEF23C3}"/>
                  </a:ext>
                </a:extLst>
              </p:cNvPr>
              <p:cNvSpPr txBox="1"/>
              <p:nvPr/>
            </p:nvSpPr>
            <p:spPr>
              <a:xfrm>
                <a:off x="3105433" y="4131865"/>
                <a:ext cx="334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25">
                <a:extLst>
                  <a:ext uri="{FF2B5EF4-FFF2-40B4-BE49-F238E27FC236}">
                    <a16:creationId xmlns:a16="http://schemas.microsoft.com/office/drawing/2014/main" id="{8DDFE7DE-12F7-007F-D9A0-AA8E8DEF2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33" y="4131865"/>
                <a:ext cx="334105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9">
            <a:extLst>
              <a:ext uri="{FF2B5EF4-FFF2-40B4-BE49-F238E27FC236}">
                <a16:creationId xmlns:a16="http://schemas.microsoft.com/office/drawing/2014/main" id="{B0571133-C65B-EE56-DC1D-22A882014AA1}"/>
              </a:ext>
            </a:extLst>
          </p:cNvPr>
          <p:cNvSpPr txBox="1"/>
          <p:nvPr/>
        </p:nvSpPr>
        <p:spPr>
          <a:xfrm>
            <a:off x="298402" y="4639696"/>
            <a:ext cx="2379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Area of circle C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10">
                <a:extLst>
                  <a:ext uri="{FF2B5EF4-FFF2-40B4-BE49-F238E27FC236}">
                    <a16:creationId xmlns:a16="http://schemas.microsoft.com/office/drawing/2014/main" id="{26D07C15-58A0-09CC-F765-DD05D1E73DE6}"/>
                  </a:ext>
                </a:extLst>
              </p:cNvPr>
              <p:cNvSpPr txBox="1"/>
              <p:nvPr/>
            </p:nvSpPr>
            <p:spPr>
              <a:xfrm flipH="1">
                <a:off x="2613400" y="4639696"/>
                <a:ext cx="27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文字方塊 10">
                <a:extLst>
                  <a:ext uri="{FF2B5EF4-FFF2-40B4-BE49-F238E27FC236}">
                    <a16:creationId xmlns:a16="http://schemas.microsoft.com/office/drawing/2014/main" id="{26D07C15-58A0-09CC-F765-DD05D1E73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13400" y="4639696"/>
                <a:ext cx="274440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弧形 165">
            <a:extLst>
              <a:ext uri="{FF2B5EF4-FFF2-40B4-BE49-F238E27FC236}">
                <a16:creationId xmlns:a16="http://schemas.microsoft.com/office/drawing/2014/main" id="{914F47D1-611E-2C6F-4A41-F57576633AA6}"/>
              </a:ext>
            </a:extLst>
          </p:cNvPr>
          <p:cNvSpPr/>
          <p:nvPr/>
        </p:nvSpPr>
        <p:spPr>
          <a:xfrm rot="235127">
            <a:off x="3972946" y="4498122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67" name="弧形 164">
            <a:extLst>
              <a:ext uri="{FF2B5EF4-FFF2-40B4-BE49-F238E27FC236}">
                <a16:creationId xmlns:a16="http://schemas.microsoft.com/office/drawing/2014/main" id="{B504F1EC-E62F-0F79-D2FF-B61CCB876958}"/>
              </a:ext>
            </a:extLst>
          </p:cNvPr>
          <p:cNvSpPr/>
          <p:nvPr/>
        </p:nvSpPr>
        <p:spPr>
          <a:xfrm rot="10957079">
            <a:off x="3588471" y="4518974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25">
                <a:extLst>
                  <a:ext uri="{FF2B5EF4-FFF2-40B4-BE49-F238E27FC236}">
                    <a16:creationId xmlns:a16="http://schemas.microsoft.com/office/drawing/2014/main" id="{3729F8EA-86EA-BBE6-B797-80E8B0A3D0F7}"/>
                  </a:ext>
                </a:extLst>
              </p:cNvPr>
              <p:cNvSpPr txBox="1"/>
              <p:nvPr/>
            </p:nvSpPr>
            <p:spPr>
              <a:xfrm>
                <a:off x="2970211" y="46221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25">
                <a:extLst>
                  <a:ext uri="{FF2B5EF4-FFF2-40B4-BE49-F238E27FC236}">
                    <a16:creationId xmlns:a16="http://schemas.microsoft.com/office/drawing/2014/main" id="{3729F8EA-86EA-BBE6-B797-80E8B0A3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211" y="462211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26">
                <a:extLst>
                  <a:ext uri="{FF2B5EF4-FFF2-40B4-BE49-F238E27FC236}">
                    <a16:creationId xmlns:a16="http://schemas.microsoft.com/office/drawing/2014/main" id="{18115991-347A-BD2E-7587-98B11D875592}"/>
                  </a:ext>
                </a:extLst>
              </p:cNvPr>
              <p:cNvSpPr txBox="1"/>
              <p:nvPr/>
            </p:nvSpPr>
            <p:spPr>
              <a:xfrm>
                <a:off x="3194374" y="46221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9" name="文字方塊 26">
                <a:extLst>
                  <a:ext uri="{FF2B5EF4-FFF2-40B4-BE49-F238E27FC236}">
                    <a16:creationId xmlns:a16="http://schemas.microsoft.com/office/drawing/2014/main" id="{18115991-347A-BD2E-7587-98B11D875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374" y="462211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26">
            <a:extLst>
              <a:ext uri="{FF2B5EF4-FFF2-40B4-BE49-F238E27FC236}">
                <a16:creationId xmlns:a16="http://schemas.microsoft.com/office/drawing/2014/main" id="{D52937F3-E612-1059-B86A-C4590D492A9A}"/>
              </a:ext>
            </a:extLst>
          </p:cNvPr>
          <p:cNvSpPr txBox="1"/>
          <p:nvPr/>
        </p:nvSpPr>
        <p:spPr>
          <a:xfrm>
            <a:off x="3737204" y="4464333"/>
            <a:ext cx="44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cxnSp>
        <p:nvCxnSpPr>
          <p:cNvPr id="73" name="直線接點 13">
            <a:extLst>
              <a:ext uri="{FF2B5EF4-FFF2-40B4-BE49-F238E27FC236}">
                <a16:creationId xmlns:a16="http://schemas.microsoft.com/office/drawing/2014/main" id="{6019F6FD-0A8F-DD2D-36B7-2C5A139A547D}"/>
              </a:ext>
            </a:extLst>
          </p:cNvPr>
          <p:cNvCxnSpPr>
            <a:cxnSpLocks/>
          </p:cNvCxnSpPr>
          <p:nvPr/>
        </p:nvCxnSpPr>
        <p:spPr>
          <a:xfrm>
            <a:off x="3709874" y="4839649"/>
            <a:ext cx="38882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字方塊 28">
            <a:extLst>
              <a:ext uri="{FF2B5EF4-FFF2-40B4-BE49-F238E27FC236}">
                <a16:creationId xmlns:a16="http://schemas.microsoft.com/office/drawing/2014/main" id="{60A6D4A7-BB71-5C8C-10E9-A58FAC7F0DC6}"/>
              </a:ext>
            </a:extLst>
          </p:cNvPr>
          <p:cNvSpPr txBox="1"/>
          <p:nvPr/>
        </p:nvSpPr>
        <p:spPr>
          <a:xfrm>
            <a:off x="3722851" y="4860612"/>
            <a:ext cx="36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75" name="文字方塊 37">
            <a:extLst>
              <a:ext uri="{FF2B5EF4-FFF2-40B4-BE49-F238E27FC236}">
                <a16:creationId xmlns:a16="http://schemas.microsoft.com/office/drawing/2014/main" id="{525955CE-F9C9-39A0-0A61-4C69E63F2766}"/>
              </a:ext>
            </a:extLst>
          </p:cNvPr>
          <p:cNvSpPr txBox="1"/>
          <p:nvPr/>
        </p:nvSpPr>
        <p:spPr>
          <a:xfrm>
            <a:off x="4147579" y="4377537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10">
                <a:extLst>
                  <a:ext uri="{FF2B5EF4-FFF2-40B4-BE49-F238E27FC236}">
                    <a16:creationId xmlns:a16="http://schemas.microsoft.com/office/drawing/2014/main" id="{2E6960BA-9001-EDE0-9AC8-C7CEE5FB9B12}"/>
                  </a:ext>
                </a:extLst>
              </p:cNvPr>
              <p:cNvSpPr txBox="1"/>
              <p:nvPr/>
            </p:nvSpPr>
            <p:spPr>
              <a:xfrm flipH="1">
                <a:off x="2625388" y="5366301"/>
                <a:ext cx="27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10">
                <a:extLst>
                  <a:ext uri="{FF2B5EF4-FFF2-40B4-BE49-F238E27FC236}">
                    <a16:creationId xmlns:a16="http://schemas.microsoft.com/office/drawing/2014/main" id="{2E6960BA-9001-EDE0-9AC8-C7CEE5FB9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25388" y="5366301"/>
                <a:ext cx="274440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字方塊 9">
            <a:extLst>
              <a:ext uri="{FF2B5EF4-FFF2-40B4-BE49-F238E27FC236}">
                <a16:creationId xmlns:a16="http://schemas.microsoft.com/office/drawing/2014/main" id="{C22E6F1A-1EBC-3E33-7923-3F0FEBABE957}"/>
              </a:ext>
            </a:extLst>
          </p:cNvPr>
          <p:cNvSpPr txBox="1"/>
          <p:nvPr/>
        </p:nvSpPr>
        <p:spPr>
          <a:xfrm>
            <a:off x="3169891" y="5410141"/>
            <a:ext cx="72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79" name="文字方塊 37">
            <a:extLst>
              <a:ext uri="{FF2B5EF4-FFF2-40B4-BE49-F238E27FC236}">
                <a16:creationId xmlns:a16="http://schemas.microsoft.com/office/drawing/2014/main" id="{47BA2152-46A9-835C-7340-45E764D82DA4}"/>
              </a:ext>
            </a:extLst>
          </p:cNvPr>
          <p:cNvSpPr txBox="1"/>
          <p:nvPr/>
        </p:nvSpPr>
        <p:spPr>
          <a:xfrm>
            <a:off x="3628433" y="5302420"/>
            <a:ext cx="369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25">
                <a:extLst>
                  <a:ext uri="{FF2B5EF4-FFF2-40B4-BE49-F238E27FC236}">
                    <a16:creationId xmlns:a16="http://schemas.microsoft.com/office/drawing/2014/main" id="{CC1BD461-639D-8FFB-E0C3-CDCF086F7789}"/>
                  </a:ext>
                </a:extLst>
              </p:cNvPr>
              <p:cNvSpPr txBox="1"/>
              <p:nvPr/>
            </p:nvSpPr>
            <p:spPr>
              <a:xfrm>
                <a:off x="2918345" y="5395634"/>
                <a:ext cx="334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文字方塊 25">
                <a:extLst>
                  <a:ext uri="{FF2B5EF4-FFF2-40B4-BE49-F238E27FC236}">
                    <a16:creationId xmlns:a16="http://schemas.microsoft.com/office/drawing/2014/main" id="{CC1BD461-639D-8FFB-E0C3-CDCF086F7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345" y="5395634"/>
                <a:ext cx="334105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文字方塊 43">
            <a:extLst>
              <a:ext uri="{FF2B5EF4-FFF2-40B4-BE49-F238E27FC236}">
                <a16:creationId xmlns:a16="http://schemas.microsoft.com/office/drawing/2014/main" id="{DE960964-D8B5-76E7-1D44-B6640AB8EB8B}"/>
              </a:ext>
            </a:extLst>
          </p:cNvPr>
          <p:cNvSpPr txBox="1"/>
          <p:nvPr/>
        </p:nvSpPr>
        <p:spPr>
          <a:xfrm>
            <a:off x="5107525" y="4079753"/>
            <a:ext cx="3637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hits the shaded region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E59EDD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38">
                <a:extLst>
                  <a:ext uri="{FF2B5EF4-FFF2-40B4-BE49-F238E27FC236}">
                    <a16:creationId xmlns:a16="http://schemas.microsoft.com/office/drawing/2014/main" id="{A6A55AA0-7267-5CAB-823F-A5FB05EDE78A}"/>
                  </a:ext>
                </a:extLst>
              </p:cNvPr>
              <p:cNvSpPr txBox="1"/>
              <p:nvPr/>
            </p:nvSpPr>
            <p:spPr>
              <a:xfrm>
                <a:off x="8636702" y="40626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38">
                <a:extLst>
                  <a:ext uri="{FF2B5EF4-FFF2-40B4-BE49-F238E27FC236}">
                    <a16:creationId xmlns:a16="http://schemas.microsoft.com/office/drawing/2014/main" id="{A6A55AA0-7267-5CAB-823F-A5FB05EDE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702" y="4062654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文字方塊 35">
            <a:extLst>
              <a:ext uri="{FF2B5EF4-FFF2-40B4-BE49-F238E27FC236}">
                <a16:creationId xmlns:a16="http://schemas.microsoft.com/office/drawing/2014/main" id="{99A32235-5804-8B3D-5163-3B20AE04DF74}"/>
              </a:ext>
            </a:extLst>
          </p:cNvPr>
          <p:cNvSpPr txBox="1"/>
          <p:nvPr/>
        </p:nvSpPr>
        <p:spPr>
          <a:xfrm>
            <a:off x="8932390" y="386290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cxnSp>
        <p:nvCxnSpPr>
          <p:cNvPr id="91" name="直線接點 13">
            <a:extLst>
              <a:ext uri="{FF2B5EF4-FFF2-40B4-BE49-F238E27FC236}">
                <a16:creationId xmlns:a16="http://schemas.microsoft.com/office/drawing/2014/main" id="{1B49BCC0-6EC9-CF38-430D-2C8155DE568E}"/>
              </a:ext>
            </a:extLst>
          </p:cNvPr>
          <p:cNvCxnSpPr>
            <a:cxnSpLocks/>
          </p:cNvCxnSpPr>
          <p:nvPr/>
        </p:nvCxnSpPr>
        <p:spPr>
          <a:xfrm>
            <a:off x="9037099" y="4254375"/>
            <a:ext cx="266551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文字方塊 28">
            <a:extLst>
              <a:ext uri="{FF2B5EF4-FFF2-40B4-BE49-F238E27FC236}">
                <a16:creationId xmlns:a16="http://schemas.microsoft.com/office/drawing/2014/main" id="{D66FA1DA-C008-F1A9-9D19-40101515C1D1}"/>
              </a:ext>
            </a:extLst>
          </p:cNvPr>
          <p:cNvSpPr txBox="1"/>
          <p:nvPr/>
        </p:nvSpPr>
        <p:spPr>
          <a:xfrm>
            <a:off x="9035836" y="3862906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25">
                <a:extLst>
                  <a:ext uri="{FF2B5EF4-FFF2-40B4-BE49-F238E27FC236}">
                    <a16:creationId xmlns:a16="http://schemas.microsoft.com/office/drawing/2014/main" id="{1DDB8D04-5D54-404B-9582-6F8B4EC5D103}"/>
                  </a:ext>
                </a:extLst>
              </p:cNvPr>
              <p:cNvSpPr txBox="1"/>
              <p:nvPr/>
            </p:nvSpPr>
            <p:spPr>
              <a:xfrm>
                <a:off x="9449365" y="38539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4" name="文字方塊 25">
                <a:extLst>
                  <a:ext uri="{FF2B5EF4-FFF2-40B4-BE49-F238E27FC236}">
                    <a16:creationId xmlns:a16="http://schemas.microsoft.com/office/drawing/2014/main" id="{1DDB8D04-5D54-404B-9582-6F8B4EC5D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365" y="385395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31">
                <a:extLst>
                  <a:ext uri="{FF2B5EF4-FFF2-40B4-BE49-F238E27FC236}">
                    <a16:creationId xmlns:a16="http://schemas.microsoft.com/office/drawing/2014/main" id="{04D13EB8-E6F3-7B01-898E-8613BDC62BED}"/>
                  </a:ext>
                </a:extLst>
              </p:cNvPr>
              <p:cNvSpPr txBox="1"/>
              <p:nvPr/>
            </p:nvSpPr>
            <p:spPr>
              <a:xfrm>
                <a:off x="9717508" y="38450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文字方塊 31">
                <a:extLst>
                  <a:ext uri="{FF2B5EF4-FFF2-40B4-BE49-F238E27FC236}">
                    <a16:creationId xmlns:a16="http://schemas.microsoft.com/office/drawing/2014/main" id="{04D13EB8-E6F3-7B01-898E-8613BDC6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508" y="3845091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文字方塊 28">
            <a:extLst>
              <a:ext uri="{FF2B5EF4-FFF2-40B4-BE49-F238E27FC236}">
                <a16:creationId xmlns:a16="http://schemas.microsoft.com/office/drawing/2014/main" id="{3B0D7934-0C8D-A97F-CEA4-6294753F3E90}"/>
              </a:ext>
            </a:extLst>
          </p:cNvPr>
          <p:cNvSpPr txBox="1"/>
          <p:nvPr/>
        </p:nvSpPr>
        <p:spPr>
          <a:xfrm>
            <a:off x="9930942" y="3859598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25">
                <a:extLst>
                  <a:ext uri="{FF2B5EF4-FFF2-40B4-BE49-F238E27FC236}">
                    <a16:creationId xmlns:a16="http://schemas.microsoft.com/office/drawing/2014/main" id="{1F5F91A4-2608-95B7-B60C-BF93FEE08BA2}"/>
                  </a:ext>
                </a:extLst>
              </p:cNvPr>
              <p:cNvSpPr txBox="1"/>
              <p:nvPr/>
            </p:nvSpPr>
            <p:spPr>
              <a:xfrm>
                <a:off x="10158582" y="3845091"/>
                <a:ext cx="334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7" name="文字方塊 25">
                <a:extLst>
                  <a:ext uri="{FF2B5EF4-FFF2-40B4-BE49-F238E27FC236}">
                    <a16:creationId xmlns:a16="http://schemas.microsoft.com/office/drawing/2014/main" id="{1F5F91A4-2608-95B7-B60C-BF93FEE08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582" y="3845091"/>
                <a:ext cx="334105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25">
                <a:extLst>
                  <a:ext uri="{FF2B5EF4-FFF2-40B4-BE49-F238E27FC236}">
                    <a16:creationId xmlns:a16="http://schemas.microsoft.com/office/drawing/2014/main" id="{56CAE6BD-64AA-4827-6976-9085440A988E}"/>
                  </a:ext>
                </a:extLst>
              </p:cNvPr>
              <p:cNvSpPr txBox="1"/>
              <p:nvPr/>
            </p:nvSpPr>
            <p:spPr>
              <a:xfrm>
                <a:off x="10728533" y="3839615"/>
                <a:ext cx="3143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8" name="文字方塊 25">
                <a:extLst>
                  <a:ext uri="{FF2B5EF4-FFF2-40B4-BE49-F238E27FC236}">
                    <a16:creationId xmlns:a16="http://schemas.microsoft.com/office/drawing/2014/main" id="{56CAE6BD-64AA-4827-6976-9085440A9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533" y="3839615"/>
                <a:ext cx="314316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27">
                <a:extLst>
                  <a:ext uri="{FF2B5EF4-FFF2-40B4-BE49-F238E27FC236}">
                    <a16:creationId xmlns:a16="http://schemas.microsoft.com/office/drawing/2014/main" id="{BFB6430D-D67C-356F-D08F-3FA4EB509636}"/>
                  </a:ext>
                </a:extLst>
              </p:cNvPr>
              <p:cNvSpPr txBox="1"/>
              <p:nvPr/>
            </p:nvSpPr>
            <p:spPr>
              <a:xfrm>
                <a:off x="10432844" y="38425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9" name="文字方塊 27">
                <a:extLst>
                  <a:ext uri="{FF2B5EF4-FFF2-40B4-BE49-F238E27FC236}">
                    <a16:creationId xmlns:a16="http://schemas.microsoft.com/office/drawing/2014/main" id="{BFB6430D-D67C-356F-D08F-3FA4EB509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2844" y="384256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文字方塊 29">
            <a:extLst>
              <a:ext uri="{FF2B5EF4-FFF2-40B4-BE49-F238E27FC236}">
                <a16:creationId xmlns:a16="http://schemas.microsoft.com/office/drawing/2014/main" id="{0F1BC6B8-B2F7-A73E-C3FC-C5BA72A6242E}"/>
              </a:ext>
            </a:extLst>
          </p:cNvPr>
          <p:cNvSpPr txBox="1"/>
          <p:nvPr/>
        </p:nvSpPr>
        <p:spPr>
          <a:xfrm>
            <a:off x="10933589" y="387969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p:sp>
        <p:nvSpPr>
          <p:cNvPr id="101" name="文字方塊 9">
            <a:extLst>
              <a:ext uri="{FF2B5EF4-FFF2-40B4-BE49-F238E27FC236}">
                <a16:creationId xmlns:a16="http://schemas.microsoft.com/office/drawing/2014/main" id="{C0CD1CD2-9157-6CDA-53CB-25B8A6A8108A}"/>
              </a:ext>
            </a:extLst>
          </p:cNvPr>
          <p:cNvSpPr txBox="1"/>
          <p:nvPr/>
        </p:nvSpPr>
        <p:spPr>
          <a:xfrm>
            <a:off x="11091777" y="3884947"/>
            <a:ext cx="623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02" name="文字方塊 37">
            <a:extLst>
              <a:ext uri="{FF2B5EF4-FFF2-40B4-BE49-F238E27FC236}">
                <a16:creationId xmlns:a16="http://schemas.microsoft.com/office/drawing/2014/main" id="{757C6E37-55CB-D929-B349-1E28741CD31E}"/>
              </a:ext>
            </a:extLst>
          </p:cNvPr>
          <p:cNvSpPr txBox="1"/>
          <p:nvPr/>
        </p:nvSpPr>
        <p:spPr>
          <a:xfrm>
            <a:off x="11550319" y="3777226"/>
            <a:ext cx="369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03" name="文字方塊 28">
            <a:extLst>
              <a:ext uri="{FF2B5EF4-FFF2-40B4-BE49-F238E27FC236}">
                <a16:creationId xmlns:a16="http://schemas.microsoft.com/office/drawing/2014/main" id="{68B4DA6A-058C-3FFA-4B1A-EE5B5226C298}"/>
              </a:ext>
            </a:extLst>
          </p:cNvPr>
          <p:cNvSpPr txBox="1"/>
          <p:nvPr/>
        </p:nvSpPr>
        <p:spPr>
          <a:xfrm>
            <a:off x="9658717" y="4275429"/>
            <a:ext cx="629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p:sp>
        <p:nvSpPr>
          <p:cNvPr id="104" name="文字方塊 9">
            <a:extLst>
              <a:ext uri="{FF2B5EF4-FFF2-40B4-BE49-F238E27FC236}">
                <a16:creationId xmlns:a16="http://schemas.microsoft.com/office/drawing/2014/main" id="{803A77D2-E0AB-1F14-36D1-D71FB806A22D}"/>
              </a:ext>
            </a:extLst>
          </p:cNvPr>
          <p:cNvSpPr txBox="1"/>
          <p:nvPr/>
        </p:nvSpPr>
        <p:spPr>
          <a:xfrm>
            <a:off x="10318920" y="4290517"/>
            <a:ext cx="614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05" name="文字方塊 37">
            <a:extLst>
              <a:ext uri="{FF2B5EF4-FFF2-40B4-BE49-F238E27FC236}">
                <a16:creationId xmlns:a16="http://schemas.microsoft.com/office/drawing/2014/main" id="{281D1FB1-9694-94B8-6CE0-E734F9F58973}"/>
              </a:ext>
            </a:extLst>
          </p:cNvPr>
          <p:cNvSpPr txBox="1"/>
          <p:nvPr/>
        </p:nvSpPr>
        <p:spPr>
          <a:xfrm>
            <a:off x="10777461" y="4233007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25">
                <a:extLst>
                  <a:ext uri="{FF2B5EF4-FFF2-40B4-BE49-F238E27FC236}">
                    <a16:creationId xmlns:a16="http://schemas.microsoft.com/office/drawing/2014/main" id="{8DEAA051-D8B9-0950-C04B-A7EE9AED5110}"/>
                  </a:ext>
                </a:extLst>
              </p:cNvPr>
              <p:cNvSpPr txBox="1"/>
              <p:nvPr/>
            </p:nvSpPr>
            <p:spPr>
              <a:xfrm>
                <a:off x="10068575" y="42766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文字方塊 25">
                <a:extLst>
                  <a:ext uri="{FF2B5EF4-FFF2-40B4-BE49-F238E27FC236}">
                    <a16:creationId xmlns:a16="http://schemas.microsoft.com/office/drawing/2014/main" id="{8DEAA051-D8B9-0950-C04B-A7EE9AED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575" y="427669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38">
                <a:extLst>
                  <a:ext uri="{FF2B5EF4-FFF2-40B4-BE49-F238E27FC236}">
                    <a16:creationId xmlns:a16="http://schemas.microsoft.com/office/drawing/2014/main" id="{48B6F897-0DC6-E3F4-804D-315A3FDD6130}"/>
                  </a:ext>
                </a:extLst>
              </p:cNvPr>
              <p:cNvSpPr txBox="1"/>
              <p:nvPr/>
            </p:nvSpPr>
            <p:spPr>
              <a:xfrm>
                <a:off x="8636702" y="49023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文字方塊 38">
                <a:extLst>
                  <a:ext uri="{FF2B5EF4-FFF2-40B4-BE49-F238E27FC236}">
                    <a16:creationId xmlns:a16="http://schemas.microsoft.com/office/drawing/2014/main" id="{48B6F897-0DC6-E3F4-804D-315A3FDD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702" y="4902310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字方塊 28">
            <a:extLst>
              <a:ext uri="{FF2B5EF4-FFF2-40B4-BE49-F238E27FC236}">
                <a16:creationId xmlns:a16="http://schemas.microsoft.com/office/drawing/2014/main" id="{65DAA0C8-FC2E-F6F7-CBCC-8EF597D0B8FC}"/>
              </a:ext>
            </a:extLst>
          </p:cNvPr>
          <p:cNvSpPr txBox="1"/>
          <p:nvPr/>
        </p:nvSpPr>
        <p:spPr>
          <a:xfrm>
            <a:off x="9002781" y="5191128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字方塊 25">
                <a:extLst>
                  <a:ext uri="{FF2B5EF4-FFF2-40B4-BE49-F238E27FC236}">
                    <a16:creationId xmlns:a16="http://schemas.microsoft.com/office/drawing/2014/main" id="{50C64D10-E6D7-425F-223B-7FB1EF562356}"/>
                  </a:ext>
                </a:extLst>
              </p:cNvPr>
              <p:cNvSpPr txBox="1"/>
              <p:nvPr/>
            </p:nvSpPr>
            <p:spPr>
              <a:xfrm>
                <a:off x="9411438" y="51863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9" name="文字方塊 25">
                <a:extLst>
                  <a:ext uri="{FF2B5EF4-FFF2-40B4-BE49-F238E27FC236}">
                    <a16:creationId xmlns:a16="http://schemas.microsoft.com/office/drawing/2014/main" id="{50C64D10-E6D7-425F-223B-7FB1EF562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438" y="5186329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直線接點 13">
            <a:extLst>
              <a:ext uri="{FF2B5EF4-FFF2-40B4-BE49-F238E27FC236}">
                <a16:creationId xmlns:a16="http://schemas.microsoft.com/office/drawing/2014/main" id="{DAD2EFFD-6B46-ADC7-E9BB-781C0B882CB7}"/>
              </a:ext>
            </a:extLst>
          </p:cNvPr>
          <p:cNvCxnSpPr>
            <a:cxnSpLocks/>
          </p:cNvCxnSpPr>
          <p:nvPr/>
        </p:nvCxnSpPr>
        <p:spPr>
          <a:xfrm>
            <a:off x="9049527" y="5095165"/>
            <a:ext cx="667981" cy="7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文字方塊 28">
            <a:extLst>
              <a:ext uri="{FF2B5EF4-FFF2-40B4-BE49-F238E27FC236}">
                <a16:creationId xmlns:a16="http://schemas.microsoft.com/office/drawing/2014/main" id="{14F16120-3090-27CA-43BE-61ECBE190914}"/>
              </a:ext>
            </a:extLst>
          </p:cNvPr>
          <p:cNvSpPr txBox="1"/>
          <p:nvPr/>
        </p:nvSpPr>
        <p:spPr>
          <a:xfrm>
            <a:off x="8987255" y="4703164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25">
                <a:extLst>
                  <a:ext uri="{FF2B5EF4-FFF2-40B4-BE49-F238E27FC236}">
                    <a16:creationId xmlns:a16="http://schemas.microsoft.com/office/drawing/2014/main" id="{9387830B-7662-84BE-4F5B-0FDAFF453838}"/>
                  </a:ext>
                </a:extLst>
              </p:cNvPr>
              <p:cNvSpPr txBox="1"/>
              <p:nvPr/>
            </p:nvSpPr>
            <p:spPr>
              <a:xfrm>
                <a:off x="9395912" y="46983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3" name="文字方塊 25">
                <a:extLst>
                  <a:ext uri="{FF2B5EF4-FFF2-40B4-BE49-F238E27FC236}">
                    <a16:creationId xmlns:a16="http://schemas.microsoft.com/office/drawing/2014/main" id="{9387830B-7662-84BE-4F5B-0FDAFF453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912" y="4698365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38">
                <a:extLst>
                  <a:ext uri="{FF2B5EF4-FFF2-40B4-BE49-F238E27FC236}">
                    <a16:creationId xmlns:a16="http://schemas.microsoft.com/office/drawing/2014/main" id="{987D331F-96D0-0D07-7288-28F10D7BD55F}"/>
                  </a:ext>
                </a:extLst>
              </p:cNvPr>
              <p:cNvSpPr txBox="1"/>
              <p:nvPr/>
            </p:nvSpPr>
            <p:spPr>
              <a:xfrm>
                <a:off x="8636702" y="57248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4" name="文字方塊 38">
                <a:extLst>
                  <a:ext uri="{FF2B5EF4-FFF2-40B4-BE49-F238E27FC236}">
                    <a16:creationId xmlns:a16="http://schemas.microsoft.com/office/drawing/2014/main" id="{987D331F-96D0-0D07-7288-28F10D7B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702" y="5724867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文字方塊 28">
            <a:extLst>
              <a:ext uri="{FF2B5EF4-FFF2-40B4-BE49-F238E27FC236}">
                <a16:creationId xmlns:a16="http://schemas.microsoft.com/office/drawing/2014/main" id="{C0D7D218-5FD3-9AE1-8FD9-39FDBDC8ACEF}"/>
              </a:ext>
            </a:extLst>
          </p:cNvPr>
          <p:cNvSpPr txBox="1"/>
          <p:nvPr/>
        </p:nvSpPr>
        <p:spPr>
          <a:xfrm>
            <a:off x="8995451" y="5943154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25</a:t>
            </a:r>
          </a:p>
        </p:txBody>
      </p:sp>
      <p:cxnSp>
        <p:nvCxnSpPr>
          <p:cNvPr id="124" name="直線接點 13">
            <a:extLst>
              <a:ext uri="{FF2B5EF4-FFF2-40B4-BE49-F238E27FC236}">
                <a16:creationId xmlns:a16="http://schemas.microsoft.com/office/drawing/2014/main" id="{DCE6B927-E583-1779-DA86-090706252D6B}"/>
              </a:ext>
            </a:extLst>
          </p:cNvPr>
          <p:cNvCxnSpPr>
            <a:cxnSpLocks/>
          </p:cNvCxnSpPr>
          <p:nvPr/>
        </p:nvCxnSpPr>
        <p:spPr>
          <a:xfrm>
            <a:off x="9038485" y="5929209"/>
            <a:ext cx="49621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文字方塊 28">
            <a:extLst>
              <a:ext uri="{FF2B5EF4-FFF2-40B4-BE49-F238E27FC236}">
                <a16:creationId xmlns:a16="http://schemas.microsoft.com/office/drawing/2014/main" id="{6D6473A8-5F7A-F620-3C63-96EDDAB69AF7}"/>
              </a:ext>
            </a:extLst>
          </p:cNvPr>
          <p:cNvSpPr txBox="1"/>
          <p:nvPr/>
        </p:nvSpPr>
        <p:spPr>
          <a:xfrm>
            <a:off x="8976213" y="5537208"/>
            <a:ext cx="563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17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6" name="筆跡 7">
                <a:extLst>
                  <a:ext uri="{FF2B5EF4-FFF2-40B4-BE49-F238E27FC236}">
                    <a16:creationId xmlns:a16="http://schemas.microsoft.com/office/drawing/2014/main" id="{72E4B814-EDE5-04C4-3255-911F320CF0AE}"/>
                  </a:ext>
                </a:extLst>
              </p14:cNvPr>
              <p14:cNvContentPartPr/>
              <p14:nvPr/>
            </p14:nvContentPartPr>
            <p14:xfrm>
              <a:off x="957559" y="1076980"/>
              <a:ext cx="958790" cy="45719"/>
            </p14:xfrm>
          </p:contentPart>
        </mc:Choice>
        <mc:Fallback>
          <p:pic>
            <p:nvPicPr>
              <p:cNvPr id="136" name="筆跡 7">
                <a:extLst>
                  <a:ext uri="{FF2B5EF4-FFF2-40B4-BE49-F238E27FC236}">
                    <a16:creationId xmlns:a16="http://schemas.microsoft.com/office/drawing/2014/main" id="{72E4B814-EDE5-04C4-3255-911F320CF0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3553" y="-12638720"/>
                <a:ext cx="1066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" name="筆跡 8">
                <a:extLst>
                  <a:ext uri="{FF2B5EF4-FFF2-40B4-BE49-F238E27FC236}">
                    <a16:creationId xmlns:a16="http://schemas.microsoft.com/office/drawing/2014/main" id="{646D67BC-42ED-9833-D406-6ADED5CCF2CC}"/>
                  </a:ext>
                </a:extLst>
              </p14:cNvPr>
              <p14:cNvContentPartPr/>
              <p14:nvPr/>
            </p14:nvContentPartPr>
            <p14:xfrm>
              <a:off x="9645415" y="328184"/>
              <a:ext cx="189050" cy="45719"/>
            </p14:xfrm>
          </p:contentPart>
        </mc:Choice>
        <mc:Fallback>
          <p:pic>
            <p:nvPicPr>
              <p:cNvPr id="2" name="筆跡 8">
                <a:extLst>
                  <a:ext uri="{FF2B5EF4-FFF2-40B4-BE49-F238E27FC236}">
                    <a16:creationId xmlns:a16="http://schemas.microsoft.com/office/drawing/2014/main" id="{646D67BC-42ED-9833-D406-6ADED5CCF2C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591503" y="-13387516"/>
                <a:ext cx="2965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" name="筆跡 8">
                <a:extLst>
                  <a:ext uri="{FF2B5EF4-FFF2-40B4-BE49-F238E27FC236}">
                    <a16:creationId xmlns:a16="http://schemas.microsoft.com/office/drawing/2014/main" id="{057BBFE6-5CD7-0709-C149-542109E78136}"/>
                  </a:ext>
                </a:extLst>
              </p14:cNvPr>
              <p14:cNvContentPartPr/>
              <p14:nvPr/>
            </p14:nvContentPartPr>
            <p14:xfrm>
              <a:off x="10048739" y="338590"/>
              <a:ext cx="209997" cy="45719"/>
            </p14:xfrm>
          </p:contentPart>
        </mc:Choice>
        <mc:Fallback>
          <p:pic>
            <p:nvPicPr>
              <p:cNvPr id="3" name="筆跡 8">
                <a:extLst>
                  <a:ext uri="{FF2B5EF4-FFF2-40B4-BE49-F238E27FC236}">
                    <a16:creationId xmlns:a16="http://schemas.microsoft.com/office/drawing/2014/main" id="{057BBFE6-5CD7-0709-C149-542109E7813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994801" y="-13377110"/>
                <a:ext cx="31751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" name="筆跡 9">
                <a:extLst>
                  <a:ext uri="{FF2B5EF4-FFF2-40B4-BE49-F238E27FC236}">
                    <a16:creationId xmlns:a16="http://schemas.microsoft.com/office/drawing/2014/main" id="{095CBBF2-0D06-B0E3-CB3C-2BF268FD9034}"/>
                  </a:ext>
                </a:extLst>
              </p14:cNvPr>
              <p14:cNvContentPartPr/>
              <p14:nvPr/>
            </p14:nvContentPartPr>
            <p14:xfrm>
              <a:off x="10963345" y="348678"/>
              <a:ext cx="288034" cy="45719"/>
            </p14:xfrm>
          </p:contentPart>
        </mc:Choice>
        <mc:Fallback>
          <p:pic>
            <p:nvPicPr>
              <p:cNvPr id="4" name="筆跡 9">
                <a:extLst>
                  <a:ext uri="{FF2B5EF4-FFF2-40B4-BE49-F238E27FC236}">
                    <a16:creationId xmlns:a16="http://schemas.microsoft.com/office/drawing/2014/main" id="{095CBBF2-0D06-B0E3-CB3C-2BF268FD903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09406" y="-13367022"/>
                <a:ext cx="39555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1AB6EB2-48F8-5599-0A8D-BF99EB27B797}"/>
              </a:ext>
            </a:extLst>
          </p:cNvPr>
          <p:cNvSpPr/>
          <p:nvPr/>
        </p:nvSpPr>
        <p:spPr>
          <a:xfrm>
            <a:off x="8745363" y="1058695"/>
            <a:ext cx="2647565" cy="26044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1068B2-7900-D32A-94D0-366A82D12271}"/>
              </a:ext>
            </a:extLst>
          </p:cNvPr>
          <p:cNvSpPr/>
          <p:nvPr/>
        </p:nvSpPr>
        <p:spPr>
          <a:xfrm>
            <a:off x="9806811" y="1595220"/>
            <a:ext cx="1525717" cy="155287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DE98DA-8B8C-A723-D4A3-A644D924E0F0}"/>
              </a:ext>
            </a:extLst>
          </p:cNvPr>
          <p:cNvSpPr/>
          <p:nvPr/>
        </p:nvSpPr>
        <p:spPr>
          <a:xfrm>
            <a:off x="9816029" y="2089533"/>
            <a:ext cx="502891" cy="52146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3D580E-456E-5988-03D1-C38AC03E1CA9}"/>
              </a:ext>
            </a:extLst>
          </p:cNvPr>
          <p:cNvCxnSpPr>
            <a:cxnSpLocks/>
          </p:cNvCxnSpPr>
          <p:nvPr/>
        </p:nvCxnSpPr>
        <p:spPr>
          <a:xfrm flipV="1">
            <a:off x="8745363" y="2666375"/>
            <a:ext cx="2635651" cy="591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18A526-A219-C6FD-8EC9-37D561CFB97B}"/>
              </a:ext>
            </a:extLst>
          </p:cNvPr>
          <p:cNvCxnSpPr>
            <a:cxnSpLocks/>
          </p:cNvCxnSpPr>
          <p:nvPr/>
        </p:nvCxnSpPr>
        <p:spPr>
          <a:xfrm>
            <a:off x="9875132" y="3198767"/>
            <a:ext cx="1502245" cy="0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046407-5F9E-8C24-6D3A-AA9F09A3206E}"/>
              </a:ext>
            </a:extLst>
          </p:cNvPr>
          <p:cNvCxnSpPr>
            <a:cxnSpLocks/>
            <a:endCxn id="9" idx="6"/>
          </p:cNvCxnSpPr>
          <p:nvPr/>
        </p:nvCxnSpPr>
        <p:spPr>
          <a:xfrm flipV="1">
            <a:off x="9803819" y="2350266"/>
            <a:ext cx="515101" cy="16920"/>
          </a:xfrm>
          <a:prstGeom prst="straightConnector1">
            <a:avLst/>
          </a:prstGeom>
          <a:ln w="38100"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72" name="筆跡 8">
                <a:extLst>
                  <a:ext uri="{FF2B5EF4-FFF2-40B4-BE49-F238E27FC236}">
                    <a16:creationId xmlns:a16="http://schemas.microsoft.com/office/drawing/2014/main" id="{995BB5D2-A458-7009-6E36-5008ECF84BBC}"/>
                  </a:ext>
                </a:extLst>
              </p14:cNvPr>
              <p14:cNvContentPartPr/>
              <p14:nvPr/>
            </p14:nvContentPartPr>
            <p14:xfrm>
              <a:off x="10364263" y="1982288"/>
              <a:ext cx="364269" cy="45719"/>
            </p14:xfrm>
          </p:contentPart>
        </mc:Choice>
        <mc:Fallback>
          <p:pic>
            <p:nvPicPr>
              <p:cNvPr id="72" name="筆跡 8">
                <a:extLst>
                  <a:ext uri="{FF2B5EF4-FFF2-40B4-BE49-F238E27FC236}">
                    <a16:creationId xmlns:a16="http://schemas.microsoft.com/office/drawing/2014/main" id="{995BB5D2-A458-7009-6E36-5008ECF84BB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10271" y="-11733412"/>
                <a:ext cx="4718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5" name="筆跡 8">
                <a:extLst>
                  <a:ext uri="{FF2B5EF4-FFF2-40B4-BE49-F238E27FC236}">
                    <a16:creationId xmlns:a16="http://schemas.microsoft.com/office/drawing/2014/main" id="{14138275-D75F-4369-FD42-887C910FA545}"/>
                  </a:ext>
                </a:extLst>
              </p14:cNvPr>
              <p14:cNvContentPartPr/>
              <p14:nvPr/>
            </p14:nvContentPartPr>
            <p14:xfrm>
              <a:off x="9138180" y="2322598"/>
              <a:ext cx="364269" cy="45719"/>
            </p14:xfrm>
          </p:contentPart>
        </mc:Choice>
        <mc:Fallback>
          <p:pic>
            <p:nvPicPr>
              <p:cNvPr id="85" name="筆跡 8">
                <a:extLst>
                  <a:ext uri="{FF2B5EF4-FFF2-40B4-BE49-F238E27FC236}">
                    <a16:creationId xmlns:a16="http://schemas.microsoft.com/office/drawing/2014/main" id="{14138275-D75F-4369-FD42-887C910FA54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84188" y="-11393102"/>
                <a:ext cx="4718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6" name="筆跡 8">
                <a:extLst>
                  <a:ext uri="{FF2B5EF4-FFF2-40B4-BE49-F238E27FC236}">
                    <a16:creationId xmlns:a16="http://schemas.microsoft.com/office/drawing/2014/main" id="{1E7AAB91-1E93-CC8E-3D66-FAA6D91243FC}"/>
                  </a:ext>
                </a:extLst>
              </p14:cNvPr>
              <p14:cNvContentPartPr/>
              <p14:nvPr/>
            </p14:nvContentPartPr>
            <p14:xfrm>
              <a:off x="10660268" y="2328371"/>
              <a:ext cx="364269" cy="45719"/>
            </p14:xfrm>
          </p:contentPart>
        </mc:Choice>
        <mc:Fallback>
          <p:pic>
            <p:nvPicPr>
              <p:cNvPr id="86" name="筆跡 8">
                <a:extLst>
                  <a:ext uri="{FF2B5EF4-FFF2-40B4-BE49-F238E27FC236}">
                    <a16:creationId xmlns:a16="http://schemas.microsoft.com/office/drawing/2014/main" id="{1E7AAB91-1E93-CC8E-3D66-FAA6D91243F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606276" y="-11387329"/>
                <a:ext cx="4718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7" name="筆跡 7">
                <a:extLst>
                  <a:ext uri="{FF2B5EF4-FFF2-40B4-BE49-F238E27FC236}">
                    <a16:creationId xmlns:a16="http://schemas.microsoft.com/office/drawing/2014/main" id="{100A07C4-7640-816D-1915-12F90AC3D0F9}"/>
                  </a:ext>
                </a:extLst>
              </p14:cNvPr>
              <p14:cNvContentPartPr/>
              <p14:nvPr/>
            </p14:nvContentPartPr>
            <p14:xfrm>
              <a:off x="3433964" y="1064510"/>
              <a:ext cx="2227533" cy="45719"/>
            </p14:xfrm>
          </p:contentPart>
        </mc:Choice>
        <mc:Fallback>
          <p:pic>
            <p:nvPicPr>
              <p:cNvPr id="87" name="筆跡 7">
                <a:extLst>
                  <a:ext uri="{FF2B5EF4-FFF2-40B4-BE49-F238E27FC236}">
                    <a16:creationId xmlns:a16="http://schemas.microsoft.com/office/drawing/2014/main" id="{100A07C4-7640-816D-1915-12F90AC3D0F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79950" y="-12651190"/>
                <a:ext cx="233520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39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" grpId="0" animBg="1"/>
      <p:bldP spid="21" grpId="0" animBg="1"/>
      <p:bldP spid="22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7" grpId="0"/>
      <p:bldP spid="38" grpId="0"/>
      <p:bldP spid="39" grpId="0"/>
      <p:bldP spid="41" grpId="0"/>
      <p:bldP spid="43" grpId="0"/>
      <p:bldP spid="44" grpId="0"/>
      <p:bldP spid="45" grpId="0"/>
      <p:bldP spid="46" grpId="0" animBg="1"/>
      <p:bldP spid="47" grpId="0" animBg="1"/>
      <p:bldP spid="48" grpId="0"/>
      <p:bldP spid="49" grpId="0"/>
      <p:bldP spid="50" grpId="0"/>
      <p:bldP spid="51" grpId="0"/>
      <p:bldP spid="52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4" grpId="0"/>
      <p:bldP spid="65" grpId="0"/>
      <p:bldP spid="66" grpId="0" animBg="1"/>
      <p:bldP spid="67" grpId="0" animBg="1"/>
      <p:bldP spid="68" grpId="0"/>
      <p:bldP spid="69" grpId="0"/>
      <p:bldP spid="70" grpId="0"/>
      <p:bldP spid="74" grpId="0"/>
      <p:bldP spid="75" grpId="0"/>
      <p:bldP spid="76" grpId="0"/>
      <p:bldP spid="78" grpId="0"/>
      <p:bldP spid="79" grpId="0"/>
      <p:bldP spid="80" grpId="0"/>
      <p:bldP spid="83" grpId="0"/>
      <p:bldP spid="84" grpId="0"/>
      <p:bldP spid="89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2" grpId="0"/>
      <p:bldP spid="113" grpId="0"/>
      <p:bldP spid="114" grpId="0"/>
      <p:bldP spid="122" grpId="0"/>
      <p:bldP spid="125" grpId="0"/>
      <p:bldP spid="5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132FE93-28A0-6613-13EA-CD7436FD309D}"/>
              </a:ext>
            </a:extLst>
          </p:cNvPr>
          <p:cNvSpPr txBox="1"/>
          <p:nvPr/>
        </p:nvSpPr>
        <p:spPr>
          <a:xfrm>
            <a:off x="-168696" y="11055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Probability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2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535FE36-776B-1FEA-5225-13E59F5F29B5}"/>
              </a:ext>
            </a:extLst>
          </p:cNvPr>
          <p:cNvSpPr txBox="1"/>
          <p:nvPr/>
        </p:nvSpPr>
        <p:spPr>
          <a:xfrm>
            <a:off x="2286717" y="908720"/>
            <a:ext cx="208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Tree diagram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8EEC0686-A9E2-2B41-4F54-4E0E2AE08456}"/>
              </a:ext>
            </a:extLst>
          </p:cNvPr>
          <p:cNvCxnSpPr>
            <a:cxnSpLocks/>
          </p:cNvCxnSpPr>
          <p:nvPr/>
        </p:nvCxnSpPr>
        <p:spPr>
          <a:xfrm>
            <a:off x="4366840" y="1108775"/>
            <a:ext cx="63142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98636B49-0453-1C3B-451A-3DF299241D26}"/>
              </a:ext>
            </a:extLst>
          </p:cNvPr>
          <p:cNvSpPr txBox="1"/>
          <p:nvPr/>
        </p:nvSpPr>
        <p:spPr>
          <a:xfrm>
            <a:off x="5008771" y="908720"/>
            <a:ext cx="4831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List out all the possible outcomes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67FBF6D-9C81-7F11-E3DB-829773DD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564" y="3237298"/>
            <a:ext cx="1701859" cy="1722956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C9DD600-74FA-C344-4FF2-1F7F6510D026}"/>
              </a:ext>
            </a:extLst>
          </p:cNvPr>
          <p:cNvCxnSpPr>
            <a:stCxn id="7" idx="3"/>
          </p:cNvCxnSpPr>
          <p:nvPr/>
        </p:nvCxnSpPr>
        <p:spPr bwMode="auto">
          <a:xfrm>
            <a:off x="3320423" y="4098776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7EBD6A43-DFD7-302F-B51C-5C9F26613F7E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3320423" y="3429754"/>
            <a:ext cx="805342" cy="66902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77F7FA1-649D-0B5C-1F2E-E801495B14F7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 bwMode="auto">
          <a:xfrm>
            <a:off x="3320423" y="4098776"/>
            <a:ext cx="889232" cy="6572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8CFB4C9-5ED3-4B39-6625-0E58E34BF024}"/>
              </a:ext>
            </a:extLst>
          </p:cNvPr>
          <p:cNvSpPr txBox="1"/>
          <p:nvPr/>
        </p:nvSpPr>
        <p:spPr>
          <a:xfrm>
            <a:off x="4125765" y="3164264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Head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907D17-29C0-8C4E-CAD5-9536D66A3D89}"/>
              </a:ext>
            </a:extLst>
          </p:cNvPr>
          <p:cNvSpPr txBox="1"/>
          <p:nvPr/>
        </p:nvSpPr>
        <p:spPr>
          <a:xfrm>
            <a:off x="4209655" y="4555973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Tail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84482A0-3174-3A50-C1A2-16A0A6ABE444}"/>
              </a:ext>
            </a:extLst>
          </p:cNvPr>
          <p:cNvCxnSpPr>
            <a:cxnSpLocks/>
          </p:cNvCxnSpPr>
          <p:nvPr/>
        </p:nvCxnSpPr>
        <p:spPr bwMode="auto">
          <a:xfrm flipV="1">
            <a:off x="5028820" y="2967281"/>
            <a:ext cx="715675" cy="342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09C875B-CA04-7D53-B332-92B93147C349}"/>
              </a:ext>
            </a:extLst>
          </p:cNvPr>
          <p:cNvCxnSpPr>
            <a:cxnSpLocks/>
          </p:cNvCxnSpPr>
          <p:nvPr/>
        </p:nvCxnSpPr>
        <p:spPr bwMode="auto">
          <a:xfrm>
            <a:off x="5028820" y="3309869"/>
            <a:ext cx="715675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B846EA5-CA06-50E9-8025-B5F618005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4963214" y="4335130"/>
            <a:ext cx="778503" cy="4013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9291040-182D-9F93-7C59-AA2BB29148CD}"/>
              </a:ext>
            </a:extLst>
          </p:cNvPr>
          <p:cNvCxnSpPr>
            <a:cxnSpLocks/>
          </p:cNvCxnSpPr>
          <p:nvPr/>
        </p:nvCxnSpPr>
        <p:spPr bwMode="auto">
          <a:xfrm>
            <a:off x="4963214" y="4736498"/>
            <a:ext cx="785423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FC1C5F6-8824-CC27-6B1C-650D00A9006B}"/>
              </a:ext>
            </a:extLst>
          </p:cNvPr>
          <p:cNvSpPr txBox="1"/>
          <p:nvPr/>
        </p:nvSpPr>
        <p:spPr>
          <a:xfrm>
            <a:off x="5748637" y="2768922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Head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9FF7458-C29F-B0CD-636A-870ED096AA7F}"/>
              </a:ext>
            </a:extLst>
          </p:cNvPr>
          <p:cNvSpPr txBox="1"/>
          <p:nvPr/>
        </p:nvSpPr>
        <p:spPr>
          <a:xfrm>
            <a:off x="5741717" y="3433485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Tail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B1966BE-8506-978F-215A-4789830FC1DB}"/>
              </a:ext>
            </a:extLst>
          </p:cNvPr>
          <p:cNvSpPr txBox="1"/>
          <p:nvPr/>
        </p:nvSpPr>
        <p:spPr>
          <a:xfrm>
            <a:off x="5760806" y="4159785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Head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1798455-7DA1-03A5-4FEA-0366BFB8C430}"/>
              </a:ext>
            </a:extLst>
          </p:cNvPr>
          <p:cNvSpPr txBox="1"/>
          <p:nvPr/>
        </p:nvSpPr>
        <p:spPr>
          <a:xfrm>
            <a:off x="5748637" y="4833835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Tail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0FC18FD-9164-BBE1-10DB-B04D8C4073A6}"/>
              </a:ext>
            </a:extLst>
          </p:cNvPr>
          <p:cNvSpPr txBox="1"/>
          <p:nvPr/>
        </p:nvSpPr>
        <p:spPr>
          <a:xfrm>
            <a:off x="3960631" y="1802836"/>
            <a:ext cx="11560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r>
              <a:rPr lang="en-HK" sz="2000" b="1" baseline="30000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st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Toss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93AAF15-FB64-00D3-9360-5CB78EC20181}"/>
              </a:ext>
            </a:extLst>
          </p:cNvPr>
          <p:cNvSpPr txBox="1"/>
          <p:nvPr/>
        </p:nvSpPr>
        <p:spPr>
          <a:xfrm>
            <a:off x="5589939" y="1806143"/>
            <a:ext cx="127951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sz="2000" b="1" baseline="30000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nd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Toss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3789D16-6C53-F482-1C40-B7F9D89A3E5B}"/>
              </a:ext>
            </a:extLst>
          </p:cNvPr>
          <p:cNvSpPr txBox="1"/>
          <p:nvPr/>
        </p:nvSpPr>
        <p:spPr>
          <a:xfrm>
            <a:off x="7316775" y="1802836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DF3CC272-BE3A-992E-D07F-55E0E639C34D}"/>
              </a:ext>
            </a:extLst>
          </p:cNvPr>
          <p:cNvCxnSpPr>
            <a:cxnSpLocks/>
          </p:cNvCxnSpPr>
          <p:nvPr/>
        </p:nvCxnSpPr>
        <p:spPr bwMode="auto">
          <a:xfrm>
            <a:off x="7474686" y="3073775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123819D-8281-004B-BAE4-5C530B0F11E3}"/>
              </a:ext>
            </a:extLst>
          </p:cNvPr>
          <p:cNvSpPr txBox="1"/>
          <p:nvPr/>
        </p:nvSpPr>
        <p:spPr>
          <a:xfrm>
            <a:off x="7580642" y="2738465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HH</a:t>
            </a: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F959E24-0CAB-2F87-7DCC-BC6EA36675C7}"/>
              </a:ext>
            </a:extLst>
          </p:cNvPr>
          <p:cNvCxnSpPr>
            <a:cxnSpLocks/>
          </p:cNvCxnSpPr>
          <p:nvPr/>
        </p:nvCxnSpPr>
        <p:spPr bwMode="auto">
          <a:xfrm>
            <a:off x="7474686" y="3678715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A6F8E38-BFFC-5D79-4D50-0CC72751A737}"/>
              </a:ext>
            </a:extLst>
          </p:cNvPr>
          <p:cNvSpPr txBox="1"/>
          <p:nvPr/>
        </p:nvSpPr>
        <p:spPr>
          <a:xfrm>
            <a:off x="7580642" y="3343405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74189FB-CBDF-47AD-2CD9-E305222A103E}"/>
              </a:ext>
            </a:extLst>
          </p:cNvPr>
          <p:cNvCxnSpPr>
            <a:cxnSpLocks/>
          </p:cNvCxnSpPr>
          <p:nvPr/>
        </p:nvCxnSpPr>
        <p:spPr bwMode="auto">
          <a:xfrm>
            <a:off x="7474686" y="4448037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72977DA-EBD4-1263-9D34-473F7D24ABDC}"/>
              </a:ext>
            </a:extLst>
          </p:cNvPr>
          <p:cNvSpPr txBox="1"/>
          <p:nvPr/>
        </p:nvSpPr>
        <p:spPr>
          <a:xfrm>
            <a:off x="7580642" y="4112727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7510F6FD-5CB2-61AE-E644-33851EB31E99}"/>
              </a:ext>
            </a:extLst>
          </p:cNvPr>
          <p:cNvCxnSpPr>
            <a:cxnSpLocks/>
          </p:cNvCxnSpPr>
          <p:nvPr/>
        </p:nvCxnSpPr>
        <p:spPr bwMode="auto">
          <a:xfrm>
            <a:off x="7500445" y="5152560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43BF0E62-085A-767A-F9A7-A7F2C4B8B46A}"/>
              </a:ext>
            </a:extLst>
          </p:cNvPr>
          <p:cNvSpPr txBox="1"/>
          <p:nvPr/>
        </p:nvSpPr>
        <p:spPr>
          <a:xfrm>
            <a:off x="7606401" y="4817250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TT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6A027F9-307B-9801-C844-D519A0FC1633}"/>
              </a:ext>
            </a:extLst>
          </p:cNvPr>
          <p:cNvSpPr txBox="1"/>
          <p:nvPr/>
        </p:nvSpPr>
        <p:spPr>
          <a:xfrm>
            <a:off x="272554" y="1802836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E03B9AE-A5C7-28DD-452B-930AC5094D61}"/>
              </a:ext>
            </a:extLst>
          </p:cNvPr>
          <p:cNvSpPr txBox="1"/>
          <p:nvPr/>
        </p:nvSpPr>
        <p:spPr>
          <a:xfrm>
            <a:off x="274089" y="5639401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P(getting exactly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 head and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 tail)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D61467A-FDCC-D92A-7821-2602AC000132}"/>
                  </a:ext>
                </a:extLst>
              </p:cNvPr>
              <p:cNvSpPr txBox="1"/>
              <p:nvPr/>
            </p:nvSpPr>
            <p:spPr>
              <a:xfrm>
                <a:off x="5204621" y="5622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D61467A-FDCC-D92A-7821-2602AC000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4621" y="562245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3C0F19FA-4472-B683-61F7-0FF658ED5EF9}"/>
              </a:ext>
            </a:extLst>
          </p:cNvPr>
          <p:cNvGrpSpPr/>
          <p:nvPr/>
        </p:nvGrpSpPr>
        <p:grpSpPr>
          <a:xfrm>
            <a:off x="5578614" y="5456636"/>
            <a:ext cx="364383" cy="777549"/>
            <a:chOff x="2896107" y="4671588"/>
            <a:chExt cx="364383" cy="777549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0E54C903-9381-7BC5-45B7-A5525B68116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01D593FC-7078-82FE-A49F-B942D50674D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65C23887-30DD-DEEA-9584-10190A5B808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F02D34A9-FD12-434F-452B-CD07D5D94CA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A06EF9E9-783C-A025-1F9B-56AA40DB54CB}"/>
                  </a:ext>
                </a:extLst>
              </p:cNvPr>
              <p:cNvSpPr txBox="1"/>
              <p:nvPr/>
            </p:nvSpPr>
            <p:spPr>
              <a:xfrm>
                <a:off x="5981960" y="5622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A06EF9E9-783C-A025-1F9B-56AA40DB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960" y="5622456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56">
            <a:extLst>
              <a:ext uri="{FF2B5EF4-FFF2-40B4-BE49-F238E27FC236}">
                <a16:creationId xmlns:a16="http://schemas.microsoft.com/office/drawing/2014/main" id="{FA699714-AC14-69A6-0681-F5FC506E9E40}"/>
              </a:ext>
            </a:extLst>
          </p:cNvPr>
          <p:cNvGrpSpPr/>
          <p:nvPr/>
        </p:nvGrpSpPr>
        <p:grpSpPr>
          <a:xfrm>
            <a:off x="6379689" y="5456636"/>
            <a:ext cx="364383" cy="777549"/>
            <a:chOff x="2896107" y="4671588"/>
            <a:chExt cx="364383" cy="777549"/>
          </a:xfrm>
        </p:grpSpPr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30F66139-C20B-1F99-7187-B3222E3A9D72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723A503C-5C23-DE58-FC3E-4D8EEA76917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5CCE9BA2-DE88-86B2-4698-B4F876EF5E0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6AF2EE1-0C41-C663-2800-53515F92169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544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1" grpId="0"/>
      <p:bldP spid="12" grpId="0"/>
      <p:bldP spid="17" grpId="0"/>
      <p:bldP spid="18" grpId="0"/>
      <p:bldP spid="19" grpId="0"/>
      <p:bldP spid="20" grpId="0"/>
      <p:bldP spid="36" grpId="0"/>
      <p:bldP spid="37" grpId="0"/>
      <p:bldP spid="38" grpId="0"/>
      <p:bldP spid="40" grpId="0"/>
      <p:bldP spid="43" grpId="0"/>
      <p:bldP spid="45" grpId="0"/>
      <p:bldP spid="47" grpId="0"/>
      <p:bldP spid="48" grpId="0"/>
      <p:bldP spid="49" grpId="0"/>
      <p:bldP spid="50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D0F3853-D9F0-F142-7A71-FD7FF752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44624"/>
            <a:ext cx="5333333" cy="17333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FDB8631-FAA4-CE49-4200-A2D56200F404}"/>
                  </a:ext>
                </a:extLst>
              </p14:cNvPr>
              <p14:cNvContentPartPr/>
              <p14:nvPr/>
            </p14:nvContentPartPr>
            <p14:xfrm>
              <a:off x="4259984" y="548680"/>
              <a:ext cx="1115936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FDB8631-FAA4-CE49-4200-A2D56200F4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5952" y="-13167020"/>
                <a:ext cx="122363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DE34AB9F-37D6-2256-2E43-4C8D0FD5B7A5}"/>
                  </a:ext>
                </a:extLst>
              </p14:cNvPr>
              <p14:cNvContentPartPr/>
              <p14:nvPr/>
            </p14:nvContentPartPr>
            <p14:xfrm>
              <a:off x="1963616" y="888430"/>
              <a:ext cx="1108048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DE34AB9F-37D6-2256-2E43-4C8D0FD5B7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09618" y="-12827270"/>
                <a:ext cx="121568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47BF16CD-5602-E5A3-D8D6-6BE9B576A1DA}"/>
                  </a:ext>
                </a:extLst>
              </p14:cNvPr>
              <p14:cNvContentPartPr/>
              <p14:nvPr/>
            </p14:nvContentPartPr>
            <p14:xfrm>
              <a:off x="1665033" y="1223041"/>
              <a:ext cx="1262615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47BF16CD-5602-E5A3-D8D6-6BE9B576A1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1014" y="-12492659"/>
                <a:ext cx="13702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5249B757-807D-3A97-77F5-E3FB05CDDE26}"/>
                  </a:ext>
                </a:extLst>
              </p14:cNvPr>
              <p14:cNvContentPartPr/>
              <p14:nvPr/>
            </p14:nvContentPartPr>
            <p14:xfrm>
              <a:off x="1667696" y="1583081"/>
              <a:ext cx="1475976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5249B757-807D-3A97-77F5-E3FB05CDDE2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3671" y="-12132619"/>
                <a:ext cx="158366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FD01E818-8D58-510C-976C-18B0359BF6B8}"/>
              </a:ext>
            </a:extLst>
          </p:cNvPr>
          <p:cNvSpPr txBox="1"/>
          <p:nvPr/>
        </p:nvSpPr>
        <p:spPr>
          <a:xfrm>
            <a:off x="-24680" y="1988840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CA5A24C-F416-DE4F-BD4A-D105BB8599C6}"/>
              </a:ext>
            </a:extLst>
          </p:cNvPr>
          <p:cNvSpPr txBox="1"/>
          <p:nvPr/>
        </p:nvSpPr>
        <p:spPr>
          <a:xfrm>
            <a:off x="792571" y="2036337"/>
            <a:ext cx="1143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r>
              <a:rPr lang="en-US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hild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1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3270C91-B402-5909-3355-3BD41D85ECDC}"/>
              </a:ext>
            </a:extLst>
          </p:cNvPr>
          <p:cNvSpPr txBox="1"/>
          <p:nvPr/>
        </p:nvSpPr>
        <p:spPr>
          <a:xfrm>
            <a:off x="2241597" y="2039644"/>
            <a:ext cx="1143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r>
              <a:rPr lang="en-US" altLang="zh-HK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hild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2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6383CF16-532E-4EB9-D55D-11AEE0767A1C}"/>
              </a:ext>
            </a:extLst>
          </p:cNvPr>
          <p:cNvCxnSpPr/>
          <p:nvPr/>
        </p:nvCxnSpPr>
        <p:spPr bwMode="auto">
          <a:xfrm>
            <a:off x="263352" y="4104316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5EEEA3F-C31B-6347-9BDB-30D8090DB78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352" y="3435294"/>
            <a:ext cx="805342" cy="66902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93112F6-51B0-CC86-A54A-A32CEC6D7CD2}"/>
              </a:ext>
            </a:extLst>
          </p:cNvPr>
          <p:cNvCxnSpPr>
            <a:cxnSpLocks/>
            <a:endCxn id="28" idx="1"/>
          </p:cNvCxnSpPr>
          <p:nvPr/>
        </p:nvCxnSpPr>
        <p:spPr bwMode="auto">
          <a:xfrm>
            <a:off x="263352" y="4104316"/>
            <a:ext cx="889232" cy="6572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A45ED4-5283-D8E9-CA0D-67025FCA9A74}"/>
              </a:ext>
            </a:extLst>
          </p:cNvPr>
          <p:cNvSpPr txBox="1"/>
          <p:nvPr/>
        </p:nvSpPr>
        <p:spPr>
          <a:xfrm>
            <a:off x="1068694" y="316980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BB1BAA1-A6C1-E126-C81B-5FB112BCDE81}"/>
              </a:ext>
            </a:extLst>
          </p:cNvPr>
          <p:cNvSpPr txBox="1"/>
          <p:nvPr/>
        </p:nvSpPr>
        <p:spPr>
          <a:xfrm>
            <a:off x="1152584" y="456151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2DAD22C-8A19-DFE1-FFA6-F7911EB4B416}"/>
              </a:ext>
            </a:extLst>
          </p:cNvPr>
          <p:cNvCxnSpPr>
            <a:cxnSpLocks/>
          </p:cNvCxnSpPr>
          <p:nvPr/>
        </p:nvCxnSpPr>
        <p:spPr bwMode="auto">
          <a:xfrm flipV="1">
            <a:off x="1635441" y="2992351"/>
            <a:ext cx="715675" cy="342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2FA237BD-A61D-2828-B0CF-0C88E55314C6}"/>
              </a:ext>
            </a:extLst>
          </p:cNvPr>
          <p:cNvCxnSpPr>
            <a:cxnSpLocks/>
          </p:cNvCxnSpPr>
          <p:nvPr/>
        </p:nvCxnSpPr>
        <p:spPr bwMode="auto">
          <a:xfrm>
            <a:off x="1635441" y="3334939"/>
            <a:ext cx="715675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9503FE1-811C-D256-6D8B-95E8752DB552}"/>
              </a:ext>
            </a:extLst>
          </p:cNvPr>
          <p:cNvCxnSpPr>
            <a:cxnSpLocks/>
          </p:cNvCxnSpPr>
          <p:nvPr/>
        </p:nvCxnSpPr>
        <p:spPr bwMode="auto">
          <a:xfrm flipV="1">
            <a:off x="1569835" y="4360200"/>
            <a:ext cx="778503" cy="4013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59DA244-1E7E-7ED9-C788-9927227FCA74}"/>
              </a:ext>
            </a:extLst>
          </p:cNvPr>
          <p:cNvCxnSpPr>
            <a:cxnSpLocks/>
          </p:cNvCxnSpPr>
          <p:nvPr/>
        </p:nvCxnSpPr>
        <p:spPr bwMode="auto">
          <a:xfrm>
            <a:off x="1569835" y="4761568"/>
            <a:ext cx="785423" cy="280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46BF095-D2E1-5087-CDA8-0EFD6D958D2C}"/>
              </a:ext>
            </a:extLst>
          </p:cNvPr>
          <p:cNvSpPr txBox="1"/>
          <p:nvPr/>
        </p:nvSpPr>
        <p:spPr>
          <a:xfrm>
            <a:off x="2355258" y="2793992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B49E505-1165-AC7B-54CB-71A76144E67E}"/>
              </a:ext>
            </a:extLst>
          </p:cNvPr>
          <p:cNvSpPr txBox="1"/>
          <p:nvPr/>
        </p:nvSpPr>
        <p:spPr>
          <a:xfrm>
            <a:off x="2348338" y="345855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8BD709F-D52B-4564-D1F0-20BDA3EBFA1B}"/>
              </a:ext>
            </a:extLst>
          </p:cNvPr>
          <p:cNvSpPr txBox="1"/>
          <p:nvPr/>
        </p:nvSpPr>
        <p:spPr>
          <a:xfrm>
            <a:off x="2367427" y="4184855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45C2975-0D62-9248-3247-A31B164CD9C6}"/>
              </a:ext>
            </a:extLst>
          </p:cNvPr>
          <p:cNvSpPr txBox="1"/>
          <p:nvPr/>
        </p:nvSpPr>
        <p:spPr>
          <a:xfrm>
            <a:off x="2355258" y="485890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F507D77-0823-3871-BB7F-51D2EE2E2FB2}"/>
              </a:ext>
            </a:extLst>
          </p:cNvPr>
          <p:cNvSpPr txBox="1"/>
          <p:nvPr/>
        </p:nvSpPr>
        <p:spPr>
          <a:xfrm>
            <a:off x="3888915" y="2022718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7AEAE57-6FB1-A62A-8066-C5CBA48B64EB}"/>
              </a:ext>
            </a:extLst>
          </p:cNvPr>
          <p:cNvCxnSpPr>
            <a:cxnSpLocks/>
          </p:cNvCxnSpPr>
          <p:nvPr/>
        </p:nvCxnSpPr>
        <p:spPr bwMode="auto">
          <a:xfrm>
            <a:off x="4045232" y="3075186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3BC1F6D-F566-E22E-00E3-F101BA30C630}"/>
              </a:ext>
            </a:extLst>
          </p:cNvPr>
          <p:cNvSpPr txBox="1"/>
          <p:nvPr/>
        </p:nvSpPr>
        <p:spPr>
          <a:xfrm>
            <a:off x="4151188" y="2739876"/>
            <a:ext cx="777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MM</a:t>
            </a: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DEF13B3-0ABD-8161-961C-9E196272DBEF}"/>
              </a:ext>
            </a:extLst>
          </p:cNvPr>
          <p:cNvCxnSpPr>
            <a:cxnSpLocks/>
          </p:cNvCxnSpPr>
          <p:nvPr/>
        </p:nvCxnSpPr>
        <p:spPr bwMode="auto">
          <a:xfrm>
            <a:off x="4045232" y="3680126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9B77416-179A-AAE8-467D-5C6C09674ED0}"/>
              </a:ext>
            </a:extLst>
          </p:cNvPr>
          <p:cNvSpPr txBox="1"/>
          <p:nvPr/>
        </p:nvSpPr>
        <p:spPr>
          <a:xfrm>
            <a:off x="4151188" y="3344816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1E7B28DD-59DE-38D9-ED1C-B500FE32F985}"/>
              </a:ext>
            </a:extLst>
          </p:cNvPr>
          <p:cNvCxnSpPr>
            <a:cxnSpLocks/>
          </p:cNvCxnSpPr>
          <p:nvPr/>
        </p:nvCxnSpPr>
        <p:spPr bwMode="auto">
          <a:xfrm>
            <a:off x="4045232" y="4449448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3F2C474-841E-5734-B533-35B1B4F50C35}"/>
              </a:ext>
            </a:extLst>
          </p:cNvPr>
          <p:cNvSpPr txBox="1"/>
          <p:nvPr/>
        </p:nvSpPr>
        <p:spPr>
          <a:xfrm>
            <a:off x="4151188" y="4114138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M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0A0BA9B-0FCC-B3FD-7CFF-64A7006B6700}"/>
              </a:ext>
            </a:extLst>
          </p:cNvPr>
          <p:cNvCxnSpPr>
            <a:cxnSpLocks/>
          </p:cNvCxnSpPr>
          <p:nvPr/>
        </p:nvCxnSpPr>
        <p:spPr bwMode="auto">
          <a:xfrm>
            <a:off x="4070991" y="5153971"/>
            <a:ext cx="92557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DEC269BC-FD57-9AFB-81EF-1DA063AA9CD5}"/>
              </a:ext>
            </a:extLst>
          </p:cNvPr>
          <p:cNvSpPr txBox="1"/>
          <p:nvPr/>
        </p:nvSpPr>
        <p:spPr>
          <a:xfrm>
            <a:off x="4176947" y="481866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FF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C7A6DAF-08EB-2841-8AD1-8C15E8BEECA2}"/>
              </a:ext>
            </a:extLst>
          </p:cNvPr>
          <p:cNvSpPr txBox="1"/>
          <p:nvPr/>
        </p:nvSpPr>
        <p:spPr>
          <a:xfrm>
            <a:off x="6528048" y="196575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48F8B45-2523-61A1-3F4C-A6C70538CF30}"/>
              </a:ext>
            </a:extLst>
          </p:cNvPr>
          <p:cNvSpPr txBox="1"/>
          <p:nvPr/>
        </p:nvSpPr>
        <p:spPr>
          <a:xfrm>
            <a:off x="7411587" y="1965756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two daughters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234C818-BBFA-BCE1-31FB-A42799BD5A59}"/>
                  </a:ext>
                </a:extLst>
              </p:cNvPr>
              <p:cNvSpPr txBox="1"/>
              <p:nvPr/>
            </p:nvSpPr>
            <p:spPr>
              <a:xfrm>
                <a:off x="9822120" y="19437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234C818-BBFA-BCE1-31FB-A42799BD5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120" y="1943777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>
            <a:extLst>
              <a:ext uri="{FF2B5EF4-FFF2-40B4-BE49-F238E27FC236}">
                <a16:creationId xmlns:a16="http://schemas.microsoft.com/office/drawing/2014/main" id="{EDC4327F-C018-507F-7636-488C76E12465}"/>
              </a:ext>
            </a:extLst>
          </p:cNvPr>
          <p:cNvGrpSpPr/>
          <p:nvPr/>
        </p:nvGrpSpPr>
        <p:grpSpPr>
          <a:xfrm>
            <a:off x="10196113" y="1777957"/>
            <a:ext cx="364383" cy="777549"/>
            <a:chOff x="2896107" y="4671588"/>
            <a:chExt cx="364383" cy="777549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75856F5-79B2-CD70-FD9C-53CC7C93EEE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90DDDC2-C13F-4010-020A-66CCDB64D0B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74E2690D-9238-2734-98B8-0C45489A2C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0B66B35D-82AD-E960-54FC-2CB14E057AD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C197A59-B719-8C13-49F3-885D32332E20}"/>
              </a:ext>
            </a:extLst>
          </p:cNvPr>
          <p:cNvSpPr txBox="1"/>
          <p:nvPr/>
        </p:nvSpPr>
        <p:spPr>
          <a:xfrm>
            <a:off x="6528048" y="273987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 err="1">
                <a:latin typeface="Lucida Calligraphy" panose="03010101010101010101" pitchFamily="66" charset="0"/>
              </a:rPr>
              <a:t>bii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6FEE73A-9978-EAAD-5201-FD4DD16C27D4}"/>
              </a:ext>
            </a:extLst>
          </p:cNvPr>
          <p:cNvSpPr txBox="1"/>
          <p:nvPr/>
        </p:nvSpPr>
        <p:spPr>
          <a:xfrm>
            <a:off x="7441363" y="2739876"/>
            <a:ext cx="297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one daughter only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83932CF-D061-DEDA-125D-682638F4900D}"/>
                  </a:ext>
                </a:extLst>
              </p:cNvPr>
              <p:cNvSpPr txBox="1"/>
              <p:nvPr/>
            </p:nvSpPr>
            <p:spPr>
              <a:xfrm>
                <a:off x="10389552" y="27204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83932CF-D061-DEDA-125D-682638F49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552" y="272046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群組 57">
            <a:extLst>
              <a:ext uri="{FF2B5EF4-FFF2-40B4-BE49-F238E27FC236}">
                <a16:creationId xmlns:a16="http://schemas.microsoft.com/office/drawing/2014/main" id="{B2E1C41B-4006-8999-3262-E2D89F5917E9}"/>
              </a:ext>
            </a:extLst>
          </p:cNvPr>
          <p:cNvGrpSpPr/>
          <p:nvPr/>
        </p:nvGrpSpPr>
        <p:grpSpPr>
          <a:xfrm>
            <a:off x="10763545" y="2554649"/>
            <a:ext cx="364383" cy="777549"/>
            <a:chOff x="2896107" y="4671588"/>
            <a:chExt cx="364383" cy="777549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68F8CC68-21E4-B48B-5F48-CA7818E430B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C824E3AB-51D7-8CCA-EA83-7A2844B91F8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A2220E38-F5F7-5864-9FDA-7003C7F9C86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73AEC16F-05EB-5D09-B6A4-80F3C86ABF7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B1C4EF34-6C71-0C90-EE74-F32D728FE82D}"/>
                  </a:ext>
                </a:extLst>
              </p:cNvPr>
              <p:cNvSpPr txBox="1"/>
              <p:nvPr/>
            </p:nvSpPr>
            <p:spPr>
              <a:xfrm>
                <a:off x="10418288" y="34707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B1C4EF34-6C71-0C90-EE74-F32D728FE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288" y="3470769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群組 63">
            <a:extLst>
              <a:ext uri="{FF2B5EF4-FFF2-40B4-BE49-F238E27FC236}">
                <a16:creationId xmlns:a16="http://schemas.microsoft.com/office/drawing/2014/main" id="{EA3406F3-234C-7F6B-F6B1-9FB18DEC11E0}"/>
              </a:ext>
            </a:extLst>
          </p:cNvPr>
          <p:cNvGrpSpPr/>
          <p:nvPr/>
        </p:nvGrpSpPr>
        <p:grpSpPr>
          <a:xfrm>
            <a:off x="10816017" y="3304949"/>
            <a:ext cx="364383" cy="777549"/>
            <a:chOff x="2896107" y="4671588"/>
            <a:chExt cx="364383" cy="777549"/>
          </a:xfrm>
        </p:grpSpPr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9362E36-61EA-C3EC-B389-A6C9122355D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64BFECFC-FE09-67B1-D3E6-09CF174FD91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CDF588E4-E068-3A14-9995-4C32DF6089B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0B539E81-280E-4EA6-4260-2C5C383448F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975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23" grpId="0"/>
      <p:bldP spid="27" grpId="0"/>
      <p:bldP spid="28" grpId="0"/>
      <p:bldP spid="33" grpId="0"/>
      <p:bldP spid="34" grpId="0"/>
      <p:bldP spid="35" grpId="0"/>
      <p:bldP spid="36" grpId="0"/>
      <p:bldP spid="37" grpId="0"/>
      <p:bldP spid="39" grpId="0"/>
      <p:bldP spid="41" grpId="0"/>
      <p:bldP spid="43" grpId="0"/>
      <p:bldP spid="45" grpId="0"/>
      <p:bldP spid="46" grpId="0"/>
      <p:bldP spid="47" grpId="0"/>
      <p:bldP spid="48" grpId="0"/>
      <p:bldP spid="54" grpId="0"/>
      <p:bldP spid="55" grpId="0"/>
      <p:bldP spid="57" grpId="0"/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16B49D9-AB6D-23AD-56A8-C108C8AA05BA}"/>
              </a:ext>
            </a:extLst>
          </p:cNvPr>
          <p:cNvSpPr txBox="1"/>
          <p:nvPr/>
        </p:nvSpPr>
        <p:spPr>
          <a:xfrm>
            <a:off x="2711624" y="724634"/>
            <a:ext cx="1720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Tabulation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CFA7EA8-BE32-7FD9-4BD5-8429666E87BC}"/>
              </a:ext>
            </a:extLst>
          </p:cNvPr>
          <p:cNvCxnSpPr>
            <a:cxnSpLocks/>
          </p:cNvCxnSpPr>
          <p:nvPr/>
        </p:nvCxnSpPr>
        <p:spPr>
          <a:xfrm>
            <a:off x="4431707" y="924689"/>
            <a:ext cx="63142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9E857228-4EF3-649D-E932-F9F05B25A72A}"/>
              </a:ext>
            </a:extLst>
          </p:cNvPr>
          <p:cNvSpPr txBox="1"/>
          <p:nvPr/>
        </p:nvSpPr>
        <p:spPr>
          <a:xfrm>
            <a:off x="5063136" y="724634"/>
            <a:ext cx="4831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List out all the possible outcomes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211E5C9-BE20-007D-4D2A-665A0D1878A5}"/>
              </a:ext>
            </a:extLst>
          </p:cNvPr>
          <p:cNvSpPr txBox="1"/>
          <p:nvPr/>
        </p:nvSpPr>
        <p:spPr>
          <a:xfrm>
            <a:off x="272554" y="1802836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C0827EF1-D039-4C72-9B38-FDEEE700C28D}"/>
              </a:ext>
            </a:extLst>
          </p:cNvPr>
          <p:cNvGraphicFramePr>
            <a:graphicFrameLocks noGrp="1"/>
          </p:cNvGraphicFramePr>
          <p:nvPr/>
        </p:nvGraphicFramePr>
        <p:xfrm>
          <a:off x="1631504" y="2780928"/>
          <a:ext cx="420801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402672">
                  <a:extLst>
                    <a:ext uri="{9D8B030D-6E8A-4147-A177-3AD203B41FA5}">
                      <a16:colId xmlns:a16="http://schemas.microsoft.com/office/drawing/2014/main" val="3415415471"/>
                    </a:ext>
                  </a:extLst>
                </a:gridCol>
                <a:gridCol w="1402672">
                  <a:extLst>
                    <a:ext uri="{9D8B030D-6E8A-4147-A177-3AD203B41FA5}">
                      <a16:colId xmlns:a16="http://schemas.microsoft.com/office/drawing/2014/main" val="1587026588"/>
                    </a:ext>
                  </a:extLst>
                </a:gridCol>
                <a:gridCol w="1402672">
                  <a:extLst>
                    <a:ext uri="{9D8B030D-6E8A-4147-A177-3AD203B41FA5}">
                      <a16:colId xmlns:a16="http://schemas.microsoft.com/office/drawing/2014/main" val="3621822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4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56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422340"/>
                  </a:ext>
                </a:extLst>
              </a:tr>
            </a:tbl>
          </a:graphicData>
        </a:graphic>
      </p:graphicFrame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5AEECC6-2624-352C-12FC-6F9BAA913DB6}"/>
              </a:ext>
            </a:extLst>
          </p:cNvPr>
          <p:cNvCxnSpPr>
            <a:cxnSpLocks/>
          </p:cNvCxnSpPr>
          <p:nvPr/>
        </p:nvCxnSpPr>
        <p:spPr bwMode="auto">
          <a:xfrm>
            <a:off x="1637679" y="2780761"/>
            <a:ext cx="1361977" cy="3472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48AB666-65C8-731D-3398-AFC55747D4B0}"/>
              </a:ext>
            </a:extLst>
          </p:cNvPr>
          <p:cNvSpPr txBox="1"/>
          <p:nvPr/>
        </p:nvSpPr>
        <p:spPr>
          <a:xfrm>
            <a:off x="2133352" y="2735322"/>
            <a:ext cx="1156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First toss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7A2CF3-72EB-5F73-47CA-1616B9E00516}"/>
              </a:ext>
            </a:extLst>
          </p:cNvPr>
          <p:cNvSpPr txBox="1"/>
          <p:nvPr/>
        </p:nvSpPr>
        <p:spPr>
          <a:xfrm>
            <a:off x="1593719" y="2919260"/>
            <a:ext cx="1449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Second toss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9D45379-EBA5-78F7-7A00-E468DEC5F659}"/>
              </a:ext>
            </a:extLst>
          </p:cNvPr>
          <p:cNvSpPr txBox="1"/>
          <p:nvPr/>
        </p:nvSpPr>
        <p:spPr>
          <a:xfrm>
            <a:off x="3495329" y="2812266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F038358-B9DF-C2E0-A977-016514E25D14}"/>
              </a:ext>
            </a:extLst>
          </p:cNvPr>
          <p:cNvSpPr txBox="1"/>
          <p:nvPr/>
        </p:nvSpPr>
        <p:spPr>
          <a:xfrm>
            <a:off x="4962803" y="280924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2B98572-7536-6C6B-6299-DA74BBAFA5C6}"/>
              </a:ext>
            </a:extLst>
          </p:cNvPr>
          <p:cNvSpPr txBox="1"/>
          <p:nvPr/>
        </p:nvSpPr>
        <p:spPr>
          <a:xfrm>
            <a:off x="2114255" y="317033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2124F1B-733A-A645-FBEB-4F9EDD74D74F}"/>
              </a:ext>
            </a:extLst>
          </p:cNvPr>
          <p:cNvSpPr txBox="1"/>
          <p:nvPr/>
        </p:nvSpPr>
        <p:spPr>
          <a:xfrm>
            <a:off x="2147918" y="352858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321FD5C-AB04-946C-F394-CDCEE62BF24B}"/>
              </a:ext>
            </a:extLst>
          </p:cNvPr>
          <p:cNvSpPr txBox="1"/>
          <p:nvPr/>
        </p:nvSpPr>
        <p:spPr>
          <a:xfrm>
            <a:off x="3363081" y="3176682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HH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0F49BE4-EE2D-4461-C340-5AF21DF4F237}"/>
              </a:ext>
            </a:extLst>
          </p:cNvPr>
          <p:cNvSpPr txBox="1"/>
          <p:nvPr/>
        </p:nvSpPr>
        <p:spPr>
          <a:xfrm>
            <a:off x="4837769" y="3170334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E800A04-E1DA-CADE-01AB-17B12BCF9826}"/>
              </a:ext>
            </a:extLst>
          </p:cNvPr>
          <p:cNvSpPr txBox="1"/>
          <p:nvPr/>
        </p:nvSpPr>
        <p:spPr>
          <a:xfrm>
            <a:off x="3359814" y="3528580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46F62B2-DE6E-F630-946B-74B5C4EDC884}"/>
              </a:ext>
            </a:extLst>
          </p:cNvPr>
          <p:cNvSpPr txBox="1"/>
          <p:nvPr/>
        </p:nvSpPr>
        <p:spPr>
          <a:xfrm>
            <a:off x="4876402" y="3522233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TT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688155-B5E5-2D15-4F0C-F4785B4666AD}"/>
              </a:ext>
            </a:extLst>
          </p:cNvPr>
          <p:cNvSpPr txBox="1"/>
          <p:nvPr/>
        </p:nvSpPr>
        <p:spPr>
          <a:xfrm>
            <a:off x="306466" y="4409707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E9790C1-F416-97A9-FDC2-2E643964BFAB}"/>
              </a:ext>
            </a:extLst>
          </p:cNvPr>
          <p:cNvSpPr txBox="1"/>
          <p:nvPr/>
        </p:nvSpPr>
        <p:spPr>
          <a:xfrm>
            <a:off x="2997371" y="4422844"/>
            <a:ext cx="2663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 H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 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 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4744004-567C-B217-30D3-7F79EBCAB711}"/>
                  </a:ext>
                </a:extLst>
              </p:cNvPr>
              <p:cNvSpPr txBox="1"/>
              <p:nvPr/>
            </p:nvSpPr>
            <p:spPr>
              <a:xfrm>
                <a:off x="2701683" y="44097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4744004-567C-B217-30D3-7F79EBCA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83" y="4409707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55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A30CA01-2477-FB5D-D389-8C8B8F0B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5733333" cy="1685714"/>
          </a:xfrm>
          <a:prstGeom prst="rect">
            <a:avLst/>
          </a:prstGeom>
        </p:spPr>
      </p:pic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2DC6E3F2-EFE1-A2D1-0888-2BD3B6638524}"/>
              </a:ext>
            </a:extLst>
          </p:cNvPr>
          <p:cNvGraphicFramePr>
            <a:graphicFrameLocks noGrp="1"/>
          </p:cNvGraphicFramePr>
          <p:nvPr/>
        </p:nvGraphicFramePr>
        <p:xfrm>
          <a:off x="839416" y="2033569"/>
          <a:ext cx="5931944" cy="3555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986">
                  <a:extLst>
                    <a:ext uri="{9D8B030D-6E8A-4147-A177-3AD203B41FA5}">
                      <a16:colId xmlns:a16="http://schemas.microsoft.com/office/drawing/2014/main" val="106775889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3363829009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3552710264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45297407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1201111845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1540875755"/>
                    </a:ext>
                  </a:extLst>
                </a:gridCol>
                <a:gridCol w="741493">
                  <a:extLst>
                    <a:ext uri="{9D8B030D-6E8A-4147-A177-3AD203B41FA5}">
                      <a16:colId xmlns:a16="http://schemas.microsoft.com/office/drawing/2014/main" val="4085779349"/>
                    </a:ext>
                  </a:extLst>
                </a:gridCol>
              </a:tblGrid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92668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931898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077529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4739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136283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708534"/>
                  </a:ext>
                </a:extLst>
              </a:tr>
              <a:tr h="50795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534605"/>
                  </a:ext>
                </a:extLst>
              </a:tr>
            </a:tbl>
          </a:graphicData>
        </a:graphic>
      </p:graphicFrame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61EB6CD-D728-9C28-025B-0CF6864145CD}"/>
              </a:ext>
            </a:extLst>
          </p:cNvPr>
          <p:cNvCxnSpPr>
            <a:cxnSpLocks/>
          </p:cNvCxnSpPr>
          <p:nvPr/>
        </p:nvCxnSpPr>
        <p:spPr bwMode="auto">
          <a:xfrm>
            <a:off x="833475" y="2042289"/>
            <a:ext cx="1486800" cy="47817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17E7C6-D593-0CD2-CF7F-AA8CD1D29297}"/>
              </a:ext>
            </a:extLst>
          </p:cNvPr>
          <p:cNvSpPr txBox="1"/>
          <p:nvPr/>
        </p:nvSpPr>
        <p:spPr>
          <a:xfrm>
            <a:off x="1283127" y="1992543"/>
            <a:ext cx="115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First dice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4D1CF3-1FC3-2515-CC75-FE6FA09B28B1}"/>
              </a:ext>
            </a:extLst>
          </p:cNvPr>
          <p:cNvSpPr txBox="1"/>
          <p:nvPr/>
        </p:nvSpPr>
        <p:spPr>
          <a:xfrm>
            <a:off x="787321" y="2280108"/>
            <a:ext cx="144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Second dice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F4D576-8AA7-88A3-C088-8B2921C59AA2}"/>
              </a:ext>
            </a:extLst>
          </p:cNvPr>
          <p:cNvSpPr txBox="1"/>
          <p:nvPr/>
        </p:nvSpPr>
        <p:spPr>
          <a:xfrm>
            <a:off x="2439671" y="2105580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22AC8AD-0951-42F7-B03D-B41CFFC817FB}"/>
              </a:ext>
            </a:extLst>
          </p:cNvPr>
          <p:cNvSpPr txBox="1"/>
          <p:nvPr/>
        </p:nvSpPr>
        <p:spPr>
          <a:xfrm>
            <a:off x="3196079" y="2105579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F1A10F-A157-F604-A811-40C5B8ADD79B}"/>
              </a:ext>
            </a:extLst>
          </p:cNvPr>
          <p:cNvSpPr txBox="1"/>
          <p:nvPr/>
        </p:nvSpPr>
        <p:spPr>
          <a:xfrm>
            <a:off x="3952487" y="2105579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F67A43D-0787-C8DB-227A-05D02287BF0E}"/>
              </a:ext>
            </a:extLst>
          </p:cNvPr>
          <p:cNvSpPr txBox="1"/>
          <p:nvPr/>
        </p:nvSpPr>
        <p:spPr>
          <a:xfrm>
            <a:off x="4699198" y="2105578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3D67F05-18A4-9FFE-7179-2290C79ADBFD}"/>
              </a:ext>
            </a:extLst>
          </p:cNvPr>
          <p:cNvSpPr txBox="1"/>
          <p:nvPr/>
        </p:nvSpPr>
        <p:spPr>
          <a:xfrm>
            <a:off x="5445909" y="2105577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810AC44-A462-3EF1-476B-245E98B5C47D}"/>
              </a:ext>
            </a:extLst>
          </p:cNvPr>
          <p:cNvSpPr txBox="1"/>
          <p:nvPr/>
        </p:nvSpPr>
        <p:spPr>
          <a:xfrm>
            <a:off x="6142186" y="2105577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6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73AE86-3A1A-BAA5-339E-9144F949A369}"/>
              </a:ext>
            </a:extLst>
          </p:cNvPr>
          <p:cNvSpPr txBox="1"/>
          <p:nvPr/>
        </p:nvSpPr>
        <p:spPr>
          <a:xfrm>
            <a:off x="1412867" y="2619421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64A5ED-C831-A810-4CAC-D8070B06D28A}"/>
              </a:ext>
            </a:extLst>
          </p:cNvPr>
          <p:cNvSpPr txBox="1"/>
          <p:nvPr/>
        </p:nvSpPr>
        <p:spPr>
          <a:xfrm>
            <a:off x="1412867" y="3157245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C9FDF42-EE00-7974-927E-27FF7A1AA22A}"/>
              </a:ext>
            </a:extLst>
          </p:cNvPr>
          <p:cNvSpPr txBox="1"/>
          <p:nvPr/>
        </p:nvSpPr>
        <p:spPr>
          <a:xfrm>
            <a:off x="1412867" y="3641714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D2E2D5-E4FB-2350-13B9-BF8E34BC6BE6}"/>
              </a:ext>
            </a:extLst>
          </p:cNvPr>
          <p:cNvSpPr txBox="1"/>
          <p:nvPr/>
        </p:nvSpPr>
        <p:spPr>
          <a:xfrm>
            <a:off x="1412572" y="4156890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696E2DB-C49F-1F6F-EDB8-ADECB9786ED6}"/>
              </a:ext>
            </a:extLst>
          </p:cNvPr>
          <p:cNvSpPr txBox="1"/>
          <p:nvPr/>
        </p:nvSpPr>
        <p:spPr>
          <a:xfrm>
            <a:off x="1411710" y="4627890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F4C4D24-414B-15BF-3C79-F8E7A588B01F}"/>
              </a:ext>
            </a:extLst>
          </p:cNvPr>
          <p:cNvSpPr txBox="1"/>
          <p:nvPr/>
        </p:nvSpPr>
        <p:spPr>
          <a:xfrm>
            <a:off x="1411710" y="5132205"/>
            <a:ext cx="426720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6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0476391-3453-84DB-A4FB-E5121A1CD40C}"/>
              </a:ext>
            </a:extLst>
          </p:cNvPr>
          <p:cNvSpPr txBox="1"/>
          <p:nvPr/>
        </p:nvSpPr>
        <p:spPr>
          <a:xfrm>
            <a:off x="2228074" y="268482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(1,1)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FBE9D29-A89E-E903-3423-140CAF2D8CD2}"/>
              </a:ext>
            </a:extLst>
          </p:cNvPr>
          <p:cNvSpPr txBox="1"/>
          <p:nvPr/>
        </p:nvSpPr>
        <p:spPr>
          <a:xfrm>
            <a:off x="2241114" y="3180315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(2,1)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87BFC2A-D40F-689D-E9AC-778585BF500A}"/>
              </a:ext>
            </a:extLst>
          </p:cNvPr>
          <p:cNvSpPr txBox="1"/>
          <p:nvPr/>
        </p:nvSpPr>
        <p:spPr>
          <a:xfrm>
            <a:off x="2241114" y="367580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(3,1)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4E5D3E7-1018-892D-602C-96F857F8C85D}"/>
              </a:ext>
            </a:extLst>
          </p:cNvPr>
          <p:cNvSpPr txBox="1"/>
          <p:nvPr/>
        </p:nvSpPr>
        <p:spPr>
          <a:xfrm>
            <a:off x="2241114" y="417129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(4,1)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10EAC61-1B10-9576-E034-C2D65F9A65B3}"/>
              </a:ext>
            </a:extLst>
          </p:cNvPr>
          <p:cNvSpPr txBox="1"/>
          <p:nvPr/>
        </p:nvSpPr>
        <p:spPr>
          <a:xfrm>
            <a:off x="2241114" y="466679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(5,1)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08045B2-9EE7-AE62-0592-C04CD02CF525}"/>
              </a:ext>
            </a:extLst>
          </p:cNvPr>
          <p:cNvSpPr txBox="1"/>
          <p:nvPr/>
        </p:nvSpPr>
        <p:spPr>
          <a:xfrm>
            <a:off x="2241114" y="516228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(6,1)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265A27A-6616-A85E-5681-CBDDF34DF4D5}"/>
              </a:ext>
            </a:extLst>
          </p:cNvPr>
          <p:cNvSpPr txBox="1"/>
          <p:nvPr/>
        </p:nvSpPr>
        <p:spPr>
          <a:xfrm>
            <a:off x="2989572" y="268482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(1,2)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167BA46-F529-E32C-ACC8-8B32A4813C8F}"/>
              </a:ext>
            </a:extLst>
          </p:cNvPr>
          <p:cNvSpPr txBox="1"/>
          <p:nvPr/>
        </p:nvSpPr>
        <p:spPr>
          <a:xfrm>
            <a:off x="2992322" y="3182846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(2,2)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E94B84C-F0BD-F81E-6F04-62EC3F8BB4C9}"/>
              </a:ext>
            </a:extLst>
          </p:cNvPr>
          <p:cNvSpPr txBox="1"/>
          <p:nvPr/>
        </p:nvSpPr>
        <p:spPr>
          <a:xfrm>
            <a:off x="2992322" y="367735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(3,2)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1441946-E31A-8FCD-EE8F-DEA42474CF8F}"/>
              </a:ext>
            </a:extLst>
          </p:cNvPr>
          <p:cNvSpPr txBox="1"/>
          <p:nvPr/>
        </p:nvSpPr>
        <p:spPr>
          <a:xfrm>
            <a:off x="2984482" y="417108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(4,2)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97B0D77-E567-FE6A-3D52-034D3A422702}"/>
              </a:ext>
            </a:extLst>
          </p:cNvPr>
          <p:cNvSpPr txBox="1"/>
          <p:nvPr/>
        </p:nvSpPr>
        <p:spPr>
          <a:xfrm>
            <a:off x="2992322" y="466761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(5,2)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8C1EC53-C393-5E49-4BE2-BFB7D9DE089C}"/>
              </a:ext>
            </a:extLst>
          </p:cNvPr>
          <p:cNvSpPr txBox="1"/>
          <p:nvPr/>
        </p:nvSpPr>
        <p:spPr>
          <a:xfrm>
            <a:off x="3018748" y="516073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(6,2)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250842E-24E0-8273-7D27-B62DD1FC0D61}"/>
              </a:ext>
            </a:extLst>
          </p:cNvPr>
          <p:cNvSpPr txBox="1"/>
          <p:nvPr/>
        </p:nvSpPr>
        <p:spPr>
          <a:xfrm>
            <a:off x="3740890" y="2687144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(1,3)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31A3E2E-C3D3-06C7-DB42-18AB8DC00595}"/>
              </a:ext>
            </a:extLst>
          </p:cNvPr>
          <p:cNvSpPr txBox="1"/>
          <p:nvPr/>
        </p:nvSpPr>
        <p:spPr>
          <a:xfrm>
            <a:off x="3740889" y="3176532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(2,3)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6B543E6-9220-5815-0A6B-FA18A05A4EBC}"/>
              </a:ext>
            </a:extLst>
          </p:cNvPr>
          <p:cNvSpPr txBox="1"/>
          <p:nvPr/>
        </p:nvSpPr>
        <p:spPr>
          <a:xfrm>
            <a:off x="3740889" y="368647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(3,3)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6790219-42F1-6979-D667-BD4CC029E89D}"/>
              </a:ext>
            </a:extLst>
          </p:cNvPr>
          <p:cNvSpPr txBox="1"/>
          <p:nvPr/>
        </p:nvSpPr>
        <p:spPr>
          <a:xfrm>
            <a:off x="3740889" y="417087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(4,3)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F6E9369-6036-8536-F589-3D7B8B33EE98}"/>
              </a:ext>
            </a:extLst>
          </p:cNvPr>
          <p:cNvSpPr txBox="1"/>
          <p:nvPr/>
        </p:nvSpPr>
        <p:spPr>
          <a:xfrm>
            <a:off x="3741740" y="466761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(5,3)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4B7BEF0-C7E9-2AC6-CDB3-7E9C78403D72}"/>
              </a:ext>
            </a:extLst>
          </p:cNvPr>
          <p:cNvSpPr txBox="1"/>
          <p:nvPr/>
        </p:nvSpPr>
        <p:spPr>
          <a:xfrm>
            <a:off x="3760055" y="516052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(6,3)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1075EF0-5AA4-B55B-B973-534AF46285D6}"/>
              </a:ext>
            </a:extLst>
          </p:cNvPr>
          <p:cNvSpPr txBox="1"/>
          <p:nvPr/>
        </p:nvSpPr>
        <p:spPr>
          <a:xfrm>
            <a:off x="4455509" y="268002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(1,4)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9CBE1D0-E29D-3D39-76E6-2385DAD5E2B8}"/>
              </a:ext>
            </a:extLst>
          </p:cNvPr>
          <p:cNvSpPr txBox="1"/>
          <p:nvPr/>
        </p:nvSpPr>
        <p:spPr>
          <a:xfrm>
            <a:off x="4487601" y="3176532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(2,4)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72A29A3-A89E-0B61-ABEE-7EFDA883D02D}"/>
              </a:ext>
            </a:extLst>
          </p:cNvPr>
          <p:cNvSpPr txBox="1"/>
          <p:nvPr/>
        </p:nvSpPr>
        <p:spPr>
          <a:xfrm>
            <a:off x="4487601" y="3682534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(3,4)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AE57D57-B09F-D361-016F-5C5B1F6AD098}"/>
              </a:ext>
            </a:extLst>
          </p:cNvPr>
          <p:cNvSpPr txBox="1"/>
          <p:nvPr/>
        </p:nvSpPr>
        <p:spPr>
          <a:xfrm>
            <a:off x="4487601" y="4168595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(4,4)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0EBE76B-D562-6224-C7E9-16626FDF6A11}"/>
              </a:ext>
            </a:extLst>
          </p:cNvPr>
          <p:cNvSpPr txBox="1"/>
          <p:nvPr/>
        </p:nvSpPr>
        <p:spPr>
          <a:xfrm>
            <a:off x="4487601" y="4654656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(5,4)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15E0FEC-174D-AA46-CBA3-43D12C33C995}"/>
              </a:ext>
            </a:extLst>
          </p:cNvPr>
          <p:cNvSpPr txBox="1"/>
          <p:nvPr/>
        </p:nvSpPr>
        <p:spPr>
          <a:xfrm>
            <a:off x="4470097" y="515595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(6,4)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2B770F7-B3E0-96BA-398A-6D9A0343D489}"/>
              </a:ext>
            </a:extLst>
          </p:cNvPr>
          <p:cNvSpPr txBox="1"/>
          <p:nvPr/>
        </p:nvSpPr>
        <p:spPr>
          <a:xfrm>
            <a:off x="5234312" y="266770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(1,5)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347769D-09AD-1D30-3175-B47B284C34C6}"/>
              </a:ext>
            </a:extLst>
          </p:cNvPr>
          <p:cNvSpPr txBox="1"/>
          <p:nvPr/>
        </p:nvSpPr>
        <p:spPr>
          <a:xfrm>
            <a:off x="5234312" y="3172595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(2,5)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A5BEFF7-56A1-8645-11DA-0163CED4BFDD}"/>
              </a:ext>
            </a:extLst>
          </p:cNvPr>
          <p:cNvSpPr txBox="1"/>
          <p:nvPr/>
        </p:nvSpPr>
        <p:spPr>
          <a:xfrm>
            <a:off x="5234312" y="367580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(3,5)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A434383-24B0-1DB6-B80D-F071702CBCE6}"/>
              </a:ext>
            </a:extLst>
          </p:cNvPr>
          <p:cNvSpPr txBox="1"/>
          <p:nvPr/>
        </p:nvSpPr>
        <p:spPr>
          <a:xfrm>
            <a:off x="5250331" y="4171089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(4,5)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61E5FE1-2E6D-915E-0C86-EF6E6613E45F}"/>
              </a:ext>
            </a:extLst>
          </p:cNvPr>
          <p:cNvSpPr txBox="1"/>
          <p:nvPr/>
        </p:nvSpPr>
        <p:spPr>
          <a:xfrm>
            <a:off x="5258720" y="4657150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(5,5)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186D758-5148-C58E-2C85-1633D2AE691F}"/>
              </a:ext>
            </a:extLst>
          </p:cNvPr>
          <p:cNvSpPr txBox="1"/>
          <p:nvPr/>
        </p:nvSpPr>
        <p:spPr>
          <a:xfrm>
            <a:off x="5257961" y="5160878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(6,5)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8F45433C-C81A-D807-3597-81AF946CAB0C}"/>
              </a:ext>
            </a:extLst>
          </p:cNvPr>
          <p:cNvSpPr txBox="1"/>
          <p:nvPr/>
        </p:nvSpPr>
        <p:spPr>
          <a:xfrm>
            <a:off x="5930589" y="2667701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(1,6)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C3E797DB-8EE4-0796-ED97-54FD4BF25CF4}"/>
              </a:ext>
            </a:extLst>
          </p:cNvPr>
          <p:cNvSpPr txBox="1"/>
          <p:nvPr/>
        </p:nvSpPr>
        <p:spPr>
          <a:xfrm>
            <a:off x="5930589" y="3163714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(2,6)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91D0D63-1E92-2906-BB61-3665AD608A38}"/>
              </a:ext>
            </a:extLst>
          </p:cNvPr>
          <p:cNvSpPr txBox="1"/>
          <p:nvPr/>
        </p:nvSpPr>
        <p:spPr>
          <a:xfrm>
            <a:off x="5963477" y="3675807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(3,6)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E52C7CB-27B7-B969-FB97-8DA47DD42E2A}"/>
              </a:ext>
            </a:extLst>
          </p:cNvPr>
          <p:cNvSpPr txBox="1"/>
          <p:nvPr/>
        </p:nvSpPr>
        <p:spPr>
          <a:xfrm>
            <a:off x="5963477" y="4170746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(4,6)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04B2C54-ACF9-0583-4451-F9EA4E915878}"/>
              </a:ext>
            </a:extLst>
          </p:cNvPr>
          <p:cNvSpPr txBox="1"/>
          <p:nvPr/>
        </p:nvSpPr>
        <p:spPr>
          <a:xfrm>
            <a:off x="5963476" y="4657683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(5,6)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2115799-47F9-1DE4-86FE-2D828BF392BB}"/>
              </a:ext>
            </a:extLst>
          </p:cNvPr>
          <p:cNvSpPr txBox="1"/>
          <p:nvPr/>
        </p:nvSpPr>
        <p:spPr>
          <a:xfrm>
            <a:off x="5970344" y="5151600"/>
            <a:ext cx="84991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 dirty="0">
                <a:latin typeface="Lucida Handwriting" panose="03010101010101010101" pitchFamily="66" charset="0"/>
              </a:rPr>
              <a:t>(6,6)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1" name="筆跡 110">
                <a:extLst>
                  <a:ext uri="{FF2B5EF4-FFF2-40B4-BE49-F238E27FC236}">
                    <a16:creationId xmlns:a16="http://schemas.microsoft.com/office/drawing/2014/main" id="{6FBE47DB-F888-2C88-A214-BBC52084FCB1}"/>
                  </a:ext>
                </a:extLst>
              </p14:cNvPr>
              <p14:cNvContentPartPr/>
              <p14:nvPr/>
            </p14:nvContentPartPr>
            <p14:xfrm>
              <a:off x="4302282" y="594366"/>
              <a:ext cx="425566" cy="45719"/>
            </p14:xfrm>
          </p:contentPart>
        </mc:Choice>
        <mc:Fallback xmlns="">
          <p:pic>
            <p:nvPicPr>
              <p:cNvPr id="111" name="筆跡 110">
                <a:extLst>
                  <a:ext uri="{FF2B5EF4-FFF2-40B4-BE49-F238E27FC236}">
                    <a16:creationId xmlns:a16="http://schemas.microsoft.com/office/drawing/2014/main" id="{6FBE47DB-F888-2C88-A214-BBC52084FC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8276" y="-13121334"/>
                <a:ext cx="53321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2" name="筆跡 111">
                <a:extLst>
                  <a:ext uri="{FF2B5EF4-FFF2-40B4-BE49-F238E27FC236}">
                    <a16:creationId xmlns:a16="http://schemas.microsoft.com/office/drawing/2014/main" id="{113F1921-F189-DAB0-50B3-FF6A9AF63127}"/>
                  </a:ext>
                </a:extLst>
              </p14:cNvPr>
              <p14:cNvContentPartPr/>
              <p14:nvPr/>
            </p14:nvContentPartPr>
            <p14:xfrm>
              <a:off x="1919536" y="936629"/>
              <a:ext cx="1080120" cy="45719"/>
            </p14:xfrm>
          </p:contentPart>
        </mc:Choice>
        <mc:Fallback xmlns="">
          <p:pic>
            <p:nvPicPr>
              <p:cNvPr id="112" name="筆跡 111">
                <a:extLst>
                  <a:ext uri="{FF2B5EF4-FFF2-40B4-BE49-F238E27FC236}">
                    <a16:creationId xmlns:a16="http://schemas.microsoft.com/office/drawing/2014/main" id="{113F1921-F189-DAB0-50B3-FF6A9AF631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5530" y="-12779071"/>
                <a:ext cx="118777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3" name="筆跡 112">
                <a:extLst>
                  <a:ext uri="{FF2B5EF4-FFF2-40B4-BE49-F238E27FC236}">
                    <a16:creationId xmlns:a16="http://schemas.microsoft.com/office/drawing/2014/main" id="{24C08D40-48D7-EBF8-BF84-801B18DB823F}"/>
                  </a:ext>
                </a:extLst>
              </p14:cNvPr>
              <p14:cNvContentPartPr/>
              <p14:nvPr/>
            </p14:nvContentPartPr>
            <p14:xfrm>
              <a:off x="1952860" y="1268760"/>
              <a:ext cx="3783100" cy="45719"/>
            </p14:xfrm>
          </p:contentPart>
        </mc:Choice>
        <mc:Fallback xmlns="">
          <p:pic>
            <p:nvPicPr>
              <p:cNvPr id="113" name="筆跡 112">
                <a:extLst>
                  <a:ext uri="{FF2B5EF4-FFF2-40B4-BE49-F238E27FC236}">
                    <a16:creationId xmlns:a16="http://schemas.microsoft.com/office/drawing/2014/main" id="{24C08D40-48D7-EBF8-BF84-801B18DB82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98826" y="-12446940"/>
                <a:ext cx="38908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4" name="筆跡 113">
                <a:extLst>
                  <a:ext uri="{FF2B5EF4-FFF2-40B4-BE49-F238E27FC236}">
                    <a16:creationId xmlns:a16="http://schemas.microsoft.com/office/drawing/2014/main" id="{9907B023-A16B-F8AA-6E0D-6150EFC847CE}"/>
                  </a:ext>
                </a:extLst>
              </p14:cNvPr>
              <p14:cNvContentPartPr/>
              <p14:nvPr/>
            </p14:nvContentPartPr>
            <p14:xfrm>
              <a:off x="1613596" y="1609769"/>
              <a:ext cx="3978348" cy="45719"/>
            </p14:xfrm>
          </p:contentPart>
        </mc:Choice>
        <mc:Fallback xmlns="">
          <p:pic>
            <p:nvPicPr>
              <p:cNvPr id="114" name="筆跡 113">
                <a:extLst>
                  <a:ext uri="{FF2B5EF4-FFF2-40B4-BE49-F238E27FC236}">
                    <a16:creationId xmlns:a16="http://schemas.microsoft.com/office/drawing/2014/main" id="{9907B023-A16B-F8AA-6E0D-6150EFC847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9542" y="-12105931"/>
                <a:ext cx="408609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0B3C38D0-C4DE-5C3A-7879-19BFFA84F52F}"/>
              </a:ext>
            </a:extLst>
          </p:cNvPr>
          <p:cNvSpPr txBox="1"/>
          <p:nvPr/>
        </p:nvSpPr>
        <p:spPr>
          <a:xfrm>
            <a:off x="-24680" y="1988840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282C3491-E804-A841-B02F-AA62A6B48972}"/>
              </a:ext>
            </a:extLst>
          </p:cNvPr>
          <p:cNvSpPr txBox="1"/>
          <p:nvPr/>
        </p:nvSpPr>
        <p:spPr>
          <a:xfrm>
            <a:off x="7101048" y="189078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7" name="筆跡 116">
                <a:extLst>
                  <a:ext uri="{FF2B5EF4-FFF2-40B4-BE49-F238E27FC236}">
                    <a16:creationId xmlns:a16="http://schemas.microsoft.com/office/drawing/2014/main" id="{3AC3B5A4-05F3-7567-A00D-9B0F41488C0B}"/>
                  </a:ext>
                </a:extLst>
              </p14:cNvPr>
              <p14:cNvContentPartPr/>
              <p14:nvPr/>
            </p14:nvContentPartPr>
            <p14:xfrm>
              <a:off x="4606557" y="2846538"/>
              <a:ext cx="612000" cy="540000"/>
            </p14:xfrm>
          </p:contentPart>
        </mc:Choice>
        <mc:Fallback xmlns="">
          <p:pic>
            <p:nvPicPr>
              <p:cNvPr id="117" name="筆跡 116">
                <a:extLst>
                  <a:ext uri="{FF2B5EF4-FFF2-40B4-BE49-F238E27FC236}">
                    <a16:creationId xmlns:a16="http://schemas.microsoft.com/office/drawing/2014/main" id="{3AC3B5A4-05F3-7567-A00D-9B0F41488C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2557" y="-15915346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8" name="筆跡 117">
                <a:extLst>
                  <a:ext uri="{FF2B5EF4-FFF2-40B4-BE49-F238E27FC236}">
                    <a16:creationId xmlns:a16="http://schemas.microsoft.com/office/drawing/2014/main" id="{FD76A9FB-F62A-CFBE-BA91-95989489CE15}"/>
                  </a:ext>
                </a:extLst>
              </p14:cNvPr>
              <p14:cNvContentPartPr/>
              <p14:nvPr/>
            </p14:nvContentPartPr>
            <p14:xfrm>
              <a:off x="5404869" y="3322057"/>
              <a:ext cx="612000" cy="540000"/>
            </p14:xfrm>
          </p:contentPart>
        </mc:Choice>
        <mc:Fallback xmlns="">
          <p:pic>
            <p:nvPicPr>
              <p:cNvPr id="118" name="筆跡 117">
                <a:extLst>
                  <a:ext uri="{FF2B5EF4-FFF2-40B4-BE49-F238E27FC236}">
                    <a16:creationId xmlns:a16="http://schemas.microsoft.com/office/drawing/2014/main" id="{FD76A9FB-F62A-CFBE-BA91-95989489CE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50869" y="-158677943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9" name="筆跡 118">
                <a:extLst>
                  <a:ext uri="{FF2B5EF4-FFF2-40B4-BE49-F238E27FC236}">
                    <a16:creationId xmlns:a16="http://schemas.microsoft.com/office/drawing/2014/main" id="{6CAFFD38-3CA7-4F77-D981-DCE5A77A3F71}"/>
                  </a:ext>
                </a:extLst>
              </p14:cNvPr>
              <p14:cNvContentPartPr/>
              <p14:nvPr/>
            </p14:nvContentPartPr>
            <p14:xfrm>
              <a:off x="6104373" y="3841269"/>
              <a:ext cx="612000" cy="540000"/>
            </p14:xfrm>
          </p:contentPart>
        </mc:Choice>
        <mc:Fallback xmlns="">
          <p:pic>
            <p:nvPicPr>
              <p:cNvPr id="119" name="筆跡 118">
                <a:extLst>
                  <a:ext uri="{FF2B5EF4-FFF2-40B4-BE49-F238E27FC236}">
                    <a16:creationId xmlns:a16="http://schemas.microsoft.com/office/drawing/2014/main" id="{6CAFFD38-3CA7-4F77-D981-DCE5A77A3F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50373" y="-158158731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0" name="筆跡 119">
                <a:extLst>
                  <a:ext uri="{FF2B5EF4-FFF2-40B4-BE49-F238E27FC236}">
                    <a16:creationId xmlns:a16="http://schemas.microsoft.com/office/drawing/2014/main" id="{ACFDF11D-119E-DE02-AC0D-A08AF446AB3A}"/>
                  </a:ext>
                </a:extLst>
              </p14:cNvPr>
              <p14:cNvContentPartPr/>
              <p14:nvPr/>
            </p14:nvContentPartPr>
            <p14:xfrm>
              <a:off x="2377572" y="4317183"/>
              <a:ext cx="612000" cy="540000"/>
            </p14:xfrm>
          </p:contentPart>
        </mc:Choice>
        <mc:Fallback xmlns="">
          <p:pic>
            <p:nvPicPr>
              <p:cNvPr id="120" name="筆跡 119">
                <a:extLst>
                  <a:ext uri="{FF2B5EF4-FFF2-40B4-BE49-F238E27FC236}">
                    <a16:creationId xmlns:a16="http://schemas.microsoft.com/office/drawing/2014/main" id="{ACFDF11D-119E-DE02-AC0D-A08AF446AB3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3572" y="-157682817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1" name="筆跡 120">
                <a:extLst>
                  <a:ext uri="{FF2B5EF4-FFF2-40B4-BE49-F238E27FC236}">
                    <a16:creationId xmlns:a16="http://schemas.microsoft.com/office/drawing/2014/main" id="{3532F601-17D1-5BC8-EC22-F770043D5067}"/>
                  </a:ext>
                </a:extLst>
              </p14:cNvPr>
              <p14:cNvContentPartPr/>
              <p14:nvPr/>
            </p14:nvContentPartPr>
            <p14:xfrm>
              <a:off x="3131579" y="4828601"/>
              <a:ext cx="612000" cy="540000"/>
            </p14:xfrm>
          </p:contentPart>
        </mc:Choice>
        <mc:Fallback xmlns="">
          <p:pic>
            <p:nvPicPr>
              <p:cNvPr id="121" name="筆跡 120">
                <a:extLst>
                  <a:ext uri="{FF2B5EF4-FFF2-40B4-BE49-F238E27FC236}">
                    <a16:creationId xmlns:a16="http://schemas.microsoft.com/office/drawing/2014/main" id="{3532F601-17D1-5BC8-EC22-F770043D50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77579" y="-157171399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2" name="筆跡 121">
                <a:extLst>
                  <a:ext uri="{FF2B5EF4-FFF2-40B4-BE49-F238E27FC236}">
                    <a16:creationId xmlns:a16="http://schemas.microsoft.com/office/drawing/2014/main" id="{EC413C91-883D-1AB5-86BA-145AA88E1F1E}"/>
                  </a:ext>
                </a:extLst>
              </p14:cNvPr>
              <p14:cNvContentPartPr/>
              <p14:nvPr/>
            </p14:nvContentPartPr>
            <p14:xfrm>
              <a:off x="3868327" y="5313063"/>
              <a:ext cx="612000" cy="540000"/>
            </p14:xfrm>
          </p:contentPart>
        </mc:Choice>
        <mc:Fallback xmlns="">
          <p:pic>
            <p:nvPicPr>
              <p:cNvPr id="122" name="筆跡 121">
                <a:extLst>
                  <a:ext uri="{FF2B5EF4-FFF2-40B4-BE49-F238E27FC236}">
                    <a16:creationId xmlns:a16="http://schemas.microsoft.com/office/drawing/2014/main" id="{EC413C91-883D-1AB5-86BA-145AA88E1F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14327" y="-156686937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3" name="筆跡 122">
                <a:extLst>
                  <a:ext uri="{FF2B5EF4-FFF2-40B4-BE49-F238E27FC236}">
                    <a16:creationId xmlns:a16="http://schemas.microsoft.com/office/drawing/2014/main" id="{D47B48E0-27B3-3087-404E-3DF86EC45CF1}"/>
                  </a:ext>
                </a:extLst>
              </p14:cNvPr>
              <p14:cNvContentPartPr/>
              <p14:nvPr/>
            </p14:nvContentPartPr>
            <p14:xfrm>
              <a:off x="3134241" y="2836388"/>
              <a:ext cx="612000" cy="540000"/>
            </p14:xfrm>
          </p:contentPart>
        </mc:Choice>
        <mc:Fallback xmlns="">
          <p:pic>
            <p:nvPicPr>
              <p:cNvPr id="123" name="筆跡 122">
                <a:extLst>
                  <a:ext uri="{FF2B5EF4-FFF2-40B4-BE49-F238E27FC236}">
                    <a16:creationId xmlns:a16="http://schemas.microsoft.com/office/drawing/2014/main" id="{D47B48E0-27B3-3087-404E-3DF86EC45C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80241" y="-15916361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5" name="筆跡 124">
                <a:extLst>
                  <a:ext uri="{FF2B5EF4-FFF2-40B4-BE49-F238E27FC236}">
                    <a16:creationId xmlns:a16="http://schemas.microsoft.com/office/drawing/2014/main" id="{3E8D1F0B-1E08-E4FF-2254-CE33EC165368}"/>
                  </a:ext>
                </a:extLst>
              </p14:cNvPr>
              <p14:cNvContentPartPr/>
              <p14:nvPr/>
            </p14:nvContentPartPr>
            <p14:xfrm>
              <a:off x="5350546" y="2826218"/>
              <a:ext cx="612000" cy="540000"/>
            </p14:xfrm>
          </p:contentPart>
        </mc:Choice>
        <mc:Fallback xmlns="">
          <p:pic>
            <p:nvPicPr>
              <p:cNvPr id="125" name="筆跡 124">
                <a:extLst>
                  <a:ext uri="{FF2B5EF4-FFF2-40B4-BE49-F238E27FC236}">
                    <a16:creationId xmlns:a16="http://schemas.microsoft.com/office/drawing/2014/main" id="{3E8D1F0B-1E08-E4FF-2254-CE33EC1653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96546" y="-15917378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6" name="筆跡 125">
                <a:extLst>
                  <a:ext uri="{FF2B5EF4-FFF2-40B4-BE49-F238E27FC236}">
                    <a16:creationId xmlns:a16="http://schemas.microsoft.com/office/drawing/2014/main" id="{E4EA19C9-83D1-BB1B-E10F-BD41E5D666C3}"/>
                  </a:ext>
                </a:extLst>
              </p14:cNvPr>
              <p14:cNvContentPartPr/>
              <p14:nvPr/>
            </p14:nvContentPartPr>
            <p14:xfrm>
              <a:off x="2379750" y="3343964"/>
              <a:ext cx="612000" cy="540000"/>
            </p14:xfrm>
          </p:contentPart>
        </mc:Choice>
        <mc:Fallback xmlns="">
          <p:pic>
            <p:nvPicPr>
              <p:cNvPr id="126" name="筆跡 125">
                <a:extLst>
                  <a:ext uri="{FF2B5EF4-FFF2-40B4-BE49-F238E27FC236}">
                    <a16:creationId xmlns:a16="http://schemas.microsoft.com/office/drawing/2014/main" id="{E4EA19C9-83D1-BB1B-E10F-BD41E5D666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25750" y="-158656036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7" name="筆跡 126">
                <a:extLst>
                  <a:ext uri="{FF2B5EF4-FFF2-40B4-BE49-F238E27FC236}">
                    <a16:creationId xmlns:a16="http://schemas.microsoft.com/office/drawing/2014/main" id="{BF737769-AD89-3109-5EAC-678936136B97}"/>
                  </a:ext>
                </a:extLst>
              </p14:cNvPr>
              <p14:cNvContentPartPr/>
              <p14:nvPr/>
            </p14:nvContentPartPr>
            <p14:xfrm>
              <a:off x="4613073" y="3328237"/>
              <a:ext cx="612000" cy="540000"/>
            </p14:xfrm>
          </p:contentPart>
        </mc:Choice>
        <mc:Fallback xmlns="">
          <p:pic>
            <p:nvPicPr>
              <p:cNvPr id="127" name="筆跡 126">
                <a:extLst>
                  <a:ext uri="{FF2B5EF4-FFF2-40B4-BE49-F238E27FC236}">
                    <a16:creationId xmlns:a16="http://schemas.microsoft.com/office/drawing/2014/main" id="{BF737769-AD89-3109-5EAC-678936136B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59073" y="-158671763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8" name="筆跡 127">
                <a:extLst>
                  <a:ext uri="{FF2B5EF4-FFF2-40B4-BE49-F238E27FC236}">
                    <a16:creationId xmlns:a16="http://schemas.microsoft.com/office/drawing/2014/main" id="{988C00C2-369A-1FF6-A76B-CE7889C47FA9}"/>
                  </a:ext>
                </a:extLst>
              </p14:cNvPr>
              <p14:cNvContentPartPr/>
              <p14:nvPr/>
            </p14:nvContentPartPr>
            <p14:xfrm>
              <a:off x="3877142" y="3839698"/>
              <a:ext cx="612000" cy="540000"/>
            </p14:xfrm>
          </p:contentPart>
        </mc:Choice>
        <mc:Fallback xmlns="">
          <p:pic>
            <p:nvPicPr>
              <p:cNvPr id="128" name="筆跡 127">
                <a:extLst>
                  <a:ext uri="{FF2B5EF4-FFF2-40B4-BE49-F238E27FC236}">
                    <a16:creationId xmlns:a16="http://schemas.microsoft.com/office/drawing/2014/main" id="{988C00C2-369A-1FF6-A76B-CE7889C47F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23142" y="-158160302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9" name="筆跡 128">
                <a:extLst>
                  <a:ext uri="{FF2B5EF4-FFF2-40B4-BE49-F238E27FC236}">
                    <a16:creationId xmlns:a16="http://schemas.microsoft.com/office/drawing/2014/main" id="{C48643A5-6969-F130-2546-F70F142A4E44}"/>
                  </a:ext>
                </a:extLst>
              </p14:cNvPr>
              <p14:cNvContentPartPr/>
              <p14:nvPr/>
            </p14:nvContentPartPr>
            <p14:xfrm>
              <a:off x="6112390" y="3846425"/>
              <a:ext cx="612000" cy="540000"/>
            </p14:xfrm>
          </p:contentPart>
        </mc:Choice>
        <mc:Fallback xmlns="">
          <p:pic>
            <p:nvPicPr>
              <p:cNvPr id="129" name="筆跡 128">
                <a:extLst>
                  <a:ext uri="{FF2B5EF4-FFF2-40B4-BE49-F238E27FC236}">
                    <a16:creationId xmlns:a16="http://schemas.microsoft.com/office/drawing/2014/main" id="{C48643A5-6969-F130-2546-F70F142A4E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58390" y="-158153575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1" name="筆跡 130">
                <a:extLst>
                  <a:ext uri="{FF2B5EF4-FFF2-40B4-BE49-F238E27FC236}">
                    <a16:creationId xmlns:a16="http://schemas.microsoft.com/office/drawing/2014/main" id="{4199233C-F50B-98D0-C279-4D0B6C06C28A}"/>
                  </a:ext>
                </a:extLst>
              </p14:cNvPr>
              <p14:cNvContentPartPr/>
              <p14:nvPr/>
            </p14:nvContentPartPr>
            <p14:xfrm>
              <a:off x="3152030" y="4343215"/>
              <a:ext cx="612000" cy="540000"/>
            </p14:xfrm>
          </p:contentPart>
        </mc:Choice>
        <mc:Fallback xmlns="">
          <p:pic>
            <p:nvPicPr>
              <p:cNvPr id="131" name="筆跡 130">
                <a:extLst>
                  <a:ext uri="{FF2B5EF4-FFF2-40B4-BE49-F238E27FC236}">
                    <a16:creationId xmlns:a16="http://schemas.microsoft.com/office/drawing/2014/main" id="{4199233C-F50B-98D0-C279-4D0B6C06C2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98030" y="-157656785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2" name="筆跡 131">
                <a:extLst>
                  <a:ext uri="{FF2B5EF4-FFF2-40B4-BE49-F238E27FC236}">
                    <a16:creationId xmlns:a16="http://schemas.microsoft.com/office/drawing/2014/main" id="{FF048A43-D91F-AA09-26D8-A13F95EBE81C}"/>
                  </a:ext>
                </a:extLst>
              </p14:cNvPr>
              <p14:cNvContentPartPr/>
              <p14:nvPr/>
            </p14:nvContentPartPr>
            <p14:xfrm>
              <a:off x="5409691" y="4347012"/>
              <a:ext cx="612000" cy="540000"/>
            </p14:xfrm>
          </p:contentPart>
        </mc:Choice>
        <mc:Fallback xmlns="">
          <p:pic>
            <p:nvPicPr>
              <p:cNvPr id="132" name="筆跡 131">
                <a:extLst>
                  <a:ext uri="{FF2B5EF4-FFF2-40B4-BE49-F238E27FC236}">
                    <a16:creationId xmlns:a16="http://schemas.microsoft.com/office/drawing/2014/main" id="{FF048A43-D91F-AA09-26D8-A13F95EBE81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55691" y="-157652988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3" name="筆跡 132">
                <a:extLst>
                  <a:ext uri="{FF2B5EF4-FFF2-40B4-BE49-F238E27FC236}">
                    <a16:creationId xmlns:a16="http://schemas.microsoft.com/office/drawing/2014/main" id="{35262F11-BAB1-F200-5D71-F559560099E3}"/>
                  </a:ext>
                </a:extLst>
              </p14:cNvPr>
              <p14:cNvContentPartPr/>
              <p14:nvPr/>
            </p14:nvContentPartPr>
            <p14:xfrm>
              <a:off x="2398547" y="4816779"/>
              <a:ext cx="612000" cy="540000"/>
            </p14:xfrm>
          </p:contentPart>
        </mc:Choice>
        <mc:Fallback xmlns="">
          <p:pic>
            <p:nvPicPr>
              <p:cNvPr id="133" name="筆跡 132">
                <a:extLst>
                  <a:ext uri="{FF2B5EF4-FFF2-40B4-BE49-F238E27FC236}">
                    <a16:creationId xmlns:a16="http://schemas.microsoft.com/office/drawing/2014/main" id="{35262F11-BAB1-F200-5D71-F559560099E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44547" y="-157183221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4" name="筆跡 133">
                <a:extLst>
                  <a:ext uri="{FF2B5EF4-FFF2-40B4-BE49-F238E27FC236}">
                    <a16:creationId xmlns:a16="http://schemas.microsoft.com/office/drawing/2014/main" id="{626E89BE-506B-7026-A5E3-0DD5207DA1BC}"/>
                  </a:ext>
                </a:extLst>
              </p14:cNvPr>
              <p14:cNvContentPartPr/>
              <p14:nvPr/>
            </p14:nvContentPartPr>
            <p14:xfrm>
              <a:off x="4631870" y="4801052"/>
              <a:ext cx="612000" cy="540000"/>
            </p14:xfrm>
          </p:contentPart>
        </mc:Choice>
        <mc:Fallback xmlns="">
          <p:pic>
            <p:nvPicPr>
              <p:cNvPr id="134" name="筆跡 133">
                <a:extLst>
                  <a:ext uri="{FF2B5EF4-FFF2-40B4-BE49-F238E27FC236}">
                    <a16:creationId xmlns:a16="http://schemas.microsoft.com/office/drawing/2014/main" id="{626E89BE-506B-7026-A5E3-0DD5207DA1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77870" y="-157198948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5" name="筆跡 134">
                <a:extLst>
                  <a:ext uri="{FF2B5EF4-FFF2-40B4-BE49-F238E27FC236}">
                    <a16:creationId xmlns:a16="http://schemas.microsoft.com/office/drawing/2014/main" id="{408B959D-92F6-84FC-6D71-6B4996269EA6}"/>
                  </a:ext>
                </a:extLst>
              </p14:cNvPr>
              <p14:cNvContentPartPr/>
              <p14:nvPr/>
            </p14:nvContentPartPr>
            <p14:xfrm>
              <a:off x="3895939" y="5312513"/>
              <a:ext cx="612000" cy="540000"/>
            </p14:xfrm>
          </p:contentPart>
        </mc:Choice>
        <mc:Fallback xmlns="">
          <p:pic>
            <p:nvPicPr>
              <p:cNvPr id="135" name="筆跡 134">
                <a:extLst>
                  <a:ext uri="{FF2B5EF4-FFF2-40B4-BE49-F238E27FC236}">
                    <a16:creationId xmlns:a16="http://schemas.microsoft.com/office/drawing/2014/main" id="{408B959D-92F6-84FC-6D71-6B4996269E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41939" y="-156687487"/>
                <a:ext cx="719640" cy="324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6" name="筆跡 135">
                <a:extLst>
                  <a:ext uri="{FF2B5EF4-FFF2-40B4-BE49-F238E27FC236}">
                    <a16:creationId xmlns:a16="http://schemas.microsoft.com/office/drawing/2014/main" id="{2624077A-B9E5-F10D-5DC0-9596ED0CEB40}"/>
                  </a:ext>
                </a:extLst>
              </p14:cNvPr>
              <p14:cNvContentPartPr/>
              <p14:nvPr/>
            </p14:nvContentPartPr>
            <p14:xfrm>
              <a:off x="6131187" y="5319240"/>
              <a:ext cx="612000" cy="540000"/>
            </p14:xfrm>
          </p:contentPart>
        </mc:Choice>
        <mc:Fallback xmlns="">
          <p:pic>
            <p:nvPicPr>
              <p:cNvPr id="136" name="筆跡 135">
                <a:extLst>
                  <a:ext uri="{FF2B5EF4-FFF2-40B4-BE49-F238E27FC236}">
                    <a16:creationId xmlns:a16="http://schemas.microsoft.com/office/drawing/2014/main" id="{2624077A-B9E5-F10D-5DC0-9596ED0CEB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77187" y="-156680760"/>
                <a:ext cx="719640" cy="324000000"/>
              </a:xfrm>
              <a:prstGeom prst="rect">
                <a:avLst/>
              </a:prstGeom>
            </p:spPr>
          </p:pic>
        </mc:Fallback>
      </mc:AlternateContent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0096C4CC-73E8-5D2E-DAD3-C4F98145BBEF}"/>
              </a:ext>
            </a:extLst>
          </p:cNvPr>
          <p:cNvSpPr txBox="1"/>
          <p:nvPr/>
        </p:nvSpPr>
        <p:spPr>
          <a:xfrm>
            <a:off x="7919144" y="1866691"/>
            <a:ext cx="366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difference is equal to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ADFD018-D2E0-CB7F-A682-0CE630BC3A2B}"/>
                  </a:ext>
                </a:extLst>
              </p:cNvPr>
              <p:cNvSpPr txBox="1"/>
              <p:nvPr/>
            </p:nvSpPr>
            <p:spPr>
              <a:xfrm>
                <a:off x="7621190" y="24483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ADFD018-D2E0-CB7F-A682-0CE630BC3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2448336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A7393106-9A8D-4C24-271E-05E75286EA15}"/>
              </a:ext>
            </a:extLst>
          </p:cNvPr>
          <p:cNvGrpSpPr/>
          <p:nvPr/>
        </p:nvGrpSpPr>
        <p:grpSpPr>
          <a:xfrm>
            <a:off x="7937807" y="2290893"/>
            <a:ext cx="530915" cy="778067"/>
            <a:chOff x="2809544" y="4671588"/>
            <a:chExt cx="530915" cy="778067"/>
          </a:xfrm>
        </p:grpSpPr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7FB30071-0D06-A276-578D-88C45FE79D5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41" name="群組 140">
              <a:extLst>
                <a:ext uri="{FF2B5EF4-FFF2-40B4-BE49-F238E27FC236}">
                  <a16:creationId xmlns:a16="http://schemas.microsoft.com/office/drawing/2014/main" id="{CE23B009-A3EF-9872-6393-C0551A16356A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42" name="直線接點 141">
                <a:extLst>
                  <a:ext uri="{FF2B5EF4-FFF2-40B4-BE49-F238E27FC236}">
                    <a16:creationId xmlns:a16="http://schemas.microsoft.com/office/drawing/2014/main" id="{074DA123-E97F-000E-9092-A48ECAA1038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907AAB85-EF3D-3D3D-EE8D-8BD1FD91807D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87A00FD4-8803-5D73-BA33-FCA9A1261CBA}"/>
                  </a:ext>
                </a:extLst>
              </p:cNvPr>
              <p:cNvSpPr txBox="1"/>
              <p:nvPr/>
            </p:nvSpPr>
            <p:spPr>
              <a:xfrm>
                <a:off x="7621190" y="32289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87A00FD4-8803-5D73-BA33-FCA9A1261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3228945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825F53DA-E04B-833B-BB57-8D67E676D0C5}"/>
              </a:ext>
            </a:extLst>
          </p:cNvPr>
          <p:cNvGrpSpPr/>
          <p:nvPr/>
        </p:nvGrpSpPr>
        <p:grpSpPr>
          <a:xfrm>
            <a:off x="8027079" y="3062149"/>
            <a:ext cx="364383" cy="777549"/>
            <a:chOff x="2896107" y="4671588"/>
            <a:chExt cx="364383" cy="777549"/>
          </a:xfrm>
        </p:grpSpPr>
        <p:sp>
          <p:nvSpPr>
            <p:cNvPr id="146" name="文字方塊 145">
              <a:extLst>
                <a:ext uri="{FF2B5EF4-FFF2-40B4-BE49-F238E27FC236}">
                  <a16:creationId xmlns:a16="http://schemas.microsoft.com/office/drawing/2014/main" id="{F14EE2F1-07EF-9577-9D4C-CD59E49E547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EEEDA604-FB87-F5AF-026C-CD079876D00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48" name="直線接點 147">
                <a:extLst>
                  <a:ext uri="{FF2B5EF4-FFF2-40B4-BE49-F238E27FC236}">
                    <a16:creationId xmlns:a16="http://schemas.microsoft.com/office/drawing/2014/main" id="{D175BB3E-DA04-B426-B68C-80AF9AF615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06D4EC8-7EC7-5648-0590-E7BAC5B1ECA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165F2684-E9B3-0A64-0F8E-69EF33F9B22C}"/>
              </a:ext>
            </a:extLst>
          </p:cNvPr>
          <p:cNvSpPr txBox="1"/>
          <p:nvPr/>
        </p:nvSpPr>
        <p:spPr>
          <a:xfrm>
            <a:off x="7050301" y="3901499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 err="1">
                <a:latin typeface="Lucida Calligraphy" panose="03010101010101010101" pitchFamily="66" charset="0"/>
              </a:rPr>
              <a:t>bii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23918C92-416F-6500-3910-FDA0EC20FC9E}"/>
              </a:ext>
            </a:extLst>
          </p:cNvPr>
          <p:cNvSpPr txBox="1"/>
          <p:nvPr/>
        </p:nvSpPr>
        <p:spPr>
          <a:xfrm>
            <a:off x="7937807" y="3882513"/>
            <a:ext cx="366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sum is a multiple of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1214E08D-5BA3-E1AE-693F-98363C2C324D}"/>
                  </a:ext>
                </a:extLst>
              </p:cNvPr>
              <p:cNvSpPr txBox="1"/>
              <p:nvPr/>
            </p:nvSpPr>
            <p:spPr>
              <a:xfrm>
                <a:off x="7621190" y="44891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1214E08D-5BA3-E1AE-693F-98363C2C3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4489163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891F3931-3FE8-723B-A90F-837C7A2AE679}"/>
              </a:ext>
            </a:extLst>
          </p:cNvPr>
          <p:cNvGrpSpPr/>
          <p:nvPr/>
        </p:nvGrpSpPr>
        <p:grpSpPr>
          <a:xfrm>
            <a:off x="7937806" y="4316378"/>
            <a:ext cx="530916" cy="793409"/>
            <a:chOff x="2809543" y="4656246"/>
            <a:chExt cx="530916" cy="793409"/>
          </a:xfrm>
        </p:grpSpPr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9A918970-C1E2-E62D-EF43-BB39CEF9A3CC}"/>
                </a:ext>
              </a:extLst>
            </p:cNvPr>
            <p:cNvSpPr txBox="1"/>
            <p:nvPr/>
          </p:nvSpPr>
          <p:spPr>
            <a:xfrm>
              <a:off x="2809543" y="4656246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286C7B20-6B4B-2426-6B6C-3C7463241C31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56" name="直線接點 155">
                <a:extLst>
                  <a:ext uri="{FF2B5EF4-FFF2-40B4-BE49-F238E27FC236}">
                    <a16:creationId xmlns:a16="http://schemas.microsoft.com/office/drawing/2014/main" id="{71EB95C1-F7C0-EFAE-E342-9F6C2C10BF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4A4C39EE-7126-EA95-3F87-E93246FBF2CD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F4D28B28-74F6-A396-AF76-D8D9C909FBEE}"/>
                  </a:ext>
                </a:extLst>
              </p:cNvPr>
              <p:cNvSpPr txBox="1"/>
              <p:nvPr/>
            </p:nvSpPr>
            <p:spPr>
              <a:xfrm>
                <a:off x="7621190" y="52697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F4D28B28-74F6-A396-AF76-D8D9C909F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190" y="5269772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CD1444D8-8716-5B03-2764-71C147E1261B}"/>
              </a:ext>
            </a:extLst>
          </p:cNvPr>
          <p:cNvGrpSpPr/>
          <p:nvPr/>
        </p:nvGrpSpPr>
        <p:grpSpPr>
          <a:xfrm>
            <a:off x="8027079" y="5102976"/>
            <a:ext cx="364383" cy="777549"/>
            <a:chOff x="2896107" y="4671588"/>
            <a:chExt cx="364383" cy="777549"/>
          </a:xfrm>
        </p:grpSpPr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2DF7E7F8-C23E-7452-3AAF-9CFBCFB6273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1" name="群組 160">
              <a:extLst>
                <a:ext uri="{FF2B5EF4-FFF2-40B4-BE49-F238E27FC236}">
                  <a16:creationId xmlns:a16="http://schemas.microsoft.com/office/drawing/2014/main" id="{4C38C3C8-18A6-2187-A895-31900B54618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2" name="直線接點 161">
                <a:extLst>
                  <a:ext uri="{FF2B5EF4-FFF2-40B4-BE49-F238E27FC236}">
                    <a16:creationId xmlns:a16="http://schemas.microsoft.com/office/drawing/2014/main" id="{F1BE375C-9E4D-5473-FAE9-2BF759F8FE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DB0C7B51-BDD5-6132-9405-0C07178CD73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525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115" grpId="0"/>
      <p:bldP spid="116" grpId="0"/>
      <p:bldP spid="137" grpId="0"/>
      <p:bldP spid="138" grpId="0"/>
      <p:bldP spid="144" grpId="0"/>
      <p:bldP spid="150" grpId="0"/>
      <p:bldP spid="151" grpId="0"/>
      <p:bldP spid="152" grpId="0"/>
      <p:bldP spid="1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FED2A7-A5C2-D3BE-EB78-F53FA873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9990476" cy="1028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FBFA044C-7893-EE8E-E7B4-CD48D89AEDAA}"/>
                  </a:ext>
                </a:extLst>
              </p14:cNvPr>
              <p14:cNvContentPartPr/>
              <p14:nvPr/>
            </p14:nvContentPartPr>
            <p14:xfrm>
              <a:off x="6960097" y="286937"/>
              <a:ext cx="144015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FBFA044C-7893-EE8E-E7B4-CD48D89AED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6226" y="-13428763"/>
                <a:ext cx="2513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919A518-5EF7-EA0D-810C-67986B8C3712}"/>
                  </a:ext>
                </a:extLst>
              </p14:cNvPr>
              <p14:cNvContentPartPr/>
              <p14:nvPr/>
            </p14:nvContentPartPr>
            <p14:xfrm>
              <a:off x="7248128" y="286937"/>
              <a:ext cx="144015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919A518-5EF7-EA0D-810C-67986B8C37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4257" y="-13428763"/>
                <a:ext cx="2513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2285EC76-56CC-E598-5994-8F128C80E7A8}"/>
                  </a:ext>
                </a:extLst>
              </p14:cNvPr>
              <p14:cNvContentPartPr/>
              <p14:nvPr/>
            </p14:nvContentPartPr>
            <p14:xfrm>
              <a:off x="7968209" y="285407"/>
              <a:ext cx="144016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2285EC76-56CC-E598-5994-8F128C80E7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14338" y="-13430293"/>
                <a:ext cx="2514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9CA742CC-E315-51B7-87CC-33DC66E6B39F}"/>
                  </a:ext>
                </a:extLst>
              </p14:cNvPr>
              <p14:cNvContentPartPr/>
              <p14:nvPr/>
            </p14:nvContentPartPr>
            <p14:xfrm>
              <a:off x="1847528" y="980728"/>
              <a:ext cx="936104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9CA742CC-E315-51B7-87CC-33DC66E6B3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93522" y="-12734972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FD9AB97-1CD3-2C40-8141-0492149609FC}"/>
                  </a:ext>
                </a:extLst>
              </p14:cNvPr>
              <p14:cNvContentPartPr/>
              <p14:nvPr/>
            </p14:nvContentPartPr>
            <p14:xfrm>
              <a:off x="5591944" y="980728"/>
              <a:ext cx="1224136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FD9AB97-1CD3-2C40-8141-0492149609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37922" y="-12734972"/>
                <a:ext cx="133182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E6462236-2D78-B3F0-F32B-3E7A2B2BB6A2}"/>
              </a:ext>
            </a:extLst>
          </p:cNvPr>
          <p:cNvSpPr txBox="1"/>
          <p:nvPr/>
        </p:nvSpPr>
        <p:spPr>
          <a:xfrm>
            <a:off x="895610" y="1646738"/>
            <a:ext cx="1527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Tens digit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C486E2D-B79A-C681-3FE4-69656173305A}"/>
              </a:ext>
            </a:extLst>
          </p:cNvPr>
          <p:cNvSpPr txBox="1"/>
          <p:nvPr/>
        </p:nvSpPr>
        <p:spPr>
          <a:xfrm>
            <a:off x="2495600" y="1646738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Unit digit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5DC1D7F-1CD6-74F7-6D15-943E1D5BE464}"/>
              </a:ext>
            </a:extLst>
          </p:cNvPr>
          <p:cNvCxnSpPr/>
          <p:nvPr/>
        </p:nvCxnSpPr>
        <p:spPr bwMode="auto">
          <a:xfrm>
            <a:off x="691726" y="3682523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EA22D38-AB19-30A4-0215-86014AD1304D}"/>
              </a:ext>
            </a:extLst>
          </p:cNvPr>
          <p:cNvCxnSpPr>
            <a:cxnSpLocks/>
            <a:endCxn id="14" idx="1"/>
          </p:cNvCxnSpPr>
          <p:nvPr/>
        </p:nvCxnSpPr>
        <p:spPr bwMode="auto">
          <a:xfrm flipV="1">
            <a:off x="691726" y="2780928"/>
            <a:ext cx="805342" cy="90159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B2A17B6-55DD-5E02-8F71-E958B8678E78}"/>
              </a:ext>
            </a:extLst>
          </p:cNvPr>
          <p:cNvCxnSpPr>
            <a:cxnSpLocks/>
            <a:endCxn id="29" idx="1"/>
          </p:cNvCxnSpPr>
          <p:nvPr/>
        </p:nvCxnSpPr>
        <p:spPr bwMode="auto">
          <a:xfrm>
            <a:off x="691726" y="3688543"/>
            <a:ext cx="793319" cy="10229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F0A5CB1-C42F-63FD-C71D-CC01EA92FAAC}"/>
              </a:ext>
            </a:extLst>
          </p:cNvPr>
          <p:cNvSpPr txBox="1"/>
          <p:nvPr/>
        </p:nvSpPr>
        <p:spPr>
          <a:xfrm>
            <a:off x="1497068" y="258087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881C716-A8FD-E635-CB18-632E19E56730}"/>
              </a:ext>
            </a:extLst>
          </p:cNvPr>
          <p:cNvSpPr txBox="1"/>
          <p:nvPr/>
        </p:nvSpPr>
        <p:spPr>
          <a:xfrm>
            <a:off x="1485045" y="348848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22D909D-9145-9F0D-D44A-9ADF9CCE8B21}"/>
              </a:ext>
            </a:extLst>
          </p:cNvPr>
          <p:cNvCxnSpPr>
            <a:cxnSpLocks/>
          </p:cNvCxnSpPr>
          <p:nvPr/>
        </p:nvCxnSpPr>
        <p:spPr bwMode="auto">
          <a:xfrm>
            <a:off x="691726" y="3682523"/>
            <a:ext cx="78024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D3AA06E-2DD9-3287-7435-A4880179600A}"/>
              </a:ext>
            </a:extLst>
          </p:cNvPr>
          <p:cNvSpPr txBox="1"/>
          <p:nvPr/>
        </p:nvSpPr>
        <p:spPr>
          <a:xfrm>
            <a:off x="1485045" y="451148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2E059C31-8050-CD26-D2A0-79A5B7A33E0E}"/>
              </a:ext>
            </a:extLst>
          </p:cNvPr>
          <p:cNvCxnSpPr>
            <a:cxnSpLocks/>
          </p:cNvCxnSpPr>
          <p:nvPr/>
        </p:nvCxnSpPr>
        <p:spPr bwMode="auto">
          <a:xfrm>
            <a:off x="1908689" y="2730624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18782BB8-786A-97AF-5283-56E2ED0F2E80}"/>
              </a:ext>
            </a:extLst>
          </p:cNvPr>
          <p:cNvCxnSpPr>
            <a:cxnSpLocks/>
          </p:cNvCxnSpPr>
          <p:nvPr/>
        </p:nvCxnSpPr>
        <p:spPr bwMode="auto">
          <a:xfrm>
            <a:off x="1908689" y="2730624"/>
            <a:ext cx="739555" cy="21699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449A691-D653-934F-6B39-35A92918D8AB}"/>
              </a:ext>
            </a:extLst>
          </p:cNvPr>
          <p:cNvSpPr txBox="1"/>
          <p:nvPr/>
        </p:nvSpPr>
        <p:spPr>
          <a:xfrm>
            <a:off x="2724102" y="228583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D295195-034F-695A-BB8F-9B9DB67C8016}"/>
              </a:ext>
            </a:extLst>
          </p:cNvPr>
          <p:cNvCxnSpPr>
            <a:cxnSpLocks/>
          </p:cNvCxnSpPr>
          <p:nvPr/>
        </p:nvCxnSpPr>
        <p:spPr bwMode="auto">
          <a:xfrm flipV="1">
            <a:off x="1933788" y="2446958"/>
            <a:ext cx="734270" cy="27764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61A5433-0A79-0987-FA97-8B358616259F}"/>
              </a:ext>
            </a:extLst>
          </p:cNvPr>
          <p:cNvSpPr txBox="1"/>
          <p:nvPr/>
        </p:nvSpPr>
        <p:spPr>
          <a:xfrm>
            <a:off x="2683830" y="277314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2D2235D-77B1-5E0F-CF32-A4CF1A95AD94}"/>
              </a:ext>
            </a:extLst>
          </p:cNvPr>
          <p:cNvCxnSpPr>
            <a:cxnSpLocks/>
          </p:cNvCxnSpPr>
          <p:nvPr/>
        </p:nvCxnSpPr>
        <p:spPr bwMode="auto">
          <a:xfrm>
            <a:off x="1903656" y="3679930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AC6EEFE0-E13F-B51B-1D41-2BAECA2F5EB9}"/>
              </a:ext>
            </a:extLst>
          </p:cNvPr>
          <p:cNvCxnSpPr>
            <a:cxnSpLocks/>
          </p:cNvCxnSpPr>
          <p:nvPr/>
        </p:nvCxnSpPr>
        <p:spPr bwMode="auto">
          <a:xfrm flipV="1">
            <a:off x="1903656" y="3347729"/>
            <a:ext cx="793319" cy="3322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441692B-BCE5-F062-49E1-6B1F4169F759}"/>
              </a:ext>
            </a:extLst>
          </p:cNvPr>
          <p:cNvCxnSpPr>
            <a:cxnSpLocks/>
          </p:cNvCxnSpPr>
          <p:nvPr/>
        </p:nvCxnSpPr>
        <p:spPr bwMode="auto">
          <a:xfrm>
            <a:off x="1903656" y="3679930"/>
            <a:ext cx="793319" cy="32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BEE4DCDE-13F7-ADA4-D24F-6B1FFCE66BCD}"/>
              </a:ext>
            </a:extLst>
          </p:cNvPr>
          <p:cNvSpPr txBox="1"/>
          <p:nvPr/>
        </p:nvSpPr>
        <p:spPr>
          <a:xfrm>
            <a:off x="2690110" y="313804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04C21267-B2AF-98E3-664D-B14171BE1F3F}"/>
              </a:ext>
            </a:extLst>
          </p:cNvPr>
          <p:cNvSpPr txBox="1"/>
          <p:nvPr/>
        </p:nvSpPr>
        <p:spPr>
          <a:xfrm>
            <a:off x="2679084" y="382020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2035A9CB-65D7-0A64-5D29-E3AFD2C01657}"/>
              </a:ext>
            </a:extLst>
          </p:cNvPr>
          <p:cNvCxnSpPr>
            <a:cxnSpLocks/>
          </p:cNvCxnSpPr>
          <p:nvPr/>
        </p:nvCxnSpPr>
        <p:spPr bwMode="auto">
          <a:xfrm>
            <a:off x="1892630" y="4665104"/>
            <a:ext cx="914400" cy="914400"/>
          </a:xfrm>
          <a:prstGeom prst="line">
            <a:avLst/>
          </a:prstGeom>
          <a:solidFill>
            <a:srgbClr val="C0C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4D813EA2-152E-C5DA-F727-8C95F013A042}"/>
              </a:ext>
            </a:extLst>
          </p:cNvPr>
          <p:cNvCxnSpPr>
            <a:cxnSpLocks/>
          </p:cNvCxnSpPr>
          <p:nvPr/>
        </p:nvCxnSpPr>
        <p:spPr bwMode="auto">
          <a:xfrm flipV="1">
            <a:off x="1861790" y="4423160"/>
            <a:ext cx="793319" cy="3322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3448955A-D8AB-EF63-0511-CED6251248FC}"/>
              </a:ext>
            </a:extLst>
          </p:cNvPr>
          <p:cNvSpPr txBox="1"/>
          <p:nvPr/>
        </p:nvSpPr>
        <p:spPr>
          <a:xfrm>
            <a:off x="2648244" y="424868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B620F8C-9335-EBE5-5925-AAEA6090C2FD}"/>
              </a:ext>
            </a:extLst>
          </p:cNvPr>
          <p:cNvSpPr txBox="1"/>
          <p:nvPr/>
        </p:nvSpPr>
        <p:spPr>
          <a:xfrm>
            <a:off x="2635499" y="491159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35C92C21-FC24-0BB4-B152-A36A72DAB59B}"/>
              </a:ext>
            </a:extLst>
          </p:cNvPr>
          <p:cNvCxnSpPr>
            <a:cxnSpLocks/>
          </p:cNvCxnSpPr>
          <p:nvPr/>
        </p:nvCxnSpPr>
        <p:spPr bwMode="auto">
          <a:xfrm>
            <a:off x="1886889" y="4749340"/>
            <a:ext cx="730515" cy="28233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4FE52C03-258C-6990-B113-A4C21BCDE261}"/>
              </a:ext>
            </a:extLst>
          </p:cNvPr>
          <p:cNvSpPr txBox="1"/>
          <p:nvPr/>
        </p:nvSpPr>
        <p:spPr>
          <a:xfrm>
            <a:off x="4121238" y="1646738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Possible outcome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F4E9806-EE03-DED0-3569-84673CF7D52E}"/>
              </a:ext>
            </a:extLst>
          </p:cNvPr>
          <p:cNvSpPr txBox="1"/>
          <p:nvPr/>
        </p:nvSpPr>
        <p:spPr>
          <a:xfrm>
            <a:off x="4291350" y="227267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FC478BD7-6729-95FC-CECB-047B08786960}"/>
              </a:ext>
            </a:extLst>
          </p:cNvPr>
          <p:cNvSpPr txBox="1"/>
          <p:nvPr/>
        </p:nvSpPr>
        <p:spPr>
          <a:xfrm>
            <a:off x="4291350" y="276177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0691362B-3156-6AF9-CC1B-B9D5E8D25D35}"/>
              </a:ext>
            </a:extLst>
          </p:cNvPr>
          <p:cNvSpPr txBox="1"/>
          <p:nvPr/>
        </p:nvSpPr>
        <p:spPr>
          <a:xfrm>
            <a:off x="4291349" y="310986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6DAB3E7A-F29A-58A3-1866-34941D7CE923}"/>
              </a:ext>
            </a:extLst>
          </p:cNvPr>
          <p:cNvSpPr txBox="1"/>
          <p:nvPr/>
        </p:nvSpPr>
        <p:spPr>
          <a:xfrm>
            <a:off x="4268941" y="382312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D831C3A4-F5A4-3F8F-E719-1562B3C564A2}"/>
              </a:ext>
            </a:extLst>
          </p:cNvPr>
          <p:cNvSpPr txBox="1"/>
          <p:nvPr/>
        </p:nvSpPr>
        <p:spPr>
          <a:xfrm>
            <a:off x="4247739" y="424442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64B38E30-7BA9-43CA-F69F-029D3F6ED86A}"/>
              </a:ext>
            </a:extLst>
          </p:cNvPr>
          <p:cNvSpPr txBox="1"/>
          <p:nvPr/>
        </p:nvSpPr>
        <p:spPr>
          <a:xfrm>
            <a:off x="4268940" y="4911590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5070645E-82F6-A931-E448-841A6AC66D2D}"/>
              </a:ext>
            </a:extLst>
          </p:cNvPr>
          <p:cNvSpPr txBox="1"/>
          <p:nvPr/>
        </p:nvSpPr>
        <p:spPr>
          <a:xfrm>
            <a:off x="7248128" y="1646738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Odd number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1D1639D8-C908-1463-94DE-CA70C89C5A7B}"/>
                  </a:ext>
                </a:extLst>
              </p:cNvPr>
              <p:cNvSpPr txBox="1"/>
              <p:nvPr/>
            </p:nvSpPr>
            <p:spPr>
              <a:xfrm>
                <a:off x="6977825" y="22136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1D1639D8-C908-1463-94DE-CA70C89C5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825" y="221364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群組 90">
            <a:extLst>
              <a:ext uri="{FF2B5EF4-FFF2-40B4-BE49-F238E27FC236}">
                <a16:creationId xmlns:a16="http://schemas.microsoft.com/office/drawing/2014/main" id="{A378C43A-DF62-53D8-E7AA-478A181E90C1}"/>
              </a:ext>
            </a:extLst>
          </p:cNvPr>
          <p:cNvGrpSpPr/>
          <p:nvPr/>
        </p:nvGrpSpPr>
        <p:grpSpPr>
          <a:xfrm>
            <a:off x="7383714" y="2046848"/>
            <a:ext cx="364383" cy="777549"/>
            <a:chOff x="2896107" y="4671588"/>
            <a:chExt cx="364383" cy="777549"/>
          </a:xfrm>
        </p:grpSpPr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018C5DB9-475A-6115-3968-5CFB00DB9B4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71AAE50E-0475-1477-F02E-7652BC3E7F75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4" name="直線接點 93">
                <a:extLst>
                  <a:ext uri="{FF2B5EF4-FFF2-40B4-BE49-F238E27FC236}">
                    <a16:creationId xmlns:a16="http://schemas.microsoft.com/office/drawing/2014/main" id="{6F0AAD19-2FB0-1FF8-A873-D95D781791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9D7986C8-4151-DD65-D07D-455FA95932C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A792254D-2924-65D7-2594-854CD2C7AB47}"/>
                  </a:ext>
                </a:extLst>
              </p:cNvPr>
              <p:cNvSpPr txBox="1"/>
              <p:nvPr/>
            </p:nvSpPr>
            <p:spPr>
              <a:xfrm>
                <a:off x="6977825" y="30788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A792254D-2924-65D7-2594-854CD2C7A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825" y="307882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群組 96">
            <a:extLst>
              <a:ext uri="{FF2B5EF4-FFF2-40B4-BE49-F238E27FC236}">
                <a16:creationId xmlns:a16="http://schemas.microsoft.com/office/drawing/2014/main" id="{F686AD95-AF76-7350-D815-65445F53AE33}"/>
              </a:ext>
            </a:extLst>
          </p:cNvPr>
          <p:cNvGrpSpPr/>
          <p:nvPr/>
        </p:nvGrpSpPr>
        <p:grpSpPr>
          <a:xfrm>
            <a:off x="7391239" y="2919173"/>
            <a:ext cx="364383" cy="777549"/>
            <a:chOff x="2896107" y="4671588"/>
            <a:chExt cx="364383" cy="777549"/>
          </a:xfrm>
        </p:grpSpPr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C4015C78-8F1D-E0A4-1F46-2801527F150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77273BBD-B4DC-13C2-52E4-29B110C9312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0" name="直線接點 99">
                <a:extLst>
                  <a:ext uri="{FF2B5EF4-FFF2-40B4-BE49-F238E27FC236}">
                    <a16:creationId xmlns:a16="http://schemas.microsoft.com/office/drawing/2014/main" id="{4D97AADB-7906-1F04-54B7-4F57FC8E55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88DABB2B-49AD-3CA3-D867-0AC6261ACFF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912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  <p:bldP spid="29" grpId="0"/>
      <p:bldP spid="38" grpId="0"/>
      <p:bldP spid="40" grpId="0"/>
      <p:bldP spid="61" grpId="0"/>
      <p:bldP spid="64" grpId="0"/>
      <p:bldP spid="68" grpId="0"/>
      <p:bldP spid="69" grpId="0"/>
      <p:bldP spid="75" grpId="0"/>
      <p:bldP spid="79" grpId="0"/>
      <p:bldP spid="82" grpId="0"/>
      <p:bldP spid="83" grpId="0"/>
      <p:bldP spid="85" grpId="0"/>
      <p:bldP spid="86" grpId="0"/>
      <p:bldP spid="87" grpId="0"/>
      <p:bldP spid="89" grpId="0"/>
      <p:bldP spid="90" grpId="0"/>
      <p:bldP spid="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0AE21A8-4604-71FA-AF2A-157B4011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9933333" cy="10095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8A2CA317-09EA-70F2-8D8E-03983F680509}"/>
                  </a:ext>
                </a:extLst>
              </p14:cNvPr>
              <p14:cNvContentPartPr/>
              <p14:nvPr/>
            </p14:nvContentPartPr>
            <p14:xfrm>
              <a:off x="3071664" y="260648"/>
              <a:ext cx="72008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8A2CA317-09EA-70F2-8D8E-03983F6805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7927" y="-13455052"/>
                <a:ext cx="1791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29ECF03A-8FB5-338A-26B6-4810C2457CD5}"/>
                  </a:ext>
                </a:extLst>
              </p14:cNvPr>
              <p14:cNvContentPartPr/>
              <p14:nvPr/>
            </p14:nvContentPartPr>
            <p14:xfrm>
              <a:off x="3287688" y="260647"/>
              <a:ext cx="45719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29ECF03A-8FB5-338A-26B6-4810C2457C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34111" y="-13455053"/>
                <a:ext cx="1525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2994E0E-6E02-CD13-5732-2AFE773A5E3A}"/>
                  </a:ext>
                </a:extLst>
              </p14:cNvPr>
              <p14:cNvContentPartPr/>
              <p14:nvPr/>
            </p14:nvContentPartPr>
            <p14:xfrm flipH="1">
              <a:off x="3513239" y="260646"/>
              <a:ext cx="62481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2994E0E-6E02-CD13-5732-2AFE773A5E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3459376" y="-13455054"/>
                <a:ext cx="1698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29D0C3D0-D2DB-18CE-4D82-FA0BEB276477}"/>
                  </a:ext>
                </a:extLst>
              </p14:cNvPr>
              <p14:cNvContentPartPr/>
              <p14:nvPr/>
            </p14:nvContentPartPr>
            <p14:xfrm>
              <a:off x="4223792" y="260646"/>
              <a:ext cx="62481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29D0C3D0-D2DB-18CE-4D82-FA0BEB2764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69929" y="-13455054"/>
                <a:ext cx="1698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FA255CA7-6600-AE2B-DCBA-703F7432D53D}"/>
                  </a:ext>
                </a:extLst>
              </p14:cNvPr>
              <p14:cNvContentPartPr/>
              <p14:nvPr/>
            </p14:nvContentPartPr>
            <p14:xfrm>
              <a:off x="9048328" y="621394"/>
              <a:ext cx="936104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FA255CA7-6600-AE2B-DCBA-703F7432D5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94322" y="-13094306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D864AE80-5370-EC37-1B98-CBA9DABDA8EC}"/>
                  </a:ext>
                </a:extLst>
              </p14:cNvPr>
              <p14:cNvContentPartPr/>
              <p14:nvPr/>
            </p14:nvContentPartPr>
            <p14:xfrm>
              <a:off x="2094783" y="935009"/>
              <a:ext cx="2849089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D864AE80-5370-EC37-1B98-CBA9DABDA8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40755" y="-12780691"/>
                <a:ext cx="2956785" cy="274314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E241F325-3986-738D-A856-E40775598D4B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1609370"/>
          <a:ext cx="8128000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093351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390675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91991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109147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56067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77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75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65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68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934529"/>
                  </a:ext>
                </a:extLst>
              </a:tr>
            </a:tbl>
          </a:graphicData>
        </a:graphic>
      </p:graphicFrame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E939CFD-4BC8-8C6E-0939-4DB13B7C52E2}"/>
              </a:ext>
            </a:extLst>
          </p:cNvPr>
          <p:cNvCxnSpPr>
            <a:cxnSpLocks/>
          </p:cNvCxnSpPr>
          <p:nvPr/>
        </p:nvCxnSpPr>
        <p:spPr bwMode="auto">
          <a:xfrm>
            <a:off x="695400" y="1609370"/>
            <a:ext cx="1620000" cy="345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77DA651-D6D3-8AA8-3D52-DB8771D38DB7}"/>
              </a:ext>
            </a:extLst>
          </p:cNvPr>
          <p:cNvSpPr txBox="1"/>
          <p:nvPr/>
        </p:nvSpPr>
        <p:spPr>
          <a:xfrm>
            <a:off x="1559496" y="1581139"/>
            <a:ext cx="811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Enter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C68A417-073C-B29A-BEF4-7DB24563C450}"/>
              </a:ext>
            </a:extLst>
          </p:cNvPr>
          <p:cNvSpPr txBox="1"/>
          <p:nvPr/>
        </p:nvSpPr>
        <p:spPr>
          <a:xfrm>
            <a:off x="756118" y="1720155"/>
            <a:ext cx="811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Leave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591E661-55CF-7757-1675-6E3AE1E5DB20}"/>
              </a:ext>
            </a:extLst>
          </p:cNvPr>
          <p:cNvSpPr txBox="1"/>
          <p:nvPr/>
        </p:nvSpPr>
        <p:spPr>
          <a:xfrm>
            <a:off x="2909794" y="1609621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CC89A5-0116-DE21-F833-284FBAAFE2BA}"/>
              </a:ext>
            </a:extLst>
          </p:cNvPr>
          <p:cNvSpPr txBox="1"/>
          <p:nvPr/>
        </p:nvSpPr>
        <p:spPr>
          <a:xfrm>
            <a:off x="4600576" y="1627822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B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55DC109-293A-BAE0-6675-63E2624330D4}"/>
              </a:ext>
            </a:extLst>
          </p:cNvPr>
          <p:cNvSpPr txBox="1"/>
          <p:nvPr/>
        </p:nvSpPr>
        <p:spPr>
          <a:xfrm>
            <a:off x="6197633" y="1631652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C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8CA2166-A159-BFB2-39B3-D86B274E089C}"/>
              </a:ext>
            </a:extLst>
          </p:cNvPr>
          <p:cNvSpPr txBox="1"/>
          <p:nvPr/>
        </p:nvSpPr>
        <p:spPr>
          <a:xfrm>
            <a:off x="7817633" y="1631652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D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A4E0867-8B81-3020-86C9-AD74F81CC797}"/>
              </a:ext>
            </a:extLst>
          </p:cNvPr>
          <p:cNvSpPr txBox="1"/>
          <p:nvPr/>
        </p:nvSpPr>
        <p:spPr>
          <a:xfrm>
            <a:off x="1271464" y="1987700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DD5F108-0017-A8C3-0EEE-2DB2491FC7ED}"/>
              </a:ext>
            </a:extLst>
          </p:cNvPr>
          <p:cNvSpPr txBox="1"/>
          <p:nvPr/>
        </p:nvSpPr>
        <p:spPr>
          <a:xfrm>
            <a:off x="1295509" y="2345641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B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99D11E-45B5-A458-0E5F-F22E16E8F399}"/>
              </a:ext>
            </a:extLst>
          </p:cNvPr>
          <p:cNvSpPr txBox="1"/>
          <p:nvPr/>
        </p:nvSpPr>
        <p:spPr>
          <a:xfrm>
            <a:off x="1295509" y="2725635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C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F5DDF27-12FD-E9FF-D481-20FF5B376862}"/>
              </a:ext>
            </a:extLst>
          </p:cNvPr>
          <p:cNvSpPr txBox="1"/>
          <p:nvPr/>
        </p:nvSpPr>
        <p:spPr>
          <a:xfrm>
            <a:off x="1271464" y="3099941"/>
            <a:ext cx="43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D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751F8D6F-B2FC-7E7E-EE48-7C6E986B566F}"/>
              </a:ext>
            </a:extLst>
          </p:cNvPr>
          <p:cNvCxnSpPr>
            <a:cxnSpLocks/>
          </p:cNvCxnSpPr>
          <p:nvPr/>
        </p:nvCxnSpPr>
        <p:spPr bwMode="auto">
          <a:xfrm>
            <a:off x="2313576" y="1984237"/>
            <a:ext cx="6533898" cy="1479333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96D30437-352B-6118-544B-3DA3CCA33966}"/>
              </a:ext>
            </a:extLst>
          </p:cNvPr>
          <p:cNvGrpSpPr/>
          <p:nvPr/>
        </p:nvGrpSpPr>
        <p:grpSpPr>
          <a:xfrm>
            <a:off x="4317773" y="1984237"/>
            <a:ext cx="952249" cy="402670"/>
            <a:chOff x="1160068" y="1381935"/>
            <a:chExt cx="952249" cy="402670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176960A-71B6-C4EC-A661-8D208409AACD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838492B4-C0F4-5EC1-848D-AE5952311211}"/>
                </a:ext>
              </a:extLst>
            </p:cNvPr>
            <p:cNvSpPr txBox="1"/>
            <p:nvPr/>
          </p:nvSpPr>
          <p:spPr>
            <a:xfrm>
              <a:off x="1262258" y="1384495"/>
              <a:ext cx="850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45234936-20F5-FA3C-F137-56D669D21AC8}"/>
              </a:ext>
            </a:extLst>
          </p:cNvPr>
          <p:cNvGrpSpPr/>
          <p:nvPr/>
        </p:nvGrpSpPr>
        <p:grpSpPr>
          <a:xfrm>
            <a:off x="5920317" y="1982957"/>
            <a:ext cx="952249" cy="402670"/>
            <a:chOff x="1160068" y="1381935"/>
            <a:chExt cx="952249" cy="402670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E6E6D017-E70E-58C2-B129-5C63644BC48B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88A1D568-8F81-2580-8820-91A3B960C75A}"/>
                </a:ext>
              </a:extLst>
            </p:cNvPr>
            <p:cNvSpPr txBox="1"/>
            <p:nvPr/>
          </p:nvSpPr>
          <p:spPr>
            <a:xfrm>
              <a:off x="1262258" y="1384495"/>
              <a:ext cx="850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9F182947-5643-8B25-C5AB-FC3C4D804ABA}"/>
              </a:ext>
            </a:extLst>
          </p:cNvPr>
          <p:cNvGrpSpPr/>
          <p:nvPr/>
        </p:nvGrpSpPr>
        <p:grpSpPr>
          <a:xfrm>
            <a:off x="7552796" y="1982957"/>
            <a:ext cx="952249" cy="402670"/>
            <a:chOff x="1160068" y="1381935"/>
            <a:chExt cx="952249" cy="402670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071CF26-0439-BD9A-5209-08424CDB8A36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6C47DB95-5110-EFFE-DE5A-C4CCFEEC576C}"/>
                </a:ext>
              </a:extLst>
            </p:cNvPr>
            <p:cNvSpPr txBox="1"/>
            <p:nvPr/>
          </p:nvSpPr>
          <p:spPr>
            <a:xfrm>
              <a:off x="1262258" y="1384495"/>
              <a:ext cx="850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AB41DCB3-1CFD-38C5-EB13-178B3D72032D}"/>
              </a:ext>
            </a:extLst>
          </p:cNvPr>
          <p:cNvGrpSpPr/>
          <p:nvPr/>
        </p:nvGrpSpPr>
        <p:grpSpPr>
          <a:xfrm>
            <a:off x="2650672" y="2345641"/>
            <a:ext cx="961241" cy="402670"/>
            <a:chOff x="1160068" y="1381935"/>
            <a:chExt cx="961241" cy="402670"/>
          </a:xfrm>
        </p:grpSpPr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D39FABD9-C289-A722-6662-9C148D18E647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BA41C98-4BF6-E3E7-8D6A-26E71744F0D8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EB4D110C-CE55-5853-5F94-8302C173E2CA}"/>
              </a:ext>
            </a:extLst>
          </p:cNvPr>
          <p:cNvGrpSpPr/>
          <p:nvPr/>
        </p:nvGrpSpPr>
        <p:grpSpPr>
          <a:xfrm>
            <a:off x="5917904" y="2345641"/>
            <a:ext cx="961241" cy="402670"/>
            <a:chOff x="1160068" y="1381935"/>
            <a:chExt cx="961241" cy="402670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5761D517-BC61-E491-3E07-C3D36CDB772C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6900646-71B5-997F-662F-39D8816F2869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332FBCF9-F4A3-CB77-AB65-51CAC83596CF}"/>
              </a:ext>
            </a:extLst>
          </p:cNvPr>
          <p:cNvGrpSpPr/>
          <p:nvPr/>
        </p:nvGrpSpPr>
        <p:grpSpPr>
          <a:xfrm>
            <a:off x="7554379" y="2353984"/>
            <a:ext cx="961241" cy="402670"/>
            <a:chOff x="1160068" y="1381935"/>
            <a:chExt cx="961241" cy="402670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E5FFBB7-6436-6868-949D-41010B2DF2DE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EA4BDB71-06F2-BA51-9729-73231FAD059C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4A4443F5-42D7-7534-384F-64D564074005}"/>
              </a:ext>
            </a:extLst>
          </p:cNvPr>
          <p:cNvGrpSpPr/>
          <p:nvPr/>
        </p:nvGrpSpPr>
        <p:grpSpPr>
          <a:xfrm>
            <a:off x="2650495" y="2726379"/>
            <a:ext cx="961241" cy="402670"/>
            <a:chOff x="1160068" y="1381935"/>
            <a:chExt cx="961241" cy="402670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A334FACB-C52D-02DA-76EF-E75ABF16D30D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2AE0EBC4-E80D-379D-2CA9-77640AD9D69B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1FAD201D-D9C2-DF39-1C97-3D999120C2F9}"/>
              </a:ext>
            </a:extLst>
          </p:cNvPr>
          <p:cNvGrpSpPr/>
          <p:nvPr/>
        </p:nvGrpSpPr>
        <p:grpSpPr>
          <a:xfrm>
            <a:off x="4342168" y="2724355"/>
            <a:ext cx="961241" cy="402670"/>
            <a:chOff x="1160068" y="1381935"/>
            <a:chExt cx="961241" cy="402670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0D3301A0-6D73-F436-D9B0-D67B7FBBE0E6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7CE1D1F2-E179-64AC-74F4-CFACB88DB5D1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E7E44111-5080-D0DF-135B-9E3F137EA14B}"/>
              </a:ext>
            </a:extLst>
          </p:cNvPr>
          <p:cNvGrpSpPr/>
          <p:nvPr/>
        </p:nvGrpSpPr>
        <p:grpSpPr>
          <a:xfrm>
            <a:off x="7554379" y="2751534"/>
            <a:ext cx="961241" cy="402670"/>
            <a:chOff x="1160068" y="1381935"/>
            <a:chExt cx="961241" cy="402670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D438D5CA-817C-F72E-C9A8-7008BE56472A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B22CC829-8532-4C3F-F461-F3276B8B00DB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2F5AFDA1-1CA3-A921-2F7C-E8C1FB766DEA}"/>
              </a:ext>
            </a:extLst>
          </p:cNvPr>
          <p:cNvGrpSpPr/>
          <p:nvPr/>
        </p:nvGrpSpPr>
        <p:grpSpPr>
          <a:xfrm>
            <a:off x="2649325" y="3106114"/>
            <a:ext cx="961241" cy="402670"/>
            <a:chOff x="1160068" y="1381935"/>
            <a:chExt cx="961241" cy="40267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BC7E7650-C676-4486-5CCF-E5814A5030E1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283CA743-CE91-7DEE-F6F5-794F6E2040F0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A422C6DB-96ED-04ED-5892-45690CAB6874}"/>
              </a:ext>
            </a:extLst>
          </p:cNvPr>
          <p:cNvGrpSpPr/>
          <p:nvPr/>
        </p:nvGrpSpPr>
        <p:grpSpPr>
          <a:xfrm>
            <a:off x="4342168" y="3106114"/>
            <a:ext cx="961241" cy="402670"/>
            <a:chOff x="1160068" y="1381935"/>
            <a:chExt cx="961241" cy="402670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A448B919-9FE5-7F45-1880-F5159ACB0D84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E5F698CD-C78A-69A0-EF83-0BF1D3E09EDF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60107610-5872-5D72-CE60-9E4B514A7DC4}"/>
              </a:ext>
            </a:extLst>
          </p:cNvPr>
          <p:cNvGrpSpPr/>
          <p:nvPr/>
        </p:nvGrpSpPr>
        <p:grpSpPr>
          <a:xfrm>
            <a:off x="5911919" y="3106114"/>
            <a:ext cx="961241" cy="402670"/>
            <a:chOff x="1160068" y="1381935"/>
            <a:chExt cx="961241" cy="402670"/>
          </a:xfrm>
        </p:grpSpPr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A2B2A174-6624-0BA6-300A-2D1F3E358D05}"/>
                </a:ext>
              </a:extLst>
            </p:cNvPr>
            <p:cNvSpPr txBox="1"/>
            <p:nvPr/>
          </p:nvSpPr>
          <p:spPr>
            <a:xfrm>
              <a:off x="1160068" y="13819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9FD49278-8D03-630E-12CD-2EE3214EB952}"/>
                </a:ext>
              </a:extLst>
            </p:cNvPr>
            <p:cNvSpPr txBox="1"/>
            <p:nvPr/>
          </p:nvSpPr>
          <p:spPr>
            <a:xfrm>
              <a:off x="1262258" y="1384495"/>
              <a:ext cx="859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581FB9EB-DEA8-BF91-C2E6-76BE24FFC64C}"/>
              </a:ext>
            </a:extLst>
          </p:cNvPr>
          <p:cNvSpPr txBox="1"/>
          <p:nvPr/>
        </p:nvSpPr>
        <p:spPr>
          <a:xfrm>
            <a:off x="551384" y="3866769"/>
            <a:ext cx="4828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didn’t pass through gateway B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2F9C31D-7769-651D-FA1A-986F06F20676}"/>
                  </a:ext>
                </a:extLst>
              </p:cNvPr>
              <p:cNvSpPr txBox="1"/>
              <p:nvPr/>
            </p:nvSpPr>
            <p:spPr>
              <a:xfrm>
                <a:off x="577543" y="46348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2F9C31D-7769-651D-FA1A-986F06F20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43" y="463481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群組 79">
            <a:extLst>
              <a:ext uri="{FF2B5EF4-FFF2-40B4-BE49-F238E27FC236}">
                <a16:creationId xmlns:a16="http://schemas.microsoft.com/office/drawing/2014/main" id="{972D2185-4B3C-05D1-F762-F612870D0F2A}"/>
              </a:ext>
            </a:extLst>
          </p:cNvPr>
          <p:cNvGrpSpPr/>
          <p:nvPr/>
        </p:nvGrpSpPr>
        <p:grpSpPr>
          <a:xfrm>
            <a:off x="894160" y="4477374"/>
            <a:ext cx="530915" cy="778067"/>
            <a:chOff x="2809544" y="4671588"/>
            <a:chExt cx="530915" cy="778067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736E252D-86DF-DDDB-9963-B486B6D363D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8DA833CA-8BC7-B578-121F-83CEF9DEE61E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777AEB36-B460-7C68-88A1-67781E28FD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84422CBA-C04D-D46A-C781-50DD6B72E94C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C4D68E4-832A-E4BF-6E0D-ABE252738FB2}"/>
                  </a:ext>
                </a:extLst>
              </p:cNvPr>
              <p:cNvSpPr txBox="1"/>
              <p:nvPr/>
            </p:nvSpPr>
            <p:spPr>
              <a:xfrm>
                <a:off x="577543" y="54154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C4D68E4-832A-E4BF-6E0D-ABE252738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43" y="541542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32DFA609-1284-D816-D325-A5714C927957}"/>
              </a:ext>
            </a:extLst>
          </p:cNvPr>
          <p:cNvGrpSpPr/>
          <p:nvPr/>
        </p:nvGrpSpPr>
        <p:grpSpPr>
          <a:xfrm>
            <a:off x="983432" y="5248630"/>
            <a:ext cx="364383" cy="777549"/>
            <a:chOff x="2896107" y="4671588"/>
            <a:chExt cx="364383" cy="777549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C0DD73B3-53A6-4049-8A7A-3040BAE33B9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D720A834-3DC6-EA42-CC5E-EA4F6D7220E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8F44AED3-1F9A-4DAF-FF2E-EDE766C7575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5F203057-9739-D107-C55C-72CC8602DDD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413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77" grpId="0"/>
      <p:bldP spid="79" grpId="0"/>
      <p:bldP spid="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A2CF7D-4686-19A7-6DC8-0A4BE4AD9B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486"/>
          <a:stretch>
            <a:fillRect/>
          </a:stretch>
        </p:blipFill>
        <p:spPr>
          <a:xfrm>
            <a:off x="117900" y="0"/>
            <a:ext cx="9930679" cy="24672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113">
                <a:extLst>
                  <a:ext uri="{FF2B5EF4-FFF2-40B4-BE49-F238E27FC236}">
                    <a16:creationId xmlns:a16="http://schemas.microsoft.com/office/drawing/2014/main" id="{F5B67700-E5A7-02FE-0D6B-20BC26FC2349}"/>
                  </a:ext>
                </a:extLst>
              </p14:cNvPr>
              <p14:cNvContentPartPr/>
              <p14:nvPr/>
            </p14:nvContentPartPr>
            <p14:xfrm>
              <a:off x="2527996" y="208986"/>
              <a:ext cx="1090693" cy="45719"/>
            </p14:xfrm>
          </p:contentPart>
        </mc:Choice>
        <mc:Fallback>
          <p:pic>
            <p:nvPicPr>
              <p:cNvPr id="7" name="筆跡 113">
                <a:extLst>
                  <a:ext uri="{FF2B5EF4-FFF2-40B4-BE49-F238E27FC236}">
                    <a16:creationId xmlns:a16="http://schemas.microsoft.com/office/drawing/2014/main" id="{F5B67700-E5A7-02FE-0D6B-20BC26FC23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3948" y="-13506714"/>
                <a:ext cx="119842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113">
                <a:extLst>
                  <a:ext uri="{FF2B5EF4-FFF2-40B4-BE49-F238E27FC236}">
                    <a16:creationId xmlns:a16="http://schemas.microsoft.com/office/drawing/2014/main" id="{FDC274F1-72BB-0943-515A-56474AB045FE}"/>
                  </a:ext>
                </a:extLst>
              </p14:cNvPr>
              <p14:cNvContentPartPr/>
              <p14:nvPr/>
            </p14:nvContentPartPr>
            <p14:xfrm>
              <a:off x="4178456" y="208986"/>
              <a:ext cx="1249578" cy="45719"/>
            </p14:xfrm>
          </p:contentPart>
        </mc:Choice>
        <mc:Fallback>
          <p:pic>
            <p:nvPicPr>
              <p:cNvPr id="8" name="筆跡 113">
                <a:extLst>
                  <a:ext uri="{FF2B5EF4-FFF2-40B4-BE49-F238E27FC236}">
                    <a16:creationId xmlns:a16="http://schemas.microsoft.com/office/drawing/2014/main" id="{FDC274F1-72BB-0943-515A-56474AB045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4409" y="-13506714"/>
                <a:ext cx="135731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113">
                <a:extLst>
                  <a:ext uri="{FF2B5EF4-FFF2-40B4-BE49-F238E27FC236}">
                    <a16:creationId xmlns:a16="http://schemas.microsoft.com/office/drawing/2014/main" id="{B8200B6A-D904-16DA-B8D2-74CE187AAC50}"/>
                  </a:ext>
                </a:extLst>
              </p14:cNvPr>
              <p14:cNvContentPartPr/>
              <p14:nvPr/>
            </p14:nvContentPartPr>
            <p14:xfrm>
              <a:off x="6028785" y="186126"/>
              <a:ext cx="868126" cy="45719"/>
            </p14:xfrm>
          </p:contentPart>
        </mc:Choice>
        <mc:Fallback>
          <p:pic>
            <p:nvPicPr>
              <p:cNvPr id="9" name="筆跡 113">
                <a:extLst>
                  <a:ext uri="{FF2B5EF4-FFF2-40B4-BE49-F238E27FC236}">
                    <a16:creationId xmlns:a16="http://schemas.microsoft.com/office/drawing/2014/main" id="{B8200B6A-D904-16DA-B8D2-74CE187AAC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4752" y="-13529574"/>
                <a:ext cx="97583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113">
                <a:extLst>
                  <a:ext uri="{FF2B5EF4-FFF2-40B4-BE49-F238E27FC236}">
                    <a16:creationId xmlns:a16="http://schemas.microsoft.com/office/drawing/2014/main" id="{55ADE6D5-CFA6-DC97-5718-14D76B11AAFA}"/>
                  </a:ext>
                </a:extLst>
              </p14:cNvPr>
              <p14:cNvContentPartPr/>
              <p14:nvPr/>
            </p14:nvContentPartPr>
            <p14:xfrm>
              <a:off x="8957887" y="208986"/>
              <a:ext cx="706118" cy="45719"/>
            </p14:xfrm>
          </p:contentPart>
        </mc:Choice>
        <mc:Fallback>
          <p:pic>
            <p:nvPicPr>
              <p:cNvPr id="10" name="筆跡 113">
                <a:extLst>
                  <a:ext uri="{FF2B5EF4-FFF2-40B4-BE49-F238E27FC236}">
                    <a16:creationId xmlns:a16="http://schemas.microsoft.com/office/drawing/2014/main" id="{55ADE6D5-CFA6-DC97-5718-14D76B11AA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03847" y="-13506714"/>
                <a:ext cx="8138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113">
                <a:extLst>
                  <a:ext uri="{FF2B5EF4-FFF2-40B4-BE49-F238E27FC236}">
                    <a16:creationId xmlns:a16="http://schemas.microsoft.com/office/drawing/2014/main" id="{CA74BC30-C2E4-9EC2-53C8-14A6D9191679}"/>
                  </a:ext>
                </a:extLst>
              </p14:cNvPr>
              <p14:cNvContentPartPr/>
              <p14:nvPr/>
            </p14:nvContentPartPr>
            <p14:xfrm>
              <a:off x="1571351" y="526757"/>
              <a:ext cx="1259398" cy="45719"/>
            </p14:xfrm>
          </p:contentPart>
        </mc:Choice>
        <mc:Fallback>
          <p:pic>
            <p:nvPicPr>
              <p:cNvPr id="11" name="筆跡 113">
                <a:extLst>
                  <a:ext uri="{FF2B5EF4-FFF2-40B4-BE49-F238E27FC236}">
                    <a16:creationId xmlns:a16="http://schemas.microsoft.com/office/drawing/2014/main" id="{CA74BC30-C2E4-9EC2-53C8-14A6D91916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17315" y="-13188943"/>
                <a:ext cx="13671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筆跡 10">
                <a:extLst>
                  <a:ext uri="{FF2B5EF4-FFF2-40B4-BE49-F238E27FC236}">
                    <a16:creationId xmlns:a16="http://schemas.microsoft.com/office/drawing/2014/main" id="{CDA72CC1-3983-26AD-13D5-4ABAFD4462ED}"/>
                  </a:ext>
                </a:extLst>
              </p14:cNvPr>
              <p14:cNvContentPartPr/>
              <p14:nvPr/>
            </p14:nvContentPartPr>
            <p14:xfrm>
              <a:off x="1976319" y="913224"/>
              <a:ext cx="936104" cy="45719"/>
            </p14:xfrm>
          </p:contentPart>
        </mc:Choice>
        <mc:Fallback>
          <p:pic>
            <p:nvPicPr>
              <p:cNvPr id="12" name="筆跡 10">
                <a:extLst>
                  <a:ext uri="{FF2B5EF4-FFF2-40B4-BE49-F238E27FC236}">
                    <a16:creationId xmlns:a16="http://schemas.microsoft.com/office/drawing/2014/main" id="{CDA72CC1-3983-26AD-13D5-4ABAFD4462E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22313" y="-12802476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筆跡 113">
                <a:extLst>
                  <a:ext uri="{FF2B5EF4-FFF2-40B4-BE49-F238E27FC236}">
                    <a16:creationId xmlns:a16="http://schemas.microsoft.com/office/drawing/2014/main" id="{1ED23C6C-7D44-5E44-D8A0-4C10F628F151}"/>
                  </a:ext>
                </a:extLst>
              </p14:cNvPr>
              <p14:cNvContentPartPr/>
              <p14:nvPr/>
            </p14:nvContentPartPr>
            <p14:xfrm>
              <a:off x="4178456" y="890364"/>
              <a:ext cx="1071238" cy="45719"/>
            </p14:xfrm>
          </p:contentPart>
        </mc:Choice>
        <mc:Fallback>
          <p:pic>
            <p:nvPicPr>
              <p:cNvPr id="13" name="筆跡 113">
                <a:extLst>
                  <a:ext uri="{FF2B5EF4-FFF2-40B4-BE49-F238E27FC236}">
                    <a16:creationId xmlns:a16="http://schemas.microsoft.com/office/drawing/2014/main" id="{1ED23C6C-7D44-5E44-D8A0-4C10F628F15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24408" y="-12825336"/>
                <a:ext cx="117897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文字方塊 114">
            <a:extLst>
              <a:ext uri="{FF2B5EF4-FFF2-40B4-BE49-F238E27FC236}">
                <a16:creationId xmlns:a16="http://schemas.microsoft.com/office/drawing/2014/main" id="{11B9020B-B266-4E63-2A92-F276D83BC2F9}"/>
              </a:ext>
            </a:extLst>
          </p:cNvPr>
          <p:cNvSpPr txBox="1"/>
          <p:nvPr/>
        </p:nvSpPr>
        <p:spPr>
          <a:xfrm>
            <a:off x="413065" y="2621138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2" name="文字方塊 136">
            <a:extLst>
              <a:ext uri="{FF2B5EF4-FFF2-40B4-BE49-F238E27FC236}">
                <a16:creationId xmlns:a16="http://schemas.microsoft.com/office/drawing/2014/main" id="{93345429-0C4E-809C-0129-A51EDF779030}"/>
              </a:ext>
            </a:extLst>
          </p:cNvPr>
          <p:cNvSpPr txBox="1"/>
          <p:nvPr/>
        </p:nvSpPr>
        <p:spPr>
          <a:xfrm>
            <a:off x="1076089" y="2621138"/>
            <a:ext cx="366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ball X is not yellow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37">
                <a:extLst>
                  <a:ext uri="{FF2B5EF4-FFF2-40B4-BE49-F238E27FC236}">
                    <a16:creationId xmlns:a16="http://schemas.microsoft.com/office/drawing/2014/main" id="{DE180C5A-5296-34DE-7961-3C454D4AE410}"/>
                  </a:ext>
                </a:extLst>
              </p:cNvPr>
              <p:cNvSpPr txBox="1"/>
              <p:nvPr/>
            </p:nvSpPr>
            <p:spPr>
              <a:xfrm>
                <a:off x="778135" y="32027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37">
                <a:extLst>
                  <a:ext uri="{FF2B5EF4-FFF2-40B4-BE49-F238E27FC236}">
                    <a16:creationId xmlns:a16="http://schemas.microsoft.com/office/drawing/2014/main" id="{DE180C5A-5296-34DE-7961-3C454D4A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35" y="320278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138">
            <a:extLst>
              <a:ext uri="{FF2B5EF4-FFF2-40B4-BE49-F238E27FC236}">
                <a16:creationId xmlns:a16="http://schemas.microsoft.com/office/drawing/2014/main" id="{4BA383C6-4B9E-0C53-AD2A-51F3D14D9925}"/>
              </a:ext>
            </a:extLst>
          </p:cNvPr>
          <p:cNvGrpSpPr/>
          <p:nvPr/>
        </p:nvGrpSpPr>
        <p:grpSpPr>
          <a:xfrm>
            <a:off x="1174722" y="3045340"/>
            <a:ext cx="370976" cy="787068"/>
            <a:chOff x="2889514" y="4671588"/>
            <a:chExt cx="370976" cy="787068"/>
          </a:xfrm>
        </p:grpSpPr>
        <p:sp>
          <p:nvSpPr>
            <p:cNvPr id="25" name="文字方塊 139">
              <a:extLst>
                <a:ext uri="{FF2B5EF4-FFF2-40B4-BE49-F238E27FC236}">
                  <a16:creationId xmlns:a16="http://schemas.microsoft.com/office/drawing/2014/main" id="{08D1C0F3-BC3F-D4FD-F63E-4AB6A03F61A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6" name="群組 140">
              <a:extLst>
                <a:ext uri="{FF2B5EF4-FFF2-40B4-BE49-F238E27FC236}">
                  <a16:creationId xmlns:a16="http://schemas.microsoft.com/office/drawing/2014/main" id="{B1FAFED1-0DF7-290E-4D0E-84B55BC811AF}"/>
                </a:ext>
              </a:extLst>
            </p:cNvPr>
            <p:cNvGrpSpPr/>
            <p:nvPr/>
          </p:nvGrpSpPr>
          <p:grpSpPr>
            <a:xfrm>
              <a:off x="2889514" y="5034454"/>
              <a:ext cx="370976" cy="424202"/>
              <a:chOff x="2889514" y="5034454"/>
              <a:chExt cx="370976" cy="424202"/>
            </a:xfrm>
          </p:grpSpPr>
          <p:cxnSp>
            <p:nvCxnSpPr>
              <p:cNvPr id="27" name="直線接點 141">
                <a:extLst>
                  <a:ext uri="{FF2B5EF4-FFF2-40B4-BE49-F238E27FC236}">
                    <a16:creationId xmlns:a16="http://schemas.microsoft.com/office/drawing/2014/main" id="{019F4E54-33D8-E268-A353-92F06439D9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" name="文字方塊 142">
                <a:extLst>
                  <a:ext uri="{FF2B5EF4-FFF2-40B4-BE49-F238E27FC236}">
                    <a16:creationId xmlns:a16="http://schemas.microsoft.com/office/drawing/2014/main" id="{DD33DC3D-203A-81D9-18C6-D472B33DC51C}"/>
                  </a:ext>
                </a:extLst>
              </p:cNvPr>
              <p:cNvSpPr txBox="1"/>
              <p:nvPr/>
            </p:nvSpPr>
            <p:spPr>
              <a:xfrm>
                <a:off x="2889514" y="5058546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43">
                <a:extLst>
                  <a:ext uri="{FF2B5EF4-FFF2-40B4-BE49-F238E27FC236}">
                    <a16:creationId xmlns:a16="http://schemas.microsoft.com/office/drawing/2014/main" id="{962DEB0D-B7B0-0EEC-23BE-50572AEDB4FE}"/>
                  </a:ext>
                </a:extLst>
              </p:cNvPr>
              <p:cNvSpPr txBox="1"/>
              <p:nvPr/>
            </p:nvSpPr>
            <p:spPr>
              <a:xfrm>
                <a:off x="778135" y="39833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43">
                <a:extLst>
                  <a:ext uri="{FF2B5EF4-FFF2-40B4-BE49-F238E27FC236}">
                    <a16:creationId xmlns:a16="http://schemas.microsoft.com/office/drawing/2014/main" id="{962DEB0D-B7B0-0EEC-23BE-50572AEDB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35" y="3983392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44">
            <a:extLst>
              <a:ext uri="{FF2B5EF4-FFF2-40B4-BE49-F238E27FC236}">
                <a16:creationId xmlns:a16="http://schemas.microsoft.com/office/drawing/2014/main" id="{44C2E510-531A-3EAF-3DFD-7934A723A995}"/>
              </a:ext>
            </a:extLst>
          </p:cNvPr>
          <p:cNvGrpSpPr/>
          <p:nvPr/>
        </p:nvGrpSpPr>
        <p:grpSpPr>
          <a:xfrm>
            <a:off x="1184024" y="3816596"/>
            <a:ext cx="364383" cy="777549"/>
            <a:chOff x="2896107" y="4671588"/>
            <a:chExt cx="364383" cy="777549"/>
          </a:xfrm>
        </p:grpSpPr>
        <p:sp>
          <p:nvSpPr>
            <p:cNvPr id="31" name="文字方塊 145">
              <a:extLst>
                <a:ext uri="{FF2B5EF4-FFF2-40B4-BE49-F238E27FC236}">
                  <a16:creationId xmlns:a16="http://schemas.microsoft.com/office/drawing/2014/main" id="{EEDEC2D8-9B84-F29B-B51A-EDADFCFA495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146">
              <a:extLst>
                <a:ext uri="{FF2B5EF4-FFF2-40B4-BE49-F238E27FC236}">
                  <a16:creationId xmlns:a16="http://schemas.microsoft.com/office/drawing/2014/main" id="{C3C5370C-43F4-C3F0-D46B-9A51B9D6A5D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3" name="直線接點 147">
                <a:extLst>
                  <a:ext uri="{FF2B5EF4-FFF2-40B4-BE49-F238E27FC236}">
                    <a16:creationId xmlns:a16="http://schemas.microsoft.com/office/drawing/2014/main" id="{BD363FB0-A695-1306-14ED-01961856645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92776096-BCE8-9119-FC91-359712293EF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筆跡 113">
                <a:extLst>
                  <a:ext uri="{FF2B5EF4-FFF2-40B4-BE49-F238E27FC236}">
                    <a16:creationId xmlns:a16="http://schemas.microsoft.com/office/drawing/2014/main" id="{CA4C7020-3FAF-2DEC-57F9-D53A844A011A}"/>
                  </a:ext>
                </a:extLst>
              </p14:cNvPr>
              <p14:cNvContentPartPr/>
              <p14:nvPr/>
            </p14:nvContentPartPr>
            <p14:xfrm>
              <a:off x="1908751" y="1927981"/>
              <a:ext cx="1427835" cy="45719"/>
            </p14:xfrm>
          </p:contentPart>
        </mc:Choice>
        <mc:Fallback>
          <p:pic>
            <p:nvPicPr>
              <p:cNvPr id="35" name="筆跡 113">
                <a:extLst>
                  <a:ext uri="{FF2B5EF4-FFF2-40B4-BE49-F238E27FC236}">
                    <a16:creationId xmlns:a16="http://schemas.microsoft.com/office/drawing/2014/main" id="{CA4C7020-3FAF-2DEC-57F9-D53A844A011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54707" y="-11787719"/>
                <a:ext cx="15355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筆跡 10">
                <a:extLst>
                  <a:ext uri="{FF2B5EF4-FFF2-40B4-BE49-F238E27FC236}">
                    <a16:creationId xmlns:a16="http://schemas.microsoft.com/office/drawing/2014/main" id="{FAAD0595-99D9-9EC1-888D-2A1861A5BBB2}"/>
                  </a:ext>
                </a:extLst>
              </p14:cNvPr>
              <p14:cNvContentPartPr/>
              <p14:nvPr/>
            </p14:nvContentPartPr>
            <p14:xfrm>
              <a:off x="4289496" y="1924491"/>
              <a:ext cx="936104" cy="45719"/>
            </p14:xfrm>
          </p:contentPart>
        </mc:Choice>
        <mc:Fallback>
          <p:pic>
            <p:nvPicPr>
              <p:cNvPr id="36" name="筆跡 10">
                <a:extLst>
                  <a:ext uri="{FF2B5EF4-FFF2-40B4-BE49-F238E27FC236}">
                    <a16:creationId xmlns:a16="http://schemas.microsoft.com/office/drawing/2014/main" id="{FAAD0595-99D9-9EC1-888D-2A1861A5BBB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35490" y="-11791209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7" name="筆跡 113">
                <a:extLst>
                  <a:ext uri="{FF2B5EF4-FFF2-40B4-BE49-F238E27FC236}">
                    <a16:creationId xmlns:a16="http://schemas.microsoft.com/office/drawing/2014/main" id="{BA671606-7E89-24E8-C2A6-672CB6E73408}"/>
                  </a:ext>
                </a:extLst>
              </p14:cNvPr>
              <p14:cNvContentPartPr/>
              <p14:nvPr/>
            </p14:nvContentPartPr>
            <p14:xfrm>
              <a:off x="5805622" y="1908313"/>
              <a:ext cx="1141088" cy="45719"/>
            </p14:xfrm>
          </p:contentPart>
        </mc:Choice>
        <mc:Fallback>
          <p:pic>
            <p:nvPicPr>
              <p:cNvPr id="37" name="筆跡 113">
                <a:extLst>
                  <a:ext uri="{FF2B5EF4-FFF2-40B4-BE49-F238E27FC236}">
                    <a16:creationId xmlns:a16="http://schemas.microsoft.com/office/drawing/2014/main" id="{BA671606-7E89-24E8-C2A6-672CB6E734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51576" y="-11807387"/>
                <a:ext cx="124881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文字方塊 115">
            <a:extLst>
              <a:ext uri="{FF2B5EF4-FFF2-40B4-BE49-F238E27FC236}">
                <a16:creationId xmlns:a16="http://schemas.microsoft.com/office/drawing/2014/main" id="{3577B3B8-F13C-6156-BE9C-AF8319C39B91}"/>
              </a:ext>
            </a:extLst>
          </p:cNvPr>
          <p:cNvSpPr txBox="1"/>
          <p:nvPr/>
        </p:nvSpPr>
        <p:spPr>
          <a:xfrm>
            <a:off x="413065" y="471335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39" name="文字方塊 136">
            <a:extLst>
              <a:ext uri="{FF2B5EF4-FFF2-40B4-BE49-F238E27FC236}">
                <a16:creationId xmlns:a16="http://schemas.microsoft.com/office/drawing/2014/main" id="{9547CCBA-C349-7656-2F7E-952BE8CF3908}"/>
              </a:ext>
            </a:extLst>
          </p:cNvPr>
          <p:cNvSpPr txBox="1"/>
          <p:nvPr/>
        </p:nvSpPr>
        <p:spPr>
          <a:xfrm>
            <a:off x="1231161" y="4689260"/>
            <a:ext cx="366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ball Y is red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137">
                <a:extLst>
                  <a:ext uri="{FF2B5EF4-FFF2-40B4-BE49-F238E27FC236}">
                    <a16:creationId xmlns:a16="http://schemas.microsoft.com/office/drawing/2014/main" id="{4872F011-A4A5-7849-2AA6-EF73FD1989E7}"/>
                  </a:ext>
                </a:extLst>
              </p:cNvPr>
              <p:cNvSpPr txBox="1"/>
              <p:nvPr/>
            </p:nvSpPr>
            <p:spPr>
              <a:xfrm>
                <a:off x="771542" y="54023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137">
                <a:extLst>
                  <a:ext uri="{FF2B5EF4-FFF2-40B4-BE49-F238E27FC236}">
                    <a16:creationId xmlns:a16="http://schemas.microsoft.com/office/drawing/2014/main" id="{4872F011-A4A5-7849-2AA6-EF73FD198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42" y="5402339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群組 138">
            <a:extLst>
              <a:ext uri="{FF2B5EF4-FFF2-40B4-BE49-F238E27FC236}">
                <a16:creationId xmlns:a16="http://schemas.microsoft.com/office/drawing/2014/main" id="{88F1A666-CB99-B22B-A1EB-CBA90842EFF5}"/>
              </a:ext>
            </a:extLst>
          </p:cNvPr>
          <p:cNvGrpSpPr/>
          <p:nvPr/>
        </p:nvGrpSpPr>
        <p:grpSpPr>
          <a:xfrm>
            <a:off x="1168129" y="5244896"/>
            <a:ext cx="370976" cy="777549"/>
            <a:chOff x="2889514" y="4671588"/>
            <a:chExt cx="370976" cy="777549"/>
          </a:xfrm>
        </p:grpSpPr>
        <p:sp>
          <p:nvSpPr>
            <p:cNvPr id="42" name="文字方塊 139">
              <a:extLst>
                <a:ext uri="{FF2B5EF4-FFF2-40B4-BE49-F238E27FC236}">
                  <a16:creationId xmlns:a16="http://schemas.microsoft.com/office/drawing/2014/main" id="{55A7A4E1-727E-DE42-4F8C-3774325CCCB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3" name="群組 140">
              <a:extLst>
                <a:ext uri="{FF2B5EF4-FFF2-40B4-BE49-F238E27FC236}">
                  <a16:creationId xmlns:a16="http://schemas.microsoft.com/office/drawing/2014/main" id="{50B7037A-76AA-C2A5-A898-789CE62D6E82}"/>
                </a:ext>
              </a:extLst>
            </p:cNvPr>
            <p:cNvGrpSpPr/>
            <p:nvPr/>
          </p:nvGrpSpPr>
          <p:grpSpPr>
            <a:xfrm>
              <a:off x="2889514" y="5034454"/>
              <a:ext cx="370976" cy="414683"/>
              <a:chOff x="2889514" y="5034454"/>
              <a:chExt cx="370976" cy="414683"/>
            </a:xfrm>
          </p:grpSpPr>
          <p:cxnSp>
            <p:nvCxnSpPr>
              <p:cNvPr id="44" name="直線接點 141">
                <a:extLst>
                  <a:ext uri="{FF2B5EF4-FFF2-40B4-BE49-F238E27FC236}">
                    <a16:creationId xmlns:a16="http://schemas.microsoft.com/office/drawing/2014/main" id="{E3B6CC44-B5E6-F76F-9F26-927C11337D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5" name="文字方塊 142">
                <a:extLst>
                  <a:ext uri="{FF2B5EF4-FFF2-40B4-BE49-F238E27FC236}">
                    <a16:creationId xmlns:a16="http://schemas.microsoft.com/office/drawing/2014/main" id="{06404949-F8C0-BA70-59DE-237BB1205259}"/>
                  </a:ext>
                </a:extLst>
              </p:cNvPr>
              <p:cNvSpPr txBox="1"/>
              <p:nvPr/>
            </p:nvSpPr>
            <p:spPr>
              <a:xfrm>
                <a:off x="2889514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143">
                <a:extLst>
                  <a:ext uri="{FF2B5EF4-FFF2-40B4-BE49-F238E27FC236}">
                    <a16:creationId xmlns:a16="http://schemas.microsoft.com/office/drawing/2014/main" id="{C89CEBAB-6444-3444-988C-A7ECD6EA943C}"/>
                  </a:ext>
                </a:extLst>
              </p:cNvPr>
              <p:cNvSpPr txBox="1"/>
              <p:nvPr/>
            </p:nvSpPr>
            <p:spPr>
              <a:xfrm>
                <a:off x="771542" y="61829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143">
                <a:extLst>
                  <a:ext uri="{FF2B5EF4-FFF2-40B4-BE49-F238E27FC236}">
                    <a16:creationId xmlns:a16="http://schemas.microsoft.com/office/drawing/2014/main" id="{C89CEBAB-6444-3444-988C-A7ECD6EA9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42" y="618294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139">
            <a:extLst>
              <a:ext uri="{FF2B5EF4-FFF2-40B4-BE49-F238E27FC236}">
                <a16:creationId xmlns:a16="http://schemas.microsoft.com/office/drawing/2014/main" id="{C4D12684-4AE0-020F-72ED-6B015871E379}"/>
              </a:ext>
            </a:extLst>
          </p:cNvPr>
          <p:cNvSpPr txBox="1"/>
          <p:nvPr/>
        </p:nvSpPr>
        <p:spPr>
          <a:xfrm>
            <a:off x="1174722" y="622392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E59EDD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4" name="筆跡 10">
                <a:extLst>
                  <a:ext uri="{FF2B5EF4-FFF2-40B4-BE49-F238E27FC236}">
                    <a16:creationId xmlns:a16="http://schemas.microsoft.com/office/drawing/2014/main" id="{269A2316-3A61-E6AB-1CE1-BDF27B49F5EE}"/>
                  </a:ext>
                </a:extLst>
              </p14:cNvPr>
              <p14:cNvContentPartPr/>
              <p14:nvPr/>
            </p14:nvContentPartPr>
            <p14:xfrm>
              <a:off x="2527996" y="2280760"/>
              <a:ext cx="936104" cy="45719"/>
            </p14:xfrm>
          </p:contentPart>
        </mc:Choice>
        <mc:Fallback>
          <p:pic>
            <p:nvPicPr>
              <p:cNvPr id="54" name="筆跡 10">
                <a:extLst>
                  <a:ext uri="{FF2B5EF4-FFF2-40B4-BE49-F238E27FC236}">
                    <a16:creationId xmlns:a16="http://schemas.microsoft.com/office/drawing/2014/main" id="{269A2316-3A61-E6AB-1CE1-BDF27B49F5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73990" y="-11434940"/>
                <a:ext cx="1043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5" name="筆跡 113">
                <a:extLst>
                  <a:ext uri="{FF2B5EF4-FFF2-40B4-BE49-F238E27FC236}">
                    <a16:creationId xmlns:a16="http://schemas.microsoft.com/office/drawing/2014/main" id="{597BCDEA-4EB7-5821-6F91-C2CB34B0F109}"/>
                  </a:ext>
                </a:extLst>
              </p14:cNvPr>
              <p14:cNvContentPartPr/>
              <p14:nvPr/>
            </p14:nvContentPartPr>
            <p14:xfrm>
              <a:off x="3942151" y="2269416"/>
              <a:ext cx="1141088" cy="45719"/>
            </p14:xfrm>
          </p:contentPart>
        </mc:Choice>
        <mc:Fallback>
          <p:pic>
            <p:nvPicPr>
              <p:cNvPr id="55" name="筆跡 113">
                <a:extLst>
                  <a:ext uri="{FF2B5EF4-FFF2-40B4-BE49-F238E27FC236}">
                    <a16:creationId xmlns:a16="http://schemas.microsoft.com/office/drawing/2014/main" id="{597BCDEA-4EB7-5821-6F91-C2CB34B0F1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88105" y="-11446284"/>
                <a:ext cx="124881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6" name="文字方塊 115">
            <a:extLst>
              <a:ext uri="{FF2B5EF4-FFF2-40B4-BE49-F238E27FC236}">
                <a16:creationId xmlns:a16="http://schemas.microsoft.com/office/drawing/2014/main" id="{FCF949BE-8957-DD41-4940-CDE373BB81BD}"/>
              </a:ext>
            </a:extLst>
          </p:cNvPr>
          <p:cNvSpPr txBox="1"/>
          <p:nvPr/>
        </p:nvSpPr>
        <p:spPr>
          <a:xfrm>
            <a:off x="5565897" y="2634943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 err="1">
                <a:latin typeface="Lucida Calligraphy" panose="03010101010101010101" pitchFamily="66" charset="0"/>
              </a:rPr>
              <a:t>bii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57" name="文字方塊 8">
            <a:extLst>
              <a:ext uri="{FF2B5EF4-FFF2-40B4-BE49-F238E27FC236}">
                <a16:creationId xmlns:a16="http://schemas.microsoft.com/office/drawing/2014/main" id="{43916DEC-CFB4-49F8-1C5F-FCADBB43A4CD}"/>
              </a:ext>
            </a:extLst>
          </p:cNvPr>
          <p:cNvSpPr txBox="1"/>
          <p:nvPr/>
        </p:nvSpPr>
        <p:spPr>
          <a:xfrm>
            <a:off x="7031113" y="1464608"/>
            <a:ext cx="1098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Ball  X</a:t>
            </a:r>
            <a:endParaRPr lang="en-HK" sz="2000" b="1" u="sng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9" name="文字方塊 136">
            <a:extLst>
              <a:ext uri="{FF2B5EF4-FFF2-40B4-BE49-F238E27FC236}">
                <a16:creationId xmlns:a16="http://schemas.microsoft.com/office/drawing/2014/main" id="{20D4C780-E7B0-741E-A9BD-D2CF87FB5798}"/>
              </a:ext>
            </a:extLst>
          </p:cNvPr>
          <p:cNvSpPr txBox="1"/>
          <p:nvPr/>
        </p:nvSpPr>
        <p:spPr>
          <a:xfrm>
            <a:off x="7146500" y="2306343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63" name="文字方塊 8">
            <a:extLst>
              <a:ext uri="{FF2B5EF4-FFF2-40B4-BE49-F238E27FC236}">
                <a16:creationId xmlns:a16="http://schemas.microsoft.com/office/drawing/2014/main" id="{F999031D-9597-D86E-21C1-E5257A4A7429}"/>
              </a:ext>
            </a:extLst>
          </p:cNvPr>
          <p:cNvSpPr txBox="1"/>
          <p:nvPr/>
        </p:nvSpPr>
        <p:spPr>
          <a:xfrm>
            <a:off x="8813666" y="1443676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Ball  Y</a:t>
            </a:r>
            <a:endParaRPr lang="en-HK" sz="2000" b="1" u="sng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65" name="直線接點 35">
            <a:extLst>
              <a:ext uri="{FF2B5EF4-FFF2-40B4-BE49-F238E27FC236}">
                <a16:creationId xmlns:a16="http://schemas.microsoft.com/office/drawing/2014/main" id="{55C013F7-F24A-C5BB-F59B-97E21801ACEA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8013756" y="2502903"/>
            <a:ext cx="763823" cy="958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38">
            <a:extLst>
              <a:ext uri="{FF2B5EF4-FFF2-40B4-BE49-F238E27FC236}">
                <a16:creationId xmlns:a16="http://schemas.microsoft.com/office/drawing/2014/main" id="{46547D83-4936-5644-1A6A-7CA95D53D466}"/>
              </a:ext>
            </a:extLst>
          </p:cNvPr>
          <p:cNvCxnSpPr>
            <a:cxnSpLocks/>
            <a:endCxn id="79" idx="1"/>
          </p:cNvCxnSpPr>
          <p:nvPr/>
        </p:nvCxnSpPr>
        <p:spPr bwMode="auto">
          <a:xfrm flipV="1">
            <a:off x="8015085" y="2268868"/>
            <a:ext cx="762494" cy="2341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接點 35">
            <a:extLst>
              <a:ext uri="{FF2B5EF4-FFF2-40B4-BE49-F238E27FC236}">
                <a16:creationId xmlns:a16="http://schemas.microsoft.com/office/drawing/2014/main" id="{B3FF315C-1A1B-0653-5B15-84B9E8342363}"/>
              </a:ext>
            </a:extLst>
          </p:cNvPr>
          <p:cNvCxnSpPr>
            <a:cxnSpLocks/>
            <a:endCxn id="78" idx="1"/>
          </p:cNvCxnSpPr>
          <p:nvPr/>
        </p:nvCxnSpPr>
        <p:spPr bwMode="auto">
          <a:xfrm flipV="1">
            <a:off x="8013756" y="1945554"/>
            <a:ext cx="763823" cy="55744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38">
            <a:extLst>
              <a:ext uri="{FF2B5EF4-FFF2-40B4-BE49-F238E27FC236}">
                <a16:creationId xmlns:a16="http://schemas.microsoft.com/office/drawing/2014/main" id="{E0DD2D08-B722-E9D4-4D64-527C2F53325D}"/>
              </a:ext>
            </a:extLst>
          </p:cNvPr>
          <p:cNvCxnSpPr>
            <a:cxnSpLocks/>
            <a:endCxn id="81" idx="1"/>
          </p:cNvCxnSpPr>
          <p:nvPr/>
        </p:nvCxnSpPr>
        <p:spPr bwMode="auto">
          <a:xfrm>
            <a:off x="8024770" y="2502903"/>
            <a:ext cx="752809" cy="42576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字方塊 136">
            <a:extLst>
              <a:ext uri="{FF2B5EF4-FFF2-40B4-BE49-F238E27FC236}">
                <a16:creationId xmlns:a16="http://schemas.microsoft.com/office/drawing/2014/main" id="{0C7B28E6-6BB5-1079-50D1-894D3A3FB385}"/>
              </a:ext>
            </a:extLst>
          </p:cNvPr>
          <p:cNvSpPr txBox="1"/>
          <p:nvPr/>
        </p:nvSpPr>
        <p:spPr>
          <a:xfrm>
            <a:off x="8777579" y="1760888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79" name="文字方塊 136">
            <a:extLst>
              <a:ext uri="{FF2B5EF4-FFF2-40B4-BE49-F238E27FC236}">
                <a16:creationId xmlns:a16="http://schemas.microsoft.com/office/drawing/2014/main" id="{AB02F3B0-D6CE-58DB-B8B4-9D6D56681773}"/>
              </a:ext>
            </a:extLst>
          </p:cNvPr>
          <p:cNvSpPr txBox="1"/>
          <p:nvPr/>
        </p:nvSpPr>
        <p:spPr>
          <a:xfrm>
            <a:off x="8777579" y="2084202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80" name="文字方塊 136">
            <a:extLst>
              <a:ext uri="{FF2B5EF4-FFF2-40B4-BE49-F238E27FC236}">
                <a16:creationId xmlns:a16="http://schemas.microsoft.com/office/drawing/2014/main" id="{BB126756-DED1-9F56-B69A-583DF32546DE}"/>
              </a:ext>
            </a:extLst>
          </p:cNvPr>
          <p:cNvSpPr txBox="1"/>
          <p:nvPr/>
        </p:nvSpPr>
        <p:spPr>
          <a:xfrm>
            <a:off x="8777579" y="2414100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81" name="文字方塊 136">
            <a:extLst>
              <a:ext uri="{FF2B5EF4-FFF2-40B4-BE49-F238E27FC236}">
                <a16:creationId xmlns:a16="http://schemas.microsoft.com/office/drawing/2014/main" id="{B6D7608A-D386-9E85-929B-1D247E0058E9}"/>
              </a:ext>
            </a:extLst>
          </p:cNvPr>
          <p:cNvSpPr txBox="1"/>
          <p:nvPr/>
        </p:nvSpPr>
        <p:spPr>
          <a:xfrm>
            <a:off x="8777579" y="2743998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Yellow</a:t>
            </a:r>
          </a:p>
        </p:txBody>
      </p:sp>
      <p:sp>
        <p:nvSpPr>
          <p:cNvPr id="88" name="文字方塊 136">
            <a:extLst>
              <a:ext uri="{FF2B5EF4-FFF2-40B4-BE49-F238E27FC236}">
                <a16:creationId xmlns:a16="http://schemas.microsoft.com/office/drawing/2014/main" id="{6028C4B0-930C-67B5-4701-C267FB0C1DC9}"/>
              </a:ext>
            </a:extLst>
          </p:cNvPr>
          <p:cNvSpPr txBox="1"/>
          <p:nvPr/>
        </p:nvSpPr>
        <p:spPr>
          <a:xfrm>
            <a:off x="6638740" y="3564584"/>
            <a:ext cx="134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Yellow (</a:t>
            </a:r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</a:t>
            </a:r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</a:p>
        </p:txBody>
      </p:sp>
      <p:cxnSp>
        <p:nvCxnSpPr>
          <p:cNvPr id="89" name="直線接點 35">
            <a:extLst>
              <a:ext uri="{FF2B5EF4-FFF2-40B4-BE49-F238E27FC236}">
                <a16:creationId xmlns:a16="http://schemas.microsoft.com/office/drawing/2014/main" id="{B7122C0A-662C-4DA8-6389-DAEDD64D877D}"/>
              </a:ext>
            </a:extLst>
          </p:cNvPr>
          <p:cNvCxnSpPr>
            <a:cxnSpLocks/>
            <a:endCxn id="95" idx="1"/>
          </p:cNvCxnSpPr>
          <p:nvPr/>
        </p:nvCxnSpPr>
        <p:spPr bwMode="auto">
          <a:xfrm>
            <a:off x="8049843" y="3749250"/>
            <a:ext cx="763823" cy="958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線接點 38">
            <a:extLst>
              <a:ext uri="{FF2B5EF4-FFF2-40B4-BE49-F238E27FC236}">
                <a16:creationId xmlns:a16="http://schemas.microsoft.com/office/drawing/2014/main" id="{82BDE8B9-A230-F709-962F-0F1200FEAE86}"/>
              </a:ext>
            </a:extLst>
          </p:cNvPr>
          <p:cNvCxnSpPr>
            <a:cxnSpLocks/>
            <a:endCxn id="94" idx="1"/>
          </p:cNvCxnSpPr>
          <p:nvPr/>
        </p:nvCxnSpPr>
        <p:spPr bwMode="auto">
          <a:xfrm flipV="1">
            <a:off x="8051172" y="3515215"/>
            <a:ext cx="762494" cy="2341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線接點 35">
            <a:extLst>
              <a:ext uri="{FF2B5EF4-FFF2-40B4-BE49-F238E27FC236}">
                <a16:creationId xmlns:a16="http://schemas.microsoft.com/office/drawing/2014/main" id="{8AC831A1-3A49-1BA4-54CE-6194BB1F7542}"/>
              </a:ext>
            </a:extLst>
          </p:cNvPr>
          <p:cNvCxnSpPr>
            <a:cxnSpLocks/>
            <a:endCxn id="93" idx="1"/>
          </p:cNvCxnSpPr>
          <p:nvPr/>
        </p:nvCxnSpPr>
        <p:spPr bwMode="auto">
          <a:xfrm flipV="1">
            <a:off x="8049843" y="3191901"/>
            <a:ext cx="763823" cy="55744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線接點 38">
            <a:extLst>
              <a:ext uri="{FF2B5EF4-FFF2-40B4-BE49-F238E27FC236}">
                <a16:creationId xmlns:a16="http://schemas.microsoft.com/office/drawing/2014/main" id="{C5B9DDE1-2D12-BE3F-2BF1-908E95C13971}"/>
              </a:ext>
            </a:extLst>
          </p:cNvPr>
          <p:cNvCxnSpPr>
            <a:cxnSpLocks/>
            <a:endCxn id="96" idx="1"/>
          </p:cNvCxnSpPr>
          <p:nvPr/>
        </p:nvCxnSpPr>
        <p:spPr bwMode="auto">
          <a:xfrm>
            <a:off x="8060857" y="3749250"/>
            <a:ext cx="752809" cy="42576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文字方塊 136">
            <a:extLst>
              <a:ext uri="{FF2B5EF4-FFF2-40B4-BE49-F238E27FC236}">
                <a16:creationId xmlns:a16="http://schemas.microsoft.com/office/drawing/2014/main" id="{20970FE2-1F55-6A81-9212-C07B3EDE3DA4}"/>
              </a:ext>
            </a:extLst>
          </p:cNvPr>
          <p:cNvSpPr txBox="1"/>
          <p:nvPr/>
        </p:nvSpPr>
        <p:spPr>
          <a:xfrm>
            <a:off x="8813666" y="3007235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94" name="文字方塊 136">
            <a:extLst>
              <a:ext uri="{FF2B5EF4-FFF2-40B4-BE49-F238E27FC236}">
                <a16:creationId xmlns:a16="http://schemas.microsoft.com/office/drawing/2014/main" id="{C134AA4C-05AF-70C1-0E49-3545491EEB80}"/>
              </a:ext>
            </a:extLst>
          </p:cNvPr>
          <p:cNvSpPr txBox="1"/>
          <p:nvPr/>
        </p:nvSpPr>
        <p:spPr>
          <a:xfrm>
            <a:off x="8813666" y="3330549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95" name="文字方塊 136">
            <a:extLst>
              <a:ext uri="{FF2B5EF4-FFF2-40B4-BE49-F238E27FC236}">
                <a16:creationId xmlns:a16="http://schemas.microsoft.com/office/drawing/2014/main" id="{51012DD0-DB3D-DEBD-924E-5851F201D151}"/>
              </a:ext>
            </a:extLst>
          </p:cNvPr>
          <p:cNvSpPr txBox="1"/>
          <p:nvPr/>
        </p:nvSpPr>
        <p:spPr>
          <a:xfrm>
            <a:off x="8813666" y="3660447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Yellow</a:t>
            </a:r>
            <a:endParaRPr lang="en-HK" altLang="zh-HK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6" name="文字方塊 136">
            <a:extLst>
              <a:ext uri="{FF2B5EF4-FFF2-40B4-BE49-F238E27FC236}">
                <a16:creationId xmlns:a16="http://schemas.microsoft.com/office/drawing/2014/main" id="{0F0E45E2-7811-E964-CF30-DFB196B0F1B6}"/>
              </a:ext>
            </a:extLst>
          </p:cNvPr>
          <p:cNvSpPr txBox="1"/>
          <p:nvPr/>
        </p:nvSpPr>
        <p:spPr>
          <a:xfrm>
            <a:off x="8813666" y="3990345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Yellow</a:t>
            </a:r>
          </a:p>
        </p:txBody>
      </p:sp>
      <p:sp>
        <p:nvSpPr>
          <p:cNvPr id="98" name="文字方塊 136">
            <a:extLst>
              <a:ext uri="{FF2B5EF4-FFF2-40B4-BE49-F238E27FC236}">
                <a16:creationId xmlns:a16="http://schemas.microsoft.com/office/drawing/2014/main" id="{A9A1539C-85C4-2B38-9795-4FF5274FBB0D}"/>
              </a:ext>
            </a:extLst>
          </p:cNvPr>
          <p:cNvSpPr txBox="1"/>
          <p:nvPr/>
        </p:nvSpPr>
        <p:spPr>
          <a:xfrm>
            <a:off x="6638740" y="4856506"/>
            <a:ext cx="134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Yellow (</a:t>
            </a:r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</a:p>
        </p:txBody>
      </p:sp>
      <p:cxnSp>
        <p:nvCxnSpPr>
          <p:cNvPr id="99" name="直線接點 35">
            <a:extLst>
              <a:ext uri="{FF2B5EF4-FFF2-40B4-BE49-F238E27FC236}">
                <a16:creationId xmlns:a16="http://schemas.microsoft.com/office/drawing/2014/main" id="{381BA0FB-3BAB-CA6B-B0E2-0056765906D9}"/>
              </a:ext>
            </a:extLst>
          </p:cNvPr>
          <p:cNvCxnSpPr>
            <a:cxnSpLocks/>
            <a:endCxn id="105" idx="1"/>
          </p:cNvCxnSpPr>
          <p:nvPr/>
        </p:nvCxnSpPr>
        <p:spPr bwMode="auto">
          <a:xfrm>
            <a:off x="8049843" y="5041172"/>
            <a:ext cx="763823" cy="958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接點 38">
            <a:extLst>
              <a:ext uri="{FF2B5EF4-FFF2-40B4-BE49-F238E27FC236}">
                <a16:creationId xmlns:a16="http://schemas.microsoft.com/office/drawing/2014/main" id="{2F5BBEBD-420E-E08F-BB2E-7584D833696D}"/>
              </a:ext>
            </a:extLst>
          </p:cNvPr>
          <p:cNvCxnSpPr>
            <a:cxnSpLocks/>
            <a:endCxn id="104" idx="1"/>
          </p:cNvCxnSpPr>
          <p:nvPr/>
        </p:nvCxnSpPr>
        <p:spPr bwMode="auto">
          <a:xfrm flipV="1">
            <a:off x="8051172" y="4807137"/>
            <a:ext cx="762494" cy="2341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線接點 35">
            <a:extLst>
              <a:ext uri="{FF2B5EF4-FFF2-40B4-BE49-F238E27FC236}">
                <a16:creationId xmlns:a16="http://schemas.microsoft.com/office/drawing/2014/main" id="{E5D51ACA-0AD8-4EA0-B0E1-18F7C647701F}"/>
              </a:ext>
            </a:extLst>
          </p:cNvPr>
          <p:cNvCxnSpPr>
            <a:cxnSpLocks/>
            <a:endCxn id="103" idx="1"/>
          </p:cNvCxnSpPr>
          <p:nvPr/>
        </p:nvCxnSpPr>
        <p:spPr bwMode="auto">
          <a:xfrm flipV="1">
            <a:off x="8049843" y="4483823"/>
            <a:ext cx="763823" cy="55744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線接點 38">
            <a:extLst>
              <a:ext uri="{FF2B5EF4-FFF2-40B4-BE49-F238E27FC236}">
                <a16:creationId xmlns:a16="http://schemas.microsoft.com/office/drawing/2014/main" id="{45D2A2B1-719C-8282-4D5A-AD4A8FFDAB60}"/>
              </a:ext>
            </a:extLst>
          </p:cNvPr>
          <p:cNvCxnSpPr>
            <a:cxnSpLocks/>
            <a:endCxn id="106" idx="1"/>
          </p:cNvCxnSpPr>
          <p:nvPr/>
        </p:nvCxnSpPr>
        <p:spPr bwMode="auto">
          <a:xfrm>
            <a:off x="8060857" y="5041172"/>
            <a:ext cx="752809" cy="42576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文字方塊 136">
            <a:extLst>
              <a:ext uri="{FF2B5EF4-FFF2-40B4-BE49-F238E27FC236}">
                <a16:creationId xmlns:a16="http://schemas.microsoft.com/office/drawing/2014/main" id="{5FD553A4-B301-0FDB-6A8E-57124328EA76}"/>
              </a:ext>
            </a:extLst>
          </p:cNvPr>
          <p:cNvSpPr txBox="1"/>
          <p:nvPr/>
        </p:nvSpPr>
        <p:spPr>
          <a:xfrm>
            <a:off x="8813666" y="4299157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104" name="文字方塊 136">
            <a:extLst>
              <a:ext uri="{FF2B5EF4-FFF2-40B4-BE49-F238E27FC236}">
                <a16:creationId xmlns:a16="http://schemas.microsoft.com/office/drawing/2014/main" id="{86B161EE-79D1-01BC-5D3C-6AA91E179404}"/>
              </a:ext>
            </a:extLst>
          </p:cNvPr>
          <p:cNvSpPr txBox="1"/>
          <p:nvPr/>
        </p:nvSpPr>
        <p:spPr>
          <a:xfrm>
            <a:off x="8813666" y="4622471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105" name="文字方塊 136">
            <a:extLst>
              <a:ext uri="{FF2B5EF4-FFF2-40B4-BE49-F238E27FC236}">
                <a16:creationId xmlns:a16="http://schemas.microsoft.com/office/drawing/2014/main" id="{B0C16C82-61B7-3C3D-0B6D-70361F326BFB}"/>
              </a:ext>
            </a:extLst>
          </p:cNvPr>
          <p:cNvSpPr txBox="1"/>
          <p:nvPr/>
        </p:nvSpPr>
        <p:spPr>
          <a:xfrm>
            <a:off x="8813666" y="4952369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Yellow</a:t>
            </a:r>
            <a:endParaRPr lang="en-HK" altLang="zh-HK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6" name="文字方塊 136">
            <a:extLst>
              <a:ext uri="{FF2B5EF4-FFF2-40B4-BE49-F238E27FC236}">
                <a16:creationId xmlns:a16="http://schemas.microsoft.com/office/drawing/2014/main" id="{725775C1-8BC6-1FCF-7C6D-9859B50E1DE7}"/>
              </a:ext>
            </a:extLst>
          </p:cNvPr>
          <p:cNvSpPr txBox="1"/>
          <p:nvPr/>
        </p:nvSpPr>
        <p:spPr>
          <a:xfrm>
            <a:off x="8813666" y="5282267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Yellow</a:t>
            </a:r>
          </a:p>
        </p:txBody>
      </p:sp>
      <p:sp>
        <p:nvSpPr>
          <p:cNvPr id="107" name="文字方塊 136">
            <a:extLst>
              <a:ext uri="{FF2B5EF4-FFF2-40B4-BE49-F238E27FC236}">
                <a16:creationId xmlns:a16="http://schemas.microsoft.com/office/drawing/2014/main" id="{0314BD01-A8F0-EDC1-BF1F-64CFC7B2635C}"/>
              </a:ext>
            </a:extLst>
          </p:cNvPr>
          <p:cNvSpPr txBox="1"/>
          <p:nvPr/>
        </p:nvSpPr>
        <p:spPr>
          <a:xfrm>
            <a:off x="7111307" y="6062285"/>
            <a:ext cx="76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Red</a:t>
            </a:r>
          </a:p>
        </p:txBody>
      </p:sp>
      <p:cxnSp>
        <p:nvCxnSpPr>
          <p:cNvPr id="108" name="直線接點 35">
            <a:extLst>
              <a:ext uri="{FF2B5EF4-FFF2-40B4-BE49-F238E27FC236}">
                <a16:creationId xmlns:a16="http://schemas.microsoft.com/office/drawing/2014/main" id="{416BC65A-BA14-F469-E24E-43E62D6DE52F}"/>
              </a:ext>
            </a:extLst>
          </p:cNvPr>
          <p:cNvCxnSpPr>
            <a:cxnSpLocks/>
            <a:endCxn id="114" idx="1"/>
          </p:cNvCxnSpPr>
          <p:nvPr/>
        </p:nvCxnSpPr>
        <p:spPr bwMode="auto">
          <a:xfrm>
            <a:off x="8091593" y="6246951"/>
            <a:ext cx="763823" cy="958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線接點 38">
            <a:extLst>
              <a:ext uri="{FF2B5EF4-FFF2-40B4-BE49-F238E27FC236}">
                <a16:creationId xmlns:a16="http://schemas.microsoft.com/office/drawing/2014/main" id="{8AAD04C8-7B38-73D4-CDEC-69F75E07A633}"/>
              </a:ext>
            </a:extLst>
          </p:cNvPr>
          <p:cNvCxnSpPr>
            <a:cxnSpLocks/>
            <a:endCxn id="113" idx="1"/>
          </p:cNvCxnSpPr>
          <p:nvPr/>
        </p:nvCxnSpPr>
        <p:spPr bwMode="auto">
          <a:xfrm flipV="1">
            <a:off x="8092922" y="6012916"/>
            <a:ext cx="762494" cy="2341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線接點 35">
            <a:extLst>
              <a:ext uri="{FF2B5EF4-FFF2-40B4-BE49-F238E27FC236}">
                <a16:creationId xmlns:a16="http://schemas.microsoft.com/office/drawing/2014/main" id="{FDCD654F-44EB-A6D2-932C-0E2C7E105A17}"/>
              </a:ext>
            </a:extLst>
          </p:cNvPr>
          <p:cNvCxnSpPr>
            <a:cxnSpLocks/>
            <a:endCxn id="112" idx="1"/>
          </p:cNvCxnSpPr>
          <p:nvPr/>
        </p:nvCxnSpPr>
        <p:spPr bwMode="auto">
          <a:xfrm flipV="1">
            <a:off x="8091593" y="5689602"/>
            <a:ext cx="763823" cy="55744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線接點 38">
            <a:extLst>
              <a:ext uri="{FF2B5EF4-FFF2-40B4-BE49-F238E27FC236}">
                <a16:creationId xmlns:a16="http://schemas.microsoft.com/office/drawing/2014/main" id="{0EE99905-7396-777D-14C7-C10C7CCCCCE4}"/>
              </a:ext>
            </a:extLst>
          </p:cNvPr>
          <p:cNvCxnSpPr>
            <a:cxnSpLocks/>
            <a:endCxn id="115" idx="1"/>
          </p:cNvCxnSpPr>
          <p:nvPr/>
        </p:nvCxnSpPr>
        <p:spPr bwMode="auto">
          <a:xfrm>
            <a:off x="8102607" y="6246951"/>
            <a:ext cx="752809" cy="42576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文字方塊 136">
            <a:extLst>
              <a:ext uri="{FF2B5EF4-FFF2-40B4-BE49-F238E27FC236}">
                <a16:creationId xmlns:a16="http://schemas.microsoft.com/office/drawing/2014/main" id="{338BA791-94A7-277F-D77D-562D3C25F754}"/>
              </a:ext>
            </a:extLst>
          </p:cNvPr>
          <p:cNvSpPr txBox="1"/>
          <p:nvPr/>
        </p:nvSpPr>
        <p:spPr>
          <a:xfrm>
            <a:off x="8855416" y="5504936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113" name="文字方塊 136">
            <a:extLst>
              <a:ext uri="{FF2B5EF4-FFF2-40B4-BE49-F238E27FC236}">
                <a16:creationId xmlns:a16="http://schemas.microsoft.com/office/drawing/2014/main" id="{E1F96737-4609-A73E-971A-00330CAE904A}"/>
              </a:ext>
            </a:extLst>
          </p:cNvPr>
          <p:cNvSpPr txBox="1"/>
          <p:nvPr/>
        </p:nvSpPr>
        <p:spPr>
          <a:xfrm>
            <a:off x="8855416" y="5828250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Green</a:t>
            </a:r>
          </a:p>
        </p:txBody>
      </p:sp>
      <p:sp>
        <p:nvSpPr>
          <p:cNvPr id="114" name="文字方塊 136">
            <a:extLst>
              <a:ext uri="{FF2B5EF4-FFF2-40B4-BE49-F238E27FC236}">
                <a16:creationId xmlns:a16="http://schemas.microsoft.com/office/drawing/2014/main" id="{A9E60EBB-6363-F067-B7BF-44D7CB2F6DB2}"/>
              </a:ext>
            </a:extLst>
          </p:cNvPr>
          <p:cNvSpPr txBox="1"/>
          <p:nvPr/>
        </p:nvSpPr>
        <p:spPr>
          <a:xfrm>
            <a:off x="8855416" y="6158148"/>
            <a:ext cx="101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Yellow</a:t>
            </a:r>
          </a:p>
        </p:txBody>
      </p:sp>
      <p:sp>
        <p:nvSpPr>
          <p:cNvPr id="115" name="文字方塊 136">
            <a:extLst>
              <a:ext uri="{FF2B5EF4-FFF2-40B4-BE49-F238E27FC236}">
                <a16:creationId xmlns:a16="http://schemas.microsoft.com/office/drawing/2014/main" id="{8FF6AE53-3131-1380-F132-FDE4EB47184B}"/>
              </a:ext>
            </a:extLst>
          </p:cNvPr>
          <p:cNvSpPr txBox="1"/>
          <p:nvPr/>
        </p:nvSpPr>
        <p:spPr>
          <a:xfrm>
            <a:off x="8855416" y="6488046"/>
            <a:ext cx="76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字方塊 260">
                <a:extLst>
                  <a:ext uri="{FF2B5EF4-FFF2-40B4-BE49-F238E27FC236}">
                    <a16:creationId xmlns:a16="http://schemas.microsoft.com/office/drawing/2014/main" id="{B2B8F78E-DE00-724D-144F-CBA6340DCC86}"/>
                  </a:ext>
                </a:extLst>
              </p:cNvPr>
              <p:cNvSpPr txBox="1"/>
              <p:nvPr/>
            </p:nvSpPr>
            <p:spPr>
              <a:xfrm>
                <a:off x="9819845" y="236446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17" name="文字方塊 260">
                <a:extLst>
                  <a:ext uri="{FF2B5EF4-FFF2-40B4-BE49-F238E27FC236}">
                    <a16:creationId xmlns:a16="http://schemas.microsoft.com/office/drawing/2014/main" id="{B2B8F78E-DE00-724D-144F-CBA6340DC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845" y="2364468"/>
                <a:ext cx="238419" cy="461665"/>
              </a:xfrm>
              <a:prstGeom prst="rect">
                <a:avLst/>
              </a:prstGeom>
              <a:blipFill>
                <a:blip r:embed="rId2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文字方塊 136">
            <a:extLst>
              <a:ext uri="{FF2B5EF4-FFF2-40B4-BE49-F238E27FC236}">
                <a16:creationId xmlns:a16="http://schemas.microsoft.com/office/drawing/2014/main" id="{D8707330-FA3C-357F-B300-4A0E52313F43}"/>
              </a:ext>
            </a:extLst>
          </p:cNvPr>
          <p:cNvSpPr txBox="1"/>
          <p:nvPr/>
        </p:nvSpPr>
        <p:spPr>
          <a:xfrm>
            <a:off x="10060303" y="2395279"/>
            <a:ext cx="1956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The required probability</a:t>
            </a:r>
          </a:p>
        </p:txBody>
      </p:sp>
      <p:grpSp>
        <p:nvGrpSpPr>
          <p:cNvPr id="119" name="群組 79">
            <a:extLst>
              <a:ext uri="{FF2B5EF4-FFF2-40B4-BE49-F238E27FC236}">
                <a16:creationId xmlns:a16="http://schemas.microsoft.com/office/drawing/2014/main" id="{7E4E3492-4444-0B27-8D8E-BCE71581B163}"/>
              </a:ext>
            </a:extLst>
          </p:cNvPr>
          <p:cNvGrpSpPr/>
          <p:nvPr/>
        </p:nvGrpSpPr>
        <p:grpSpPr>
          <a:xfrm>
            <a:off x="10497525" y="3035053"/>
            <a:ext cx="530915" cy="778067"/>
            <a:chOff x="2809544" y="4671588"/>
            <a:chExt cx="530915" cy="778067"/>
          </a:xfrm>
        </p:grpSpPr>
        <p:sp>
          <p:nvSpPr>
            <p:cNvPr id="120" name="文字方塊 80">
              <a:extLst>
                <a:ext uri="{FF2B5EF4-FFF2-40B4-BE49-F238E27FC236}">
                  <a16:creationId xmlns:a16="http://schemas.microsoft.com/office/drawing/2014/main" id="{A270A847-3775-4FB3-A304-871230CE432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E59EDD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21" name="群組 81">
              <a:extLst>
                <a:ext uri="{FF2B5EF4-FFF2-40B4-BE49-F238E27FC236}">
                  <a16:creationId xmlns:a16="http://schemas.microsoft.com/office/drawing/2014/main" id="{5A0E5743-5D4C-EDBA-361B-A6236D9A08A8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22" name="直線接點 82">
                <a:extLst>
                  <a:ext uri="{FF2B5EF4-FFF2-40B4-BE49-F238E27FC236}">
                    <a16:creationId xmlns:a16="http://schemas.microsoft.com/office/drawing/2014/main" id="{77998AE2-FF85-F4F8-4E30-FD9C0E567D1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3" name="文字方塊 83">
                <a:extLst>
                  <a:ext uri="{FF2B5EF4-FFF2-40B4-BE49-F238E27FC236}">
                    <a16:creationId xmlns:a16="http://schemas.microsoft.com/office/drawing/2014/main" id="{482809E5-0635-2DFF-10C5-C8755EDD2863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E59EDD"/>
                    </a:solidFill>
                    <a:latin typeface="Lucida Handwriting" panose="03010101010101010101" pitchFamily="66" charset="0"/>
                  </a:rPr>
                  <a:t>16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E59EDD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143">
                <a:extLst>
                  <a:ext uri="{FF2B5EF4-FFF2-40B4-BE49-F238E27FC236}">
                    <a16:creationId xmlns:a16="http://schemas.microsoft.com/office/drawing/2014/main" id="{EC1177B6-7521-39B7-3AD8-34F7F6FA27C3}"/>
                  </a:ext>
                </a:extLst>
              </p:cNvPr>
              <p:cNvSpPr txBox="1"/>
              <p:nvPr/>
            </p:nvSpPr>
            <p:spPr>
              <a:xfrm>
                <a:off x="10146861" y="31765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4" name="文字方塊 143">
                <a:extLst>
                  <a:ext uri="{FF2B5EF4-FFF2-40B4-BE49-F238E27FC236}">
                    <a16:creationId xmlns:a16="http://schemas.microsoft.com/office/drawing/2014/main" id="{EC1177B6-7521-39B7-3AD8-34F7F6FA2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861" y="317651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57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3" grpId="0"/>
      <p:bldP spid="29" grpId="0"/>
      <p:bldP spid="38" grpId="0"/>
      <p:bldP spid="39" grpId="0"/>
      <p:bldP spid="40" grpId="0"/>
      <p:bldP spid="46" grpId="0"/>
      <p:bldP spid="52" grpId="0"/>
      <p:bldP spid="56" grpId="0"/>
      <p:bldP spid="57" grpId="0"/>
      <p:bldP spid="59" grpId="0"/>
      <p:bldP spid="63" grpId="0"/>
      <p:bldP spid="78" grpId="0"/>
      <p:bldP spid="79" grpId="0"/>
      <p:bldP spid="80" grpId="0"/>
      <p:bldP spid="81" grpId="0"/>
      <p:bldP spid="88" grpId="0"/>
      <p:bldP spid="93" grpId="0"/>
      <p:bldP spid="94" grpId="0"/>
      <p:bldP spid="95" grpId="0"/>
      <p:bldP spid="96" grpId="0"/>
      <p:bldP spid="98" grpId="0"/>
      <p:bldP spid="103" grpId="0"/>
      <p:bldP spid="104" grpId="0"/>
      <p:bldP spid="105" grpId="0"/>
      <p:bldP spid="106" grpId="0"/>
      <p:bldP spid="107" grpId="0"/>
      <p:bldP spid="112" grpId="0"/>
      <p:bldP spid="113" grpId="0"/>
      <p:bldP spid="114" grpId="0"/>
      <p:bldP spid="115" grpId="0"/>
      <p:bldP spid="117" grpId="0"/>
      <p:bldP spid="118" grpId="0"/>
      <p:bldP spid="1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E9373A5A-D8A3-9240-E457-C2353A711DEE}"/>
              </a:ext>
            </a:extLst>
          </p:cNvPr>
          <p:cNvSpPr txBox="1"/>
          <p:nvPr/>
        </p:nvSpPr>
        <p:spPr>
          <a:xfrm>
            <a:off x="-168696" y="11055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Probability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3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98FE2FD-00A5-2E64-CBC8-7FBF6321FA17}"/>
              </a:ext>
            </a:extLst>
          </p:cNvPr>
          <p:cNvSpPr txBox="1"/>
          <p:nvPr/>
        </p:nvSpPr>
        <p:spPr>
          <a:xfrm>
            <a:off x="1596314" y="1228315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4FDD7F8-81EB-AC01-E749-9A4747812B26}"/>
                  </a:ext>
                </a:extLst>
              </p:cNvPr>
              <p:cNvSpPr txBox="1"/>
              <p:nvPr/>
            </p:nvSpPr>
            <p:spPr>
              <a:xfrm>
                <a:off x="3752726" y="1209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4FDD7F8-81EB-AC01-E749-9A4747812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726" y="1209886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A66A6575-7CAE-0F93-D919-E946447FA755}"/>
              </a:ext>
            </a:extLst>
          </p:cNvPr>
          <p:cNvSpPr txBox="1"/>
          <p:nvPr/>
        </p:nvSpPr>
        <p:spPr>
          <a:xfrm>
            <a:off x="4048414" y="1228315"/>
            <a:ext cx="3420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the event 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3A13E28-9A4A-0080-5002-2C58A69F0196}"/>
                  </a:ext>
                </a:extLst>
              </p:cNvPr>
              <p:cNvSpPr txBox="1"/>
              <p:nvPr/>
            </p:nvSpPr>
            <p:spPr>
              <a:xfrm>
                <a:off x="7349298" y="1209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3A13E28-9A4A-0080-5002-2C58A69F0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298" y="120988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7007B6E6-59C7-06A4-DEE5-D87D6739B8F8}"/>
              </a:ext>
            </a:extLst>
          </p:cNvPr>
          <p:cNvSpPr txBox="1"/>
          <p:nvPr/>
        </p:nvSpPr>
        <p:spPr>
          <a:xfrm>
            <a:off x="7616638" y="1228315"/>
            <a:ext cx="2727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Value of the event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9F70C1-4263-9F4C-D9DE-4613AB5283CC}"/>
              </a:ext>
            </a:extLst>
          </p:cNvPr>
          <p:cNvSpPr txBox="1"/>
          <p:nvPr/>
        </p:nvSpPr>
        <p:spPr>
          <a:xfrm>
            <a:off x="191344" y="1844824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37A1E9E-1133-33AA-87E0-5E0BA5DCC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344" y="2487601"/>
            <a:ext cx="4885714" cy="146666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4602778-DCD2-7B03-D111-49B494A9F2BC}"/>
              </a:ext>
            </a:extLst>
          </p:cNvPr>
          <p:cNvSpPr txBox="1"/>
          <p:nvPr/>
        </p:nvSpPr>
        <p:spPr>
          <a:xfrm>
            <a:off x="185685" y="4410176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45EB2EB-E05C-079E-E3F4-A750C91BDF9F}"/>
                  </a:ext>
                </a:extLst>
              </p:cNvPr>
              <p:cNvSpPr txBox="1"/>
              <p:nvPr/>
            </p:nvSpPr>
            <p:spPr>
              <a:xfrm>
                <a:off x="2342097" y="43917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45EB2EB-E05C-079E-E3F4-A750C91BD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097" y="439174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A6FC55F7-8073-7889-10DD-43294B1AE34A}"/>
              </a:ext>
            </a:extLst>
          </p:cNvPr>
          <p:cNvGrpSpPr/>
          <p:nvPr/>
        </p:nvGrpSpPr>
        <p:grpSpPr>
          <a:xfrm>
            <a:off x="2706655" y="4233167"/>
            <a:ext cx="364383" cy="777549"/>
            <a:chOff x="2896107" y="4671588"/>
            <a:chExt cx="364383" cy="777549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E7247AB-975B-0CD0-8D73-9415BA40665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8CBF9866-1BE2-B6B5-BD0A-58ECEA06C37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D5155B06-2B6D-D9DA-CCF1-EC4236C797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8B19ECF-E01A-E56D-761B-0BAC7DBBA66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128E05E-80B7-4EAF-767E-D4344EB87F7B}"/>
                  </a:ext>
                </a:extLst>
              </p:cNvPr>
              <p:cNvSpPr txBox="1"/>
              <p:nvPr/>
            </p:nvSpPr>
            <p:spPr>
              <a:xfrm>
                <a:off x="3064008" y="4390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128E05E-80B7-4EAF-767E-D4344EB87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08" y="4390286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29B8F959-C76C-A175-10D3-115D8FE28DCF}"/>
              </a:ext>
            </a:extLst>
          </p:cNvPr>
          <p:cNvSpPr txBox="1"/>
          <p:nvPr/>
        </p:nvSpPr>
        <p:spPr>
          <a:xfrm>
            <a:off x="3307818" y="44101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CB35C8A-E520-5603-24F2-9804F428C72C}"/>
                  </a:ext>
                </a:extLst>
              </p:cNvPr>
              <p:cNvSpPr txBox="1"/>
              <p:nvPr/>
            </p:nvSpPr>
            <p:spPr>
              <a:xfrm>
                <a:off x="3562612" y="4390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CB35C8A-E520-5603-24F2-9804F428C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612" y="4390286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5D1C22EE-BFFA-906A-8434-487F33885D6A}"/>
              </a:ext>
            </a:extLst>
          </p:cNvPr>
          <p:cNvGrpSpPr/>
          <p:nvPr/>
        </p:nvGrpSpPr>
        <p:grpSpPr>
          <a:xfrm>
            <a:off x="3925413" y="4238859"/>
            <a:ext cx="364383" cy="777549"/>
            <a:chOff x="2896107" y="4671588"/>
            <a:chExt cx="364383" cy="777549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779073D-DABF-C3B6-4C55-C3975A7CDA9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9FB31FCC-A19A-4285-78AE-3604E13FE2C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381C735C-63FB-3EE0-7524-A2604786489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852CE07-F09D-A4B9-BE99-637F634958E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7CBE6F8-D57F-B319-AEA7-AAB9EC086DC3}"/>
                  </a:ext>
                </a:extLst>
              </p:cNvPr>
              <p:cNvSpPr txBox="1"/>
              <p:nvPr/>
            </p:nvSpPr>
            <p:spPr>
              <a:xfrm>
                <a:off x="4282766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7CBE6F8-D57F-B319-AEA7-AAB9EC086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66" y="439597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621088D2-F736-50AC-52D0-93B622E605F5}"/>
              </a:ext>
            </a:extLst>
          </p:cNvPr>
          <p:cNvSpPr txBox="1"/>
          <p:nvPr/>
        </p:nvSpPr>
        <p:spPr>
          <a:xfrm>
            <a:off x="4526576" y="441586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292A75-2BAC-5BFE-2DD4-71C4AB24C6B3}"/>
                  </a:ext>
                </a:extLst>
              </p:cNvPr>
              <p:cNvSpPr txBox="1"/>
              <p:nvPr/>
            </p:nvSpPr>
            <p:spPr>
              <a:xfrm>
                <a:off x="4781370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292A75-2BAC-5BFE-2DD4-71C4AB24C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370" y="4395978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9">
            <a:extLst>
              <a:ext uri="{FF2B5EF4-FFF2-40B4-BE49-F238E27FC236}">
                <a16:creationId xmlns:a16="http://schemas.microsoft.com/office/drawing/2014/main" id="{182AB660-1A8F-BB2F-1674-58019F0BC886}"/>
              </a:ext>
            </a:extLst>
          </p:cNvPr>
          <p:cNvGrpSpPr/>
          <p:nvPr/>
        </p:nvGrpSpPr>
        <p:grpSpPr>
          <a:xfrm>
            <a:off x="5158315" y="4238859"/>
            <a:ext cx="364383" cy="777549"/>
            <a:chOff x="2896107" y="4671588"/>
            <a:chExt cx="364383" cy="777549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E54E94D-D36A-ADB3-E078-8777AD5182C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16CC94B6-563D-18C7-7E18-8D7CBD0A5B0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201FD91A-C759-1FA4-4480-22A65B03543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427A229-162A-2F79-7DA0-FBD3375AAEA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175D5B0-835D-C252-007D-D66C529AEF62}"/>
                  </a:ext>
                </a:extLst>
              </p:cNvPr>
              <p:cNvSpPr txBox="1"/>
              <p:nvPr/>
            </p:nvSpPr>
            <p:spPr>
              <a:xfrm>
                <a:off x="5515668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175D5B0-835D-C252-007D-D66C529AE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668" y="439597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9EEF5F69-48D5-8243-643E-151D4CA9025B}"/>
              </a:ext>
            </a:extLst>
          </p:cNvPr>
          <p:cNvSpPr txBox="1"/>
          <p:nvPr/>
        </p:nvSpPr>
        <p:spPr>
          <a:xfrm>
            <a:off x="5759478" y="441586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E7CD6D1-668A-A57E-40C0-A1C291C8848E}"/>
                  </a:ext>
                </a:extLst>
              </p:cNvPr>
              <p:cNvSpPr txBox="1"/>
              <p:nvPr/>
            </p:nvSpPr>
            <p:spPr>
              <a:xfrm>
                <a:off x="6014272" y="4395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E7CD6D1-668A-A57E-40C0-A1C291C88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72" y="4395978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C8AAC174-ADC5-72AE-AF54-9C79FA7663A7}"/>
              </a:ext>
            </a:extLst>
          </p:cNvPr>
          <p:cNvGrpSpPr/>
          <p:nvPr/>
        </p:nvGrpSpPr>
        <p:grpSpPr>
          <a:xfrm>
            <a:off x="6397880" y="4241475"/>
            <a:ext cx="364383" cy="777549"/>
            <a:chOff x="2896107" y="4671588"/>
            <a:chExt cx="364383" cy="777549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836C8A70-209D-3B6A-0212-80D0678919F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E4A1A329-70D1-BC34-31C5-3E99E9850F9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E82F5851-0B74-D57D-4F2F-F4C068FCE1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34900270-DBEA-C337-9FA5-2E3391A71CF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A488395-FBE8-CC22-6099-2D6D615C4742}"/>
                  </a:ext>
                </a:extLst>
              </p:cNvPr>
              <p:cNvSpPr txBox="1"/>
              <p:nvPr/>
            </p:nvSpPr>
            <p:spPr>
              <a:xfrm>
                <a:off x="6755233" y="43985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A488395-FBE8-CC22-6099-2D6D615C4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233" y="439859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790FAD9F-E032-D377-1B93-1B96C123D1D1}"/>
              </a:ext>
            </a:extLst>
          </p:cNvPr>
          <p:cNvSpPr txBox="1"/>
          <p:nvPr/>
        </p:nvSpPr>
        <p:spPr>
          <a:xfrm>
            <a:off x="6999043" y="441848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1CFBEE6-B1ED-6E9D-1A68-7FED3E48883F}"/>
                  </a:ext>
                </a:extLst>
              </p:cNvPr>
              <p:cNvSpPr txBox="1"/>
              <p:nvPr/>
            </p:nvSpPr>
            <p:spPr>
              <a:xfrm>
                <a:off x="7253837" y="43985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01CFBEE6-B1ED-6E9D-1A68-7FED3E488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837" y="439859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131D89D8-4A97-D746-6C94-1AB690B618B7}"/>
              </a:ext>
            </a:extLst>
          </p:cNvPr>
          <p:cNvGrpSpPr/>
          <p:nvPr/>
        </p:nvGrpSpPr>
        <p:grpSpPr>
          <a:xfrm>
            <a:off x="7616638" y="4247167"/>
            <a:ext cx="364383" cy="777549"/>
            <a:chOff x="2896107" y="4671588"/>
            <a:chExt cx="364383" cy="777549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7FA022B0-975F-0AF3-9CAF-0C49457B5EA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F913CB60-68CB-02E4-FEEF-A04407001F4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3439C140-1649-34C6-30C4-4A82EF3502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08A362B-065A-F67F-BBE2-95D55E96274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B378190-6F0D-A51F-2F23-53ABF1471012}"/>
                  </a:ext>
                </a:extLst>
              </p:cNvPr>
              <p:cNvSpPr txBox="1"/>
              <p:nvPr/>
            </p:nvSpPr>
            <p:spPr>
              <a:xfrm>
                <a:off x="7973991" y="4404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B378190-6F0D-A51F-2F23-53ABF1471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991" y="440428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51">
            <a:extLst>
              <a:ext uri="{FF2B5EF4-FFF2-40B4-BE49-F238E27FC236}">
                <a16:creationId xmlns:a16="http://schemas.microsoft.com/office/drawing/2014/main" id="{D3554093-F261-BED5-8CD7-C5B3FB310A94}"/>
              </a:ext>
            </a:extLst>
          </p:cNvPr>
          <p:cNvSpPr txBox="1"/>
          <p:nvPr/>
        </p:nvSpPr>
        <p:spPr>
          <a:xfrm>
            <a:off x="8217801" y="44241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9AA119FC-9565-C290-5E88-84442DCA08E4}"/>
                  </a:ext>
                </a:extLst>
              </p:cNvPr>
              <p:cNvSpPr txBox="1"/>
              <p:nvPr/>
            </p:nvSpPr>
            <p:spPr>
              <a:xfrm>
                <a:off x="8472595" y="4404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9AA119FC-9565-C290-5E88-84442DCA0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595" y="440428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群組 53">
            <a:extLst>
              <a:ext uri="{FF2B5EF4-FFF2-40B4-BE49-F238E27FC236}">
                <a16:creationId xmlns:a16="http://schemas.microsoft.com/office/drawing/2014/main" id="{8771F39A-A71F-FF73-FB6F-3D9FCDAE206E}"/>
              </a:ext>
            </a:extLst>
          </p:cNvPr>
          <p:cNvGrpSpPr/>
          <p:nvPr/>
        </p:nvGrpSpPr>
        <p:grpSpPr>
          <a:xfrm>
            <a:off x="8849540" y="4247167"/>
            <a:ext cx="364383" cy="777549"/>
            <a:chOff x="2896107" y="4671588"/>
            <a:chExt cx="364383" cy="777549"/>
          </a:xfrm>
        </p:grpSpPr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8F0DA5-1ABC-3475-EEDF-1A4227D41CD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D66FFD3D-3430-1929-4849-A6059017AFF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D59F38A5-ACFC-E842-8DBE-18F19D6868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03B08634-35F9-C428-E95E-3D79D0647B0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374C3200-4C30-9D16-7914-C1D884051A1A}"/>
                  </a:ext>
                </a:extLst>
              </p:cNvPr>
              <p:cNvSpPr txBox="1"/>
              <p:nvPr/>
            </p:nvSpPr>
            <p:spPr>
              <a:xfrm>
                <a:off x="9206893" y="44042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374C3200-4C30-9D16-7914-C1D884051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893" y="440428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>
            <a:extLst>
              <a:ext uri="{FF2B5EF4-FFF2-40B4-BE49-F238E27FC236}">
                <a16:creationId xmlns:a16="http://schemas.microsoft.com/office/drawing/2014/main" id="{926A1228-1F07-4049-60DC-B72770D19AD0}"/>
              </a:ext>
            </a:extLst>
          </p:cNvPr>
          <p:cNvSpPr txBox="1"/>
          <p:nvPr/>
        </p:nvSpPr>
        <p:spPr>
          <a:xfrm>
            <a:off x="9450703" y="442417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90DEE9E-A9CC-B0DA-203F-B6CAA7FE7414}"/>
                  </a:ext>
                </a:extLst>
              </p:cNvPr>
              <p:cNvSpPr txBox="1"/>
              <p:nvPr/>
            </p:nvSpPr>
            <p:spPr>
              <a:xfrm>
                <a:off x="2343404" y="51703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90DEE9E-A9CC-B0DA-203F-B6CAA7FE7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404" y="517032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7B96FA46-AAFB-D71F-9662-9C956C49C753}"/>
              </a:ext>
            </a:extLst>
          </p:cNvPr>
          <p:cNvSpPr txBox="1"/>
          <p:nvPr/>
        </p:nvSpPr>
        <p:spPr>
          <a:xfrm>
            <a:off x="2632006" y="5189130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3.5</a:t>
            </a:r>
          </a:p>
        </p:txBody>
      </p:sp>
    </p:spTree>
    <p:extLst>
      <p:ext uri="{BB962C8B-B14F-4D97-AF65-F5344CB8AC3E}">
        <p14:creationId xmlns:p14="http://schemas.microsoft.com/office/powerpoint/2010/main" val="138043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1" grpId="0"/>
      <p:bldP spid="12" grpId="0"/>
      <p:bldP spid="19" grpId="0"/>
      <p:bldP spid="20" grpId="0"/>
      <p:bldP spid="21" grpId="0"/>
      <p:bldP spid="27" grpId="0"/>
      <p:bldP spid="28" grpId="0"/>
      <p:bldP spid="29" grpId="0"/>
      <p:bldP spid="35" grpId="0"/>
      <p:bldP spid="36" grpId="0"/>
      <p:bldP spid="37" grpId="0"/>
      <p:bldP spid="43" grpId="0"/>
      <p:bldP spid="44" grpId="0"/>
      <p:bldP spid="45" grpId="0"/>
      <p:bldP spid="51" grpId="0"/>
      <p:bldP spid="52" grpId="0"/>
      <p:bldP spid="53" grpId="0"/>
      <p:bldP spid="59" grpId="0"/>
      <p:bldP spid="60" grpId="0"/>
      <p:bldP spid="62" grpId="0"/>
      <p:bldP spid="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4B7F96-A81F-5005-9F42-C19293FCD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9485714" cy="13619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27D5F1D-0035-1F10-27CB-D4CE10B2C4F0}"/>
                  </a:ext>
                </a:extLst>
              </p14:cNvPr>
              <p14:cNvContentPartPr/>
              <p14:nvPr/>
            </p14:nvContentPartPr>
            <p14:xfrm>
              <a:off x="6100227" y="286937"/>
              <a:ext cx="715853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27D5F1D-0035-1F10-27CB-D4CE10B2C4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6187" y="-13428763"/>
                <a:ext cx="82357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A9A8D5B-5175-1165-D8AC-33BF2AE190D4}"/>
                  </a:ext>
                </a:extLst>
              </p14:cNvPr>
              <p14:cNvContentPartPr/>
              <p14:nvPr/>
            </p14:nvContentPartPr>
            <p14:xfrm>
              <a:off x="6977050" y="264077"/>
              <a:ext cx="631118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A9A8D5B-5175-1165-D8AC-33BF2AE190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3047" y="-13451623"/>
                <a:ext cx="7387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C096C5A2-CFBA-6988-162E-BCF208985B47}"/>
                  </a:ext>
                </a:extLst>
              </p14:cNvPr>
              <p14:cNvContentPartPr/>
              <p14:nvPr/>
            </p14:nvContentPartPr>
            <p14:xfrm>
              <a:off x="8282695" y="260648"/>
              <a:ext cx="477601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C096C5A2-CFBA-6988-162E-BCF208985B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28708" y="-13455052"/>
                <a:ext cx="5852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6A565779-BA66-739E-60FE-F1B658193615}"/>
                  </a:ext>
                </a:extLst>
              </p14:cNvPr>
              <p14:cNvContentPartPr/>
              <p14:nvPr/>
            </p14:nvContentPartPr>
            <p14:xfrm>
              <a:off x="7680176" y="980728"/>
              <a:ext cx="216024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6A565779-BA66-739E-60FE-F1B6581936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26260" y="-12734972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67DF177C-FC2E-5695-4F79-7671D085C407}"/>
                  </a:ext>
                </a:extLst>
              </p14:cNvPr>
              <p14:cNvContentPartPr/>
              <p14:nvPr/>
            </p14:nvContentPartPr>
            <p14:xfrm>
              <a:off x="8282695" y="970330"/>
              <a:ext cx="216024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67DF177C-FC2E-5695-4F79-7671D085C4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28779" y="-12745370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F5C6D0DC-D266-22F2-ACEF-82D7A9E16CDF}"/>
                  </a:ext>
                </a:extLst>
              </p14:cNvPr>
              <p14:cNvContentPartPr/>
              <p14:nvPr/>
            </p14:nvContentPartPr>
            <p14:xfrm>
              <a:off x="9260068" y="963494"/>
              <a:ext cx="216024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F5C6D0DC-D266-22F2-ACEF-82D7A9E16CD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06152" y="-12752206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78AE86B8-4375-475A-1FCC-109351D8A261}"/>
                  </a:ext>
                </a:extLst>
              </p14:cNvPr>
              <p14:cNvContentPartPr/>
              <p14:nvPr/>
            </p14:nvContentPartPr>
            <p14:xfrm>
              <a:off x="2586950" y="1295049"/>
              <a:ext cx="1335337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78AE86B8-4375-475A-1FCC-109351D8A26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32932" y="-12420651"/>
                <a:ext cx="144301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EA77BE2C-05E6-344B-39AC-BCCDACAE76BC}"/>
              </a:ext>
            </a:extLst>
          </p:cNvPr>
          <p:cNvSpPr txBox="1"/>
          <p:nvPr/>
        </p:nvSpPr>
        <p:spPr>
          <a:xfrm>
            <a:off x="551384" y="2082495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8AF8D6-9E11-745D-7785-D9BA4CF42973}"/>
                  </a:ext>
                </a:extLst>
              </p:cNvPr>
              <p:cNvSpPr txBox="1"/>
              <p:nvPr/>
            </p:nvSpPr>
            <p:spPr>
              <a:xfrm>
                <a:off x="2707796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8AF8D6-9E11-745D-7785-D9BA4CF42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796" y="206406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FFE590-2841-F139-3239-236E265D3366}"/>
              </a:ext>
            </a:extLst>
          </p:cNvPr>
          <p:cNvSpPr txBox="1"/>
          <p:nvPr/>
        </p:nvSpPr>
        <p:spPr>
          <a:xfrm>
            <a:off x="3003484" y="208249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348C8EC-F4AE-4B20-1382-48AC1A56CF1C}"/>
                  </a:ext>
                </a:extLst>
              </p:cNvPr>
              <p:cNvSpPr txBox="1"/>
              <p:nvPr/>
            </p:nvSpPr>
            <p:spPr>
              <a:xfrm>
                <a:off x="3496055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348C8EC-F4AE-4B20-1382-48AC1A56C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055" y="206406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E2E4E9-FC44-4762-2F81-21578098F605}"/>
              </a:ext>
            </a:extLst>
          </p:cNvPr>
          <p:cNvSpPr txBox="1"/>
          <p:nvPr/>
        </p:nvSpPr>
        <p:spPr>
          <a:xfrm>
            <a:off x="3719736" y="2082495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80DD2C3-B5E6-0BE3-B71C-1EEFF07626B4}"/>
                  </a:ext>
                </a:extLst>
              </p:cNvPr>
              <p:cNvSpPr txBox="1"/>
              <p:nvPr/>
            </p:nvSpPr>
            <p:spPr>
              <a:xfrm>
                <a:off x="4449055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80DD2C3-B5E6-0BE3-B71C-1EEFF0762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055" y="206406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29379397-F247-0D28-6F5E-D5E31FF3C1F2}"/>
              </a:ext>
            </a:extLst>
          </p:cNvPr>
          <p:cNvSpPr txBox="1"/>
          <p:nvPr/>
        </p:nvSpPr>
        <p:spPr>
          <a:xfrm>
            <a:off x="4685803" y="208249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3D64020-4E75-4A31-39C1-32DFA13FE91A}"/>
                  </a:ext>
                </a:extLst>
              </p:cNvPr>
              <p:cNvSpPr txBox="1"/>
              <p:nvPr/>
            </p:nvSpPr>
            <p:spPr>
              <a:xfrm>
                <a:off x="5178374" y="20640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3D64020-4E75-4A31-39C1-32DFA13FE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374" y="2064066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E37FB309-9619-E183-8B38-5954749DD1CE}"/>
              </a:ext>
            </a:extLst>
          </p:cNvPr>
          <p:cNvSpPr txBox="1"/>
          <p:nvPr/>
        </p:nvSpPr>
        <p:spPr>
          <a:xfrm>
            <a:off x="5402055" y="2082495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E5BF0E3-4110-240D-CEDA-E72F09EBA796}"/>
                  </a:ext>
                </a:extLst>
              </p:cNvPr>
              <p:cNvSpPr txBox="1"/>
              <p:nvPr/>
            </p:nvSpPr>
            <p:spPr>
              <a:xfrm>
                <a:off x="6138045" y="20614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E5BF0E3-4110-240D-CEDA-E72F09EB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045" y="206145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4A6B3290-6FEC-F120-7C55-9D7A047E4F85}"/>
              </a:ext>
            </a:extLst>
          </p:cNvPr>
          <p:cNvSpPr txBox="1"/>
          <p:nvPr/>
        </p:nvSpPr>
        <p:spPr>
          <a:xfrm>
            <a:off x="6374793" y="2079879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0.3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026CF9D-B7EC-2929-296D-72ECA8A048B5}"/>
                  </a:ext>
                </a:extLst>
              </p:cNvPr>
              <p:cNvSpPr txBox="1"/>
              <p:nvPr/>
            </p:nvSpPr>
            <p:spPr>
              <a:xfrm>
                <a:off x="6867364" y="20614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026CF9D-B7EC-2929-296D-72ECA8A0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364" y="206145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D02F8ED8-66B3-8C73-F7EB-FF72B678813E}"/>
              </a:ext>
            </a:extLst>
          </p:cNvPr>
          <p:cNvSpPr txBox="1"/>
          <p:nvPr/>
        </p:nvSpPr>
        <p:spPr>
          <a:xfrm>
            <a:off x="7091045" y="207987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E7D71DC-0C77-5A7A-1915-5037F52F8DB2}"/>
                  </a:ext>
                </a:extLst>
              </p:cNvPr>
              <p:cNvSpPr txBox="1"/>
              <p:nvPr/>
            </p:nvSpPr>
            <p:spPr>
              <a:xfrm>
                <a:off x="2707605" y="28664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E7D71DC-0C77-5A7A-1915-5037F52F8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605" y="2866445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79FA0A11-BCD0-729C-D3AA-36760447BF96}"/>
              </a:ext>
            </a:extLst>
          </p:cNvPr>
          <p:cNvSpPr txBox="1"/>
          <p:nvPr/>
        </p:nvSpPr>
        <p:spPr>
          <a:xfrm>
            <a:off x="2994730" y="2884874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$650</a:t>
            </a:r>
          </a:p>
        </p:txBody>
      </p:sp>
    </p:spTree>
    <p:extLst>
      <p:ext uri="{BB962C8B-B14F-4D97-AF65-F5344CB8AC3E}">
        <p14:creationId xmlns:p14="http://schemas.microsoft.com/office/powerpoint/2010/main" val="250149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24">
            <a:extLst>
              <a:ext uri="{FF2B5EF4-FFF2-40B4-BE49-F238E27FC236}">
                <a16:creationId xmlns:a16="http://schemas.microsoft.com/office/drawing/2014/main" id="{F6ABD162-043B-10E7-39E2-7B7D2FDE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419"/>
          <a:stretch>
            <a:fillRect/>
          </a:stretch>
        </p:blipFill>
        <p:spPr>
          <a:xfrm>
            <a:off x="101601" y="0"/>
            <a:ext cx="10271760" cy="18184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B7A0224A-DF4C-3460-8B20-85161D1447F9}"/>
                  </a:ext>
                </a:extLst>
              </p14:cNvPr>
              <p14:cNvContentPartPr/>
              <p14:nvPr/>
            </p14:nvContentPartPr>
            <p14:xfrm>
              <a:off x="4240947" y="540937"/>
              <a:ext cx="544413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B7A0224A-DF4C-3460-8B20-85161D1447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6902" y="-13174763"/>
                <a:ext cx="65214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5">
                <a:extLst>
                  <a:ext uri="{FF2B5EF4-FFF2-40B4-BE49-F238E27FC236}">
                    <a16:creationId xmlns:a16="http://schemas.microsoft.com/office/drawing/2014/main" id="{245873A8-FBD9-C3A6-5B7F-138A6BD14B69}"/>
                  </a:ext>
                </a:extLst>
              </p14:cNvPr>
              <p14:cNvContentPartPr/>
              <p14:nvPr/>
            </p14:nvContentPartPr>
            <p14:xfrm>
              <a:off x="5308271" y="563796"/>
              <a:ext cx="787729" cy="45719"/>
            </p14:xfrm>
          </p:contentPart>
        </mc:Choice>
        <mc:Fallback>
          <p:pic>
            <p:nvPicPr>
              <p:cNvPr id="8" name="筆跡 5">
                <a:extLst>
                  <a:ext uri="{FF2B5EF4-FFF2-40B4-BE49-F238E27FC236}">
                    <a16:creationId xmlns:a16="http://schemas.microsoft.com/office/drawing/2014/main" id="{245873A8-FBD9-C3A6-5B7F-138A6BD14B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4268" y="-13151904"/>
                <a:ext cx="89537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7">
                <a:extLst>
                  <a:ext uri="{FF2B5EF4-FFF2-40B4-BE49-F238E27FC236}">
                    <a16:creationId xmlns:a16="http://schemas.microsoft.com/office/drawing/2014/main" id="{B3A701B1-A564-62FC-DBD2-A4C27FEA2306}"/>
                  </a:ext>
                </a:extLst>
              </p14:cNvPr>
              <p14:cNvContentPartPr/>
              <p14:nvPr/>
            </p14:nvContentPartPr>
            <p14:xfrm>
              <a:off x="3903734" y="916743"/>
              <a:ext cx="477601" cy="45719"/>
            </p14:xfrm>
          </p:contentPart>
        </mc:Choice>
        <mc:Fallback>
          <p:pic>
            <p:nvPicPr>
              <p:cNvPr id="9" name="筆跡 7">
                <a:extLst>
                  <a:ext uri="{FF2B5EF4-FFF2-40B4-BE49-F238E27FC236}">
                    <a16:creationId xmlns:a16="http://schemas.microsoft.com/office/drawing/2014/main" id="{B3A701B1-A564-62FC-DBD2-A4C27FEA23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9747" y="-12798957"/>
                <a:ext cx="5852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8">
                <a:extLst>
                  <a:ext uri="{FF2B5EF4-FFF2-40B4-BE49-F238E27FC236}">
                    <a16:creationId xmlns:a16="http://schemas.microsoft.com/office/drawing/2014/main" id="{83FEDC2A-7176-10D0-7547-CB68FC131CD4}"/>
                  </a:ext>
                </a:extLst>
              </p14:cNvPr>
              <p14:cNvContentPartPr/>
              <p14:nvPr/>
            </p14:nvContentPartPr>
            <p14:xfrm>
              <a:off x="4039310" y="1269689"/>
              <a:ext cx="216024" cy="45719"/>
            </p14:xfrm>
          </p:contentPart>
        </mc:Choice>
        <mc:Fallback>
          <p:pic>
            <p:nvPicPr>
              <p:cNvPr id="10" name="筆跡 8">
                <a:extLst>
                  <a:ext uri="{FF2B5EF4-FFF2-40B4-BE49-F238E27FC236}">
                    <a16:creationId xmlns:a16="http://schemas.microsoft.com/office/drawing/2014/main" id="{83FEDC2A-7176-10D0-7547-CB68FC131C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85394" y="-12446011"/>
                <a:ext cx="323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9">
                <a:extLst>
                  <a:ext uri="{FF2B5EF4-FFF2-40B4-BE49-F238E27FC236}">
                    <a16:creationId xmlns:a16="http://schemas.microsoft.com/office/drawing/2014/main" id="{5EA55859-ACE7-9EDD-BEF4-FFF4CCC7DBED}"/>
                  </a:ext>
                </a:extLst>
              </p14:cNvPr>
              <p14:cNvContentPartPr/>
              <p14:nvPr/>
            </p14:nvContentPartPr>
            <p14:xfrm>
              <a:off x="4940055" y="1277506"/>
              <a:ext cx="216024" cy="45719"/>
            </p14:xfrm>
          </p:contentPart>
        </mc:Choice>
        <mc:Fallback>
          <p:pic>
            <p:nvPicPr>
              <p:cNvPr id="11" name="筆跡 9">
                <a:extLst>
                  <a:ext uri="{FF2B5EF4-FFF2-40B4-BE49-F238E27FC236}">
                    <a16:creationId xmlns:a16="http://schemas.microsoft.com/office/drawing/2014/main" id="{5EA55859-ACE7-9EDD-BEF4-FFF4CCC7DB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86139" y="-12438194"/>
                <a:ext cx="32349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12">
            <a:extLst>
              <a:ext uri="{FF2B5EF4-FFF2-40B4-BE49-F238E27FC236}">
                <a16:creationId xmlns:a16="http://schemas.microsoft.com/office/drawing/2014/main" id="{DA080832-F674-F2E6-6461-5024434A5413}"/>
              </a:ext>
            </a:extLst>
          </p:cNvPr>
          <p:cNvSpPr txBox="1"/>
          <p:nvPr/>
        </p:nvSpPr>
        <p:spPr>
          <a:xfrm>
            <a:off x="538420" y="2359382"/>
            <a:ext cx="3197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medical fee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3">
                <a:extLst>
                  <a:ext uri="{FF2B5EF4-FFF2-40B4-BE49-F238E27FC236}">
                    <a16:creationId xmlns:a16="http://schemas.microsoft.com/office/drawing/2014/main" id="{9ED7A59C-5F4D-87C1-051B-6BD33A635D7F}"/>
                  </a:ext>
                </a:extLst>
              </p:cNvPr>
              <p:cNvSpPr txBox="1"/>
              <p:nvPr/>
            </p:nvSpPr>
            <p:spPr>
              <a:xfrm>
                <a:off x="242732" y="28855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3">
                <a:extLst>
                  <a:ext uri="{FF2B5EF4-FFF2-40B4-BE49-F238E27FC236}">
                    <a16:creationId xmlns:a16="http://schemas.microsoft.com/office/drawing/2014/main" id="{9ED7A59C-5F4D-87C1-051B-6BD33A635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32" y="2885552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26">
            <a:extLst>
              <a:ext uri="{FF2B5EF4-FFF2-40B4-BE49-F238E27FC236}">
                <a16:creationId xmlns:a16="http://schemas.microsoft.com/office/drawing/2014/main" id="{08FF9D96-183D-F33A-099C-14537C9B8DDC}"/>
              </a:ext>
            </a:extLst>
          </p:cNvPr>
          <p:cNvSpPr txBox="1"/>
          <p:nvPr/>
        </p:nvSpPr>
        <p:spPr>
          <a:xfrm>
            <a:off x="538420" y="2885552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6DB83E8-877A-0023-AF61-BA3C5C40179C}"/>
              </a:ext>
            </a:extLst>
          </p:cNvPr>
          <p:cNvSpPr txBox="1"/>
          <p:nvPr/>
        </p:nvSpPr>
        <p:spPr>
          <a:xfrm>
            <a:off x="819330" y="28947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6B1CEBC-B5C4-CC64-5BB2-FB93A3BE2A49}"/>
                  </a:ext>
                </a:extLst>
              </p:cNvPr>
              <p:cNvSpPr txBox="1"/>
              <p:nvPr/>
            </p:nvSpPr>
            <p:spPr>
              <a:xfrm>
                <a:off x="1432264" y="28671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6B1CEBC-B5C4-CC64-5BB2-FB93A3BE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264" y="2867123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6CEF2D58-C560-1EB3-4A13-8CDF00978EBA}"/>
              </a:ext>
            </a:extLst>
          </p:cNvPr>
          <p:cNvSpPr txBox="1"/>
          <p:nvPr/>
        </p:nvSpPr>
        <p:spPr>
          <a:xfrm>
            <a:off x="1655945" y="2885552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0.2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2D4E509-442D-8FCA-27A4-CF9C6C865453}"/>
                  </a:ext>
                </a:extLst>
              </p:cNvPr>
              <p:cNvSpPr txBox="1"/>
              <p:nvPr/>
            </p:nvSpPr>
            <p:spPr>
              <a:xfrm>
                <a:off x="2174238" y="28671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2D4E509-442D-8FCA-27A4-CF9C6C865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238" y="2867123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14">
            <a:extLst>
              <a:ext uri="{FF2B5EF4-FFF2-40B4-BE49-F238E27FC236}">
                <a16:creationId xmlns:a16="http://schemas.microsoft.com/office/drawing/2014/main" id="{ABDFAE69-BA95-EFF6-3535-34879FEBD28F}"/>
              </a:ext>
            </a:extLst>
          </p:cNvPr>
          <p:cNvSpPr txBox="1"/>
          <p:nvPr/>
        </p:nvSpPr>
        <p:spPr>
          <a:xfrm>
            <a:off x="2445034" y="2903981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5">
                <a:extLst>
                  <a:ext uri="{FF2B5EF4-FFF2-40B4-BE49-F238E27FC236}">
                    <a16:creationId xmlns:a16="http://schemas.microsoft.com/office/drawing/2014/main" id="{4FF3DBDE-132C-27BA-4317-08463C1372D6}"/>
                  </a:ext>
                </a:extLst>
              </p:cNvPr>
              <p:cNvSpPr txBox="1"/>
              <p:nvPr/>
            </p:nvSpPr>
            <p:spPr>
              <a:xfrm>
                <a:off x="3231183" y="28763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5">
                <a:extLst>
                  <a:ext uri="{FF2B5EF4-FFF2-40B4-BE49-F238E27FC236}">
                    <a16:creationId xmlns:a16="http://schemas.microsoft.com/office/drawing/2014/main" id="{4FF3DBDE-132C-27BA-4317-08463C137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183" y="287633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16">
            <a:extLst>
              <a:ext uri="{FF2B5EF4-FFF2-40B4-BE49-F238E27FC236}">
                <a16:creationId xmlns:a16="http://schemas.microsoft.com/office/drawing/2014/main" id="{5D6071FE-7CA3-8031-B0B1-E5E025107379}"/>
              </a:ext>
            </a:extLst>
          </p:cNvPr>
          <p:cNvSpPr txBox="1"/>
          <p:nvPr/>
        </p:nvSpPr>
        <p:spPr>
          <a:xfrm>
            <a:off x="3454864" y="2894766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0.1</a:t>
            </a:r>
          </a:p>
        </p:txBody>
      </p:sp>
      <p:sp>
        <p:nvSpPr>
          <p:cNvPr id="25" name="文字方塊 26">
            <a:extLst>
              <a:ext uri="{FF2B5EF4-FFF2-40B4-BE49-F238E27FC236}">
                <a16:creationId xmlns:a16="http://schemas.microsoft.com/office/drawing/2014/main" id="{1BAC6421-EE94-B8E0-36DD-8F03DAD65D3F}"/>
              </a:ext>
            </a:extLst>
          </p:cNvPr>
          <p:cNvSpPr txBox="1"/>
          <p:nvPr/>
        </p:nvSpPr>
        <p:spPr>
          <a:xfrm>
            <a:off x="3875456" y="291319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3">
                <a:extLst>
                  <a:ext uri="{FF2B5EF4-FFF2-40B4-BE49-F238E27FC236}">
                    <a16:creationId xmlns:a16="http://schemas.microsoft.com/office/drawing/2014/main" id="{09EB3143-99D0-C49F-6F88-489A1EDE192A}"/>
                  </a:ext>
                </a:extLst>
              </p:cNvPr>
              <p:cNvSpPr txBox="1"/>
              <p:nvPr/>
            </p:nvSpPr>
            <p:spPr>
              <a:xfrm>
                <a:off x="242732" y="35436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13">
                <a:extLst>
                  <a:ext uri="{FF2B5EF4-FFF2-40B4-BE49-F238E27FC236}">
                    <a16:creationId xmlns:a16="http://schemas.microsoft.com/office/drawing/2014/main" id="{09EB3143-99D0-C49F-6F88-489A1EDE1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32" y="354369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435E192F-3083-E6A3-5257-2064EF948685}"/>
              </a:ext>
            </a:extLst>
          </p:cNvPr>
          <p:cNvSpPr txBox="1"/>
          <p:nvPr/>
        </p:nvSpPr>
        <p:spPr>
          <a:xfrm>
            <a:off x="538420" y="3562121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$160</a:t>
            </a:r>
          </a:p>
        </p:txBody>
      </p:sp>
      <p:sp>
        <p:nvSpPr>
          <p:cNvPr id="28" name="文字方塊 12">
            <a:extLst>
              <a:ext uri="{FF2B5EF4-FFF2-40B4-BE49-F238E27FC236}">
                <a16:creationId xmlns:a16="http://schemas.microsoft.com/office/drawing/2014/main" id="{899BEC9D-0217-2697-2B39-3430C6619A64}"/>
              </a:ext>
            </a:extLst>
          </p:cNvPr>
          <p:cNvSpPr txBox="1"/>
          <p:nvPr/>
        </p:nvSpPr>
        <p:spPr>
          <a:xfrm>
            <a:off x="548579" y="4303670"/>
            <a:ext cx="8473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Since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medical fee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less than the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insurance premium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Maggie should not buy the travelling insurance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51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AA09FEE-E277-4B00-F848-CBD9A5A2D5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480" t="5938"/>
          <a:stretch>
            <a:fillRect/>
          </a:stretch>
        </p:blipFill>
        <p:spPr>
          <a:xfrm>
            <a:off x="143054" y="126528"/>
            <a:ext cx="10139265" cy="18494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4">
                <a:extLst>
                  <a:ext uri="{FF2B5EF4-FFF2-40B4-BE49-F238E27FC236}">
                    <a16:creationId xmlns:a16="http://schemas.microsoft.com/office/drawing/2014/main" id="{C7B2751C-1656-D12D-0B9B-8A654471CF11}"/>
                  </a:ext>
                </a:extLst>
              </p14:cNvPr>
              <p14:cNvContentPartPr/>
              <p14:nvPr/>
            </p14:nvContentPartPr>
            <p14:xfrm>
              <a:off x="7807107" y="256457"/>
              <a:ext cx="757773" cy="45719"/>
            </p14:xfrm>
          </p:contentPart>
        </mc:Choice>
        <mc:Fallback>
          <p:pic>
            <p:nvPicPr>
              <p:cNvPr id="4" name="筆跡 4">
                <a:extLst>
                  <a:ext uri="{FF2B5EF4-FFF2-40B4-BE49-F238E27FC236}">
                    <a16:creationId xmlns:a16="http://schemas.microsoft.com/office/drawing/2014/main" id="{C7B2751C-1656-D12D-0B9B-8A654471CF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3058" y="-13459243"/>
                <a:ext cx="8655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23AE24B5-78D4-9F8C-CDD7-6CD7D3B3DF46}"/>
                  </a:ext>
                </a:extLst>
              </p14:cNvPr>
              <p14:cNvContentPartPr/>
              <p14:nvPr/>
            </p14:nvContentPartPr>
            <p14:xfrm>
              <a:off x="3560227" y="581577"/>
              <a:ext cx="2799933" cy="45719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23AE24B5-78D4-9F8C-CDD7-6CD7D3B3DF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06167" y="-13134123"/>
                <a:ext cx="29076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6141D052-A7BF-2295-B5AB-4E63F1AC3372}"/>
                  </a:ext>
                </a:extLst>
              </p14:cNvPr>
              <p14:cNvContentPartPr/>
              <p14:nvPr/>
            </p14:nvContentPartPr>
            <p14:xfrm>
              <a:off x="3997106" y="952943"/>
              <a:ext cx="1926173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6141D052-A7BF-2295-B5AB-4E63F1AC33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43051" y="-12762757"/>
                <a:ext cx="203392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BF51FFDA-EAF1-AF66-20E3-34A0A1BC5435}"/>
                  </a:ext>
                </a:extLst>
              </p14:cNvPr>
              <p14:cNvContentPartPr/>
              <p14:nvPr/>
            </p14:nvContentPartPr>
            <p14:xfrm>
              <a:off x="6187440" y="927323"/>
              <a:ext cx="518160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BF51FFDA-EAF1-AF66-20E3-34A0A1BC54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33427" y="-12788377"/>
                <a:ext cx="62582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筆跡 4">
                <a:extLst>
                  <a:ext uri="{FF2B5EF4-FFF2-40B4-BE49-F238E27FC236}">
                    <a16:creationId xmlns:a16="http://schemas.microsoft.com/office/drawing/2014/main" id="{9FF39496-49BE-F637-5494-99CFB64BBB4E}"/>
                  </a:ext>
                </a:extLst>
              </p14:cNvPr>
              <p14:cNvContentPartPr/>
              <p14:nvPr/>
            </p14:nvContentPartPr>
            <p14:xfrm>
              <a:off x="1909680" y="1313403"/>
              <a:ext cx="6147200" cy="45719"/>
            </p14:xfrm>
          </p:contentPart>
        </mc:Choice>
        <mc:Fallback>
          <p:pic>
            <p:nvPicPr>
              <p:cNvPr id="8" name="筆跡 4">
                <a:extLst>
                  <a:ext uri="{FF2B5EF4-FFF2-40B4-BE49-F238E27FC236}">
                    <a16:creationId xmlns:a16="http://schemas.microsoft.com/office/drawing/2014/main" id="{9FF39496-49BE-F637-5494-99CFB64BBB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55615" y="-12402297"/>
                <a:ext cx="625497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114">
            <a:extLst>
              <a:ext uri="{FF2B5EF4-FFF2-40B4-BE49-F238E27FC236}">
                <a16:creationId xmlns:a16="http://schemas.microsoft.com/office/drawing/2014/main" id="{0CB330FB-2FF5-EFF5-CCFC-732B5E7E6736}"/>
              </a:ext>
            </a:extLst>
          </p:cNvPr>
          <p:cNvSpPr txBox="1"/>
          <p:nvPr/>
        </p:nvSpPr>
        <p:spPr>
          <a:xfrm>
            <a:off x="416341" y="2172300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2" name="文字方塊 136">
            <a:extLst>
              <a:ext uri="{FF2B5EF4-FFF2-40B4-BE49-F238E27FC236}">
                <a16:creationId xmlns:a16="http://schemas.microsoft.com/office/drawing/2014/main" id="{1ACE41D1-FE75-A2AD-EDCF-2DC2E5C9C646}"/>
              </a:ext>
            </a:extLst>
          </p:cNvPr>
          <p:cNvSpPr txBox="1"/>
          <p:nvPr/>
        </p:nvSpPr>
        <p:spPr>
          <a:xfrm>
            <a:off x="1083692" y="2161468"/>
            <a:ext cx="128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$300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43">
                <a:extLst>
                  <a:ext uri="{FF2B5EF4-FFF2-40B4-BE49-F238E27FC236}">
                    <a16:creationId xmlns:a16="http://schemas.microsoft.com/office/drawing/2014/main" id="{1D2AB152-615B-83F2-1E86-A7428EF50F32}"/>
                  </a:ext>
                </a:extLst>
              </p:cNvPr>
              <p:cNvSpPr txBox="1"/>
              <p:nvPr/>
            </p:nvSpPr>
            <p:spPr>
              <a:xfrm>
                <a:off x="2216879" y="21614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43">
                <a:extLst>
                  <a:ext uri="{FF2B5EF4-FFF2-40B4-BE49-F238E27FC236}">
                    <a16:creationId xmlns:a16="http://schemas.microsoft.com/office/drawing/2014/main" id="{1D2AB152-615B-83F2-1E86-A7428EF50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79" y="2161468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79">
            <a:extLst>
              <a:ext uri="{FF2B5EF4-FFF2-40B4-BE49-F238E27FC236}">
                <a16:creationId xmlns:a16="http://schemas.microsoft.com/office/drawing/2014/main" id="{F112A7D0-FA0F-63B6-2351-6EBE75C4E06C}"/>
              </a:ext>
            </a:extLst>
          </p:cNvPr>
          <p:cNvGrpSpPr/>
          <p:nvPr/>
        </p:nvGrpSpPr>
        <p:grpSpPr>
          <a:xfrm>
            <a:off x="2504964" y="1998657"/>
            <a:ext cx="530915" cy="778067"/>
            <a:chOff x="2809544" y="4671588"/>
            <a:chExt cx="530915" cy="778067"/>
          </a:xfrm>
        </p:grpSpPr>
        <p:sp>
          <p:nvSpPr>
            <p:cNvPr id="15" name="文字方塊 80">
              <a:extLst>
                <a:ext uri="{FF2B5EF4-FFF2-40B4-BE49-F238E27FC236}">
                  <a16:creationId xmlns:a16="http://schemas.microsoft.com/office/drawing/2014/main" id="{737E36A9-FC85-C301-5A68-98C8CB78D30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5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81">
              <a:extLst>
                <a:ext uri="{FF2B5EF4-FFF2-40B4-BE49-F238E27FC236}">
                  <a16:creationId xmlns:a16="http://schemas.microsoft.com/office/drawing/2014/main" id="{0971A2F7-1A2B-420D-35B9-05A62956C1A8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7" name="直線接點 82">
                <a:extLst>
                  <a:ext uri="{FF2B5EF4-FFF2-40B4-BE49-F238E27FC236}">
                    <a16:creationId xmlns:a16="http://schemas.microsoft.com/office/drawing/2014/main" id="{4D2514DE-D1DF-406F-6236-5151B69FC40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83">
                <a:extLst>
                  <a:ext uri="{FF2B5EF4-FFF2-40B4-BE49-F238E27FC236}">
                    <a16:creationId xmlns:a16="http://schemas.microsoft.com/office/drawing/2014/main" id="{DA9DD39B-6E64-4570-615A-BABC0B8350E4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50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43">
                <a:extLst>
                  <a:ext uri="{FF2B5EF4-FFF2-40B4-BE49-F238E27FC236}">
                    <a16:creationId xmlns:a16="http://schemas.microsoft.com/office/drawing/2014/main" id="{67AFC36C-93D3-60FA-29AB-74AC5AC10CDA}"/>
                  </a:ext>
                </a:extLst>
              </p:cNvPr>
              <p:cNvSpPr txBox="1"/>
              <p:nvPr/>
            </p:nvSpPr>
            <p:spPr>
              <a:xfrm>
                <a:off x="3071963" y="21458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143">
                <a:extLst>
                  <a:ext uri="{FF2B5EF4-FFF2-40B4-BE49-F238E27FC236}">
                    <a16:creationId xmlns:a16="http://schemas.microsoft.com/office/drawing/2014/main" id="{67AFC36C-93D3-60FA-29AB-74AC5AC10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963" y="214588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79">
            <a:extLst>
              <a:ext uri="{FF2B5EF4-FFF2-40B4-BE49-F238E27FC236}">
                <a16:creationId xmlns:a16="http://schemas.microsoft.com/office/drawing/2014/main" id="{4712BA00-A545-A690-4C67-7E7A77F49033}"/>
              </a:ext>
            </a:extLst>
          </p:cNvPr>
          <p:cNvGrpSpPr/>
          <p:nvPr/>
        </p:nvGrpSpPr>
        <p:grpSpPr>
          <a:xfrm>
            <a:off x="3450824" y="1998657"/>
            <a:ext cx="530915" cy="778067"/>
            <a:chOff x="2809544" y="4671588"/>
            <a:chExt cx="530915" cy="778067"/>
          </a:xfrm>
        </p:grpSpPr>
        <p:sp>
          <p:nvSpPr>
            <p:cNvPr id="21" name="文字方塊 80">
              <a:extLst>
                <a:ext uri="{FF2B5EF4-FFF2-40B4-BE49-F238E27FC236}">
                  <a16:creationId xmlns:a16="http://schemas.microsoft.com/office/drawing/2014/main" id="{5FDD8ED4-DA6A-F527-A895-B13909A187D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2" name="群組 81">
              <a:extLst>
                <a:ext uri="{FF2B5EF4-FFF2-40B4-BE49-F238E27FC236}">
                  <a16:creationId xmlns:a16="http://schemas.microsoft.com/office/drawing/2014/main" id="{1A619828-C764-1DB4-D3BC-58AB294BD9FA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23" name="直線接點 82">
                <a:extLst>
                  <a:ext uri="{FF2B5EF4-FFF2-40B4-BE49-F238E27FC236}">
                    <a16:creationId xmlns:a16="http://schemas.microsoft.com/office/drawing/2014/main" id="{17213DD7-8BF4-9EC9-FC38-6DE4BDACD5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" name="文字方塊 83">
                <a:extLst>
                  <a:ext uri="{FF2B5EF4-FFF2-40B4-BE49-F238E27FC236}">
                    <a16:creationId xmlns:a16="http://schemas.microsoft.com/office/drawing/2014/main" id="{0ACE4355-A880-2809-6CFF-70FD43AF3C74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25" name="文字方塊 136">
            <a:extLst>
              <a:ext uri="{FF2B5EF4-FFF2-40B4-BE49-F238E27FC236}">
                <a16:creationId xmlns:a16="http://schemas.microsoft.com/office/drawing/2014/main" id="{BAADB6B7-71A0-AE9C-CE96-51DB17E2C9BC}"/>
              </a:ext>
            </a:extLst>
          </p:cNvPr>
          <p:cNvSpPr txBox="1"/>
          <p:nvPr/>
        </p:nvSpPr>
        <p:spPr>
          <a:xfrm>
            <a:off x="1043829" y="2961428"/>
            <a:ext cx="832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43">
                <a:extLst>
                  <a:ext uri="{FF2B5EF4-FFF2-40B4-BE49-F238E27FC236}">
                    <a16:creationId xmlns:a16="http://schemas.microsoft.com/office/drawing/2014/main" id="{8E85D23A-BD46-316E-931E-5043F4E2E51E}"/>
                  </a:ext>
                </a:extLst>
              </p:cNvPr>
              <p:cNvSpPr txBox="1"/>
              <p:nvPr/>
            </p:nvSpPr>
            <p:spPr>
              <a:xfrm>
                <a:off x="1876410" y="29493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143">
                <a:extLst>
                  <a:ext uri="{FF2B5EF4-FFF2-40B4-BE49-F238E27FC236}">
                    <a16:creationId xmlns:a16="http://schemas.microsoft.com/office/drawing/2014/main" id="{8E85D23A-BD46-316E-931E-5043F4E2E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410" y="2949318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45">
                <a:extLst>
                  <a:ext uri="{FF2B5EF4-FFF2-40B4-BE49-F238E27FC236}">
                    <a16:creationId xmlns:a16="http://schemas.microsoft.com/office/drawing/2014/main" id="{FC247AC0-AB23-49BB-EB0C-1F98CAF69BF4}"/>
                  </a:ext>
                </a:extLst>
              </p:cNvPr>
              <p:cNvSpPr txBox="1"/>
              <p:nvPr/>
            </p:nvSpPr>
            <p:spPr>
              <a:xfrm>
                <a:off x="2279267" y="2768781"/>
                <a:ext cx="11382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50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45">
                <a:extLst>
                  <a:ext uri="{FF2B5EF4-FFF2-40B4-BE49-F238E27FC236}">
                    <a16:creationId xmlns:a16="http://schemas.microsoft.com/office/drawing/2014/main" id="{FC247AC0-AB23-49BB-EB0C-1F98CAF69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267" y="2768781"/>
                <a:ext cx="1138287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接點 46">
            <a:extLst>
              <a:ext uri="{FF2B5EF4-FFF2-40B4-BE49-F238E27FC236}">
                <a16:creationId xmlns:a16="http://schemas.microsoft.com/office/drawing/2014/main" id="{A1991C19-98B6-4ECE-D5AE-1C0FA4E8852D}"/>
              </a:ext>
            </a:extLst>
          </p:cNvPr>
          <p:cNvCxnSpPr>
            <a:cxnSpLocks/>
          </p:cNvCxnSpPr>
          <p:nvPr/>
        </p:nvCxnSpPr>
        <p:spPr>
          <a:xfrm>
            <a:off x="2266006" y="3141875"/>
            <a:ext cx="95428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字方塊 47">
            <a:extLst>
              <a:ext uri="{FF2B5EF4-FFF2-40B4-BE49-F238E27FC236}">
                <a16:creationId xmlns:a16="http://schemas.microsoft.com/office/drawing/2014/main" id="{EA40EA97-1179-A4D2-2728-5BC9AAAF64F3}"/>
              </a:ext>
            </a:extLst>
          </p:cNvPr>
          <p:cNvSpPr txBox="1"/>
          <p:nvPr/>
        </p:nvSpPr>
        <p:spPr>
          <a:xfrm>
            <a:off x="2445280" y="3149373"/>
            <a:ext cx="617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50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143">
                <a:extLst>
                  <a:ext uri="{FF2B5EF4-FFF2-40B4-BE49-F238E27FC236}">
                    <a16:creationId xmlns:a16="http://schemas.microsoft.com/office/drawing/2014/main" id="{E3194AA6-1D17-0F01-D658-99CD00C1B080}"/>
                  </a:ext>
                </a:extLst>
              </p:cNvPr>
              <p:cNvSpPr txBox="1"/>
              <p:nvPr/>
            </p:nvSpPr>
            <p:spPr>
              <a:xfrm>
                <a:off x="3250858" y="29493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143">
                <a:extLst>
                  <a:ext uri="{FF2B5EF4-FFF2-40B4-BE49-F238E27FC236}">
                    <a16:creationId xmlns:a16="http://schemas.microsoft.com/office/drawing/2014/main" id="{E3194AA6-1D17-0F01-D658-99CD00C1B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858" y="294931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79">
            <a:extLst>
              <a:ext uri="{FF2B5EF4-FFF2-40B4-BE49-F238E27FC236}">
                <a16:creationId xmlns:a16="http://schemas.microsoft.com/office/drawing/2014/main" id="{2DCEC0B2-A835-3149-C68C-68F2E6F03291}"/>
              </a:ext>
            </a:extLst>
          </p:cNvPr>
          <p:cNvGrpSpPr/>
          <p:nvPr/>
        </p:nvGrpSpPr>
        <p:grpSpPr>
          <a:xfrm>
            <a:off x="3629719" y="2802088"/>
            <a:ext cx="530915" cy="778067"/>
            <a:chOff x="2809544" y="4671588"/>
            <a:chExt cx="530915" cy="778067"/>
          </a:xfrm>
        </p:grpSpPr>
        <p:sp>
          <p:nvSpPr>
            <p:cNvPr id="38" name="文字方塊 80">
              <a:extLst>
                <a:ext uri="{FF2B5EF4-FFF2-40B4-BE49-F238E27FC236}">
                  <a16:creationId xmlns:a16="http://schemas.microsoft.com/office/drawing/2014/main" id="{5FA760FF-398B-C266-4E5C-65F410BA732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9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9" name="群組 81">
              <a:extLst>
                <a:ext uri="{FF2B5EF4-FFF2-40B4-BE49-F238E27FC236}">
                  <a16:creationId xmlns:a16="http://schemas.microsoft.com/office/drawing/2014/main" id="{2547348B-3D90-CCB9-3EA1-C2902B8D218D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40" name="直線接點 82">
                <a:extLst>
                  <a:ext uri="{FF2B5EF4-FFF2-40B4-BE49-F238E27FC236}">
                    <a16:creationId xmlns:a16="http://schemas.microsoft.com/office/drawing/2014/main" id="{ED2B299C-4953-5AFE-1F4E-C7E5F14E565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1" name="文字方塊 83">
                <a:extLst>
                  <a:ext uri="{FF2B5EF4-FFF2-40B4-BE49-F238E27FC236}">
                    <a16:creationId xmlns:a16="http://schemas.microsoft.com/office/drawing/2014/main" id="{7828D755-BC20-5E15-BFF3-2275D37DE2B3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2" name="文字方塊 12">
            <a:extLst>
              <a:ext uri="{FF2B5EF4-FFF2-40B4-BE49-F238E27FC236}">
                <a16:creationId xmlns:a16="http://schemas.microsoft.com/office/drawing/2014/main" id="{4D70CADA-5D0C-A4FE-F27F-1D66DA913ADD}"/>
              </a:ext>
            </a:extLst>
          </p:cNvPr>
          <p:cNvSpPr txBox="1"/>
          <p:nvPr/>
        </p:nvSpPr>
        <p:spPr>
          <a:xfrm>
            <a:off x="756764" y="3776526"/>
            <a:ext cx="577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 of the amount of money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143">
                <a:extLst>
                  <a:ext uri="{FF2B5EF4-FFF2-40B4-BE49-F238E27FC236}">
                    <a16:creationId xmlns:a16="http://schemas.microsoft.com/office/drawing/2014/main" id="{1A90A3E2-DE7B-492A-4002-708FF5910D34}"/>
                  </a:ext>
                </a:extLst>
              </p:cNvPr>
              <p:cNvSpPr txBox="1"/>
              <p:nvPr/>
            </p:nvSpPr>
            <p:spPr>
              <a:xfrm>
                <a:off x="835170" y="45309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143">
                <a:extLst>
                  <a:ext uri="{FF2B5EF4-FFF2-40B4-BE49-F238E27FC236}">
                    <a16:creationId xmlns:a16="http://schemas.microsoft.com/office/drawing/2014/main" id="{1A90A3E2-DE7B-492A-4002-708FF5910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70" y="4530935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26">
            <a:extLst>
              <a:ext uri="{FF2B5EF4-FFF2-40B4-BE49-F238E27FC236}">
                <a16:creationId xmlns:a16="http://schemas.microsoft.com/office/drawing/2014/main" id="{AE13BD51-EE8C-F178-7654-C91E8179542E}"/>
              </a:ext>
            </a:extLst>
          </p:cNvPr>
          <p:cNvSpPr txBox="1"/>
          <p:nvPr/>
        </p:nvSpPr>
        <p:spPr>
          <a:xfrm>
            <a:off x="1090172" y="454467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5" name="弧形 94">
            <a:extLst>
              <a:ext uri="{FF2B5EF4-FFF2-40B4-BE49-F238E27FC236}">
                <a16:creationId xmlns:a16="http://schemas.microsoft.com/office/drawing/2014/main" id="{93BECB2C-EC49-613E-7132-295540D89126}"/>
              </a:ext>
            </a:extLst>
          </p:cNvPr>
          <p:cNvSpPr/>
          <p:nvPr/>
        </p:nvSpPr>
        <p:spPr>
          <a:xfrm rot="10957079">
            <a:off x="1462483" y="4438102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6" name="文字方塊 14">
            <a:extLst>
              <a:ext uri="{FF2B5EF4-FFF2-40B4-BE49-F238E27FC236}">
                <a16:creationId xmlns:a16="http://schemas.microsoft.com/office/drawing/2014/main" id="{C15C9C9B-3D9A-88C2-B1BE-863E364F0D48}"/>
              </a:ext>
            </a:extLst>
          </p:cNvPr>
          <p:cNvSpPr txBox="1"/>
          <p:nvPr/>
        </p:nvSpPr>
        <p:spPr>
          <a:xfrm>
            <a:off x="1488648" y="4572321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5">
                <a:extLst>
                  <a:ext uri="{FF2B5EF4-FFF2-40B4-BE49-F238E27FC236}">
                    <a16:creationId xmlns:a16="http://schemas.microsoft.com/office/drawing/2014/main" id="{3E95B9FC-296A-9155-5E48-8EEAB167814B}"/>
                  </a:ext>
                </a:extLst>
              </p:cNvPr>
              <p:cNvSpPr txBox="1"/>
              <p:nvPr/>
            </p:nvSpPr>
            <p:spPr>
              <a:xfrm>
                <a:off x="2101582" y="45446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15">
                <a:extLst>
                  <a:ext uri="{FF2B5EF4-FFF2-40B4-BE49-F238E27FC236}">
                    <a16:creationId xmlns:a16="http://schemas.microsoft.com/office/drawing/2014/main" id="{3E95B9FC-296A-9155-5E48-8EEAB1678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582" y="454467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79">
            <a:extLst>
              <a:ext uri="{FF2B5EF4-FFF2-40B4-BE49-F238E27FC236}">
                <a16:creationId xmlns:a16="http://schemas.microsoft.com/office/drawing/2014/main" id="{9CD2218C-9F74-7E43-A797-7530BEF1A8BD}"/>
              </a:ext>
            </a:extLst>
          </p:cNvPr>
          <p:cNvGrpSpPr/>
          <p:nvPr/>
        </p:nvGrpSpPr>
        <p:grpSpPr>
          <a:xfrm>
            <a:off x="2397270" y="4403679"/>
            <a:ext cx="530915" cy="778067"/>
            <a:chOff x="2809544" y="4671588"/>
            <a:chExt cx="530915" cy="778067"/>
          </a:xfrm>
        </p:grpSpPr>
        <p:sp>
          <p:nvSpPr>
            <p:cNvPr id="49" name="文字方塊 80">
              <a:extLst>
                <a:ext uri="{FF2B5EF4-FFF2-40B4-BE49-F238E27FC236}">
                  <a16:creationId xmlns:a16="http://schemas.microsoft.com/office/drawing/2014/main" id="{C72CBD4E-81B9-F58B-981D-837F642C951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0" name="群組 81">
              <a:extLst>
                <a:ext uri="{FF2B5EF4-FFF2-40B4-BE49-F238E27FC236}">
                  <a16:creationId xmlns:a16="http://schemas.microsoft.com/office/drawing/2014/main" id="{13279981-A852-FFDB-926E-F69379607696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51" name="直線接點 82">
                <a:extLst>
                  <a:ext uri="{FF2B5EF4-FFF2-40B4-BE49-F238E27FC236}">
                    <a16:creationId xmlns:a16="http://schemas.microsoft.com/office/drawing/2014/main" id="{973469E2-F6EE-971D-FF97-D82DC549A49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2" name="文字方塊 83">
                <a:extLst>
                  <a:ext uri="{FF2B5EF4-FFF2-40B4-BE49-F238E27FC236}">
                    <a16:creationId xmlns:a16="http://schemas.microsoft.com/office/drawing/2014/main" id="{C00AC94D-585A-1647-ADE3-58ECC37BBACB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21">
                <a:extLst>
                  <a:ext uri="{FF2B5EF4-FFF2-40B4-BE49-F238E27FC236}">
                    <a16:creationId xmlns:a16="http://schemas.microsoft.com/office/drawing/2014/main" id="{1CCEB7E6-03F4-F2EB-1078-2A4A29C03C34}"/>
                  </a:ext>
                </a:extLst>
              </p:cNvPr>
              <p:cNvSpPr txBox="1"/>
              <p:nvPr/>
            </p:nvSpPr>
            <p:spPr>
              <a:xfrm>
                <a:off x="2955910" y="45723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21">
                <a:extLst>
                  <a:ext uri="{FF2B5EF4-FFF2-40B4-BE49-F238E27FC236}">
                    <a16:creationId xmlns:a16="http://schemas.microsoft.com/office/drawing/2014/main" id="{1CCEB7E6-03F4-F2EB-1078-2A4A29C03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910" y="457232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14">
            <a:extLst>
              <a:ext uri="{FF2B5EF4-FFF2-40B4-BE49-F238E27FC236}">
                <a16:creationId xmlns:a16="http://schemas.microsoft.com/office/drawing/2014/main" id="{55D57D57-195E-FC85-400F-A3EC22A3D0EA}"/>
              </a:ext>
            </a:extLst>
          </p:cNvPr>
          <p:cNvSpPr txBox="1"/>
          <p:nvPr/>
        </p:nvSpPr>
        <p:spPr>
          <a:xfrm>
            <a:off x="3276602" y="459398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15">
                <a:extLst>
                  <a:ext uri="{FF2B5EF4-FFF2-40B4-BE49-F238E27FC236}">
                    <a16:creationId xmlns:a16="http://schemas.microsoft.com/office/drawing/2014/main" id="{16B8E199-6D54-B152-DA47-DEBF43194812}"/>
                  </a:ext>
                </a:extLst>
              </p:cNvPr>
              <p:cNvSpPr txBox="1"/>
              <p:nvPr/>
            </p:nvSpPr>
            <p:spPr>
              <a:xfrm>
                <a:off x="3587331" y="45815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15">
                <a:extLst>
                  <a:ext uri="{FF2B5EF4-FFF2-40B4-BE49-F238E27FC236}">
                    <a16:creationId xmlns:a16="http://schemas.microsoft.com/office/drawing/2014/main" id="{16B8E199-6D54-B152-DA47-DEBF43194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331" y="458158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79">
            <a:extLst>
              <a:ext uri="{FF2B5EF4-FFF2-40B4-BE49-F238E27FC236}">
                <a16:creationId xmlns:a16="http://schemas.microsoft.com/office/drawing/2014/main" id="{83FAE816-0FBA-A144-7197-98B741ACBA51}"/>
              </a:ext>
            </a:extLst>
          </p:cNvPr>
          <p:cNvGrpSpPr/>
          <p:nvPr/>
        </p:nvGrpSpPr>
        <p:grpSpPr>
          <a:xfrm>
            <a:off x="3932396" y="4432692"/>
            <a:ext cx="530915" cy="778067"/>
            <a:chOff x="2809544" y="4671588"/>
            <a:chExt cx="530915" cy="778067"/>
          </a:xfrm>
        </p:grpSpPr>
        <p:sp>
          <p:nvSpPr>
            <p:cNvPr id="57" name="文字方塊 80">
              <a:extLst>
                <a:ext uri="{FF2B5EF4-FFF2-40B4-BE49-F238E27FC236}">
                  <a16:creationId xmlns:a16="http://schemas.microsoft.com/office/drawing/2014/main" id="{E363B4BA-C6BB-0380-03C9-0641695257E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9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8" name="群組 81">
              <a:extLst>
                <a:ext uri="{FF2B5EF4-FFF2-40B4-BE49-F238E27FC236}">
                  <a16:creationId xmlns:a16="http://schemas.microsoft.com/office/drawing/2014/main" id="{B041DC8E-932A-D7EB-68E5-1ABF6D29E5DA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59" name="直線接點 82">
                <a:extLst>
                  <a:ext uri="{FF2B5EF4-FFF2-40B4-BE49-F238E27FC236}">
                    <a16:creationId xmlns:a16="http://schemas.microsoft.com/office/drawing/2014/main" id="{4D282FDC-1139-BE04-EB76-2D491AFDFA8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0" name="文字方塊 83">
                <a:extLst>
                  <a:ext uri="{FF2B5EF4-FFF2-40B4-BE49-F238E27FC236}">
                    <a16:creationId xmlns:a16="http://schemas.microsoft.com/office/drawing/2014/main" id="{B7EC01D5-5F7E-7709-C240-AF006452DD19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61" name="弧形 94">
            <a:extLst>
              <a:ext uri="{FF2B5EF4-FFF2-40B4-BE49-F238E27FC236}">
                <a16:creationId xmlns:a16="http://schemas.microsoft.com/office/drawing/2014/main" id="{9F0F68F1-3EE8-DA82-5383-5D5F523AB5BE}"/>
              </a:ext>
            </a:extLst>
          </p:cNvPr>
          <p:cNvSpPr/>
          <p:nvPr/>
        </p:nvSpPr>
        <p:spPr>
          <a:xfrm rot="10800000" flipH="1">
            <a:off x="4391270" y="4438102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143">
                <a:extLst>
                  <a:ext uri="{FF2B5EF4-FFF2-40B4-BE49-F238E27FC236}">
                    <a16:creationId xmlns:a16="http://schemas.microsoft.com/office/drawing/2014/main" id="{99F66997-EC01-1A95-2F2F-C19F265266FF}"/>
                  </a:ext>
                </a:extLst>
              </p:cNvPr>
              <p:cNvSpPr txBox="1"/>
              <p:nvPr/>
            </p:nvSpPr>
            <p:spPr>
              <a:xfrm>
                <a:off x="835170" y="53661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143">
                <a:extLst>
                  <a:ext uri="{FF2B5EF4-FFF2-40B4-BE49-F238E27FC236}">
                    <a16:creationId xmlns:a16="http://schemas.microsoft.com/office/drawing/2014/main" id="{99F66997-EC01-1A95-2F2F-C19F26526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70" y="536619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26">
            <a:extLst>
              <a:ext uri="{FF2B5EF4-FFF2-40B4-BE49-F238E27FC236}">
                <a16:creationId xmlns:a16="http://schemas.microsoft.com/office/drawing/2014/main" id="{29F87EB6-3B70-5220-C0E3-36D4C9446E93}"/>
              </a:ext>
            </a:extLst>
          </p:cNvPr>
          <p:cNvSpPr txBox="1"/>
          <p:nvPr/>
        </p:nvSpPr>
        <p:spPr>
          <a:xfrm>
            <a:off x="1130858" y="5407581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$30</a:t>
            </a:r>
          </a:p>
        </p:txBody>
      </p:sp>
      <p:sp>
        <p:nvSpPr>
          <p:cNvPr id="64" name="文字方塊 114">
            <a:extLst>
              <a:ext uri="{FF2B5EF4-FFF2-40B4-BE49-F238E27FC236}">
                <a16:creationId xmlns:a16="http://schemas.microsoft.com/office/drawing/2014/main" id="{7907FE05-5499-67D9-B391-4A5585B0DFB1}"/>
              </a:ext>
            </a:extLst>
          </p:cNvPr>
          <p:cNvSpPr txBox="1"/>
          <p:nvPr/>
        </p:nvSpPr>
        <p:spPr>
          <a:xfrm>
            <a:off x="5911371" y="2046518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54">
                <a:extLst>
                  <a:ext uri="{FF2B5EF4-FFF2-40B4-BE49-F238E27FC236}">
                    <a16:creationId xmlns:a16="http://schemas.microsoft.com/office/drawing/2014/main" id="{F6A10E4C-7FBC-4B6A-56A5-A0763B04CD0F}"/>
                  </a:ext>
                </a:extLst>
              </p:cNvPr>
              <p:cNvSpPr txBox="1"/>
              <p:nvPr/>
            </p:nvSpPr>
            <p:spPr>
              <a:xfrm>
                <a:off x="6646620" y="2015741"/>
                <a:ext cx="2270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54">
                <a:extLst>
                  <a:ext uri="{FF2B5EF4-FFF2-40B4-BE49-F238E27FC236}">
                    <a16:creationId xmlns:a16="http://schemas.microsoft.com/office/drawing/2014/main" id="{F6A10E4C-7FBC-4B6A-56A5-A0763B04C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620" y="2015741"/>
                <a:ext cx="227090" cy="461665"/>
              </a:xfrm>
              <a:prstGeom prst="rect">
                <a:avLst/>
              </a:prstGeom>
              <a:blipFill>
                <a:blip r:embed="rId23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23">
            <a:extLst>
              <a:ext uri="{FF2B5EF4-FFF2-40B4-BE49-F238E27FC236}">
                <a16:creationId xmlns:a16="http://schemas.microsoft.com/office/drawing/2014/main" id="{7B7F33B0-C433-B4BA-D657-0609E3CB3023}"/>
              </a:ext>
            </a:extLst>
          </p:cNvPr>
          <p:cNvSpPr txBox="1"/>
          <p:nvPr/>
        </p:nvSpPr>
        <p:spPr>
          <a:xfrm>
            <a:off x="7039860" y="2071734"/>
            <a:ext cx="49895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Expected value of the amount of money a plater get 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$30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smaller than the cost of playing the game 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$40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 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7" name="筆跡 4">
                <a:extLst>
                  <a:ext uri="{FF2B5EF4-FFF2-40B4-BE49-F238E27FC236}">
                    <a16:creationId xmlns:a16="http://schemas.microsoft.com/office/drawing/2014/main" id="{A8F5FC1A-0BB2-94D8-DC20-545F43688412}"/>
                  </a:ext>
                </a:extLst>
              </p14:cNvPr>
              <p14:cNvContentPartPr/>
              <p14:nvPr/>
            </p14:nvContentPartPr>
            <p14:xfrm>
              <a:off x="2591528" y="1659149"/>
              <a:ext cx="945860" cy="45719"/>
            </p14:xfrm>
          </p:contentPart>
        </mc:Choice>
        <mc:Fallback>
          <p:pic>
            <p:nvPicPr>
              <p:cNvPr id="67" name="筆跡 4">
                <a:extLst>
                  <a:ext uri="{FF2B5EF4-FFF2-40B4-BE49-F238E27FC236}">
                    <a16:creationId xmlns:a16="http://schemas.microsoft.com/office/drawing/2014/main" id="{A8F5FC1A-0BB2-94D8-DC20-545F4368841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37479" y="-12056551"/>
                <a:ext cx="10535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8" name="筆跡 4">
                <a:extLst>
                  <a:ext uri="{FF2B5EF4-FFF2-40B4-BE49-F238E27FC236}">
                    <a16:creationId xmlns:a16="http://schemas.microsoft.com/office/drawing/2014/main" id="{64B405CA-74A9-0BB5-C58E-4D4A20091E1F}"/>
                  </a:ext>
                </a:extLst>
              </p14:cNvPr>
              <p14:cNvContentPartPr/>
              <p14:nvPr/>
            </p14:nvContentPartPr>
            <p14:xfrm>
              <a:off x="7334177" y="1660317"/>
              <a:ext cx="945860" cy="45719"/>
            </p14:xfrm>
          </p:contentPart>
        </mc:Choice>
        <mc:Fallback>
          <p:pic>
            <p:nvPicPr>
              <p:cNvPr id="68" name="筆跡 4">
                <a:extLst>
                  <a:ext uri="{FF2B5EF4-FFF2-40B4-BE49-F238E27FC236}">
                    <a16:creationId xmlns:a16="http://schemas.microsoft.com/office/drawing/2014/main" id="{64B405CA-74A9-0BB5-C58E-4D4A20091E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80128" y="-12055383"/>
                <a:ext cx="105359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260">
                <a:extLst>
                  <a:ext uri="{FF2B5EF4-FFF2-40B4-BE49-F238E27FC236}">
                    <a16:creationId xmlns:a16="http://schemas.microsoft.com/office/drawing/2014/main" id="{06739AFF-BFBF-A714-6566-D4496DE4E5CA}"/>
                  </a:ext>
                </a:extLst>
              </p:cNvPr>
              <p:cNvSpPr txBox="1"/>
              <p:nvPr/>
            </p:nvSpPr>
            <p:spPr>
              <a:xfrm>
                <a:off x="6644913" y="3440864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260">
                <a:extLst>
                  <a:ext uri="{FF2B5EF4-FFF2-40B4-BE49-F238E27FC236}">
                    <a16:creationId xmlns:a16="http://schemas.microsoft.com/office/drawing/2014/main" id="{06739AFF-BFBF-A714-6566-D4496DE4E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913" y="3440864"/>
                <a:ext cx="238419" cy="461665"/>
              </a:xfrm>
              <a:prstGeom prst="rect">
                <a:avLst/>
              </a:prstGeom>
              <a:blipFill>
                <a:blip r:embed="rId2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23">
            <a:extLst>
              <a:ext uri="{FF2B5EF4-FFF2-40B4-BE49-F238E27FC236}">
                <a16:creationId xmlns:a16="http://schemas.microsoft.com/office/drawing/2014/main" id="{F23F50A9-739D-3298-6C84-32B04BCE209E}"/>
              </a:ext>
            </a:extLst>
          </p:cNvPr>
          <p:cNvSpPr txBox="1"/>
          <p:nvPr/>
        </p:nvSpPr>
        <p:spPr>
          <a:xfrm>
            <a:off x="7010297" y="3468750"/>
            <a:ext cx="49895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The game is not favourable to the player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68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9" grpId="0"/>
      <p:bldP spid="25" grpId="0"/>
      <p:bldP spid="26" grpId="0"/>
      <p:bldP spid="33" grpId="0"/>
      <p:bldP spid="35" grpId="0"/>
      <p:bldP spid="36" grpId="0"/>
      <p:bldP spid="42" grpId="0"/>
      <p:bldP spid="43" grpId="0"/>
      <p:bldP spid="44" grpId="0"/>
      <p:bldP spid="45" grpId="0" animBg="1"/>
      <p:bldP spid="46" grpId="0"/>
      <p:bldP spid="47" grpId="0"/>
      <p:bldP spid="53" grpId="0"/>
      <p:bldP spid="54" grpId="0"/>
      <p:bldP spid="55" grpId="0"/>
      <p:bldP spid="61" grpId="0" animBg="1"/>
      <p:bldP spid="62" grpId="0"/>
      <p:bldP spid="63" grpId="0"/>
      <p:bldP spid="64" grpId="0"/>
      <p:bldP spid="65" grpId="0"/>
      <p:bldP spid="66" grpId="0"/>
      <p:bldP spid="69" grpId="0"/>
      <p:bldP spid="7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072986B5-5CC4-903E-D8FD-3F5F6D03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4" b="61999"/>
          <a:stretch>
            <a:fillRect/>
          </a:stretch>
        </p:blipFill>
        <p:spPr>
          <a:xfrm>
            <a:off x="0" y="92335"/>
            <a:ext cx="10120921" cy="27359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2DB422A7-9380-0A07-743A-EDA888A00DB9}"/>
                  </a:ext>
                </a:extLst>
              </p14:cNvPr>
              <p14:cNvContentPartPr/>
              <p14:nvPr/>
            </p14:nvContentPartPr>
            <p14:xfrm>
              <a:off x="650240" y="551403"/>
              <a:ext cx="4968240" cy="45719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2DB422A7-9380-0A07-743A-EDA888A00D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175" y="-13164297"/>
                <a:ext cx="50760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E4A4076D-2B2D-C841-88AE-9E4F5C7875DC}"/>
                  </a:ext>
                </a:extLst>
              </p14:cNvPr>
              <p14:cNvContentPartPr/>
              <p14:nvPr/>
            </p14:nvContentPartPr>
            <p14:xfrm>
              <a:off x="4720879" y="877987"/>
              <a:ext cx="3370175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E4A4076D-2B2D-C841-88AE-9E4F5C7875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66818" y="-12837713"/>
                <a:ext cx="34779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9259A7D9-BC84-FF35-F287-A0EDD9B3E4B0}"/>
                  </a:ext>
                </a:extLst>
              </p14:cNvPr>
              <p14:cNvContentPartPr/>
              <p14:nvPr/>
            </p14:nvContentPartPr>
            <p14:xfrm>
              <a:off x="650241" y="1204571"/>
              <a:ext cx="5770880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9259A7D9-BC84-FF35-F287-A0EDD9B3E4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6176" y="-12511129"/>
                <a:ext cx="58786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4">
                <a:extLst>
                  <a:ext uri="{FF2B5EF4-FFF2-40B4-BE49-F238E27FC236}">
                    <a16:creationId xmlns:a16="http://schemas.microsoft.com/office/drawing/2014/main" id="{96290E01-F07C-2D64-73AB-D71BE3FB461C}"/>
                  </a:ext>
                </a:extLst>
              </p14:cNvPr>
              <p14:cNvContentPartPr/>
              <p14:nvPr/>
            </p14:nvContentPartPr>
            <p14:xfrm>
              <a:off x="6664959" y="1250290"/>
              <a:ext cx="2966721" cy="45719"/>
            </p14:xfrm>
          </p:contentPart>
        </mc:Choice>
        <mc:Fallback>
          <p:pic>
            <p:nvPicPr>
              <p:cNvPr id="8" name="筆跡 4">
                <a:extLst>
                  <a:ext uri="{FF2B5EF4-FFF2-40B4-BE49-F238E27FC236}">
                    <a16:creationId xmlns:a16="http://schemas.microsoft.com/office/drawing/2014/main" id="{96290E01-F07C-2D64-73AB-D71BE3FB46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10901" y="-12465410"/>
                <a:ext cx="307447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字方塊 114">
            <a:extLst>
              <a:ext uri="{FF2B5EF4-FFF2-40B4-BE49-F238E27FC236}">
                <a16:creationId xmlns:a16="http://schemas.microsoft.com/office/drawing/2014/main" id="{52303CAD-4E83-3744-1118-6BFE7288F8A4}"/>
              </a:ext>
            </a:extLst>
          </p:cNvPr>
          <p:cNvSpPr txBox="1"/>
          <p:nvPr/>
        </p:nvSpPr>
        <p:spPr>
          <a:xfrm>
            <a:off x="319861" y="2887275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graphicFrame>
        <p:nvGraphicFramePr>
          <p:cNvPr id="59" name="表格 7">
            <a:extLst>
              <a:ext uri="{FF2B5EF4-FFF2-40B4-BE49-F238E27FC236}">
                <a16:creationId xmlns:a16="http://schemas.microsoft.com/office/drawing/2014/main" id="{0A481755-46B0-3E9B-573D-90507C6B8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93989"/>
              </p:ext>
            </p:extLst>
          </p:nvPr>
        </p:nvGraphicFramePr>
        <p:xfrm>
          <a:off x="1329831" y="3684548"/>
          <a:ext cx="3186546" cy="19724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0578">
                  <a:extLst>
                    <a:ext uri="{9D8B030D-6E8A-4147-A177-3AD203B41FA5}">
                      <a16:colId xmlns:a16="http://schemas.microsoft.com/office/drawing/2014/main" val="106775889"/>
                    </a:ext>
                  </a:extLst>
                </a:gridCol>
                <a:gridCol w="825713">
                  <a:extLst>
                    <a:ext uri="{9D8B030D-6E8A-4147-A177-3AD203B41FA5}">
                      <a16:colId xmlns:a16="http://schemas.microsoft.com/office/drawing/2014/main" val="3363829009"/>
                    </a:ext>
                  </a:extLst>
                </a:gridCol>
                <a:gridCol w="905164">
                  <a:extLst>
                    <a:ext uri="{9D8B030D-6E8A-4147-A177-3AD203B41FA5}">
                      <a16:colId xmlns:a16="http://schemas.microsoft.com/office/drawing/2014/main" val="3552710264"/>
                    </a:ext>
                  </a:extLst>
                </a:gridCol>
                <a:gridCol w="785091">
                  <a:extLst>
                    <a:ext uri="{9D8B030D-6E8A-4147-A177-3AD203B41FA5}">
                      <a16:colId xmlns:a16="http://schemas.microsoft.com/office/drawing/2014/main" val="45297407"/>
                    </a:ext>
                  </a:extLst>
                </a:gridCol>
              </a:tblGrid>
              <a:tr h="493118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992668"/>
                  </a:ext>
                </a:extLst>
              </a:tr>
              <a:tr h="493118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931898"/>
                  </a:ext>
                </a:extLst>
              </a:tr>
              <a:tr h="493118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077529"/>
                  </a:ext>
                </a:extLst>
              </a:tr>
              <a:tr h="493118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144739"/>
                  </a:ext>
                </a:extLst>
              </a:tr>
            </a:tbl>
          </a:graphicData>
        </a:graphic>
      </p:graphicFrame>
      <p:sp>
        <p:nvSpPr>
          <p:cNvPr id="60" name="文字方塊 9">
            <a:extLst>
              <a:ext uri="{FF2B5EF4-FFF2-40B4-BE49-F238E27FC236}">
                <a16:creationId xmlns:a16="http://schemas.microsoft.com/office/drawing/2014/main" id="{DA9A0091-0049-2280-26D4-887F9ADB46F4}"/>
              </a:ext>
            </a:extLst>
          </p:cNvPr>
          <p:cNvSpPr txBox="1"/>
          <p:nvPr/>
        </p:nvSpPr>
        <p:spPr>
          <a:xfrm>
            <a:off x="2140572" y="3684549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61" name="文字方塊 10">
            <a:extLst>
              <a:ext uri="{FF2B5EF4-FFF2-40B4-BE49-F238E27FC236}">
                <a16:creationId xmlns:a16="http://schemas.microsoft.com/office/drawing/2014/main" id="{DC4339D9-F626-5D7A-2618-81A039A212DB}"/>
              </a:ext>
            </a:extLst>
          </p:cNvPr>
          <p:cNvSpPr txBox="1"/>
          <p:nvPr/>
        </p:nvSpPr>
        <p:spPr>
          <a:xfrm>
            <a:off x="3019088" y="3697033"/>
            <a:ext cx="425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62" name="文字方塊 11">
            <a:extLst>
              <a:ext uri="{FF2B5EF4-FFF2-40B4-BE49-F238E27FC236}">
                <a16:creationId xmlns:a16="http://schemas.microsoft.com/office/drawing/2014/main" id="{98E6FE73-8E15-CF47-841E-91E0D3A3040F}"/>
              </a:ext>
            </a:extLst>
          </p:cNvPr>
          <p:cNvSpPr txBox="1"/>
          <p:nvPr/>
        </p:nvSpPr>
        <p:spPr>
          <a:xfrm>
            <a:off x="3828215" y="3704932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63" name="文字方塊 15">
            <a:extLst>
              <a:ext uri="{FF2B5EF4-FFF2-40B4-BE49-F238E27FC236}">
                <a16:creationId xmlns:a16="http://schemas.microsoft.com/office/drawing/2014/main" id="{E539E677-5055-C865-B4ED-A6F2FD3C8179}"/>
              </a:ext>
            </a:extLst>
          </p:cNvPr>
          <p:cNvSpPr txBox="1"/>
          <p:nvPr/>
        </p:nvSpPr>
        <p:spPr>
          <a:xfrm>
            <a:off x="1399743" y="4177638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64" name="文字方塊 16">
            <a:extLst>
              <a:ext uri="{FF2B5EF4-FFF2-40B4-BE49-F238E27FC236}">
                <a16:creationId xmlns:a16="http://schemas.microsoft.com/office/drawing/2014/main" id="{4808E371-A00C-1F49-BC28-8A9B1DB63CD1}"/>
              </a:ext>
            </a:extLst>
          </p:cNvPr>
          <p:cNvSpPr txBox="1"/>
          <p:nvPr/>
        </p:nvSpPr>
        <p:spPr>
          <a:xfrm>
            <a:off x="1405965" y="4683197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65" name="文字方塊 17">
            <a:extLst>
              <a:ext uri="{FF2B5EF4-FFF2-40B4-BE49-F238E27FC236}">
                <a16:creationId xmlns:a16="http://schemas.microsoft.com/office/drawing/2014/main" id="{4E51AC25-DA7C-9DAD-68C2-4BF1D5FF2733}"/>
              </a:ext>
            </a:extLst>
          </p:cNvPr>
          <p:cNvSpPr txBox="1"/>
          <p:nvPr/>
        </p:nvSpPr>
        <p:spPr>
          <a:xfrm>
            <a:off x="1399743" y="5188756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66" name="文字方塊 34">
            <a:extLst>
              <a:ext uri="{FF2B5EF4-FFF2-40B4-BE49-F238E27FC236}">
                <a16:creationId xmlns:a16="http://schemas.microsoft.com/office/drawing/2014/main" id="{175C1025-A181-E711-247F-565103E6B94F}"/>
              </a:ext>
            </a:extLst>
          </p:cNvPr>
          <p:cNvSpPr txBox="1"/>
          <p:nvPr/>
        </p:nvSpPr>
        <p:spPr>
          <a:xfrm>
            <a:off x="2862810" y="4241150"/>
            <a:ext cx="754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67" name="文字方塊 34">
            <a:extLst>
              <a:ext uri="{FF2B5EF4-FFF2-40B4-BE49-F238E27FC236}">
                <a16:creationId xmlns:a16="http://schemas.microsoft.com/office/drawing/2014/main" id="{E727E17E-3FDF-5101-AE4F-5C1FEB2827B0}"/>
              </a:ext>
            </a:extLst>
          </p:cNvPr>
          <p:cNvSpPr txBox="1"/>
          <p:nvPr/>
        </p:nvSpPr>
        <p:spPr>
          <a:xfrm>
            <a:off x="2023671" y="4741680"/>
            <a:ext cx="80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68" name="文字方塊 34">
            <a:extLst>
              <a:ext uri="{FF2B5EF4-FFF2-40B4-BE49-F238E27FC236}">
                <a16:creationId xmlns:a16="http://schemas.microsoft.com/office/drawing/2014/main" id="{E4B91D5F-E294-4D80-A11E-6B9E546F5B3B}"/>
              </a:ext>
            </a:extLst>
          </p:cNvPr>
          <p:cNvSpPr txBox="1"/>
          <p:nvPr/>
        </p:nvSpPr>
        <p:spPr>
          <a:xfrm>
            <a:off x="1992645" y="5206417"/>
            <a:ext cx="702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69" name="文字方塊 93">
            <a:extLst>
              <a:ext uri="{FF2B5EF4-FFF2-40B4-BE49-F238E27FC236}">
                <a16:creationId xmlns:a16="http://schemas.microsoft.com/office/drawing/2014/main" id="{94AF3274-7C1D-83D2-B8DE-D0B414F397CC}"/>
              </a:ext>
            </a:extLst>
          </p:cNvPr>
          <p:cNvSpPr txBox="1"/>
          <p:nvPr/>
        </p:nvSpPr>
        <p:spPr>
          <a:xfrm>
            <a:off x="2344100" y="3120589"/>
            <a:ext cx="2052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nd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 outcome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70" name="文字方塊 93">
            <a:extLst>
              <a:ext uri="{FF2B5EF4-FFF2-40B4-BE49-F238E27FC236}">
                <a16:creationId xmlns:a16="http://schemas.microsoft.com/office/drawing/2014/main" id="{BD5DDB53-0075-7A60-AE7E-55E9E3BD4163}"/>
              </a:ext>
            </a:extLst>
          </p:cNvPr>
          <p:cNvSpPr txBox="1"/>
          <p:nvPr/>
        </p:nvSpPr>
        <p:spPr>
          <a:xfrm>
            <a:off x="11498" y="4177637"/>
            <a:ext cx="152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 baseline="30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st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 outcome</a:t>
            </a:r>
          </a:p>
        </p:txBody>
      </p:sp>
      <p:sp>
        <p:nvSpPr>
          <p:cNvPr id="71" name="文字方塊 34">
            <a:extLst>
              <a:ext uri="{FF2B5EF4-FFF2-40B4-BE49-F238E27FC236}">
                <a16:creationId xmlns:a16="http://schemas.microsoft.com/office/drawing/2014/main" id="{FC78B153-1DD6-959E-20F3-6FD8D57ABCD4}"/>
              </a:ext>
            </a:extLst>
          </p:cNvPr>
          <p:cNvSpPr txBox="1"/>
          <p:nvPr/>
        </p:nvSpPr>
        <p:spPr>
          <a:xfrm>
            <a:off x="2048836" y="4245428"/>
            <a:ext cx="758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1</a:t>
            </a:r>
          </a:p>
        </p:txBody>
      </p:sp>
      <p:sp>
        <p:nvSpPr>
          <p:cNvPr id="72" name="文字方塊 34">
            <a:extLst>
              <a:ext uri="{FF2B5EF4-FFF2-40B4-BE49-F238E27FC236}">
                <a16:creationId xmlns:a16="http://schemas.microsoft.com/office/drawing/2014/main" id="{77AAF948-8E1A-4332-6F95-D2A199D07986}"/>
              </a:ext>
            </a:extLst>
          </p:cNvPr>
          <p:cNvSpPr txBox="1"/>
          <p:nvPr/>
        </p:nvSpPr>
        <p:spPr>
          <a:xfrm>
            <a:off x="3760362" y="4235368"/>
            <a:ext cx="754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74" name="文字方塊 34">
            <a:extLst>
              <a:ext uri="{FF2B5EF4-FFF2-40B4-BE49-F238E27FC236}">
                <a16:creationId xmlns:a16="http://schemas.microsoft.com/office/drawing/2014/main" id="{67D6004E-CE51-5B37-772C-EAB53739EB7E}"/>
              </a:ext>
            </a:extLst>
          </p:cNvPr>
          <p:cNvSpPr txBox="1"/>
          <p:nvPr/>
        </p:nvSpPr>
        <p:spPr>
          <a:xfrm>
            <a:off x="3760362" y="4733085"/>
            <a:ext cx="805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75" name="文字方塊 34">
            <a:extLst>
              <a:ext uri="{FF2B5EF4-FFF2-40B4-BE49-F238E27FC236}">
                <a16:creationId xmlns:a16="http://schemas.microsoft.com/office/drawing/2014/main" id="{FA1D8191-735B-35A5-2C96-9C6E110A60EF}"/>
              </a:ext>
            </a:extLst>
          </p:cNvPr>
          <p:cNvSpPr txBox="1"/>
          <p:nvPr/>
        </p:nvSpPr>
        <p:spPr>
          <a:xfrm>
            <a:off x="3762470" y="5192080"/>
            <a:ext cx="750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76" name="文字方塊 34">
            <a:extLst>
              <a:ext uri="{FF2B5EF4-FFF2-40B4-BE49-F238E27FC236}">
                <a16:creationId xmlns:a16="http://schemas.microsoft.com/office/drawing/2014/main" id="{9CA69CFB-02E5-50B7-491F-A3167CB2FC35}"/>
              </a:ext>
            </a:extLst>
          </p:cNvPr>
          <p:cNvSpPr txBox="1"/>
          <p:nvPr/>
        </p:nvSpPr>
        <p:spPr>
          <a:xfrm>
            <a:off x="2874661" y="4744049"/>
            <a:ext cx="750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77" name="文字方塊 34">
            <a:extLst>
              <a:ext uri="{FF2B5EF4-FFF2-40B4-BE49-F238E27FC236}">
                <a16:creationId xmlns:a16="http://schemas.microsoft.com/office/drawing/2014/main" id="{644512D7-ED42-AF8C-54B6-A7A6F6AA43A7}"/>
              </a:ext>
            </a:extLst>
          </p:cNvPr>
          <p:cNvSpPr txBox="1"/>
          <p:nvPr/>
        </p:nvSpPr>
        <p:spPr>
          <a:xfrm>
            <a:off x="2864917" y="5206417"/>
            <a:ext cx="750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r>
              <a:rPr lang="en-HK" sz="2000" b="1" dirty="0">
                <a:latin typeface="Lucida Handwriting" panose="03010101010101010101" pitchFamily="66" charset="0"/>
              </a:rPr>
              <a:t>,</a:t>
            </a:r>
            <a:r>
              <a:rPr lang="en-HK" sz="2000" b="1" dirty="0">
                <a:solidFill>
                  <a:srgbClr val="FF0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 dirty="0"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79" name="文字方塊 114">
            <a:extLst>
              <a:ext uri="{FF2B5EF4-FFF2-40B4-BE49-F238E27FC236}">
                <a16:creationId xmlns:a16="http://schemas.microsoft.com/office/drawing/2014/main" id="{90944784-A83B-643F-A4D1-675650E2A488}"/>
              </a:ext>
            </a:extLst>
          </p:cNvPr>
          <p:cNvSpPr txBox="1"/>
          <p:nvPr/>
        </p:nvSpPr>
        <p:spPr>
          <a:xfrm>
            <a:off x="4848099" y="2837788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80" name="文字方塊 136">
            <a:extLst>
              <a:ext uri="{FF2B5EF4-FFF2-40B4-BE49-F238E27FC236}">
                <a16:creationId xmlns:a16="http://schemas.microsoft.com/office/drawing/2014/main" id="{D2720A74-985B-156E-DE36-7F57B03085E8}"/>
              </a:ext>
            </a:extLst>
          </p:cNvPr>
          <p:cNvSpPr txBox="1"/>
          <p:nvPr/>
        </p:nvSpPr>
        <p:spPr>
          <a:xfrm>
            <a:off x="5540887" y="2837788"/>
            <a:ext cx="128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1, 1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1" name="筆跡 4">
                <a:extLst>
                  <a:ext uri="{FF2B5EF4-FFF2-40B4-BE49-F238E27FC236}">
                    <a16:creationId xmlns:a16="http://schemas.microsoft.com/office/drawing/2014/main" id="{0D1F33DC-9886-3A6E-4785-BF948F31867A}"/>
                  </a:ext>
                </a:extLst>
              </p14:cNvPr>
              <p14:cNvContentPartPr/>
              <p14:nvPr/>
            </p14:nvContentPartPr>
            <p14:xfrm>
              <a:off x="2149111" y="4427647"/>
              <a:ext cx="546443" cy="45719"/>
            </p14:xfrm>
          </p:contentPart>
        </mc:Choice>
        <mc:Fallback>
          <p:pic>
            <p:nvPicPr>
              <p:cNvPr id="81" name="筆跡 4">
                <a:extLst>
                  <a:ext uri="{FF2B5EF4-FFF2-40B4-BE49-F238E27FC236}">
                    <a16:creationId xmlns:a16="http://schemas.microsoft.com/office/drawing/2014/main" id="{0D1F33DC-9886-3A6E-4785-BF948F31867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95079" y="-9288053"/>
                <a:ext cx="6541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2" name="筆跡 4">
                <a:extLst>
                  <a:ext uri="{FF2B5EF4-FFF2-40B4-BE49-F238E27FC236}">
                    <a16:creationId xmlns:a16="http://schemas.microsoft.com/office/drawing/2014/main" id="{FE9FE819-217E-659F-A206-5E40688750EA}"/>
                  </a:ext>
                </a:extLst>
              </p14:cNvPr>
              <p14:cNvContentPartPr/>
              <p14:nvPr/>
            </p14:nvContentPartPr>
            <p14:xfrm>
              <a:off x="3002063" y="4941735"/>
              <a:ext cx="546443" cy="45719"/>
            </p14:xfrm>
          </p:contentPart>
        </mc:Choice>
        <mc:Fallback>
          <p:pic>
            <p:nvPicPr>
              <p:cNvPr id="82" name="筆跡 4">
                <a:extLst>
                  <a:ext uri="{FF2B5EF4-FFF2-40B4-BE49-F238E27FC236}">
                    <a16:creationId xmlns:a16="http://schemas.microsoft.com/office/drawing/2014/main" id="{FE9FE819-217E-659F-A206-5E40688750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48031" y="-8773965"/>
                <a:ext cx="6541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3" name="筆跡 4">
                <a:extLst>
                  <a:ext uri="{FF2B5EF4-FFF2-40B4-BE49-F238E27FC236}">
                    <a16:creationId xmlns:a16="http://schemas.microsoft.com/office/drawing/2014/main" id="{2D9572B1-B86E-6B0E-55CF-59DEFD2FC9EF}"/>
                  </a:ext>
                </a:extLst>
              </p14:cNvPr>
              <p14:cNvContentPartPr/>
              <p14:nvPr/>
            </p14:nvContentPartPr>
            <p14:xfrm>
              <a:off x="2168152" y="5404647"/>
              <a:ext cx="415400" cy="45719"/>
            </p14:xfrm>
          </p:contentPart>
        </mc:Choice>
        <mc:Fallback>
          <p:pic>
            <p:nvPicPr>
              <p:cNvPr id="83" name="筆跡 4">
                <a:extLst>
                  <a:ext uri="{FF2B5EF4-FFF2-40B4-BE49-F238E27FC236}">
                    <a16:creationId xmlns:a16="http://schemas.microsoft.com/office/drawing/2014/main" id="{2D9572B1-B86E-6B0E-55CF-59DEFD2FC9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14110" y="-8311053"/>
                <a:ext cx="52312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4" name="筆跡 4">
                <a:extLst>
                  <a:ext uri="{FF2B5EF4-FFF2-40B4-BE49-F238E27FC236}">
                    <a16:creationId xmlns:a16="http://schemas.microsoft.com/office/drawing/2014/main" id="{1A3A185A-B0E1-E364-7DDD-AA5932DFB89D}"/>
                  </a:ext>
                </a:extLst>
              </p14:cNvPr>
              <p14:cNvContentPartPr/>
              <p14:nvPr/>
            </p14:nvContentPartPr>
            <p14:xfrm>
              <a:off x="3042072" y="5427506"/>
              <a:ext cx="415400" cy="45719"/>
            </p14:xfrm>
          </p:contentPart>
        </mc:Choice>
        <mc:Fallback>
          <p:pic>
            <p:nvPicPr>
              <p:cNvPr id="84" name="筆跡 4">
                <a:extLst>
                  <a:ext uri="{FF2B5EF4-FFF2-40B4-BE49-F238E27FC236}">
                    <a16:creationId xmlns:a16="http://schemas.microsoft.com/office/drawing/2014/main" id="{1A3A185A-B0E1-E364-7DDD-AA5932DFB8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88030" y="-8288194"/>
                <a:ext cx="52312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85" name="筆跡 4">
                <a:extLst>
                  <a:ext uri="{FF2B5EF4-FFF2-40B4-BE49-F238E27FC236}">
                    <a16:creationId xmlns:a16="http://schemas.microsoft.com/office/drawing/2014/main" id="{7218ECEA-33E3-3F93-FD90-00C57001740F}"/>
                  </a:ext>
                </a:extLst>
              </p14:cNvPr>
              <p14:cNvContentPartPr/>
              <p14:nvPr/>
            </p14:nvContentPartPr>
            <p14:xfrm>
              <a:off x="3894520" y="5392135"/>
              <a:ext cx="501783" cy="45719"/>
            </p14:xfrm>
          </p:contentPart>
        </mc:Choice>
        <mc:Fallback>
          <p:pic>
            <p:nvPicPr>
              <p:cNvPr id="85" name="筆跡 4">
                <a:extLst>
                  <a:ext uri="{FF2B5EF4-FFF2-40B4-BE49-F238E27FC236}">
                    <a16:creationId xmlns:a16="http://schemas.microsoft.com/office/drawing/2014/main" id="{7218ECEA-33E3-3F93-FD90-00C57001740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40487" y="-8323565"/>
                <a:ext cx="60948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字方塊 143">
                <a:extLst>
                  <a:ext uri="{FF2B5EF4-FFF2-40B4-BE49-F238E27FC236}">
                    <a16:creationId xmlns:a16="http://schemas.microsoft.com/office/drawing/2014/main" id="{1A984383-2918-0F0D-8D82-A0191D98876D}"/>
                  </a:ext>
                </a:extLst>
              </p:cNvPr>
              <p:cNvSpPr txBox="1"/>
              <p:nvPr/>
            </p:nvSpPr>
            <p:spPr>
              <a:xfrm>
                <a:off x="6568213" y="2846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2" name="文字方塊 143">
                <a:extLst>
                  <a:ext uri="{FF2B5EF4-FFF2-40B4-BE49-F238E27FC236}">
                    <a16:creationId xmlns:a16="http://schemas.microsoft.com/office/drawing/2014/main" id="{1A984383-2918-0F0D-8D82-A0191D988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213" y="284618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群組 144">
            <a:extLst>
              <a:ext uri="{FF2B5EF4-FFF2-40B4-BE49-F238E27FC236}">
                <a16:creationId xmlns:a16="http://schemas.microsoft.com/office/drawing/2014/main" id="{E94DA45A-E7E6-CE0A-EB56-C8598C3E3499}"/>
              </a:ext>
            </a:extLst>
          </p:cNvPr>
          <p:cNvGrpSpPr/>
          <p:nvPr/>
        </p:nvGrpSpPr>
        <p:grpSpPr>
          <a:xfrm>
            <a:off x="6974102" y="2679390"/>
            <a:ext cx="364383" cy="777549"/>
            <a:chOff x="2896107" y="4671588"/>
            <a:chExt cx="364383" cy="777549"/>
          </a:xfrm>
        </p:grpSpPr>
        <p:sp>
          <p:nvSpPr>
            <p:cNvPr id="94" name="文字方塊 145">
              <a:extLst>
                <a:ext uri="{FF2B5EF4-FFF2-40B4-BE49-F238E27FC236}">
                  <a16:creationId xmlns:a16="http://schemas.microsoft.com/office/drawing/2014/main" id="{2B94970B-CE0E-9202-5708-F1C82AF0A64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5" name="群組 146">
              <a:extLst>
                <a:ext uri="{FF2B5EF4-FFF2-40B4-BE49-F238E27FC236}">
                  <a16:creationId xmlns:a16="http://schemas.microsoft.com/office/drawing/2014/main" id="{63219349-6430-4912-D497-E35FB1E4157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6" name="直線接點 147">
                <a:extLst>
                  <a:ext uri="{FF2B5EF4-FFF2-40B4-BE49-F238E27FC236}">
                    <a16:creationId xmlns:a16="http://schemas.microsoft.com/office/drawing/2014/main" id="{CA03D005-BB4B-59E3-8A56-5CA9099E41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7" name="文字方塊 148">
                <a:extLst>
                  <a:ext uri="{FF2B5EF4-FFF2-40B4-BE49-F238E27FC236}">
                    <a16:creationId xmlns:a16="http://schemas.microsoft.com/office/drawing/2014/main" id="{9C945EC8-ECE7-58AE-8263-9AA2EB41757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98" name="文字方塊 136">
            <a:extLst>
              <a:ext uri="{FF2B5EF4-FFF2-40B4-BE49-F238E27FC236}">
                <a16:creationId xmlns:a16="http://schemas.microsoft.com/office/drawing/2014/main" id="{5D2E0B97-9A1D-6343-01D6-C7B14A692A90}"/>
              </a:ext>
            </a:extLst>
          </p:cNvPr>
          <p:cNvSpPr txBox="1"/>
          <p:nvPr/>
        </p:nvSpPr>
        <p:spPr>
          <a:xfrm>
            <a:off x="5562658" y="3474547"/>
            <a:ext cx="128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2, 2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字方塊 143">
                <a:extLst>
                  <a:ext uri="{FF2B5EF4-FFF2-40B4-BE49-F238E27FC236}">
                    <a16:creationId xmlns:a16="http://schemas.microsoft.com/office/drawing/2014/main" id="{00B808A0-B78C-7AF1-9967-EB903F178A15}"/>
                  </a:ext>
                </a:extLst>
              </p:cNvPr>
              <p:cNvSpPr txBox="1"/>
              <p:nvPr/>
            </p:nvSpPr>
            <p:spPr>
              <a:xfrm>
                <a:off x="6589984" y="34829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9" name="文字方塊 143">
                <a:extLst>
                  <a:ext uri="{FF2B5EF4-FFF2-40B4-BE49-F238E27FC236}">
                    <a16:creationId xmlns:a16="http://schemas.microsoft.com/office/drawing/2014/main" id="{00B808A0-B78C-7AF1-9967-EB903F178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84" y="348294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群組 144">
            <a:extLst>
              <a:ext uri="{FF2B5EF4-FFF2-40B4-BE49-F238E27FC236}">
                <a16:creationId xmlns:a16="http://schemas.microsoft.com/office/drawing/2014/main" id="{41875373-9730-E7AC-D3B9-D0925651845C}"/>
              </a:ext>
            </a:extLst>
          </p:cNvPr>
          <p:cNvGrpSpPr/>
          <p:nvPr/>
        </p:nvGrpSpPr>
        <p:grpSpPr>
          <a:xfrm>
            <a:off x="6995873" y="3316149"/>
            <a:ext cx="364383" cy="777549"/>
            <a:chOff x="2896107" y="4671588"/>
            <a:chExt cx="364383" cy="777549"/>
          </a:xfrm>
        </p:grpSpPr>
        <p:sp>
          <p:nvSpPr>
            <p:cNvPr id="101" name="文字方塊 145">
              <a:extLst>
                <a:ext uri="{FF2B5EF4-FFF2-40B4-BE49-F238E27FC236}">
                  <a16:creationId xmlns:a16="http://schemas.microsoft.com/office/drawing/2014/main" id="{1A0CFD31-29CF-9B57-81A8-2BBE333DCFE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02" name="群組 146">
              <a:extLst>
                <a:ext uri="{FF2B5EF4-FFF2-40B4-BE49-F238E27FC236}">
                  <a16:creationId xmlns:a16="http://schemas.microsoft.com/office/drawing/2014/main" id="{E6E66D80-EC40-8B2E-15E0-A3CBC408A59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3" name="直線接點 147">
                <a:extLst>
                  <a:ext uri="{FF2B5EF4-FFF2-40B4-BE49-F238E27FC236}">
                    <a16:creationId xmlns:a16="http://schemas.microsoft.com/office/drawing/2014/main" id="{68B01527-7D8E-5389-6F4B-2A9D243B6E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4" name="文字方塊 148">
                <a:extLst>
                  <a:ext uri="{FF2B5EF4-FFF2-40B4-BE49-F238E27FC236}">
                    <a16:creationId xmlns:a16="http://schemas.microsoft.com/office/drawing/2014/main" id="{1B9E55B3-2C5D-5AD9-3F9F-8EAB67357450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05" name="文字方塊 136">
            <a:extLst>
              <a:ext uri="{FF2B5EF4-FFF2-40B4-BE49-F238E27FC236}">
                <a16:creationId xmlns:a16="http://schemas.microsoft.com/office/drawing/2014/main" id="{34B59150-D553-F216-1240-3E7E7815ADA3}"/>
              </a:ext>
            </a:extLst>
          </p:cNvPr>
          <p:cNvSpPr txBox="1"/>
          <p:nvPr/>
        </p:nvSpPr>
        <p:spPr>
          <a:xfrm>
            <a:off x="5545122" y="4035420"/>
            <a:ext cx="1931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3, 1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3, 2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143">
                <a:extLst>
                  <a:ext uri="{FF2B5EF4-FFF2-40B4-BE49-F238E27FC236}">
                    <a16:creationId xmlns:a16="http://schemas.microsoft.com/office/drawing/2014/main" id="{D1F5F8FC-F38E-2DAC-0EA9-A546B9DD9D8B}"/>
                  </a:ext>
                </a:extLst>
              </p:cNvPr>
              <p:cNvSpPr txBox="1"/>
              <p:nvPr/>
            </p:nvSpPr>
            <p:spPr>
              <a:xfrm>
                <a:off x="7296219" y="40353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文字方塊 143">
                <a:extLst>
                  <a:ext uri="{FF2B5EF4-FFF2-40B4-BE49-F238E27FC236}">
                    <a16:creationId xmlns:a16="http://schemas.microsoft.com/office/drawing/2014/main" id="{D1F5F8FC-F38E-2DAC-0EA9-A546B9DD9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219" y="403531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群組 144">
            <a:extLst>
              <a:ext uri="{FF2B5EF4-FFF2-40B4-BE49-F238E27FC236}">
                <a16:creationId xmlns:a16="http://schemas.microsoft.com/office/drawing/2014/main" id="{691C947C-EC25-355A-C0EB-6745A4D06B8E}"/>
              </a:ext>
            </a:extLst>
          </p:cNvPr>
          <p:cNvGrpSpPr/>
          <p:nvPr/>
        </p:nvGrpSpPr>
        <p:grpSpPr>
          <a:xfrm>
            <a:off x="7702108" y="3868517"/>
            <a:ext cx="364383" cy="777549"/>
            <a:chOff x="2896107" y="4671588"/>
            <a:chExt cx="364383" cy="777549"/>
          </a:xfrm>
        </p:grpSpPr>
        <p:sp>
          <p:nvSpPr>
            <p:cNvPr id="108" name="文字方塊 145">
              <a:extLst>
                <a:ext uri="{FF2B5EF4-FFF2-40B4-BE49-F238E27FC236}">
                  <a16:creationId xmlns:a16="http://schemas.microsoft.com/office/drawing/2014/main" id="{57A6EEA0-84FC-A736-0768-2D2EE9A58C6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09" name="群組 146">
              <a:extLst>
                <a:ext uri="{FF2B5EF4-FFF2-40B4-BE49-F238E27FC236}">
                  <a16:creationId xmlns:a16="http://schemas.microsoft.com/office/drawing/2014/main" id="{3C21AEC1-294B-CB01-EF09-4A851894D77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10" name="直線接點 147">
                <a:extLst>
                  <a:ext uri="{FF2B5EF4-FFF2-40B4-BE49-F238E27FC236}">
                    <a16:creationId xmlns:a16="http://schemas.microsoft.com/office/drawing/2014/main" id="{EDFF283A-5437-6C40-5BC4-4A9542BF82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1" name="文字方塊 148">
                <a:extLst>
                  <a:ext uri="{FF2B5EF4-FFF2-40B4-BE49-F238E27FC236}">
                    <a16:creationId xmlns:a16="http://schemas.microsoft.com/office/drawing/2014/main" id="{59968A55-FFB8-D1B4-3074-3370BF0FA5A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12" name="文字方塊 136">
            <a:extLst>
              <a:ext uri="{FF2B5EF4-FFF2-40B4-BE49-F238E27FC236}">
                <a16:creationId xmlns:a16="http://schemas.microsoft.com/office/drawing/2014/main" id="{3C4972A2-1567-8191-D1F2-78638CF81DCC}"/>
              </a:ext>
            </a:extLst>
          </p:cNvPr>
          <p:cNvSpPr txBox="1"/>
          <p:nvPr/>
        </p:nvSpPr>
        <p:spPr>
          <a:xfrm>
            <a:off x="5540887" y="4607508"/>
            <a:ext cx="128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3, 3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143">
                <a:extLst>
                  <a:ext uri="{FF2B5EF4-FFF2-40B4-BE49-F238E27FC236}">
                    <a16:creationId xmlns:a16="http://schemas.microsoft.com/office/drawing/2014/main" id="{1BAEEF1F-C7D3-0B3B-0996-AFB7D75E2A84}"/>
                  </a:ext>
                </a:extLst>
              </p:cNvPr>
              <p:cNvSpPr txBox="1"/>
              <p:nvPr/>
            </p:nvSpPr>
            <p:spPr>
              <a:xfrm>
                <a:off x="6568213" y="46159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3" name="文字方塊 143">
                <a:extLst>
                  <a:ext uri="{FF2B5EF4-FFF2-40B4-BE49-F238E27FC236}">
                    <a16:creationId xmlns:a16="http://schemas.microsoft.com/office/drawing/2014/main" id="{1BAEEF1F-C7D3-0B3B-0996-AFB7D75E2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213" y="4615906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群組 144">
            <a:extLst>
              <a:ext uri="{FF2B5EF4-FFF2-40B4-BE49-F238E27FC236}">
                <a16:creationId xmlns:a16="http://schemas.microsoft.com/office/drawing/2014/main" id="{56F35873-158E-094F-E825-E8F44B1D59D4}"/>
              </a:ext>
            </a:extLst>
          </p:cNvPr>
          <p:cNvGrpSpPr/>
          <p:nvPr/>
        </p:nvGrpSpPr>
        <p:grpSpPr>
          <a:xfrm>
            <a:off x="6974102" y="4449110"/>
            <a:ext cx="364383" cy="777549"/>
            <a:chOff x="2896107" y="4671588"/>
            <a:chExt cx="364383" cy="777549"/>
          </a:xfrm>
        </p:grpSpPr>
        <p:sp>
          <p:nvSpPr>
            <p:cNvPr id="115" name="文字方塊 145">
              <a:extLst>
                <a:ext uri="{FF2B5EF4-FFF2-40B4-BE49-F238E27FC236}">
                  <a16:creationId xmlns:a16="http://schemas.microsoft.com/office/drawing/2014/main" id="{AA8C9FC5-13AC-0EAA-09F1-DED6094C70E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16" name="群組 146">
              <a:extLst>
                <a:ext uri="{FF2B5EF4-FFF2-40B4-BE49-F238E27FC236}">
                  <a16:creationId xmlns:a16="http://schemas.microsoft.com/office/drawing/2014/main" id="{5516C7B4-D119-3944-351A-160B2912FC5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17" name="直線接點 147">
                <a:extLst>
                  <a:ext uri="{FF2B5EF4-FFF2-40B4-BE49-F238E27FC236}">
                    <a16:creationId xmlns:a16="http://schemas.microsoft.com/office/drawing/2014/main" id="{03F9AE73-46ED-F38C-696F-47AE20AD3CF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8" name="文字方塊 148">
                <a:extLst>
                  <a:ext uri="{FF2B5EF4-FFF2-40B4-BE49-F238E27FC236}">
                    <a16:creationId xmlns:a16="http://schemas.microsoft.com/office/drawing/2014/main" id="{2F627AC7-1631-5EB9-3C4D-09288ABF8E2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19" name="文字方塊 12">
            <a:extLst>
              <a:ext uri="{FF2B5EF4-FFF2-40B4-BE49-F238E27FC236}">
                <a16:creationId xmlns:a16="http://schemas.microsoft.com/office/drawing/2014/main" id="{6EC141E4-4ED9-EBCE-F515-288C7F7B98A5}"/>
              </a:ext>
            </a:extLst>
          </p:cNvPr>
          <p:cNvSpPr txBox="1"/>
          <p:nvPr/>
        </p:nvSpPr>
        <p:spPr>
          <a:xfrm>
            <a:off x="5498285" y="5148510"/>
            <a:ext cx="2293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20" name="筆跡 4">
                <a:extLst>
                  <a:ext uri="{FF2B5EF4-FFF2-40B4-BE49-F238E27FC236}">
                    <a16:creationId xmlns:a16="http://schemas.microsoft.com/office/drawing/2014/main" id="{12DCB192-EDBF-7663-8918-182344F29940}"/>
                  </a:ext>
                </a:extLst>
              </p14:cNvPr>
              <p14:cNvContentPartPr/>
              <p14:nvPr/>
            </p14:nvContentPartPr>
            <p14:xfrm>
              <a:off x="2453218" y="2283311"/>
              <a:ext cx="4109705" cy="45719"/>
            </p14:xfrm>
          </p:contentPart>
        </mc:Choice>
        <mc:Fallback>
          <p:pic>
            <p:nvPicPr>
              <p:cNvPr id="120" name="筆跡 4">
                <a:extLst>
                  <a:ext uri="{FF2B5EF4-FFF2-40B4-BE49-F238E27FC236}">
                    <a16:creationId xmlns:a16="http://schemas.microsoft.com/office/drawing/2014/main" id="{12DCB192-EDBF-7663-8918-182344F299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399157" y="-11432389"/>
                <a:ext cx="421746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143">
                <a:extLst>
                  <a:ext uri="{FF2B5EF4-FFF2-40B4-BE49-F238E27FC236}">
                    <a16:creationId xmlns:a16="http://schemas.microsoft.com/office/drawing/2014/main" id="{B0C8672D-5223-5D0F-0DBB-821E3B7F1E3D}"/>
                  </a:ext>
                </a:extLst>
              </p:cNvPr>
              <p:cNvSpPr txBox="1"/>
              <p:nvPr/>
            </p:nvSpPr>
            <p:spPr>
              <a:xfrm>
                <a:off x="5051457" y="56894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1" name="文字方塊 143">
                <a:extLst>
                  <a:ext uri="{FF2B5EF4-FFF2-40B4-BE49-F238E27FC236}">
                    <a16:creationId xmlns:a16="http://schemas.microsoft.com/office/drawing/2014/main" id="{B0C8672D-5223-5D0F-0DBB-821E3B7F1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457" y="568948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群組 144">
            <a:extLst>
              <a:ext uri="{FF2B5EF4-FFF2-40B4-BE49-F238E27FC236}">
                <a16:creationId xmlns:a16="http://schemas.microsoft.com/office/drawing/2014/main" id="{E0901C7D-53FB-8685-3CF3-B3E8587F4073}"/>
              </a:ext>
            </a:extLst>
          </p:cNvPr>
          <p:cNvGrpSpPr/>
          <p:nvPr/>
        </p:nvGrpSpPr>
        <p:grpSpPr>
          <a:xfrm>
            <a:off x="5498285" y="5529048"/>
            <a:ext cx="364383" cy="777549"/>
            <a:chOff x="2896107" y="4671588"/>
            <a:chExt cx="364383" cy="777549"/>
          </a:xfrm>
        </p:grpSpPr>
        <p:sp>
          <p:nvSpPr>
            <p:cNvPr id="123" name="文字方塊 145">
              <a:extLst>
                <a:ext uri="{FF2B5EF4-FFF2-40B4-BE49-F238E27FC236}">
                  <a16:creationId xmlns:a16="http://schemas.microsoft.com/office/drawing/2014/main" id="{820FEEE6-FA84-C803-769B-8639F782091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24" name="群組 146">
              <a:extLst>
                <a:ext uri="{FF2B5EF4-FFF2-40B4-BE49-F238E27FC236}">
                  <a16:creationId xmlns:a16="http://schemas.microsoft.com/office/drawing/2014/main" id="{E31A4FA4-139A-87FD-04C7-A5ED1C48B99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25" name="直線接點 147">
                <a:extLst>
                  <a:ext uri="{FF2B5EF4-FFF2-40B4-BE49-F238E27FC236}">
                    <a16:creationId xmlns:a16="http://schemas.microsoft.com/office/drawing/2014/main" id="{30B0BF74-4CAB-F565-E9FD-FF5B65933E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6" name="文字方塊 148">
                <a:extLst>
                  <a:ext uri="{FF2B5EF4-FFF2-40B4-BE49-F238E27FC236}">
                    <a16:creationId xmlns:a16="http://schemas.microsoft.com/office/drawing/2014/main" id="{32595ACE-AD5A-AC4B-4DEC-9F11D2D376D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字方塊 15">
                <a:extLst>
                  <a:ext uri="{FF2B5EF4-FFF2-40B4-BE49-F238E27FC236}">
                    <a16:creationId xmlns:a16="http://schemas.microsoft.com/office/drawing/2014/main" id="{C56C9E19-EC09-D311-C101-8CAA028761D0}"/>
                  </a:ext>
                </a:extLst>
              </p:cNvPr>
              <p:cNvSpPr txBox="1"/>
              <p:nvPr/>
            </p:nvSpPr>
            <p:spPr>
              <a:xfrm>
                <a:off x="5839632" y="56999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7" name="文字方塊 15">
                <a:extLst>
                  <a:ext uri="{FF2B5EF4-FFF2-40B4-BE49-F238E27FC236}">
                    <a16:creationId xmlns:a16="http://schemas.microsoft.com/office/drawing/2014/main" id="{C56C9E19-EC09-D311-C101-8CAA02876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632" y="569994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文字方塊 26">
            <a:extLst>
              <a:ext uri="{FF2B5EF4-FFF2-40B4-BE49-F238E27FC236}">
                <a16:creationId xmlns:a16="http://schemas.microsoft.com/office/drawing/2014/main" id="{94E7AA96-76C5-FD73-1074-8398466088A8}"/>
              </a:ext>
            </a:extLst>
          </p:cNvPr>
          <p:cNvSpPr txBox="1"/>
          <p:nvPr/>
        </p:nvSpPr>
        <p:spPr>
          <a:xfrm>
            <a:off x="6083735" y="5699941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字方塊 21">
                <a:extLst>
                  <a:ext uri="{FF2B5EF4-FFF2-40B4-BE49-F238E27FC236}">
                    <a16:creationId xmlns:a16="http://schemas.microsoft.com/office/drawing/2014/main" id="{75BDCE10-6F33-D56D-2CE3-F2AB5B89063B}"/>
                  </a:ext>
                </a:extLst>
              </p:cNvPr>
              <p:cNvSpPr txBox="1"/>
              <p:nvPr/>
            </p:nvSpPr>
            <p:spPr>
              <a:xfrm>
                <a:off x="6568213" y="56999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9" name="文字方塊 21">
                <a:extLst>
                  <a:ext uri="{FF2B5EF4-FFF2-40B4-BE49-F238E27FC236}">
                    <a16:creationId xmlns:a16="http://schemas.microsoft.com/office/drawing/2014/main" id="{75BDCE10-6F33-D56D-2CE3-F2AB5B89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213" y="5699941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群組 144">
            <a:extLst>
              <a:ext uri="{FF2B5EF4-FFF2-40B4-BE49-F238E27FC236}">
                <a16:creationId xmlns:a16="http://schemas.microsoft.com/office/drawing/2014/main" id="{E0D60A7E-FCD1-5FBD-4B98-2732B83B36F8}"/>
              </a:ext>
            </a:extLst>
          </p:cNvPr>
          <p:cNvGrpSpPr/>
          <p:nvPr/>
        </p:nvGrpSpPr>
        <p:grpSpPr>
          <a:xfrm>
            <a:off x="7000140" y="5541083"/>
            <a:ext cx="364383" cy="777549"/>
            <a:chOff x="2896107" y="4671588"/>
            <a:chExt cx="364383" cy="777549"/>
          </a:xfrm>
        </p:grpSpPr>
        <p:sp>
          <p:nvSpPr>
            <p:cNvPr id="131" name="文字方塊 145">
              <a:extLst>
                <a:ext uri="{FF2B5EF4-FFF2-40B4-BE49-F238E27FC236}">
                  <a16:creationId xmlns:a16="http://schemas.microsoft.com/office/drawing/2014/main" id="{3B85DBE3-2AFC-087E-D5CF-7434601A78A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32" name="群組 146">
              <a:extLst>
                <a:ext uri="{FF2B5EF4-FFF2-40B4-BE49-F238E27FC236}">
                  <a16:creationId xmlns:a16="http://schemas.microsoft.com/office/drawing/2014/main" id="{C6BF42F7-0430-2AD5-865D-13E6EB6CC4E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33" name="直線接點 147">
                <a:extLst>
                  <a:ext uri="{FF2B5EF4-FFF2-40B4-BE49-F238E27FC236}">
                    <a16:creationId xmlns:a16="http://schemas.microsoft.com/office/drawing/2014/main" id="{8469FFEB-C57E-1087-473B-7072EFB5979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4" name="文字方塊 148">
                <a:extLst>
                  <a:ext uri="{FF2B5EF4-FFF2-40B4-BE49-F238E27FC236}">
                    <a16:creationId xmlns:a16="http://schemas.microsoft.com/office/drawing/2014/main" id="{C9DCD2A2-8C98-FD10-702E-216076DC678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字方塊 15">
                <a:extLst>
                  <a:ext uri="{FF2B5EF4-FFF2-40B4-BE49-F238E27FC236}">
                    <a16:creationId xmlns:a16="http://schemas.microsoft.com/office/drawing/2014/main" id="{5672A429-BBA5-6E0A-9011-AEB9B424E840}"/>
                  </a:ext>
                </a:extLst>
              </p:cNvPr>
              <p:cNvSpPr txBox="1"/>
              <p:nvPr/>
            </p:nvSpPr>
            <p:spPr>
              <a:xfrm>
                <a:off x="7341487" y="57119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5" name="文字方塊 15">
                <a:extLst>
                  <a:ext uri="{FF2B5EF4-FFF2-40B4-BE49-F238E27FC236}">
                    <a16:creationId xmlns:a16="http://schemas.microsoft.com/office/drawing/2014/main" id="{5672A429-BBA5-6E0A-9011-AEB9B424E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487" y="5711976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文字方塊 26">
            <a:extLst>
              <a:ext uri="{FF2B5EF4-FFF2-40B4-BE49-F238E27FC236}">
                <a16:creationId xmlns:a16="http://schemas.microsoft.com/office/drawing/2014/main" id="{A4161769-9D68-F88D-89A5-5F88B7853396}"/>
              </a:ext>
            </a:extLst>
          </p:cNvPr>
          <p:cNvSpPr txBox="1"/>
          <p:nvPr/>
        </p:nvSpPr>
        <p:spPr>
          <a:xfrm>
            <a:off x="7585590" y="5711976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字方塊 21">
                <a:extLst>
                  <a:ext uri="{FF2B5EF4-FFF2-40B4-BE49-F238E27FC236}">
                    <a16:creationId xmlns:a16="http://schemas.microsoft.com/office/drawing/2014/main" id="{C93CD370-FCE6-9948-611A-9482DF3A0643}"/>
                  </a:ext>
                </a:extLst>
              </p:cNvPr>
              <p:cNvSpPr txBox="1"/>
              <p:nvPr/>
            </p:nvSpPr>
            <p:spPr>
              <a:xfrm>
                <a:off x="8069802" y="57119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7" name="文字方塊 21">
                <a:extLst>
                  <a:ext uri="{FF2B5EF4-FFF2-40B4-BE49-F238E27FC236}">
                    <a16:creationId xmlns:a16="http://schemas.microsoft.com/office/drawing/2014/main" id="{C93CD370-FCE6-9948-611A-9482DF3A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802" y="5711976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8" name="群組 144">
            <a:extLst>
              <a:ext uri="{FF2B5EF4-FFF2-40B4-BE49-F238E27FC236}">
                <a16:creationId xmlns:a16="http://schemas.microsoft.com/office/drawing/2014/main" id="{D2FDB1B8-F4FE-58A2-A2E6-8147C31CF63D}"/>
              </a:ext>
            </a:extLst>
          </p:cNvPr>
          <p:cNvGrpSpPr/>
          <p:nvPr/>
        </p:nvGrpSpPr>
        <p:grpSpPr>
          <a:xfrm>
            <a:off x="8456770" y="5558210"/>
            <a:ext cx="364383" cy="777549"/>
            <a:chOff x="2896107" y="4671588"/>
            <a:chExt cx="364383" cy="777549"/>
          </a:xfrm>
        </p:grpSpPr>
        <p:sp>
          <p:nvSpPr>
            <p:cNvPr id="139" name="文字方塊 145">
              <a:extLst>
                <a:ext uri="{FF2B5EF4-FFF2-40B4-BE49-F238E27FC236}">
                  <a16:creationId xmlns:a16="http://schemas.microsoft.com/office/drawing/2014/main" id="{6E9FB3C8-6020-60B7-126E-7B54799E052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0" name="群組 146">
              <a:extLst>
                <a:ext uri="{FF2B5EF4-FFF2-40B4-BE49-F238E27FC236}">
                  <a16:creationId xmlns:a16="http://schemas.microsoft.com/office/drawing/2014/main" id="{F8D5E7B3-E223-7481-5FC0-A627E79B6AE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41" name="直線接點 147">
                <a:extLst>
                  <a:ext uri="{FF2B5EF4-FFF2-40B4-BE49-F238E27FC236}">
                    <a16:creationId xmlns:a16="http://schemas.microsoft.com/office/drawing/2014/main" id="{4B5444B9-1CD2-4988-403F-801359420BC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2" name="文字方塊 148">
                <a:extLst>
                  <a:ext uri="{FF2B5EF4-FFF2-40B4-BE49-F238E27FC236}">
                    <a16:creationId xmlns:a16="http://schemas.microsoft.com/office/drawing/2014/main" id="{E0FCCB33-F229-38C5-FFD0-4354468AD14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15">
                <a:extLst>
                  <a:ext uri="{FF2B5EF4-FFF2-40B4-BE49-F238E27FC236}">
                    <a16:creationId xmlns:a16="http://schemas.microsoft.com/office/drawing/2014/main" id="{D35EE212-0B8F-40A8-F22D-DA034CBA74C1}"/>
                  </a:ext>
                </a:extLst>
              </p:cNvPr>
              <p:cNvSpPr txBox="1"/>
              <p:nvPr/>
            </p:nvSpPr>
            <p:spPr>
              <a:xfrm>
                <a:off x="8798117" y="57291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3" name="文字方塊 15">
                <a:extLst>
                  <a:ext uri="{FF2B5EF4-FFF2-40B4-BE49-F238E27FC236}">
                    <a16:creationId xmlns:a16="http://schemas.microsoft.com/office/drawing/2014/main" id="{D35EE212-0B8F-40A8-F22D-DA034CBA7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117" y="5729103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文字方塊 26">
            <a:extLst>
              <a:ext uri="{FF2B5EF4-FFF2-40B4-BE49-F238E27FC236}">
                <a16:creationId xmlns:a16="http://schemas.microsoft.com/office/drawing/2014/main" id="{5BC7A84A-5402-CC89-76DE-9F9A405E5B31}"/>
              </a:ext>
            </a:extLst>
          </p:cNvPr>
          <p:cNvSpPr txBox="1"/>
          <p:nvPr/>
        </p:nvSpPr>
        <p:spPr>
          <a:xfrm>
            <a:off x="9042220" y="5729103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21">
                <a:extLst>
                  <a:ext uri="{FF2B5EF4-FFF2-40B4-BE49-F238E27FC236}">
                    <a16:creationId xmlns:a16="http://schemas.microsoft.com/office/drawing/2014/main" id="{3D46D249-6685-BA76-01CA-D1EB98D3F85C}"/>
                  </a:ext>
                </a:extLst>
              </p:cNvPr>
              <p:cNvSpPr txBox="1"/>
              <p:nvPr/>
            </p:nvSpPr>
            <p:spPr>
              <a:xfrm>
                <a:off x="9513290" y="56999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5" name="文字方塊 21">
                <a:extLst>
                  <a:ext uri="{FF2B5EF4-FFF2-40B4-BE49-F238E27FC236}">
                    <a16:creationId xmlns:a16="http://schemas.microsoft.com/office/drawing/2014/main" id="{3D46D249-6685-BA76-01CA-D1EB98D3F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290" y="5699954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群組 144">
            <a:extLst>
              <a:ext uri="{FF2B5EF4-FFF2-40B4-BE49-F238E27FC236}">
                <a16:creationId xmlns:a16="http://schemas.microsoft.com/office/drawing/2014/main" id="{B7B376B3-F74D-F92C-5459-1469870CEAE5}"/>
              </a:ext>
            </a:extLst>
          </p:cNvPr>
          <p:cNvGrpSpPr/>
          <p:nvPr/>
        </p:nvGrpSpPr>
        <p:grpSpPr>
          <a:xfrm>
            <a:off x="9930518" y="5547574"/>
            <a:ext cx="364383" cy="777549"/>
            <a:chOff x="2896107" y="4671588"/>
            <a:chExt cx="364383" cy="777549"/>
          </a:xfrm>
        </p:grpSpPr>
        <p:sp>
          <p:nvSpPr>
            <p:cNvPr id="147" name="文字方塊 145">
              <a:extLst>
                <a:ext uri="{FF2B5EF4-FFF2-40B4-BE49-F238E27FC236}">
                  <a16:creationId xmlns:a16="http://schemas.microsoft.com/office/drawing/2014/main" id="{8679AD37-CE68-E680-A3E9-3724F5544D6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8" name="群組 146">
              <a:extLst>
                <a:ext uri="{FF2B5EF4-FFF2-40B4-BE49-F238E27FC236}">
                  <a16:creationId xmlns:a16="http://schemas.microsoft.com/office/drawing/2014/main" id="{AEE5E80A-6402-5F43-2543-6E44B53E756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49" name="直線接點 147">
                <a:extLst>
                  <a:ext uri="{FF2B5EF4-FFF2-40B4-BE49-F238E27FC236}">
                    <a16:creationId xmlns:a16="http://schemas.microsoft.com/office/drawing/2014/main" id="{1A464F46-592E-2602-5699-6DBB3619ED7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0" name="文字方塊 148">
                <a:extLst>
                  <a:ext uri="{FF2B5EF4-FFF2-40B4-BE49-F238E27FC236}">
                    <a16:creationId xmlns:a16="http://schemas.microsoft.com/office/drawing/2014/main" id="{C0DA921E-A449-C864-3EFC-D1D358EC1C6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">
                <a:extLst>
                  <a:ext uri="{FF2B5EF4-FFF2-40B4-BE49-F238E27FC236}">
                    <a16:creationId xmlns:a16="http://schemas.microsoft.com/office/drawing/2014/main" id="{23DC0EBD-C2D6-C11A-0B80-A7051827AEB4}"/>
                  </a:ext>
                </a:extLst>
              </p:cNvPr>
              <p:cNvSpPr txBox="1"/>
              <p:nvPr/>
            </p:nvSpPr>
            <p:spPr>
              <a:xfrm>
                <a:off x="10271865" y="57184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1" name="文字方塊 15">
                <a:extLst>
                  <a:ext uri="{FF2B5EF4-FFF2-40B4-BE49-F238E27FC236}">
                    <a16:creationId xmlns:a16="http://schemas.microsoft.com/office/drawing/2014/main" id="{23DC0EBD-C2D6-C11A-0B80-A7051827A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65" y="571846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字方塊 26">
                <a:extLst>
                  <a:ext uri="{FF2B5EF4-FFF2-40B4-BE49-F238E27FC236}">
                    <a16:creationId xmlns:a16="http://schemas.microsoft.com/office/drawing/2014/main" id="{17FB83C0-A891-C30E-7064-3E3CEA7E8BFC}"/>
                  </a:ext>
                </a:extLst>
              </p:cNvPr>
              <p:cNvSpPr txBox="1"/>
              <p:nvPr/>
            </p:nvSpPr>
            <p:spPr>
              <a:xfrm>
                <a:off x="10515968" y="5718467"/>
                <a:ext cx="8948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30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52" name="文字方塊 26">
                <a:extLst>
                  <a:ext uri="{FF2B5EF4-FFF2-40B4-BE49-F238E27FC236}">
                    <a16:creationId xmlns:a16="http://schemas.microsoft.com/office/drawing/2014/main" id="{17FB83C0-A891-C30E-7064-3E3CEA7E8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968" y="5718467"/>
                <a:ext cx="894891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字方塊 143">
                <a:extLst>
                  <a:ext uri="{FF2B5EF4-FFF2-40B4-BE49-F238E27FC236}">
                    <a16:creationId xmlns:a16="http://schemas.microsoft.com/office/drawing/2014/main" id="{90FDBB15-7884-8BB3-1BD0-380E04A6DBDC}"/>
                  </a:ext>
                </a:extLst>
              </p:cNvPr>
              <p:cNvSpPr txBox="1"/>
              <p:nvPr/>
            </p:nvSpPr>
            <p:spPr>
              <a:xfrm>
                <a:off x="5051457" y="62367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3" name="文字方塊 143">
                <a:extLst>
                  <a:ext uri="{FF2B5EF4-FFF2-40B4-BE49-F238E27FC236}">
                    <a16:creationId xmlns:a16="http://schemas.microsoft.com/office/drawing/2014/main" id="{90FDBB15-7884-8BB3-1BD0-380E04A6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457" y="6236799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文字方塊 26">
            <a:extLst>
              <a:ext uri="{FF2B5EF4-FFF2-40B4-BE49-F238E27FC236}">
                <a16:creationId xmlns:a16="http://schemas.microsoft.com/office/drawing/2014/main" id="{77714F42-8FD5-2FA6-F8BE-A328C1229BB6}"/>
              </a:ext>
            </a:extLst>
          </p:cNvPr>
          <p:cNvSpPr txBox="1"/>
          <p:nvPr/>
        </p:nvSpPr>
        <p:spPr>
          <a:xfrm>
            <a:off x="5347145" y="627818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$6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55" name="筆跡 4">
                <a:extLst>
                  <a:ext uri="{FF2B5EF4-FFF2-40B4-BE49-F238E27FC236}">
                    <a16:creationId xmlns:a16="http://schemas.microsoft.com/office/drawing/2014/main" id="{2C5AD46D-9772-0C84-3FFC-AAB0EE828DA4}"/>
                  </a:ext>
                </a:extLst>
              </p14:cNvPr>
              <p14:cNvContentPartPr/>
              <p14:nvPr/>
            </p14:nvContentPartPr>
            <p14:xfrm>
              <a:off x="2891516" y="2601877"/>
              <a:ext cx="1956583" cy="45719"/>
            </p14:xfrm>
          </p:contentPart>
        </mc:Choice>
        <mc:Fallback>
          <p:pic>
            <p:nvPicPr>
              <p:cNvPr id="155" name="筆跡 4">
                <a:extLst>
                  <a:ext uri="{FF2B5EF4-FFF2-40B4-BE49-F238E27FC236}">
                    <a16:creationId xmlns:a16="http://schemas.microsoft.com/office/drawing/2014/main" id="{2C5AD46D-9772-0C84-3FFC-AAB0EE828DA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837457" y="-11113823"/>
                <a:ext cx="206434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56" name="筆跡 4">
                <a:extLst>
                  <a:ext uri="{FF2B5EF4-FFF2-40B4-BE49-F238E27FC236}">
                    <a16:creationId xmlns:a16="http://schemas.microsoft.com/office/drawing/2014/main" id="{EC9A3817-FB29-D542-1960-5C95036C01AD}"/>
                  </a:ext>
                </a:extLst>
              </p14:cNvPr>
              <p14:cNvContentPartPr/>
              <p14:nvPr/>
            </p14:nvContentPartPr>
            <p14:xfrm>
              <a:off x="7319431" y="2597572"/>
              <a:ext cx="1495130" cy="45719"/>
            </p14:xfrm>
          </p:contentPart>
        </mc:Choice>
        <mc:Fallback>
          <p:pic>
            <p:nvPicPr>
              <p:cNvPr id="156" name="筆跡 4">
                <a:extLst>
                  <a:ext uri="{FF2B5EF4-FFF2-40B4-BE49-F238E27FC236}">
                    <a16:creationId xmlns:a16="http://schemas.microsoft.com/office/drawing/2014/main" id="{EC9A3817-FB29-D542-1960-5C95036C01A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265377" y="-11118128"/>
                <a:ext cx="160287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57" name="文字方塊 114">
            <a:extLst>
              <a:ext uri="{FF2B5EF4-FFF2-40B4-BE49-F238E27FC236}">
                <a16:creationId xmlns:a16="http://schemas.microsoft.com/office/drawing/2014/main" id="{8D2A7AA6-879A-70CE-52A7-66B721C7372D}"/>
              </a:ext>
            </a:extLst>
          </p:cNvPr>
          <p:cNvSpPr txBox="1"/>
          <p:nvPr/>
        </p:nvSpPr>
        <p:spPr>
          <a:xfrm>
            <a:off x="8727069" y="284476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c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字方塊 54">
                <a:extLst>
                  <a:ext uri="{FF2B5EF4-FFF2-40B4-BE49-F238E27FC236}">
                    <a16:creationId xmlns:a16="http://schemas.microsoft.com/office/drawing/2014/main" id="{92A866B2-170A-78AF-6D79-D960660A6020}"/>
                  </a:ext>
                </a:extLst>
              </p:cNvPr>
              <p:cNvSpPr txBox="1"/>
              <p:nvPr/>
            </p:nvSpPr>
            <p:spPr>
              <a:xfrm>
                <a:off x="9335992" y="2783208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8" name="文字方塊 54">
                <a:extLst>
                  <a:ext uri="{FF2B5EF4-FFF2-40B4-BE49-F238E27FC236}">
                    <a16:creationId xmlns:a16="http://schemas.microsoft.com/office/drawing/2014/main" id="{92A866B2-170A-78AF-6D79-D960660A6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992" y="2783208"/>
                <a:ext cx="295688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文字方塊 26">
            <a:extLst>
              <a:ext uri="{FF2B5EF4-FFF2-40B4-BE49-F238E27FC236}">
                <a16:creationId xmlns:a16="http://schemas.microsoft.com/office/drawing/2014/main" id="{5A2FE72A-40FA-5448-7832-47632E907AD7}"/>
              </a:ext>
            </a:extLst>
          </p:cNvPr>
          <p:cNvSpPr txBox="1"/>
          <p:nvPr/>
        </p:nvSpPr>
        <p:spPr>
          <a:xfrm>
            <a:off x="9871204" y="283654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字方塊 15">
                <a:extLst>
                  <a:ext uri="{FF2B5EF4-FFF2-40B4-BE49-F238E27FC236}">
                    <a16:creationId xmlns:a16="http://schemas.microsoft.com/office/drawing/2014/main" id="{F6FE0748-4ED9-906F-7FE5-F56E6EDB4DCF}"/>
                  </a:ext>
                </a:extLst>
              </p:cNvPr>
              <p:cNvSpPr txBox="1"/>
              <p:nvPr/>
            </p:nvSpPr>
            <p:spPr>
              <a:xfrm>
                <a:off x="10145491" y="28365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0" name="文字方塊 15">
                <a:extLst>
                  <a:ext uri="{FF2B5EF4-FFF2-40B4-BE49-F238E27FC236}">
                    <a16:creationId xmlns:a16="http://schemas.microsoft.com/office/drawing/2014/main" id="{F6FE0748-4ED9-906F-7FE5-F56E6EDB4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5491" y="2836540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文字方塊 26">
            <a:extLst>
              <a:ext uri="{FF2B5EF4-FFF2-40B4-BE49-F238E27FC236}">
                <a16:creationId xmlns:a16="http://schemas.microsoft.com/office/drawing/2014/main" id="{67ED93D2-20EF-9ED1-8141-998558719CB7}"/>
              </a:ext>
            </a:extLst>
          </p:cNvPr>
          <p:cNvSpPr txBox="1"/>
          <p:nvPr/>
        </p:nvSpPr>
        <p:spPr>
          <a:xfrm>
            <a:off x="10389594" y="2836540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文字方塊 260">
                <a:extLst>
                  <a:ext uri="{FF2B5EF4-FFF2-40B4-BE49-F238E27FC236}">
                    <a16:creationId xmlns:a16="http://schemas.microsoft.com/office/drawing/2014/main" id="{96D27358-9EE9-246D-1E75-0639DB0A80E4}"/>
                  </a:ext>
                </a:extLst>
              </p:cNvPr>
              <p:cNvSpPr txBox="1"/>
              <p:nvPr/>
            </p:nvSpPr>
            <p:spPr>
              <a:xfrm>
                <a:off x="9335992" y="338229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2" name="文字方塊 260">
                <a:extLst>
                  <a:ext uri="{FF2B5EF4-FFF2-40B4-BE49-F238E27FC236}">
                    <a16:creationId xmlns:a16="http://schemas.microsoft.com/office/drawing/2014/main" id="{96D27358-9EE9-246D-1E75-0639DB0A8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992" y="3382295"/>
                <a:ext cx="238419" cy="461665"/>
              </a:xfrm>
              <a:prstGeom prst="rect">
                <a:avLst/>
              </a:prstGeom>
              <a:blipFill>
                <a:blip r:embed="rId41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文字方塊 12">
            <a:extLst>
              <a:ext uri="{FF2B5EF4-FFF2-40B4-BE49-F238E27FC236}">
                <a16:creationId xmlns:a16="http://schemas.microsoft.com/office/drawing/2014/main" id="{9A276B19-06E0-A3FC-26C2-0F3AC0D2AD5B}"/>
              </a:ext>
            </a:extLst>
          </p:cNvPr>
          <p:cNvSpPr txBox="1"/>
          <p:nvPr/>
        </p:nvSpPr>
        <p:spPr>
          <a:xfrm>
            <a:off x="9715206" y="3407543"/>
            <a:ext cx="2293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Not favourable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2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4" grpId="0"/>
      <p:bldP spid="75" grpId="0"/>
      <p:bldP spid="76" grpId="0"/>
      <p:bldP spid="77" grpId="0"/>
      <p:bldP spid="79" grpId="0"/>
      <p:bldP spid="80" grpId="0"/>
      <p:bldP spid="92" grpId="0"/>
      <p:bldP spid="98" grpId="0"/>
      <p:bldP spid="99" grpId="0"/>
      <p:bldP spid="105" grpId="0"/>
      <p:bldP spid="106" grpId="0"/>
      <p:bldP spid="112" grpId="0"/>
      <p:bldP spid="113" grpId="0"/>
      <p:bldP spid="119" grpId="0"/>
      <p:bldP spid="121" grpId="0"/>
      <p:bldP spid="127" grpId="0"/>
      <p:bldP spid="128" grpId="0"/>
      <p:bldP spid="129" grpId="0"/>
      <p:bldP spid="135" grpId="0"/>
      <p:bldP spid="136" grpId="0"/>
      <p:bldP spid="137" grpId="0"/>
      <p:bldP spid="143" grpId="0"/>
      <p:bldP spid="144" grpId="0"/>
      <p:bldP spid="145" grpId="0"/>
      <p:bldP spid="151" grpId="0"/>
      <p:bldP spid="152" grpId="0"/>
      <p:bldP spid="153" grpId="0"/>
      <p:bldP spid="154" grpId="0"/>
      <p:bldP spid="157" grpId="0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38CFF19-62E0-2CDE-B178-B6C3F90BA49C}"/>
              </a:ext>
            </a:extLst>
          </p:cNvPr>
          <p:cNvSpPr txBox="1"/>
          <p:nvPr/>
        </p:nvSpPr>
        <p:spPr>
          <a:xfrm>
            <a:off x="479375" y="332656"/>
            <a:ext cx="4697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</a:t>
            </a:r>
            <a:r>
              <a:rPr lang="en-US" sz="2000" b="1" dirty="0" err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xpected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 value of multiple event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4FE1BB6-08A7-C6AD-EC4A-A4418762D791}"/>
              </a:ext>
            </a:extLst>
          </p:cNvPr>
          <p:cNvSpPr txBox="1"/>
          <p:nvPr/>
        </p:nvSpPr>
        <p:spPr>
          <a:xfrm>
            <a:off x="231711" y="713809"/>
            <a:ext cx="394660" cy="437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800" dirty="0">
                <a:latin typeface="+mn-lt"/>
              </a:rPr>
              <a:t>=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B67489-A18D-42C7-96B2-87C28AB12ED1}"/>
              </a:ext>
            </a:extLst>
          </p:cNvPr>
          <p:cNvSpPr txBox="1"/>
          <p:nvPr/>
        </p:nvSpPr>
        <p:spPr>
          <a:xfrm>
            <a:off x="479376" y="769699"/>
            <a:ext cx="3580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first event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3A98018-C769-F64C-6BF0-BA24486AA905}"/>
              </a:ext>
            </a:extLst>
          </p:cNvPr>
          <p:cNvSpPr txBox="1"/>
          <p:nvPr/>
        </p:nvSpPr>
        <p:spPr>
          <a:xfrm>
            <a:off x="4241870" y="769698"/>
            <a:ext cx="3162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Marks of first events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F1D4567-E8F0-292A-CFC8-37E4E3D27F0B}"/>
                  </a:ext>
                </a:extLst>
              </p:cNvPr>
              <p:cNvSpPr txBox="1"/>
              <p:nvPr/>
            </p:nvSpPr>
            <p:spPr>
              <a:xfrm>
                <a:off x="3970907" y="764152"/>
                <a:ext cx="2780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F1D4567-E8F0-292A-CFC8-37E4E3D27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907" y="764152"/>
                <a:ext cx="278019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5E86C39-36C4-C4DE-03AB-2E878DCE8788}"/>
                  </a:ext>
                </a:extLst>
              </p:cNvPr>
              <p:cNvSpPr txBox="1"/>
              <p:nvPr/>
            </p:nvSpPr>
            <p:spPr>
              <a:xfrm>
                <a:off x="7187491" y="758157"/>
                <a:ext cx="9747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altLang="zh-HK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5E86C39-36C4-C4DE-03AB-2E878DCE8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91" y="758157"/>
                <a:ext cx="97471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4B737EBB-2D3C-93C0-F2A0-CBF5AD3B8E9C}"/>
              </a:ext>
            </a:extLst>
          </p:cNvPr>
          <p:cNvSpPr txBox="1"/>
          <p:nvPr/>
        </p:nvSpPr>
        <p:spPr>
          <a:xfrm>
            <a:off x="479376" y="1182206"/>
            <a:ext cx="3580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Probability of last event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233237-1ADB-C5C5-4839-2E10F5B1CF01}"/>
              </a:ext>
            </a:extLst>
          </p:cNvPr>
          <p:cNvSpPr txBox="1"/>
          <p:nvPr/>
        </p:nvSpPr>
        <p:spPr>
          <a:xfrm>
            <a:off x="4248926" y="1182205"/>
            <a:ext cx="3162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Marks of last events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21A2F53-4934-5C32-A3FD-521B83299B2D}"/>
                  </a:ext>
                </a:extLst>
              </p:cNvPr>
              <p:cNvSpPr txBox="1"/>
              <p:nvPr/>
            </p:nvSpPr>
            <p:spPr>
              <a:xfrm>
                <a:off x="3977963" y="1167694"/>
                <a:ext cx="2780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21A2F53-4934-5C32-A3FD-521B83299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963" y="1167694"/>
                <a:ext cx="27801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59E223-F6CD-A8DF-A977-02810C74BD01}"/>
              </a:ext>
            </a:extLst>
          </p:cNvPr>
          <p:cNvSpPr txBox="1"/>
          <p:nvPr/>
        </p:nvSpPr>
        <p:spPr>
          <a:xfrm>
            <a:off x="479375" y="1692412"/>
            <a:ext cx="148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Example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AE084B4-CCE4-D4DC-5526-EEF113B46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375" y="2335189"/>
            <a:ext cx="4885714" cy="146666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D3088F-297C-14BA-AE5B-D9DB8E0A88DD}"/>
              </a:ext>
            </a:extLst>
          </p:cNvPr>
          <p:cNvSpPr txBox="1"/>
          <p:nvPr/>
        </p:nvSpPr>
        <p:spPr>
          <a:xfrm>
            <a:off x="417040" y="4035701"/>
            <a:ext cx="5102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 of rolling dice twice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C8F2B9-284D-D5C2-D4E3-A38B1C93F324}"/>
                  </a:ext>
                </a:extLst>
              </p:cNvPr>
              <p:cNvSpPr txBox="1"/>
              <p:nvPr/>
            </p:nvSpPr>
            <p:spPr>
              <a:xfrm>
                <a:off x="433016" y="46677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6C8F2B9-284D-D5C2-D4E3-A38B1C93F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6" y="4667700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84B5159B-84A3-71C5-816F-CF8019475E64}"/>
              </a:ext>
            </a:extLst>
          </p:cNvPr>
          <p:cNvGrpSpPr/>
          <p:nvPr/>
        </p:nvGrpSpPr>
        <p:grpSpPr>
          <a:xfrm>
            <a:off x="797574" y="4509120"/>
            <a:ext cx="364383" cy="777549"/>
            <a:chOff x="2896107" y="4671588"/>
            <a:chExt cx="364383" cy="777549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FC66133-9671-668D-05DC-10CF16C3C8E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62566F7-A2C3-AD9D-6493-8CB59EA20A7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2546E4D0-7422-605E-0D8A-DEBF4947EA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ECAD2AE-E6E5-2D81-67E3-176768B509C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8A06CFA-1B15-75FE-A9CE-BBC4BDFD9698}"/>
                  </a:ext>
                </a:extLst>
              </p:cNvPr>
              <p:cNvSpPr txBox="1"/>
              <p:nvPr/>
            </p:nvSpPr>
            <p:spPr>
              <a:xfrm>
                <a:off x="1154927" y="4666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8A06CFA-1B15-75FE-A9CE-BBC4BDFD9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27" y="4666239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91877142-CB53-472B-0D0D-98AC468F4BF1}"/>
              </a:ext>
            </a:extLst>
          </p:cNvPr>
          <p:cNvSpPr txBox="1"/>
          <p:nvPr/>
        </p:nvSpPr>
        <p:spPr>
          <a:xfrm>
            <a:off x="1398737" y="46861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AC67A72-CD4D-1988-708B-9E605C2EA4D1}"/>
                  </a:ext>
                </a:extLst>
              </p:cNvPr>
              <p:cNvSpPr txBox="1"/>
              <p:nvPr/>
            </p:nvSpPr>
            <p:spPr>
              <a:xfrm>
                <a:off x="1653531" y="4666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AC67A72-CD4D-1988-708B-9E605C2EA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31" y="466623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6376B668-F1BE-AA5A-5A1B-4037473E553B}"/>
              </a:ext>
            </a:extLst>
          </p:cNvPr>
          <p:cNvGrpSpPr/>
          <p:nvPr/>
        </p:nvGrpSpPr>
        <p:grpSpPr>
          <a:xfrm>
            <a:off x="2016332" y="4514812"/>
            <a:ext cx="364383" cy="777549"/>
            <a:chOff x="2896107" y="4671588"/>
            <a:chExt cx="364383" cy="777549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CD4BD60-63DE-5A41-ACE3-B0827693708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8A7458CF-E170-06C4-39CA-DAFE902C13B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40DF0FB4-A1D9-AEEB-64BA-B7FD3127FC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544A6A5-4EA2-DF6D-7FAC-DB57CF2653C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E6FD4B4B-25F4-EABA-94C8-5E211FDCA76A}"/>
                  </a:ext>
                </a:extLst>
              </p:cNvPr>
              <p:cNvSpPr txBox="1"/>
              <p:nvPr/>
            </p:nvSpPr>
            <p:spPr>
              <a:xfrm>
                <a:off x="2373685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E6FD4B4B-25F4-EABA-94C8-5E211FDCA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685" y="4671931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E0DA60-79A6-D6A8-14F1-12EB1A24394B}"/>
              </a:ext>
            </a:extLst>
          </p:cNvPr>
          <p:cNvSpPr txBox="1"/>
          <p:nvPr/>
        </p:nvSpPr>
        <p:spPr>
          <a:xfrm>
            <a:off x="2617495" y="469182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1BBF0CB-F1E9-814C-D011-EB94BBC06514}"/>
                  </a:ext>
                </a:extLst>
              </p:cNvPr>
              <p:cNvSpPr txBox="1"/>
              <p:nvPr/>
            </p:nvSpPr>
            <p:spPr>
              <a:xfrm>
                <a:off x="2872289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1BBF0CB-F1E9-814C-D011-EB94BBC06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89" y="467193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437200EC-B00A-19EC-C994-8D623BD5F800}"/>
              </a:ext>
            </a:extLst>
          </p:cNvPr>
          <p:cNvGrpSpPr/>
          <p:nvPr/>
        </p:nvGrpSpPr>
        <p:grpSpPr>
          <a:xfrm>
            <a:off x="3249234" y="4514812"/>
            <a:ext cx="364383" cy="777549"/>
            <a:chOff x="2896107" y="4671588"/>
            <a:chExt cx="364383" cy="777549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4E1BEC14-0AA4-4C52-B400-425A970E687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3A22063F-F2A2-301F-52A6-11C3336C70A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343AFEA3-0896-731E-2E31-8C17FF46AD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CC4B65C-0929-00E3-6DB2-9CDFFE74E15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FB35734-FD98-275A-EB2E-A228F81D4E10}"/>
                  </a:ext>
                </a:extLst>
              </p:cNvPr>
              <p:cNvSpPr txBox="1"/>
              <p:nvPr/>
            </p:nvSpPr>
            <p:spPr>
              <a:xfrm>
                <a:off x="3606587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FB35734-FD98-275A-EB2E-A228F81D4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87" y="4671931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E481E88D-6445-6C78-5DC6-801B34BD99CC}"/>
              </a:ext>
            </a:extLst>
          </p:cNvPr>
          <p:cNvSpPr txBox="1"/>
          <p:nvPr/>
        </p:nvSpPr>
        <p:spPr>
          <a:xfrm>
            <a:off x="3850397" y="469182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7FCAA7-3BC5-7EF2-8FB2-2FA3EB7B53AC}"/>
                  </a:ext>
                </a:extLst>
              </p:cNvPr>
              <p:cNvSpPr txBox="1"/>
              <p:nvPr/>
            </p:nvSpPr>
            <p:spPr>
              <a:xfrm>
                <a:off x="4105191" y="467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7FCAA7-3BC5-7EF2-8FB2-2FA3EB7B5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191" y="467193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DEAC920D-AFCD-D6B5-4E3D-37F302EF9803}"/>
              </a:ext>
            </a:extLst>
          </p:cNvPr>
          <p:cNvGrpSpPr/>
          <p:nvPr/>
        </p:nvGrpSpPr>
        <p:grpSpPr>
          <a:xfrm>
            <a:off x="4488799" y="4517428"/>
            <a:ext cx="364383" cy="777549"/>
            <a:chOff x="2896107" y="4671588"/>
            <a:chExt cx="364383" cy="777549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B70825DB-B8E0-7799-A32F-B29D12C964D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34F6B03E-661D-9B5A-D537-F4A8EC79300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9A40F8C8-C3F6-F110-36E7-AA8B239824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71DDDC3-F1DB-6C3C-9A86-86B813CB6FE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95F3DC29-BC94-1449-DBB8-6CF8F3236E67}"/>
                  </a:ext>
                </a:extLst>
              </p:cNvPr>
              <p:cNvSpPr txBox="1"/>
              <p:nvPr/>
            </p:nvSpPr>
            <p:spPr>
              <a:xfrm>
                <a:off x="4846152" y="46745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95F3DC29-BC94-1449-DBB8-6CF8F3236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52" y="467454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1511DA60-26C9-E5E1-F475-C46D96CB130C}"/>
              </a:ext>
            </a:extLst>
          </p:cNvPr>
          <p:cNvSpPr txBox="1"/>
          <p:nvPr/>
        </p:nvSpPr>
        <p:spPr>
          <a:xfrm>
            <a:off x="5089962" y="4694437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6B0105AF-41F9-8E9F-B020-DEFFCB2FEB48}"/>
                  </a:ext>
                </a:extLst>
              </p:cNvPr>
              <p:cNvSpPr txBox="1"/>
              <p:nvPr/>
            </p:nvSpPr>
            <p:spPr>
              <a:xfrm>
                <a:off x="5344756" y="46745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6B0105AF-41F9-8E9F-B020-DEFFCB2FE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756" y="467454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DA887E88-556C-18C7-BE2F-453DE7376DBD}"/>
              </a:ext>
            </a:extLst>
          </p:cNvPr>
          <p:cNvGrpSpPr/>
          <p:nvPr/>
        </p:nvGrpSpPr>
        <p:grpSpPr>
          <a:xfrm>
            <a:off x="5707557" y="4523120"/>
            <a:ext cx="364383" cy="777549"/>
            <a:chOff x="2896107" y="4671588"/>
            <a:chExt cx="364383" cy="777549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F6BCEF61-121D-9508-5D02-AAE57BA5F43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FDF0DCDD-773E-A7EA-58B5-33A2E03A773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CC45F964-83D4-0BDF-1DFF-BED6AB3844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FDFAC6A1-6F58-987A-D50B-72E47CB9BE4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23E05B41-D97D-8004-3C23-E05BF4328BD3}"/>
                  </a:ext>
                </a:extLst>
              </p:cNvPr>
              <p:cNvSpPr txBox="1"/>
              <p:nvPr/>
            </p:nvSpPr>
            <p:spPr>
              <a:xfrm>
                <a:off x="6064910" y="4680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23E05B41-D97D-8004-3C23-E05BF4328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910" y="468023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5ACDD51C-7D14-82D4-4CEA-CC70611DB0BE}"/>
              </a:ext>
            </a:extLst>
          </p:cNvPr>
          <p:cNvSpPr txBox="1"/>
          <p:nvPr/>
        </p:nvSpPr>
        <p:spPr>
          <a:xfrm>
            <a:off x="6308720" y="47001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2E44239-290F-CF02-9565-021EFCD6759F}"/>
                  </a:ext>
                </a:extLst>
              </p:cNvPr>
              <p:cNvSpPr txBox="1"/>
              <p:nvPr/>
            </p:nvSpPr>
            <p:spPr>
              <a:xfrm>
                <a:off x="6563514" y="4680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2E44239-290F-CF02-9565-021EFCD6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514" y="4680239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71F5369B-4A12-214C-CD3C-1C8E5AFCAF3C}"/>
              </a:ext>
            </a:extLst>
          </p:cNvPr>
          <p:cNvGrpSpPr/>
          <p:nvPr/>
        </p:nvGrpSpPr>
        <p:grpSpPr>
          <a:xfrm>
            <a:off x="6940459" y="4523120"/>
            <a:ext cx="364383" cy="777549"/>
            <a:chOff x="2896107" y="4671588"/>
            <a:chExt cx="364383" cy="777549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ACAEA9F0-BCF5-E6B4-8E76-89C1703947D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485AFE0-72D4-35E4-CDF7-8827874F147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C3199E15-61C3-2226-B1F2-E37B962CE7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6181737F-F183-8359-3EA7-5A430BAD115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9866F303-4CE4-B600-A09C-6F87495F1FFB}"/>
                  </a:ext>
                </a:extLst>
              </p:cNvPr>
              <p:cNvSpPr txBox="1"/>
              <p:nvPr/>
            </p:nvSpPr>
            <p:spPr>
              <a:xfrm>
                <a:off x="7297812" y="4680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9866F303-4CE4-B600-A09C-6F87495F1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812" y="468023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1B999062-12F7-7144-D145-A4CEB92373BD}"/>
              </a:ext>
            </a:extLst>
          </p:cNvPr>
          <p:cNvSpPr txBox="1"/>
          <p:nvPr/>
        </p:nvSpPr>
        <p:spPr>
          <a:xfrm>
            <a:off x="7541622" y="47001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FADF599B-BF3C-D8C5-2A00-74B137200B0B}"/>
                  </a:ext>
                </a:extLst>
              </p:cNvPr>
              <p:cNvSpPr txBox="1"/>
              <p:nvPr/>
            </p:nvSpPr>
            <p:spPr>
              <a:xfrm>
                <a:off x="7830280" y="46727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FADF599B-BF3C-D8C5-2A00-74B137200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280" y="467272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938513FE-46C5-0723-FD05-B800ECA96603}"/>
              </a:ext>
            </a:extLst>
          </p:cNvPr>
          <p:cNvGrpSpPr/>
          <p:nvPr/>
        </p:nvGrpSpPr>
        <p:grpSpPr>
          <a:xfrm>
            <a:off x="8221030" y="4514763"/>
            <a:ext cx="364383" cy="777549"/>
            <a:chOff x="2896107" y="4671588"/>
            <a:chExt cx="364383" cy="777549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DBFEC14-399C-3C08-9E4D-ECE733C7551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FF8F023C-EAB7-45B6-B1BD-7F11070F216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C4900638-ACCC-6FCB-425E-5A50DEE4E7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FD18D8A1-A004-1DD0-252A-4735706504E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17178E4-5FE8-7461-C42D-EA14C11F8A15}"/>
                  </a:ext>
                </a:extLst>
              </p:cNvPr>
              <p:cNvSpPr txBox="1"/>
              <p:nvPr/>
            </p:nvSpPr>
            <p:spPr>
              <a:xfrm>
                <a:off x="8578383" y="46718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17178E4-5FE8-7461-C42D-EA14C11F8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383" y="4671882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>
            <a:extLst>
              <a:ext uri="{FF2B5EF4-FFF2-40B4-BE49-F238E27FC236}">
                <a16:creationId xmlns:a16="http://schemas.microsoft.com/office/drawing/2014/main" id="{FEE1A2A0-72F6-A6AC-C708-035C3945A6D5}"/>
              </a:ext>
            </a:extLst>
          </p:cNvPr>
          <p:cNvSpPr txBox="1"/>
          <p:nvPr/>
        </p:nvSpPr>
        <p:spPr>
          <a:xfrm>
            <a:off x="8822193" y="469177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E77BA32C-E13F-6417-AEB8-6AE67B910EB9}"/>
                  </a:ext>
                </a:extLst>
              </p:cNvPr>
              <p:cNvSpPr txBox="1"/>
              <p:nvPr/>
            </p:nvSpPr>
            <p:spPr>
              <a:xfrm>
                <a:off x="9076987" y="46718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E77BA32C-E13F-6417-AEB8-6AE67B910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6987" y="467188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70">
            <a:extLst>
              <a:ext uri="{FF2B5EF4-FFF2-40B4-BE49-F238E27FC236}">
                <a16:creationId xmlns:a16="http://schemas.microsoft.com/office/drawing/2014/main" id="{61259FB9-75DB-C018-EE61-DB02CDF97453}"/>
              </a:ext>
            </a:extLst>
          </p:cNvPr>
          <p:cNvGrpSpPr/>
          <p:nvPr/>
        </p:nvGrpSpPr>
        <p:grpSpPr>
          <a:xfrm>
            <a:off x="9439788" y="4520455"/>
            <a:ext cx="364383" cy="777549"/>
            <a:chOff x="2896107" y="4671588"/>
            <a:chExt cx="364383" cy="777549"/>
          </a:xfrm>
        </p:grpSpPr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1FC01828-6B89-DFC5-85CB-4D06B1FCE71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E5B747C6-28CE-4423-9CFE-9FF2754C97E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B3FE3D40-16DE-C823-F1E6-B23E4B9E1D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F4160886-AB56-4656-050A-72302A59F7D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B0555B03-C4BE-13A3-10F3-6600E8699882}"/>
                  </a:ext>
                </a:extLst>
              </p:cNvPr>
              <p:cNvSpPr txBox="1"/>
              <p:nvPr/>
            </p:nvSpPr>
            <p:spPr>
              <a:xfrm>
                <a:off x="9797141" y="4677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B0555B03-C4BE-13A3-10F3-6600E8699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1" y="4677574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>
            <a:extLst>
              <a:ext uri="{FF2B5EF4-FFF2-40B4-BE49-F238E27FC236}">
                <a16:creationId xmlns:a16="http://schemas.microsoft.com/office/drawing/2014/main" id="{B4A046A4-B138-6DCD-67AB-3EF33B4A1CAE}"/>
              </a:ext>
            </a:extLst>
          </p:cNvPr>
          <p:cNvSpPr txBox="1"/>
          <p:nvPr/>
        </p:nvSpPr>
        <p:spPr>
          <a:xfrm>
            <a:off x="10040951" y="469746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9037D74-3C9F-0F8F-8D4C-DDA9ED294665}"/>
                  </a:ext>
                </a:extLst>
              </p:cNvPr>
              <p:cNvSpPr txBox="1"/>
              <p:nvPr/>
            </p:nvSpPr>
            <p:spPr>
              <a:xfrm>
                <a:off x="10295745" y="4677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9037D74-3C9F-0F8F-8D4C-DDA9ED294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745" y="4677574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C0DFBCC3-0899-9C0B-222A-FD381886A879}"/>
              </a:ext>
            </a:extLst>
          </p:cNvPr>
          <p:cNvGrpSpPr/>
          <p:nvPr/>
        </p:nvGrpSpPr>
        <p:grpSpPr>
          <a:xfrm>
            <a:off x="10672690" y="4520455"/>
            <a:ext cx="364383" cy="777549"/>
            <a:chOff x="2896107" y="4671588"/>
            <a:chExt cx="364383" cy="777549"/>
          </a:xfrm>
        </p:grpSpPr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AF909AE5-0332-2781-109A-CE008F079CF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327A9D81-D96B-768F-8B7C-9BC8D316041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CB1BAC48-0754-088C-4895-D5B11A22136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D537DA64-6847-684B-F3EF-356E5BF4C44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144BC2A4-8766-3F30-AAF7-9CC15B86C405}"/>
                  </a:ext>
                </a:extLst>
              </p:cNvPr>
              <p:cNvSpPr txBox="1"/>
              <p:nvPr/>
            </p:nvSpPr>
            <p:spPr>
              <a:xfrm>
                <a:off x="11030043" y="4677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144BC2A4-8766-3F30-AAF7-9CC15B86C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0043" y="467757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文字方塊 84">
            <a:extLst>
              <a:ext uri="{FF2B5EF4-FFF2-40B4-BE49-F238E27FC236}">
                <a16:creationId xmlns:a16="http://schemas.microsoft.com/office/drawing/2014/main" id="{B18ADD3A-266C-C148-DE68-F133EF17021E}"/>
              </a:ext>
            </a:extLst>
          </p:cNvPr>
          <p:cNvSpPr txBox="1"/>
          <p:nvPr/>
        </p:nvSpPr>
        <p:spPr>
          <a:xfrm>
            <a:off x="11273853" y="469746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D0FB7F2B-52F5-77E9-80FB-105CBC0CED9D}"/>
                  </a:ext>
                </a:extLst>
              </p:cNvPr>
              <p:cNvSpPr txBox="1"/>
              <p:nvPr/>
            </p:nvSpPr>
            <p:spPr>
              <a:xfrm>
                <a:off x="11535240" y="4679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D0FB7F2B-52F5-77E9-80FB-105CBC0C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240" y="467916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DC9E3BF5-E7BC-3BD9-F3DC-03F6BDD34AEE}"/>
              </a:ext>
            </a:extLst>
          </p:cNvPr>
          <p:cNvGrpSpPr/>
          <p:nvPr/>
        </p:nvGrpSpPr>
        <p:grpSpPr>
          <a:xfrm>
            <a:off x="797574" y="5285133"/>
            <a:ext cx="364383" cy="777549"/>
            <a:chOff x="2896107" y="4671588"/>
            <a:chExt cx="364383" cy="777549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79B1ABC2-9DEF-483C-40D6-0340616773D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9AAC35D5-E702-D36E-B220-7B26470E885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8" name="直線接點 97">
                <a:extLst>
                  <a:ext uri="{FF2B5EF4-FFF2-40B4-BE49-F238E27FC236}">
                    <a16:creationId xmlns:a16="http://schemas.microsoft.com/office/drawing/2014/main" id="{5F5E6B0F-5AB4-693A-4963-5F7506710A5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EEC32CE1-9624-5F6B-132C-0B3AD225724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7C50CE92-B990-0364-4799-3B93B21E1FB5}"/>
                  </a:ext>
                </a:extLst>
              </p:cNvPr>
              <p:cNvSpPr txBox="1"/>
              <p:nvPr/>
            </p:nvSpPr>
            <p:spPr>
              <a:xfrm>
                <a:off x="1154927" y="54422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7C50CE92-B990-0364-4799-3B93B21E1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27" y="544225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BEE40B95-F082-F2EE-79D7-8A8326CF7A41}"/>
              </a:ext>
            </a:extLst>
          </p:cNvPr>
          <p:cNvSpPr txBox="1"/>
          <p:nvPr/>
        </p:nvSpPr>
        <p:spPr>
          <a:xfrm>
            <a:off x="1398737" y="546214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F82727DC-C816-C58C-7BE1-F194131A99FA}"/>
                  </a:ext>
                </a:extLst>
              </p:cNvPr>
              <p:cNvSpPr txBox="1"/>
              <p:nvPr/>
            </p:nvSpPr>
            <p:spPr>
              <a:xfrm>
                <a:off x="1653531" y="54422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F82727DC-C816-C58C-7BE1-F194131A9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31" y="544225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5801287-70CB-9981-2EB9-1906BCEE854E}"/>
              </a:ext>
            </a:extLst>
          </p:cNvPr>
          <p:cNvGrpSpPr/>
          <p:nvPr/>
        </p:nvGrpSpPr>
        <p:grpSpPr>
          <a:xfrm>
            <a:off x="2016332" y="5290825"/>
            <a:ext cx="364383" cy="777549"/>
            <a:chOff x="2896107" y="4671588"/>
            <a:chExt cx="364383" cy="777549"/>
          </a:xfrm>
        </p:grpSpPr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797E44C7-FD57-E4D0-C549-86645AF523B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60BBB98C-9589-2811-D774-727B9F2F234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6" name="直線接點 105">
                <a:extLst>
                  <a:ext uri="{FF2B5EF4-FFF2-40B4-BE49-F238E27FC236}">
                    <a16:creationId xmlns:a16="http://schemas.microsoft.com/office/drawing/2014/main" id="{82C03D1B-DF90-FFE2-7345-6DAF87E18B2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D95C0683-4AFC-062B-8B9E-4F79A978459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D66483DA-8239-7B63-A47E-92F4FDE430CF}"/>
                  </a:ext>
                </a:extLst>
              </p:cNvPr>
              <p:cNvSpPr txBox="1"/>
              <p:nvPr/>
            </p:nvSpPr>
            <p:spPr>
              <a:xfrm>
                <a:off x="2373685" y="5447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D66483DA-8239-7B63-A47E-92F4FDE43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685" y="544794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C504CF55-C095-0B34-0C3E-0016168E0CF7}"/>
              </a:ext>
            </a:extLst>
          </p:cNvPr>
          <p:cNvSpPr txBox="1"/>
          <p:nvPr/>
        </p:nvSpPr>
        <p:spPr>
          <a:xfrm>
            <a:off x="2617495" y="546783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D0F7313-CCA3-5F9F-63E3-D00C0FE7512C}"/>
                  </a:ext>
                </a:extLst>
              </p:cNvPr>
              <p:cNvSpPr txBox="1"/>
              <p:nvPr/>
            </p:nvSpPr>
            <p:spPr>
              <a:xfrm>
                <a:off x="2872289" y="5447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D0F7313-CCA3-5F9F-63E3-D00C0FE75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289" y="544794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296FED9B-AF44-2A5E-988A-75356954A43D}"/>
              </a:ext>
            </a:extLst>
          </p:cNvPr>
          <p:cNvGrpSpPr/>
          <p:nvPr/>
        </p:nvGrpSpPr>
        <p:grpSpPr>
          <a:xfrm>
            <a:off x="3249234" y="5290825"/>
            <a:ext cx="364383" cy="777549"/>
            <a:chOff x="2896107" y="4671588"/>
            <a:chExt cx="364383" cy="777549"/>
          </a:xfrm>
        </p:grpSpPr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46351866-7627-0BA5-4720-8A79EA31899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13" name="群組 112">
              <a:extLst>
                <a:ext uri="{FF2B5EF4-FFF2-40B4-BE49-F238E27FC236}">
                  <a16:creationId xmlns:a16="http://schemas.microsoft.com/office/drawing/2014/main" id="{202C278C-68EE-3CBC-06D6-244E69CC87C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14" name="直線接點 113">
                <a:extLst>
                  <a:ext uri="{FF2B5EF4-FFF2-40B4-BE49-F238E27FC236}">
                    <a16:creationId xmlns:a16="http://schemas.microsoft.com/office/drawing/2014/main" id="{92197930-CE78-C1B7-092A-0FDD8F6E89E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5" name="文字方塊 114">
                <a:extLst>
                  <a:ext uri="{FF2B5EF4-FFF2-40B4-BE49-F238E27FC236}">
                    <a16:creationId xmlns:a16="http://schemas.microsoft.com/office/drawing/2014/main" id="{3CC6B186-1843-9B48-ECBD-260A1603C87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96D827DC-CA7D-82D3-4CA4-A122F112B1A6}"/>
                  </a:ext>
                </a:extLst>
              </p:cNvPr>
              <p:cNvSpPr txBox="1"/>
              <p:nvPr/>
            </p:nvSpPr>
            <p:spPr>
              <a:xfrm>
                <a:off x="3606587" y="5447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96D827DC-CA7D-82D3-4CA4-A122F112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87" y="544794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F7C2F2BB-2A05-7855-6C0C-3AAB3D467983}"/>
              </a:ext>
            </a:extLst>
          </p:cNvPr>
          <p:cNvSpPr txBox="1"/>
          <p:nvPr/>
        </p:nvSpPr>
        <p:spPr>
          <a:xfrm>
            <a:off x="3850397" y="546783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90868033-9E91-C00E-4F9F-0AEEEA887334}"/>
                  </a:ext>
                </a:extLst>
              </p:cNvPr>
              <p:cNvSpPr txBox="1"/>
              <p:nvPr/>
            </p:nvSpPr>
            <p:spPr>
              <a:xfrm>
                <a:off x="433016" y="60626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90868033-9E91-C00E-4F9F-0AEEEA887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6" y="6062682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EE626087-386A-F7BE-2C49-1B332076B015}"/>
              </a:ext>
            </a:extLst>
          </p:cNvPr>
          <p:cNvSpPr txBox="1"/>
          <p:nvPr/>
        </p:nvSpPr>
        <p:spPr>
          <a:xfrm>
            <a:off x="728704" y="6062682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D652F0F-4BE9-9B55-28C8-2C0674178677}"/>
                  </a:ext>
                </a:extLst>
              </p:cNvPr>
              <p:cNvSpPr txBox="1"/>
              <p:nvPr/>
            </p:nvSpPr>
            <p:spPr>
              <a:xfrm>
                <a:off x="1223384" y="60381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D652F0F-4BE9-9B55-28C8-2C0674178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84" y="6038100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0CE2C135-16F3-1262-95CE-372F146ADE48}"/>
              </a:ext>
            </a:extLst>
          </p:cNvPr>
          <p:cNvSpPr txBox="1"/>
          <p:nvPr/>
        </p:nvSpPr>
        <p:spPr>
          <a:xfrm>
            <a:off x="1463638" y="606584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B2FAC1B9-00A2-7E3B-BFC4-101CE28D514A}"/>
                  </a:ext>
                </a:extLst>
              </p:cNvPr>
              <p:cNvSpPr txBox="1"/>
              <p:nvPr/>
            </p:nvSpPr>
            <p:spPr>
              <a:xfrm>
                <a:off x="2037069" y="60500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B2FAC1B9-00A2-7E3B-BFC4-101CE28D5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69" y="6050001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3817592-B758-64B5-11A1-564AB3774472}"/>
              </a:ext>
            </a:extLst>
          </p:cNvPr>
          <p:cNvSpPr txBox="1"/>
          <p:nvPr/>
        </p:nvSpPr>
        <p:spPr>
          <a:xfrm>
            <a:off x="2311583" y="6073691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9025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1" grpId="0"/>
      <p:bldP spid="13" grpId="0"/>
      <p:bldP spid="14" grpId="0"/>
      <p:bldP spid="20" grpId="0"/>
      <p:bldP spid="21" grpId="0"/>
      <p:bldP spid="22" grpId="0"/>
      <p:bldP spid="28" grpId="0"/>
      <p:bldP spid="29" grpId="0"/>
      <p:bldP spid="30" grpId="0"/>
      <p:bldP spid="36" grpId="0"/>
      <p:bldP spid="37" grpId="0"/>
      <p:bldP spid="38" grpId="0"/>
      <p:bldP spid="44" grpId="0"/>
      <p:bldP spid="45" grpId="0"/>
      <p:bldP spid="46" grpId="0"/>
      <p:bldP spid="52" grpId="0"/>
      <p:bldP spid="53" grpId="0"/>
      <p:bldP spid="54" grpId="0"/>
      <p:bldP spid="60" grpId="0"/>
      <p:bldP spid="61" grpId="0"/>
      <p:bldP spid="62" grpId="0"/>
      <p:bldP spid="68" grpId="0"/>
      <p:bldP spid="69" grpId="0"/>
      <p:bldP spid="70" grpId="0"/>
      <p:bldP spid="76" grpId="0"/>
      <p:bldP spid="77" grpId="0"/>
      <p:bldP spid="78" grpId="0"/>
      <p:bldP spid="84" grpId="0"/>
      <p:bldP spid="85" grpId="0"/>
      <p:bldP spid="94" grpId="0"/>
      <p:bldP spid="100" grpId="0"/>
      <p:bldP spid="101" grpId="0"/>
      <p:bldP spid="102" grpId="0"/>
      <p:bldP spid="108" grpId="0"/>
      <p:bldP spid="109" grpId="0"/>
      <p:bldP spid="110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2A8521-3928-84E5-B2ED-9D43A0561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16632"/>
            <a:ext cx="9095238" cy="6761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43640617-F2CB-E5DC-DC75-9C3613CEA5A2}"/>
                  </a:ext>
                </a:extLst>
              </p14:cNvPr>
              <p14:cNvContentPartPr/>
              <p14:nvPr/>
            </p14:nvContentPartPr>
            <p14:xfrm>
              <a:off x="5807968" y="260648"/>
              <a:ext cx="864096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43640617-F2CB-E5DC-DC75-9C3613CEA5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3962" y="-13455052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FED82625-8D26-A1A5-E819-51E978AB5023}"/>
                  </a:ext>
                </a:extLst>
              </p14:cNvPr>
              <p14:cNvContentPartPr/>
              <p14:nvPr/>
            </p14:nvContentPartPr>
            <p14:xfrm>
              <a:off x="767408" y="620688"/>
              <a:ext cx="792088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FED82625-8D26-A1A5-E819-51E978AB50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377" y="-13095012"/>
                <a:ext cx="8997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BB8C1BB8-5689-3266-E60E-61378C4D7BA0}"/>
                  </a:ext>
                </a:extLst>
              </p14:cNvPr>
              <p14:cNvContentPartPr/>
              <p14:nvPr/>
            </p14:nvContentPartPr>
            <p14:xfrm>
              <a:off x="4143984" y="643547"/>
              <a:ext cx="3536192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BB8C1BB8-5689-3266-E60E-61378C4D7B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89952" y="-13072153"/>
                <a:ext cx="364389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F436FED1-32EF-5D30-CC2F-D37C52BA1190}"/>
              </a:ext>
            </a:extLst>
          </p:cNvPr>
          <p:cNvSpPr txBox="1"/>
          <p:nvPr/>
        </p:nvSpPr>
        <p:spPr>
          <a:xfrm>
            <a:off x="623392" y="1167288"/>
            <a:ext cx="56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total mark after the two tosses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8948F28-3D5E-A676-CBE2-BECEFB072E9F}"/>
                  </a:ext>
                </a:extLst>
              </p:cNvPr>
              <p:cNvSpPr txBox="1"/>
              <p:nvPr/>
            </p:nvSpPr>
            <p:spPr>
              <a:xfrm>
                <a:off x="327704" y="18450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8948F28-3D5E-A676-CBE2-BECEFB072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04" y="1845075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801CF8-6563-3C40-34BF-D8C120B092C6}"/>
              </a:ext>
            </a:extLst>
          </p:cNvPr>
          <p:cNvSpPr txBox="1"/>
          <p:nvPr/>
        </p:nvSpPr>
        <p:spPr>
          <a:xfrm>
            <a:off x="623392" y="184507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CE05CA8-73CC-A6B5-14A9-C5D2AC8BB5EC}"/>
                  </a:ext>
                </a:extLst>
              </p:cNvPr>
              <p:cNvSpPr txBox="1"/>
              <p:nvPr/>
            </p:nvSpPr>
            <p:spPr>
              <a:xfrm>
                <a:off x="1115963" y="182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CE05CA8-73CC-A6B5-14A9-C5D2AC8BB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963" y="182664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A7351F-1213-10CF-7A4B-4F5725B2EC81}"/>
              </a:ext>
            </a:extLst>
          </p:cNvPr>
          <p:cNvSpPr txBox="1"/>
          <p:nvPr/>
        </p:nvSpPr>
        <p:spPr>
          <a:xfrm>
            <a:off x="1339644" y="184507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CF7EC8-1E9D-2811-47C1-0AC53657FDD0}"/>
                  </a:ext>
                </a:extLst>
              </p:cNvPr>
              <p:cNvSpPr txBox="1"/>
              <p:nvPr/>
            </p:nvSpPr>
            <p:spPr>
              <a:xfrm>
                <a:off x="1756378" y="182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CF7EC8-1E9D-2811-47C1-0AC53657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378" y="182664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BBB39775-26FD-EE99-1047-F121D53693CF}"/>
              </a:ext>
            </a:extLst>
          </p:cNvPr>
          <p:cNvSpPr txBox="1"/>
          <p:nvPr/>
        </p:nvSpPr>
        <p:spPr>
          <a:xfrm>
            <a:off x="1991544" y="184507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D092A93-6BC2-AF15-88A6-A22817B08E57}"/>
                  </a:ext>
                </a:extLst>
              </p:cNvPr>
              <p:cNvSpPr txBox="1"/>
              <p:nvPr/>
            </p:nvSpPr>
            <p:spPr>
              <a:xfrm>
                <a:off x="2484115" y="182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D092A93-6BC2-AF15-88A6-A22817B08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115" y="182664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1A2B51A3-A023-ACBD-8C67-5EBDFC85C228}"/>
              </a:ext>
            </a:extLst>
          </p:cNvPr>
          <p:cNvGrpSpPr/>
          <p:nvPr/>
        </p:nvGrpSpPr>
        <p:grpSpPr>
          <a:xfrm>
            <a:off x="2693435" y="1820626"/>
            <a:ext cx="956647" cy="412150"/>
            <a:chOff x="1151524" y="1365813"/>
            <a:chExt cx="956647" cy="41215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D6257BC5-1E5A-27EE-5E9B-354D2F945DA2}"/>
                </a:ext>
              </a:extLst>
            </p:cNvPr>
            <p:cNvGrpSpPr/>
            <p:nvPr/>
          </p:nvGrpSpPr>
          <p:grpSpPr>
            <a:xfrm>
              <a:off x="1151524" y="1369717"/>
              <a:ext cx="956647" cy="408246"/>
              <a:chOff x="1151524" y="1369717"/>
              <a:chExt cx="956647" cy="408246"/>
            </a:xfrm>
          </p:grpSpPr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6E78DB7-0AD9-CB40-DD6F-35D174039945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42C3BBE-8620-3536-45CF-2E1ACFFAF95C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20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20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6536555F-D5C7-8EF8-8636-1858246C1FC8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6536555F-D5C7-8EF8-8636-1858246C1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6D1F360-9599-779E-DC4C-1F3B68A9B267}"/>
                  </a:ext>
                </a:extLst>
              </p:cNvPr>
              <p:cNvSpPr txBox="1"/>
              <p:nvPr/>
            </p:nvSpPr>
            <p:spPr>
              <a:xfrm>
                <a:off x="3554539" y="1820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6D1F360-9599-779E-DC4C-1F3B68A9B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539" y="182062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8D864A9F-7C32-BF91-9BAC-AB6B1751A368}"/>
              </a:ext>
            </a:extLst>
          </p:cNvPr>
          <p:cNvSpPr txBox="1"/>
          <p:nvPr/>
        </p:nvSpPr>
        <p:spPr>
          <a:xfrm>
            <a:off x="3789390" y="183303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CF523AB-F0AB-1CC1-A4BF-36999D367325}"/>
                  </a:ext>
                </a:extLst>
              </p:cNvPr>
              <p:cNvSpPr txBox="1"/>
              <p:nvPr/>
            </p:nvSpPr>
            <p:spPr>
              <a:xfrm>
                <a:off x="4281961" y="18146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CF523AB-F0AB-1CC1-A4BF-36999D367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961" y="181460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F13934-BBCF-BE19-D817-4ACF9A1F8BCE}"/>
              </a:ext>
            </a:extLst>
          </p:cNvPr>
          <p:cNvSpPr txBox="1"/>
          <p:nvPr/>
        </p:nvSpPr>
        <p:spPr>
          <a:xfrm>
            <a:off x="4505642" y="1833035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9819F9E-8075-4161-9DFB-E1440AFCBF7E}"/>
                  </a:ext>
                </a:extLst>
              </p:cNvPr>
              <p:cNvSpPr txBox="1"/>
              <p:nvPr/>
            </p:nvSpPr>
            <p:spPr>
              <a:xfrm>
                <a:off x="4922376" y="18146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9819F9E-8075-4161-9DFB-E1440AFCB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376" y="181460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D4718-D17D-E27E-111A-596C7054FA8E}"/>
              </a:ext>
            </a:extLst>
          </p:cNvPr>
          <p:cNvSpPr txBox="1"/>
          <p:nvPr/>
        </p:nvSpPr>
        <p:spPr>
          <a:xfrm>
            <a:off x="5157542" y="1833035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8A7B402-1E74-B726-8E8A-5757285ECBCF}"/>
                  </a:ext>
                </a:extLst>
              </p:cNvPr>
              <p:cNvSpPr txBox="1"/>
              <p:nvPr/>
            </p:nvSpPr>
            <p:spPr>
              <a:xfrm>
                <a:off x="5650113" y="18146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8A7B402-1E74-B726-8E8A-5757285EC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113" y="181460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5E045543-9D6F-D900-133F-20E58C04AB94}"/>
              </a:ext>
            </a:extLst>
          </p:cNvPr>
          <p:cNvGrpSpPr/>
          <p:nvPr/>
        </p:nvGrpSpPr>
        <p:grpSpPr>
          <a:xfrm>
            <a:off x="5859433" y="1808586"/>
            <a:ext cx="956647" cy="412150"/>
            <a:chOff x="1151524" y="1365813"/>
            <a:chExt cx="956647" cy="41215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3674AC90-6864-0F3A-2EF8-F16C15916E2A}"/>
                </a:ext>
              </a:extLst>
            </p:cNvPr>
            <p:cNvGrpSpPr/>
            <p:nvPr/>
          </p:nvGrpSpPr>
          <p:grpSpPr>
            <a:xfrm>
              <a:off x="1151524" y="1369717"/>
              <a:ext cx="956647" cy="408246"/>
              <a:chOff x="1151524" y="1369717"/>
              <a:chExt cx="956647" cy="408246"/>
            </a:xfrm>
          </p:grpSpPr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DBA58FF-107D-B334-B096-16F940BC86DE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BE4E592-FDAD-FB1D-B359-DCD5A0943DD8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20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20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E95E3D58-6CBF-2F47-BAC2-717C26A5112F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E95E3D58-6CBF-2F47-BAC2-717C26A51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38E9ED6-5535-A760-1AFB-82278A2EE305}"/>
                  </a:ext>
                </a:extLst>
              </p:cNvPr>
              <p:cNvSpPr txBox="1"/>
              <p:nvPr/>
            </p:nvSpPr>
            <p:spPr>
              <a:xfrm>
                <a:off x="331296" y="24788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38E9ED6-5535-A760-1AFB-82278A2EE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96" y="247880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73E336B8-2125-E5C9-6EAE-1985B584EE71}"/>
              </a:ext>
            </a:extLst>
          </p:cNvPr>
          <p:cNvSpPr txBox="1"/>
          <p:nvPr/>
        </p:nvSpPr>
        <p:spPr>
          <a:xfrm>
            <a:off x="623392" y="247880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F70B06A7-6E69-FB6D-805B-686ECD9222B0}"/>
                  </a:ext>
                </a:extLst>
              </p:cNvPr>
              <p:cNvSpPr txBox="1"/>
              <p:nvPr/>
            </p:nvSpPr>
            <p:spPr>
              <a:xfrm>
                <a:off x="1047784" y="2462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F70B06A7-6E69-FB6D-805B-686ECD92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84" y="246251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DEF3F402-5CBA-FBCA-13ED-FB27AE552015}"/>
              </a:ext>
            </a:extLst>
          </p:cNvPr>
          <p:cNvSpPr txBox="1"/>
          <p:nvPr/>
        </p:nvSpPr>
        <p:spPr>
          <a:xfrm>
            <a:off x="1263807" y="247880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EBB27758-1CFF-A9B1-8015-412A2E4A110C}"/>
                  </a:ext>
                </a:extLst>
              </p:cNvPr>
              <p:cNvSpPr txBox="1"/>
              <p:nvPr/>
            </p:nvSpPr>
            <p:spPr>
              <a:xfrm>
                <a:off x="327704" y="31008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EBB27758-1CFF-A9B1-8015-412A2E4A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04" y="310089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6FEA1E41-5BC5-5898-4252-77EF175B7C0B}"/>
              </a:ext>
            </a:extLst>
          </p:cNvPr>
          <p:cNvSpPr txBox="1"/>
          <p:nvPr/>
        </p:nvSpPr>
        <p:spPr>
          <a:xfrm>
            <a:off x="621166" y="310089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5069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4" grpId="0"/>
      <p:bldP spid="35" grpId="0"/>
      <p:bldP spid="36" grpId="0"/>
      <p:bldP spid="38" grpId="0"/>
      <p:bldP spid="39" grpId="0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706A32-92E7-BCF3-A640-9D21B6AE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65" b="60327"/>
          <a:stretch>
            <a:fillRect/>
          </a:stretch>
        </p:blipFill>
        <p:spPr>
          <a:xfrm>
            <a:off x="128230" y="105145"/>
            <a:ext cx="10508056" cy="7697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筆跡 6">
                <a:extLst>
                  <a:ext uri="{FF2B5EF4-FFF2-40B4-BE49-F238E27FC236}">
                    <a16:creationId xmlns:a16="http://schemas.microsoft.com/office/drawing/2014/main" id="{E345DB27-C569-B437-DF37-7C22DC707143}"/>
                  </a:ext>
                </a:extLst>
              </p14:cNvPr>
              <p14:cNvContentPartPr/>
              <p14:nvPr/>
            </p14:nvContentPartPr>
            <p14:xfrm>
              <a:off x="7453745" y="274092"/>
              <a:ext cx="410350" cy="45719"/>
            </p14:xfrm>
          </p:contentPart>
        </mc:Choice>
        <mc:Fallback>
          <p:pic>
            <p:nvPicPr>
              <p:cNvPr id="8" name="筆跡 6">
                <a:extLst>
                  <a:ext uri="{FF2B5EF4-FFF2-40B4-BE49-F238E27FC236}">
                    <a16:creationId xmlns:a16="http://schemas.microsoft.com/office/drawing/2014/main" id="{E345DB27-C569-B437-DF37-7C22DC7071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9752" y="-13441608"/>
                <a:ext cx="5179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筆跡 6">
                <a:extLst>
                  <a:ext uri="{FF2B5EF4-FFF2-40B4-BE49-F238E27FC236}">
                    <a16:creationId xmlns:a16="http://schemas.microsoft.com/office/drawing/2014/main" id="{82062BD9-A633-8D4F-AF0E-98E8D37A2FB2}"/>
                  </a:ext>
                </a:extLst>
              </p14:cNvPr>
              <p14:cNvContentPartPr/>
              <p14:nvPr/>
            </p14:nvContentPartPr>
            <p14:xfrm>
              <a:off x="1039091" y="611219"/>
              <a:ext cx="808182" cy="45719"/>
            </p14:xfrm>
          </p:contentPart>
        </mc:Choice>
        <mc:Fallback>
          <p:pic>
            <p:nvPicPr>
              <p:cNvPr id="13" name="筆跡 6">
                <a:extLst>
                  <a:ext uri="{FF2B5EF4-FFF2-40B4-BE49-F238E27FC236}">
                    <a16:creationId xmlns:a16="http://schemas.microsoft.com/office/drawing/2014/main" id="{82062BD9-A633-8D4F-AF0E-98E8D37A2F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5068" y="-13104481"/>
                <a:ext cx="91586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筆跡 6">
                <a:extLst>
                  <a:ext uri="{FF2B5EF4-FFF2-40B4-BE49-F238E27FC236}">
                    <a16:creationId xmlns:a16="http://schemas.microsoft.com/office/drawing/2014/main" id="{6EEA8BB7-87C7-C8E5-1952-E4A3CA23BDBC}"/>
                  </a:ext>
                </a:extLst>
              </p14:cNvPr>
              <p14:cNvContentPartPr/>
              <p14:nvPr/>
            </p14:nvContentPartPr>
            <p14:xfrm>
              <a:off x="2758134" y="593902"/>
              <a:ext cx="7401866" cy="45719"/>
            </p14:xfrm>
          </p:contentPart>
        </mc:Choice>
        <mc:Fallback>
          <p:pic>
            <p:nvPicPr>
              <p:cNvPr id="14" name="筆跡 6">
                <a:extLst>
                  <a:ext uri="{FF2B5EF4-FFF2-40B4-BE49-F238E27FC236}">
                    <a16:creationId xmlns:a16="http://schemas.microsoft.com/office/drawing/2014/main" id="{6EEA8BB7-87C7-C8E5-1952-E4A3CA23BD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04101" y="-13121798"/>
                <a:ext cx="7509573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字方塊 136">
            <a:extLst>
              <a:ext uri="{FF2B5EF4-FFF2-40B4-BE49-F238E27FC236}">
                <a16:creationId xmlns:a16="http://schemas.microsoft.com/office/drawing/2014/main" id="{86A5EB83-013D-D3E5-6EF5-926FFE41B6D9}"/>
              </a:ext>
            </a:extLst>
          </p:cNvPr>
          <p:cNvSpPr txBox="1"/>
          <p:nvPr/>
        </p:nvSpPr>
        <p:spPr>
          <a:xfrm>
            <a:off x="392468" y="1154614"/>
            <a:ext cx="4558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less than or equal to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 pounds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43">
                <a:extLst>
                  <a:ext uri="{FF2B5EF4-FFF2-40B4-BE49-F238E27FC236}">
                    <a16:creationId xmlns:a16="http://schemas.microsoft.com/office/drawing/2014/main" id="{C5D75138-B314-DC4B-DF68-B41DA79E5A8A}"/>
                  </a:ext>
                </a:extLst>
              </p:cNvPr>
              <p:cNvSpPr txBox="1"/>
              <p:nvPr/>
            </p:nvSpPr>
            <p:spPr>
              <a:xfrm>
                <a:off x="4950690" y="11490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43">
                <a:extLst>
                  <a:ext uri="{FF2B5EF4-FFF2-40B4-BE49-F238E27FC236}">
                    <a16:creationId xmlns:a16="http://schemas.microsoft.com/office/drawing/2014/main" id="{C5D75138-B314-DC4B-DF68-B41DA79E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690" y="1149023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4">
            <a:extLst>
              <a:ext uri="{FF2B5EF4-FFF2-40B4-BE49-F238E27FC236}">
                <a16:creationId xmlns:a16="http://schemas.microsoft.com/office/drawing/2014/main" id="{2C14913C-4895-4940-9C2A-DBA710550EB2}"/>
              </a:ext>
            </a:extLst>
          </p:cNvPr>
          <p:cNvSpPr txBox="1"/>
          <p:nvPr/>
        </p:nvSpPr>
        <p:spPr>
          <a:xfrm>
            <a:off x="5246378" y="114902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5">
                <a:extLst>
                  <a:ext uri="{FF2B5EF4-FFF2-40B4-BE49-F238E27FC236}">
                    <a16:creationId xmlns:a16="http://schemas.microsoft.com/office/drawing/2014/main" id="{B01A70FB-917D-42DB-0B07-ADAE40CD28A4}"/>
                  </a:ext>
                </a:extLst>
              </p:cNvPr>
              <p:cNvSpPr txBox="1"/>
              <p:nvPr/>
            </p:nvSpPr>
            <p:spPr>
              <a:xfrm>
                <a:off x="5551302" y="11490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5">
                <a:extLst>
                  <a:ext uri="{FF2B5EF4-FFF2-40B4-BE49-F238E27FC236}">
                    <a16:creationId xmlns:a16="http://schemas.microsoft.com/office/drawing/2014/main" id="{B01A70FB-917D-42DB-0B07-ADAE40CD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302" y="1149023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6">
            <a:extLst>
              <a:ext uri="{FF2B5EF4-FFF2-40B4-BE49-F238E27FC236}">
                <a16:creationId xmlns:a16="http://schemas.microsoft.com/office/drawing/2014/main" id="{5F480D3C-8EE7-D412-CF73-D26153E4BFD9}"/>
              </a:ext>
            </a:extLst>
          </p:cNvPr>
          <p:cNvSpPr txBox="1"/>
          <p:nvPr/>
        </p:nvSpPr>
        <p:spPr>
          <a:xfrm>
            <a:off x="5843977" y="1149023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0.15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43">
                <a:extLst>
                  <a:ext uri="{FF2B5EF4-FFF2-40B4-BE49-F238E27FC236}">
                    <a16:creationId xmlns:a16="http://schemas.microsoft.com/office/drawing/2014/main" id="{B57EB507-FD5F-5B50-309C-D7DA49129A5F}"/>
                  </a:ext>
                </a:extLst>
              </p:cNvPr>
              <p:cNvSpPr txBox="1"/>
              <p:nvPr/>
            </p:nvSpPr>
            <p:spPr>
              <a:xfrm>
                <a:off x="6606430" y="11283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143">
                <a:extLst>
                  <a:ext uri="{FF2B5EF4-FFF2-40B4-BE49-F238E27FC236}">
                    <a16:creationId xmlns:a16="http://schemas.microsoft.com/office/drawing/2014/main" id="{B57EB507-FD5F-5B50-309C-D7DA49129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430" y="112837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16">
            <a:extLst>
              <a:ext uri="{FF2B5EF4-FFF2-40B4-BE49-F238E27FC236}">
                <a16:creationId xmlns:a16="http://schemas.microsoft.com/office/drawing/2014/main" id="{1A5DB3EB-4F01-C10C-21F7-4D69EABFB6E1}"/>
              </a:ext>
            </a:extLst>
          </p:cNvPr>
          <p:cNvSpPr txBox="1"/>
          <p:nvPr/>
        </p:nvSpPr>
        <p:spPr>
          <a:xfrm>
            <a:off x="6902414" y="1149023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0.85</a:t>
            </a:r>
          </a:p>
        </p:txBody>
      </p:sp>
      <p:sp>
        <p:nvSpPr>
          <p:cNvPr id="22" name="文字方塊 7">
            <a:extLst>
              <a:ext uri="{FF2B5EF4-FFF2-40B4-BE49-F238E27FC236}">
                <a16:creationId xmlns:a16="http://schemas.microsoft.com/office/drawing/2014/main" id="{8E6BA171-A7C4-4592-ECBF-C9E6821B6EB0}"/>
              </a:ext>
            </a:extLst>
          </p:cNvPr>
          <p:cNvSpPr txBox="1"/>
          <p:nvPr/>
        </p:nvSpPr>
        <p:spPr>
          <a:xfrm>
            <a:off x="392468" y="1960315"/>
            <a:ext cx="2590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number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43">
                <a:extLst>
                  <a:ext uri="{FF2B5EF4-FFF2-40B4-BE49-F238E27FC236}">
                    <a16:creationId xmlns:a16="http://schemas.microsoft.com/office/drawing/2014/main" id="{68DE9D91-7F0B-098C-50E4-B15B8D0E8E0F}"/>
                  </a:ext>
                </a:extLst>
              </p:cNvPr>
              <p:cNvSpPr txBox="1"/>
              <p:nvPr/>
            </p:nvSpPr>
            <p:spPr>
              <a:xfrm>
                <a:off x="2983345" y="19341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43">
                <a:extLst>
                  <a:ext uri="{FF2B5EF4-FFF2-40B4-BE49-F238E27FC236}">
                    <a16:creationId xmlns:a16="http://schemas.microsoft.com/office/drawing/2014/main" id="{68DE9D91-7F0B-098C-50E4-B15B8D0E8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345" y="1934150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14">
            <a:extLst>
              <a:ext uri="{FF2B5EF4-FFF2-40B4-BE49-F238E27FC236}">
                <a16:creationId xmlns:a16="http://schemas.microsoft.com/office/drawing/2014/main" id="{D0C38282-4765-90C2-5A00-EF28E538F15B}"/>
              </a:ext>
            </a:extLst>
          </p:cNvPr>
          <p:cNvSpPr txBox="1"/>
          <p:nvPr/>
        </p:nvSpPr>
        <p:spPr>
          <a:xfrm>
            <a:off x="3279033" y="194999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15">
                <a:extLst>
                  <a:ext uri="{FF2B5EF4-FFF2-40B4-BE49-F238E27FC236}">
                    <a16:creationId xmlns:a16="http://schemas.microsoft.com/office/drawing/2014/main" id="{1C68701A-F9B2-4D73-0A90-1245BF05D88D}"/>
                  </a:ext>
                </a:extLst>
              </p:cNvPr>
              <p:cNvSpPr txBox="1"/>
              <p:nvPr/>
            </p:nvSpPr>
            <p:spPr>
              <a:xfrm>
                <a:off x="3583957" y="1949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15">
                <a:extLst>
                  <a:ext uri="{FF2B5EF4-FFF2-40B4-BE49-F238E27FC236}">
                    <a16:creationId xmlns:a16="http://schemas.microsoft.com/office/drawing/2014/main" id="{1C68701A-F9B2-4D73-0A90-1245BF05D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957" y="1949993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16">
            <a:extLst>
              <a:ext uri="{FF2B5EF4-FFF2-40B4-BE49-F238E27FC236}">
                <a16:creationId xmlns:a16="http://schemas.microsoft.com/office/drawing/2014/main" id="{1CE3C8C5-ECB2-6A41-D7F6-71EE393A109D}"/>
              </a:ext>
            </a:extLst>
          </p:cNvPr>
          <p:cNvSpPr txBox="1"/>
          <p:nvPr/>
        </p:nvSpPr>
        <p:spPr>
          <a:xfrm>
            <a:off x="3876632" y="1949993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Handwriting" panose="03010101010101010101" pitchFamily="66" charset="0"/>
              </a:rPr>
              <a:t>0.85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43">
                <a:extLst>
                  <a:ext uri="{FF2B5EF4-FFF2-40B4-BE49-F238E27FC236}">
                    <a16:creationId xmlns:a16="http://schemas.microsoft.com/office/drawing/2014/main" id="{02BBF832-DFA0-01B8-26D4-29A4BDBDC821}"/>
                  </a:ext>
                </a:extLst>
              </p:cNvPr>
              <p:cNvSpPr txBox="1"/>
              <p:nvPr/>
            </p:nvSpPr>
            <p:spPr>
              <a:xfrm>
                <a:off x="4639085" y="19293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43">
                <a:extLst>
                  <a:ext uri="{FF2B5EF4-FFF2-40B4-BE49-F238E27FC236}">
                    <a16:creationId xmlns:a16="http://schemas.microsoft.com/office/drawing/2014/main" id="{02BBF832-DFA0-01B8-26D4-29A4BDBDC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085" y="192934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16">
            <a:extLst>
              <a:ext uri="{FF2B5EF4-FFF2-40B4-BE49-F238E27FC236}">
                <a16:creationId xmlns:a16="http://schemas.microsoft.com/office/drawing/2014/main" id="{4F9E338F-B840-511D-25C1-D401DC94D539}"/>
              </a:ext>
            </a:extLst>
          </p:cNvPr>
          <p:cNvSpPr txBox="1"/>
          <p:nvPr/>
        </p:nvSpPr>
        <p:spPr>
          <a:xfrm>
            <a:off x="4935069" y="1949993"/>
            <a:ext cx="615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3.4</a:t>
            </a:r>
          </a:p>
        </p:txBody>
      </p:sp>
    </p:spTree>
    <p:extLst>
      <p:ext uri="{BB962C8B-B14F-4D97-AF65-F5344CB8AC3E}">
        <p14:creationId xmlns:p14="http://schemas.microsoft.com/office/powerpoint/2010/main" val="124994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05D5B173-07FE-76D0-0FE1-3F88DB802E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1526"/>
          <a:stretch>
            <a:fillRect/>
          </a:stretch>
        </p:blipFill>
        <p:spPr>
          <a:xfrm>
            <a:off x="170215" y="115387"/>
            <a:ext cx="10793341" cy="5135418"/>
          </a:xfrm>
          <a:prstGeom prst="rect">
            <a:avLst/>
          </a:prstGeom>
        </p:spPr>
      </p:pic>
      <p:sp>
        <p:nvSpPr>
          <p:cNvPr id="7" name="文字方塊 7">
            <a:extLst>
              <a:ext uri="{FF2B5EF4-FFF2-40B4-BE49-F238E27FC236}">
                <a16:creationId xmlns:a16="http://schemas.microsoft.com/office/drawing/2014/main" id="{A194E797-A2A8-0A49-F428-8FF94AF683C4}"/>
              </a:ext>
            </a:extLst>
          </p:cNvPr>
          <p:cNvSpPr txBox="1"/>
          <p:nvPr/>
        </p:nvSpPr>
        <p:spPr>
          <a:xfrm>
            <a:off x="5211716" y="2163515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 </a:t>
            </a:r>
            <a:r>
              <a:rPr lang="en-HK" altLang="zh-HK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FE66CF-9B30-3AC3-7235-0AD2D26E4618}"/>
              </a:ext>
            </a:extLst>
          </p:cNvPr>
          <p:cNvSpPr txBox="1"/>
          <p:nvPr/>
        </p:nvSpPr>
        <p:spPr>
          <a:xfrm>
            <a:off x="5211716" y="2750168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 T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9" name="文字方塊 7">
            <a:extLst>
              <a:ext uri="{FF2B5EF4-FFF2-40B4-BE49-F238E27FC236}">
                <a16:creationId xmlns:a16="http://schemas.microsoft.com/office/drawing/2014/main" id="{FFEB12F0-1C5F-B8D0-A1F5-A1E98EE41C07}"/>
              </a:ext>
            </a:extLst>
          </p:cNvPr>
          <p:cNvSpPr txBox="1"/>
          <p:nvPr/>
        </p:nvSpPr>
        <p:spPr>
          <a:xfrm>
            <a:off x="5211716" y="3307613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 T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0" name="文字方塊 7">
            <a:extLst>
              <a:ext uri="{FF2B5EF4-FFF2-40B4-BE49-F238E27FC236}">
                <a16:creationId xmlns:a16="http://schemas.microsoft.com/office/drawing/2014/main" id="{E98416F1-04B3-3B80-DE82-370E2E0294BE}"/>
              </a:ext>
            </a:extLst>
          </p:cNvPr>
          <p:cNvSpPr txBox="1"/>
          <p:nvPr/>
        </p:nvSpPr>
        <p:spPr>
          <a:xfrm>
            <a:off x="6980952" y="2149593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 F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1" name="文字方塊 7">
            <a:extLst>
              <a:ext uri="{FF2B5EF4-FFF2-40B4-BE49-F238E27FC236}">
                <a16:creationId xmlns:a16="http://schemas.microsoft.com/office/drawing/2014/main" id="{B5FB72AE-7F55-09B7-884A-AC3802FCC02F}"/>
              </a:ext>
            </a:extLst>
          </p:cNvPr>
          <p:cNvSpPr txBox="1"/>
          <p:nvPr/>
        </p:nvSpPr>
        <p:spPr>
          <a:xfrm>
            <a:off x="6980952" y="2750168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 F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2" name="文字方塊 7">
            <a:extLst>
              <a:ext uri="{FF2B5EF4-FFF2-40B4-BE49-F238E27FC236}">
                <a16:creationId xmlns:a16="http://schemas.microsoft.com/office/drawing/2014/main" id="{8F5112A6-3B18-9407-47C2-AF21CC03548E}"/>
              </a:ext>
            </a:extLst>
          </p:cNvPr>
          <p:cNvSpPr txBox="1"/>
          <p:nvPr/>
        </p:nvSpPr>
        <p:spPr>
          <a:xfrm>
            <a:off x="6980952" y="3307613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 F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3" name="文字方塊 7">
            <a:extLst>
              <a:ext uri="{FF2B5EF4-FFF2-40B4-BE49-F238E27FC236}">
                <a16:creationId xmlns:a16="http://schemas.microsoft.com/office/drawing/2014/main" id="{6F8D40BC-948F-A16E-2ABD-427170E66250}"/>
              </a:ext>
            </a:extLst>
          </p:cNvPr>
          <p:cNvSpPr txBox="1"/>
          <p:nvPr/>
        </p:nvSpPr>
        <p:spPr>
          <a:xfrm>
            <a:off x="8750188" y="2149593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 F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5" name="文字方塊 7">
            <a:extLst>
              <a:ext uri="{FF2B5EF4-FFF2-40B4-BE49-F238E27FC236}">
                <a16:creationId xmlns:a16="http://schemas.microsoft.com/office/drawing/2014/main" id="{0501D5F5-9623-1B6D-0738-6E1BFBBCB267}"/>
              </a:ext>
            </a:extLst>
          </p:cNvPr>
          <p:cNvSpPr txBox="1"/>
          <p:nvPr/>
        </p:nvSpPr>
        <p:spPr>
          <a:xfrm>
            <a:off x="8750188" y="2749757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 F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6" name="文字方塊 7">
            <a:extLst>
              <a:ext uri="{FF2B5EF4-FFF2-40B4-BE49-F238E27FC236}">
                <a16:creationId xmlns:a16="http://schemas.microsoft.com/office/drawing/2014/main" id="{F4DD5AAC-0D8E-AA6D-5C3F-0AB2E162F0A2}"/>
              </a:ext>
            </a:extLst>
          </p:cNvPr>
          <p:cNvSpPr txBox="1"/>
          <p:nvPr/>
        </p:nvSpPr>
        <p:spPr>
          <a:xfrm>
            <a:off x="8750188" y="3305145"/>
            <a:ext cx="71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 F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筆跡 4">
                <a:extLst>
                  <a:ext uri="{FF2B5EF4-FFF2-40B4-BE49-F238E27FC236}">
                    <a16:creationId xmlns:a16="http://schemas.microsoft.com/office/drawing/2014/main" id="{EBC8EAE4-A539-35DD-312D-A0929954F244}"/>
                  </a:ext>
                </a:extLst>
              </p14:cNvPr>
              <p14:cNvContentPartPr/>
              <p14:nvPr/>
            </p14:nvContentPartPr>
            <p14:xfrm>
              <a:off x="1708727" y="983168"/>
              <a:ext cx="2327564" cy="45719"/>
            </p14:xfrm>
          </p:contentPart>
        </mc:Choice>
        <mc:Fallback>
          <p:pic>
            <p:nvPicPr>
              <p:cNvPr id="18" name="筆跡 4">
                <a:extLst>
                  <a:ext uri="{FF2B5EF4-FFF2-40B4-BE49-F238E27FC236}">
                    <a16:creationId xmlns:a16="http://schemas.microsoft.com/office/drawing/2014/main" id="{EBC8EAE4-A539-35DD-312D-A0929954F2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4665" y="-12732532"/>
                <a:ext cx="24353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筆跡 4">
                <a:extLst>
                  <a:ext uri="{FF2B5EF4-FFF2-40B4-BE49-F238E27FC236}">
                    <a16:creationId xmlns:a16="http://schemas.microsoft.com/office/drawing/2014/main" id="{84221C7F-E4A8-D3C6-937A-547DA98BD127}"/>
                  </a:ext>
                </a:extLst>
              </p14:cNvPr>
              <p14:cNvContentPartPr/>
              <p14:nvPr/>
            </p14:nvContentPartPr>
            <p14:xfrm>
              <a:off x="2620485" y="4015338"/>
              <a:ext cx="1055588" cy="45719"/>
            </p14:xfrm>
          </p:contentPart>
        </mc:Choice>
        <mc:Fallback>
          <p:pic>
            <p:nvPicPr>
              <p:cNvPr id="19" name="筆跡 4">
                <a:extLst>
                  <a:ext uri="{FF2B5EF4-FFF2-40B4-BE49-F238E27FC236}">
                    <a16:creationId xmlns:a16="http://schemas.microsoft.com/office/drawing/2014/main" id="{84221C7F-E4A8-D3C6-937A-547DA98BD1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66445" y="-9700362"/>
                <a:ext cx="11633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筆跡 4">
                <a:extLst>
                  <a:ext uri="{FF2B5EF4-FFF2-40B4-BE49-F238E27FC236}">
                    <a16:creationId xmlns:a16="http://schemas.microsoft.com/office/drawing/2014/main" id="{B6E338DF-BEC2-D96F-1B08-B64716B7EBFB}"/>
                  </a:ext>
                </a:extLst>
              </p14:cNvPr>
              <p14:cNvContentPartPr/>
              <p14:nvPr/>
            </p14:nvContentPartPr>
            <p14:xfrm>
              <a:off x="4539006" y="4015337"/>
              <a:ext cx="2979394" cy="45719"/>
            </p14:xfrm>
          </p:contentPart>
        </mc:Choice>
        <mc:Fallback>
          <p:pic>
            <p:nvPicPr>
              <p:cNvPr id="20" name="筆跡 4">
                <a:extLst>
                  <a:ext uri="{FF2B5EF4-FFF2-40B4-BE49-F238E27FC236}">
                    <a16:creationId xmlns:a16="http://schemas.microsoft.com/office/drawing/2014/main" id="{B6E338DF-BEC2-D96F-1B08-B64716B7EB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84947" y="-9700363"/>
                <a:ext cx="308715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筆跡 4">
                <a:extLst>
                  <a:ext uri="{FF2B5EF4-FFF2-40B4-BE49-F238E27FC236}">
                    <a16:creationId xmlns:a16="http://schemas.microsoft.com/office/drawing/2014/main" id="{816D4016-6E93-8446-1598-1A1014AB99CF}"/>
                  </a:ext>
                </a:extLst>
              </p14:cNvPr>
              <p14:cNvContentPartPr/>
              <p14:nvPr/>
            </p14:nvContentPartPr>
            <p14:xfrm>
              <a:off x="5349497" y="2349648"/>
              <a:ext cx="434776" cy="45719"/>
            </p14:xfrm>
          </p:contentPart>
        </mc:Choice>
        <mc:Fallback>
          <p:pic>
            <p:nvPicPr>
              <p:cNvPr id="21" name="筆跡 4">
                <a:extLst>
                  <a:ext uri="{FF2B5EF4-FFF2-40B4-BE49-F238E27FC236}">
                    <a16:creationId xmlns:a16="http://schemas.microsoft.com/office/drawing/2014/main" id="{816D4016-6E93-8446-1598-1A1014AB99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95465" y="-11366052"/>
                <a:ext cx="54247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114">
            <a:extLst>
              <a:ext uri="{FF2B5EF4-FFF2-40B4-BE49-F238E27FC236}">
                <a16:creationId xmlns:a16="http://schemas.microsoft.com/office/drawing/2014/main" id="{2EEE5AE4-0BFF-F1C1-433C-D208E7D82C80}"/>
              </a:ext>
            </a:extLst>
          </p:cNvPr>
          <p:cNvSpPr txBox="1"/>
          <p:nvPr/>
        </p:nvSpPr>
        <p:spPr>
          <a:xfrm>
            <a:off x="451590" y="5458052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3" name="文字方塊 136">
            <a:extLst>
              <a:ext uri="{FF2B5EF4-FFF2-40B4-BE49-F238E27FC236}">
                <a16:creationId xmlns:a16="http://schemas.microsoft.com/office/drawing/2014/main" id="{842F3ADB-3D68-9315-F4DF-8CA021F2CF73}"/>
              </a:ext>
            </a:extLst>
          </p:cNvPr>
          <p:cNvSpPr txBox="1"/>
          <p:nvPr/>
        </p:nvSpPr>
        <p:spPr>
          <a:xfrm>
            <a:off x="1213337" y="5458052"/>
            <a:ext cx="4911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Two answers chosen are correct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143">
                <a:extLst>
                  <a:ext uri="{FF2B5EF4-FFF2-40B4-BE49-F238E27FC236}">
                    <a16:creationId xmlns:a16="http://schemas.microsoft.com/office/drawing/2014/main" id="{51C1A7EB-6178-3A50-7D8E-EF2DCF5B3BE9}"/>
                  </a:ext>
                </a:extLst>
              </p:cNvPr>
              <p:cNvSpPr txBox="1"/>
              <p:nvPr/>
            </p:nvSpPr>
            <p:spPr>
              <a:xfrm>
                <a:off x="5981415" y="54455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143">
                <a:extLst>
                  <a:ext uri="{FF2B5EF4-FFF2-40B4-BE49-F238E27FC236}">
                    <a16:creationId xmlns:a16="http://schemas.microsoft.com/office/drawing/2014/main" id="{51C1A7EB-6178-3A50-7D8E-EF2DCF5B3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415" y="544556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54">
            <a:extLst>
              <a:ext uri="{FF2B5EF4-FFF2-40B4-BE49-F238E27FC236}">
                <a16:creationId xmlns:a16="http://schemas.microsoft.com/office/drawing/2014/main" id="{81B919D2-2C37-A2A8-CA32-E3A218A9C631}"/>
              </a:ext>
            </a:extLst>
          </p:cNvPr>
          <p:cNvGrpSpPr/>
          <p:nvPr/>
        </p:nvGrpSpPr>
        <p:grpSpPr>
          <a:xfrm>
            <a:off x="6404750" y="5269332"/>
            <a:ext cx="364383" cy="777549"/>
            <a:chOff x="2896107" y="4671588"/>
            <a:chExt cx="364383" cy="777549"/>
          </a:xfrm>
        </p:grpSpPr>
        <p:sp>
          <p:nvSpPr>
            <p:cNvPr id="26" name="文字方塊 55">
              <a:extLst>
                <a:ext uri="{FF2B5EF4-FFF2-40B4-BE49-F238E27FC236}">
                  <a16:creationId xmlns:a16="http://schemas.microsoft.com/office/drawing/2014/main" id="{0CD6E657-3D01-D3DA-B831-D2867C82FBD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27" name="群組 56">
              <a:extLst>
                <a:ext uri="{FF2B5EF4-FFF2-40B4-BE49-F238E27FC236}">
                  <a16:creationId xmlns:a16="http://schemas.microsoft.com/office/drawing/2014/main" id="{A4491CEA-3EC0-D907-97E4-77D79755D63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8" name="直線接點 57">
                <a:extLst>
                  <a:ext uri="{FF2B5EF4-FFF2-40B4-BE49-F238E27FC236}">
                    <a16:creationId xmlns:a16="http://schemas.microsoft.com/office/drawing/2014/main" id="{A7EA0837-DDD5-C332-FF22-38F02D6D61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" name="文字方塊 58">
                <a:extLst>
                  <a:ext uri="{FF2B5EF4-FFF2-40B4-BE49-F238E27FC236}">
                    <a16:creationId xmlns:a16="http://schemas.microsoft.com/office/drawing/2014/main" id="{88B7AA19-6AAA-5418-3455-C333E7155E2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筆跡 4">
                <a:extLst>
                  <a:ext uri="{FF2B5EF4-FFF2-40B4-BE49-F238E27FC236}">
                    <a16:creationId xmlns:a16="http://schemas.microsoft.com/office/drawing/2014/main" id="{99325FE9-6AC4-82D7-E7CD-57A4C6BC53F9}"/>
                  </a:ext>
                </a:extLst>
              </p14:cNvPr>
              <p14:cNvContentPartPr/>
              <p14:nvPr/>
            </p14:nvContentPartPr>
            <p14:xfrm>
              <a:off x="2613458" y="4389411"/>
              <a:ext cx="1055588" cy="45719"/>
            </p14:xfrm>
          </p:contentPart>
        </mc:Choice>
        <mc:Fallback>
          <p:pic>
            <p:nvPicPr>
              <p:cNvPr id="31" name="筆跡 4">
                <a:extLst>
                  <a:ext uri="{FF2B5EF4-FFF2-40B4-BE49-F238E27FC236}">
                    <a16:creationId xmlns:a16="http://schemas.microsoft.com/office/drawing/2014/main" id="{99325FE9-6AC4-82D7-E7CD-57A4C6BC53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9418" y="-9326289"/>
                <a:ext cx="11633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2" name="筆跡 4">
                <a:extLst>
                  <a:ext uri="{FF2B5EF4-FFF2-40B4-BE49-F238E27FC236}">
                    <a16:creationId xmlns:a16="http://schemas.microsoft.com/office/drawing/2014/main" id="{60FCCE02-D9AB-4F86-82EE-D3837E9911ED}"/>
                  </a:ext>
                </a:extLst>
              </p14:cNvPr>
              <p14:cNvContentPartPr/>
              <p14:nvPr/>
            </p14:nvContentPartPr>
            <p14:xfrm>
              <a:off x="4211115" y="4396730"/>
              <a:ext cx="3593612" cy="45719"/>
            </p14:xfrm>
          </p:contentPart>
        </mc:Choice>
        <mc:Fallback>
          <p:pic>
            <p:nvPicPr>
              <p:cNvPr id="32" name="筆跡 4">
                <a:extLst>
                  <a:ext uri="{FF2B5EF4-FFF2-40B4-BE49-F238E27FC236}">
                    <a16:creationId xmlns:a16="http://schemas.microsoft.com/office/drawing/2014/main" id="{60FCCE02-D9AB-4F86-82EE-D3837E9911E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57054" y="-9318970"/>
                <a:ext cx="37013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3" name="筆跡 4">
                <a:extLst>
                  <a:ext uri="{FF2B5EF4-FFF2-40B4-BE49-F238E27FC236}">
                    <a16:creationId xmlns:a16="http://schemas.microsoft.com/office/drawing/2014/main" id="{5A5AA57E-C6A4-8E36-C4DD-7E50FD9CE30D}"/>
                  </a:ext>
                </a:extLst>
              </p14:cNvPr>
              <p14:cNvContentPartPr/>
              <p14:nvPr/>
            </p14:nvContentPartPr>
            <p14:xfrm>
              <a:off x="7063777" y="2326788"/>
              <a:ext cx="454623" cy="45719"/>
            </p14:xfrm>
          </p:contentPart>
        </mc:Choice>
        <mc:Fallback>
          <p:pic>
            <p:nvPicPr>
              <p:cNvPr id="33" name="筆跡 4">
                <a:extLst>
                  <a:ext uri="{FF2B5EF4-FFF2-40B4-BE49-F238E27FC236}">
                    <a16:creationId xmlns:a16="http://schemas.microsoft.com/office/drawing/2014/main" id="{5A5AA57E-C6A4-8E36-C4DD-7E50FD9CE3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09741" y="-11388912"/>
                <a:ext cx="56233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筆跡 4">
                <a:extLst>
                  <a:ext uri="{FF2B5EF4-FFF2-40B4-BE49-F238E27FC236}">
                    <a16:creationId xmlns:a16="http://schemas.microsoft.com/office/drawing/2014/main" id="{837577BB-F35F-C906-E061-8E881774C7B5}"/>
                  </a:ext>
                </a:extLst>
              </p14:cNvPr>
              <p14:cNvContentPartPr/>
              <p14:nvPr/>
            </p14:nvContentPartPr>
            <p14:xfrm>
              <a:off x="8826760" y="2359350"/>
              <a:ext cx="483495" cy="45719"/>
            </p14:xfrm>
          </p:contentPart>
        </mc:Choice>
        <mc:Fallback>
          <p:pic>
            <p:nvPicPr>
              <p:cNvPr id="34" name="筆跡 4">
                <a:extLst>
                  <a:ext uri="{FF2B5EF4-FFF2-40B4-BE49-F238E27FC236}">
                    <a16:creationId xmlns:a16="http://schemas.microsoft.com/office/drawing/2014/main" id="{837577BB-F35F-C906-E061-8E881774C7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72718" y="-11356350"/>
                <a:ext cx="59121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筆跡 4">
                <a:extLst>
                  <a:ext uri="{FF2B5EF4-FFF2-40B4-BE49-F238E27FC236}">
                    <a16:creationId xmlns:a16="http://schemas.microsoft.com/office/drawing/2014/main" id="{91E72209-0DBF-2FB5-89DD-2E6977E4B619}"/>
                  </a:ext>
                </a:extLst>
              </p14:cNvPr>
              <p14:cNvContentPartPr/>
              <p14:nvPr/>
            </p14:nvContentPartPr>
            <p14:xfrm>
              <a:off x="5325137" y="2930909"/>
              <a:ext cx="483495" cy="45719"/>
            </p14:xfrm>
          </p:contentPart>
        </mc:Choice>
        <mc:Fallback>
          <p:pic>
            <p:nvPicPr>
              <p:cNvPr id="35" name="筆跡 4">
                <a:extLst>
                  <a:ext uri="{FF2B5EF4-FFF2-40B4-BE49-F238E27FC236}">
                    <a16:creationId xmlns:a16="http://schemas.microsoft.com/office/drawing/2014/main" id="{91E72209-0DBF-2FB5-89DD-2E6977E4B6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71095" y="-10784791"/>
                <a:ext cx="59121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筆跡 4">
                <a:extLst>
                  <a:ext uri="{FF2B5EF4-FFF2-40B4-BE49-F238E27FC236}">
                    <a16:creationId xmlns:a16="http://schemas.microsoft.com/office/drawing/2014/main" id="{8491FD56-2F9D-2773-413B-B07E84222666}"/>
                  </a:ext>
                </a:extLst>
              </p14:cNvPr>
              <p14:cNvContentPartPr/>
              <p14:nvPr/>
            </p14:nvContentPartPr>
            <p14:xfrm>
              <a:off x="5356197" y="3505200"/>
              <a:ext cx="483495" cy="45719"/>
            </p14:xfrm>
          </p:contentPart>
        </mc:Choice>
        <mc:Fallback>
          <p:pic>
            <p:nvPicPr>
              <p:cNvPr id="36" name="筆跡 4">
                <a:extLst>
                  <a:ext uri="{FF2B5EF4-FFF2-40B4-BE49-F238E27FC236}">
                    <a16:creationId xmlns:a16="http://schemas.microsoft.com/office/drawing/2014/main" id="{8491FD56-2F9D-2773-413B-B07E842226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02155" y="-10210500"/>
                <a:ext cx="59121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文字方塊 114">
            <a:extLst>
              <a:ext uri="{FF2B5EF4-FFF2-40B4-BE49-F238E27FC236}">
                <a16:creationId xmlns:a16="http://schemas.microsoft.com/office/drawing/2014/main" id="{FCEF3E6A-4C4B-81A0-2A58-39782B8C4D8D}"/>
              </a:ext>
            </a:extLst>
          </p:cNvPr>
          <p:cNvSpPr txBox="1"/>
          <p:nvPr/>
        </p:nvSpPr>
        <p:spPr>
          <a:xfrm>
            <a:off x="275518" y="6208545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 err="1">
                <a:latin typeface="Lucida Calligraphy" panose="03010101010101010101" pitchFamily="66" charset="0"/>
              </a:rPr>
              <a:t>bii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38" name="文字方塊 136">
            <a:extLst>
              <a:ext uri="{FF2B5EF4-FFF2-40B4-BE49-F238E27FC236}">
                <a16:creationId xmlns:a16="http://schemas.microsoft.com/office/drawing/2014/main" id="{2934A33A-03B3-D2A9-9590-2004F1CEEB7E}"/>
              </a:ext>
            </a:extLst>
          </p:cNvPr>
          <p:cNvSpPr txBox="1"/>
          <p:nvPr/>
        </p:nvSpPr>
        <p:spPr>
          <a:xfrm>
            <a:off x="1044291" y="6208545"/>
            <a:ext cx="5263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Only one of the answers is correct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E59EDD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143">
                <a:extLst>
                  <a:ext uri="{FF2B5EF4-FFF2-40B4-BE49-F238E27FC236}">
                    <a16:creationId xmlns:a16="http://schemas.microsoft.com/office/drawing/2014/main" id="{479C3401-FFC2-D2A3-1BF5-D6F469FF7B95}"/>
                  </a:ext>
                </a:extLst>
              </p:cNvPr>
              <p:cNvSpPr txBox="1"/>
              <p:nvPr/>
            </p:nvSpPr>
            <p:spPr>
              <a:xfrm>
                <a:off x="6096811" y="61789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143">
                <a:extLst>
                  <a:ext uri="{FF2B5EF4-FFF2-40B4-BE49-F238E27FC236}">
                    <a16:creationId xmlns:a16="http://schemas.microsoft.com/office/drawing/2014/main" id="{479C3401-FFC2-D2A3-1BF5-D6F469FF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811" y="6178936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54">
            <a:extLst>
              <a:ext uri="{FF2B5EF4-FFF2-40B4-BE49-F238E27FC236}">
                <a16:creationId xmlns:a16="http://schemas.microsoft.com/office/drawing/2014/main" id="{8DA07774-D8B2-9B17-B5C2-D2781F6F9DB6}"/>
              </a:ext>
            </a:extLst>
          </p:cNvPr>
          <p:cNvGrpSpPr/>
          <p:nvPr/>
        </p:nvGrpSpPr>
        <p:grpSpPr>
          <a:xfrm>
            <a:off x="6520146" y="6002699"/>
            <a:ext cx="364383" cy="777549"/>
            <a:chOff x="2896107" y="4671588"/>
            <a:chExt cx="364383" cy="777549"/>
          </a:xfrm>
        </p:grpSpPr>
        <p:sp>
          <p:nvSpPr>
            <p:cNvPr id="41" name="文字方塊 55">
              <a:extLst>
                <a:ext uri="{FF2B5EF4-FFF2-40B4-BE49-F238E27FC236}">
                  <a16:creationId xmlns:a16="http://schemas.microsoft.com/office/drawing/2014/main" id="{5560EF4D-6051-945B-DC36-A64E5C3C6262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2" name="群組 56">
              <a:extLst>
                <a:ext uri="{FF2B5EF4-FFF2-40B4-BE49-F238E27FC236}">
                  <a16:creationId xmlns:a16="http://schemas.microsoft.com/office/drawing/2014/main" id="{0709CD94-F154-61B3-0EDF-FA15047BB1B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3" name="直線接點 57">
                <a:extLst>
                  <a:ext uri="{FF2B5EF4-FFF2-40B4-BE49-F238E27FC236}">
                    <a16:creationId xmlns:a16="http://schemas.microsoft.com/office/drawing/2014/main" id="{11C61E24-A4BC-148D-D602-D298B93ADD9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4" name="文字方塊 58">
                <a:extLst>
                  <a:ext uri="{FF2B5EF4-FFF2-40B4-BE49-F238E27FC236}">
                    <a16:creationId xmlns:a16="http://schemas.microsoft.com/office/drawing/2014/main" id="{9DF395AB-112A-7689-D7E2-CC66EC2240F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5" name="筆跡 4">
                <a:extLst>
                  <a:ext uri="{FF2B5EF4-FFF2-40B4-BE49-F238E27FC236}">
                    <a16:creationId xmlns:a16="http://schemas.microsoft.com/office/drawing/2014/main" id="{8729CE1C-CED0-21E7-534C-A50F75CE26BF}"/>
                  </a:ext>
                </a:extLst>
              </p14:cNvPr>
              <p14:cNvContentPartPr/>
              <p14:nvPr/>
            </p14:nvContentPartPr>
            <p14:xfrm>
              <a:off x="1213337" y="4734944"/>
              <a:ext cx="779471" cy="45719"/>
            </p14:xfrm>
          </p:contentPart>
        </mc:Choice>
        <mc:Fallback>
          <p:pic>
            <p:nvPicPr>
              <p:cNvPr id="45" name="筆跡 4">
                <a:extLst>
                  <a:ext uri="{FF2B5EF4-FFF2-40B4-BE49-F238E27FC236}">
                    <a16:creationId xmlns:a16="http://schemas.microsoft.com/office/drawing/2014/main" id="{8729CE1C-CED0-21E7-534C-A50F75CE26B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59282" y="-8980756"/>
                <a:ext cx="88722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6" name="筆跡 4">
                <a:extLst>
                  <a:ext uri="{FF2B5EF4-FFF2-40B4-BE49-F238E27FC236}">
                    <a16:creationId xmlns:a16="http://schemas.microsoft.com/office/drawing/2014/main" id="{6129D153-198B-BC0D-9CC0-36322EBA7940}"/>
                  </a:ext>
                </a:extLst>
              </p14:cNvPr>
              <p14:cNvContentPartPr/>
              <p14:nvPr/>
            </p14:nvContentPartPr>
            <p14:xfrm>
              <a:off x="6470616" y="4749817"/>
              <a:ext cx="779471" cy="45719"/>
            </p14:xfrm>
          </p:contentPart>
        </mc:Choice>
        <mc:Fallback>
          <p:pic>
            <p:nvPicPr>
              <p:cNvPr id="46" name="筆跡 4">
                <a:extLst>
                  <a:ext uri="{FF2B5EF4-FFF2-40B4-BE49-F238E27FC236}">
                    <a16:creationId xmlns:a16="http://schemas.microsoft.com/office/drawing/2014/main" id="{6129D153-198B-BC0D-9CC0-36322EBA794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16561" y="-8965883"/>
                <a:ext cx="88722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7" name="筆跡 4">
                <a:extLst>
                  <a:ext uri="{FF2B5EF4-FFF2-40B4-BE49-F238E27FC236}">
                    <a16:creationId xmlns:a16="http://schemas.microsoft.com/office/drawing/2014/main" id="{4841B8F6-5666-9BD1-A781-9FB5CB721358}"/>
                  </a:ext>
                </a:extLst>
              </p14:cNvPr>
              <p14:cNvContentPartPr/>
              <p14:nvPr/>
            </p14:nvContentPartPr>
            <p14:xfrm>
              <a:off x="2482773" y="5114418"/>
              <a:ext cx="1802900" cy="45719"/>
            </p14:xfrm>
          </p:contentPart>
        </mc:Choice>
        <mc:Fallback>
          <p:pic>
            <p:nvPicPr>
              <p:cNvPr id="47" name="筆跡 4">
                <a:extLst>
                  <a:ext uri="{FF2B5EF4-FFF2-40B4-BE49-F238E27FC236}">
                    <a16:creationId xmlns:a16="http://schemas.microsoft.com/office/drawing/2014/main" id="{4841B8F6-5666-9BD1-A781-9FB5CB72135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28718" y="-8601282"/>
                <a:ext cx="191064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48" name="文字方塊 114">
            <a:extLst>
              <a:ext uri="{FF2B5EF4-FFF2-40B4-BE49-F238E27FC236}">
                <a16:creationId xmlns:a16="http://schemas.microsoft.com/office/drawing/2014/main" id="{C63525F4-2DC9-7914-0A21-4A3F9A44E9C0}"/>
              </a:ext>
            </a:extLst>
          </p:cNvPr>
          <p:cNvSpPr txBox="1"/>
          <p:nvPr/>
        </p:nvSpPr>
        <p:spPr>
          <a:xfrm>
            <a:off x="7222915" y="4926482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c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49" name="文字方塊 7">
            <a:extLst>
              <a:ext uri="{FF2B5EF4-FFF2-40B4-BE49-F238E27FC236}">
                <a16:creationId xmlns:a16="http://schemas.microsoft.com/office/drawing/2014/main" id="{663BDE38-9216-B644-337F-43A3931AC9F7}"/>
              </a:ext>
            </a:extLst>
          </p:cNvPr>
          <p:cNvSpPr txBox="1"/>
          <p:nvPr/>
        </p:nvSpPr>
        <p:spPr>
          <a:xfrm>
            <a:off x="7789092" y="4915802"/>
            <a:ext cx="3915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Tom’s expected total score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143">
                <a:extLst>
                  <a:ext uri="{FF2B5EF4-FFF2-40B4-BE49-F238E27FC236}">
                    <a16:creationId xmlns:a16="http://schemas.microsoft.com/office/drawing/2014/main" id="{F075A523-7E04-82A8-938D-17F6BB357954}"/>
                  </a:ext>
                </a:extLst>
              </p:cNvPr>
              <p:cNvSpPr txBox="1"/>
              <p:nvPr/>
            </p:nvSpPr>
            <p:spPr>
              <a:xfrm>
                <a:off x="7497574" y="54133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143">
                <a:extLst>
                  <a:ext uri="{FF2B5EF4-FFF2-40B4-BE49-F238E27FC236}">
                    <a16:creationId xmlns:a16="http://schemas.microsoft.com/office/drawing/2014/main" id="{F075A523-7E04-82A8-938D-17F6BB357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574" y="5413347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14">
            <a:extLst>
              <a:ext uri="{FF2B5EF4-FFF2-40B4-BE49-F238E27FC236}">
                <a16:creationId xmlns:a16="http://schemas.microsoft.com/office/drawing/2014/main" id="{ABA4499B-0AC2-84E3-1301-41A9740C6936}"/>
              </a:ext>
            </a:extLst>
          </p:cNvPr>
          <p:cNvSpPr txBox="1"/>
          <p:nvPr/>
        </p:nvSpPr>
        <p:spPr>
          <a:xfrm>
            <a:off x="7853480" y="541520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15">
                <a:extLst>
                  <a:ext uri="{FF2B5EF4-FFF2-40B4-BE49-F238E27FC236}">
                    <a16:creationId xmlns:a16="http://schemas.microsoft.com/office/drawing/2014/main" id="{FBDDE800-6815-512C-A658-82ADB51D06CA}"/>
                  </a:ext>
                </a:extLst>
              </p:cNvPr>
              <p:cNvSpPr txBox="1"/>
              <p:nvPr/>
            </p:nvSpPr>
            <p:spPr>
              <a:xfrm>
                <a:off x="8139413" y="53999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15">
                <a:extLst>
                  <a:ext uri="{FF2B5EF4-FFF2-40B4-BE49-F238E27FC236}">
                    <a16:creationId xmlns:a16="http://schemas.microsoft.com/office/drawing/2014/main" id="{FBDDE800-6815-512C-A658-82ADB51D0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413" y="5399938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群組 79">
            <a:extLst>
              <a:ext uri="{FF2B5EF4-FFF2-40B4-BE49-F238E27FC236}">
                <a16:creationId xmlns:a16="http://schemas.microsoft.com/office/drawing/2014/main" id="{4BF766BD-BD26-5BD7-C9A7-DC1793C92CA2}"/>
              </a:ext>
            </a:extLst>
          </p:cNvPr>
          <p:cNvGrpSpPr/>
          <p:nvPr/>
        </p:nvGrpSpPr>
        <p:grpSpPr>
          <a:xfrm>
            <a:off x="8517229" y="5258940"/>
            <a:ext cx="368818" cy="768807"/>
            <a:chOff x="2891672" y="4671588"/>
            <a:chExt cx="368818" cy="768807"/>
          </a:xfrm>
        </p:grpSpPr>
        <p:sp>
          <p:nvSpPr>
            <p:cNvPr id="55" name="文字方塊 80">
              <a:extLst>
                <a:ext uri="{FF2B5EF4-FFF2-40B4-BE49-F238E27FC236}">
                  <a16:creationId xmlns:a16="http://schemas.microsoft.com/office/drawing/2014/main" id="{91744279-650B-5D36-6C16-E8F2E240D7B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6" name="群組 81">
              <a:extLst>
                <a:ext uri="{FF2B5EF4-FFF2-40B4-BE49-F238E27FC236}">
                  <a16:creationId xmlns:a16="http://schemas.microsoft.com/office/drawing/2014/main" id="{F8829F89-53AF-0F0B-FEE9-C62697B9DB37}"/>
                </a:ext>
              </a:extLst>
            </p:cNvPr>
            <p:cNvGrpSpPr/>
            <p:nvPr/>
          </p:nvGrpSpPr>
          <p:grpSpPr>
            <a:xfrm>
              <a:off x="2891672" y="5034454"/>
              <a:ext cx="368818" cy="405941"/>
              <a:chOff x="2891672" y="5034454"/>
              <a:chExt cx="368818" cy="405941"/>
            </a:xfrm>
          </p:grpSpPr>
          <p:cxnSp>
            <p:nvCxnSpPr>
              <p:cNvPr id="57" name="直線接點 82">
                <a:extLst>
                  <a:ext uri="{FF2B5EF4-FFF2-40B4-BE49-F238E27FC236}">
                    <a16:creationId xmlns:a16="http://schemas.microsoft.com/office/drawing/2014/main" id="{77AED174-8646-9039-6357-F9F0A0850F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8" name="文字方塊 83">
                <a:extLst>
                  <a:ext uri="{FF2B5EF4-FFF2-40B4-BE49-F238E27FC236}">
                    <a16:creationId xmlns:a16="http://schemas.microsoft.com/office/drawing/2014/main" id="{A39F7E7C-8208-ED76-31AC-BA68B060B262}"/>
                  </a:ext>
                </a:extLst>
              </p:cNvPr>
              <p:cNvSpPr txBox="1"/>
              <p:nvPr/>
            </p:nvSpPr>
            <p:spPr>
              <a:xfrm>
                <a:off x="2891672" y="504028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21">
                <a:extLst>
                  <a:ext uri="{FF2B5EF4-FFF2-40B4-BE49-F238E27FC236}">
                    <a16:creationId xmlns:a16="http://schemas.microsoft.com/office/drawing/2014/main" id="{46ED63F3-F188-C8F4-1076-CB73DEB6919E}"/>
                  </a:ext>
                </a:extLst>
              </p:cNvPr>
              <p:cNvSpPr txBox="1"/>
              <p:nvPr/>
            </p:nvSpPr>
            <p:spPr>
              <a:xfrm>
                <a:off x="8993741" y="54275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21">
                <a:extLst>
                  <a:ext uri="{FF2B5EF4-FFF2-40B4-BE49-F238E27FC236}">
                    <a16:creationId xmlns:a16="http://schemas.microsoft.com/office/drawing/2014/main" id="{46ED63F3-F188-C8F4-1076-CB73DEB6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741" y="5427582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字方塊 14">
            <a:extLst>
              <a:ext uri="{FF2B5EF4-FFF2-40B4-BE49-F238E27FC236}">
                <a16:creationId xmlns:a16="http://schemas.microsoft.com/office/drawing/2014/main" id="{B8AD2F72-7CEA-18CC-9795-0F046A7C0505}"/>
              </a:ext>
            </a:extLst>
          </p:cNvPr>
          <p:cNvSpPr txBox="1"/>
          <p:nvPr/>
        </p:nvSpPr>
        <p:spPr>
          <a:xfrm>
            <a:off x="9289768" y="543701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15">
                <a:extLst>
                  <a:ext uri="{FF2B5EF4-FFF2-40B4-BE49-F238E27FC236}">
                    <a16:creationId xmlns:a16="http://schemas.microsoft.com/office/drawing/2014/main" id="{D5732C58-22FF-0C1C-5A33-A9C1AF28C805}"/>
                  </a:ext>
                </a:extLst>
              </p:cNvPr>
              <p:cNvSpPr txBox="1"/>
              <p:nvPr/>
            </p:nvSpPr>
            <p:spPr>
              <a:xfrm>
                <a:off x="9575701" y="54217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15">
                <a:extLst>
                  <a:ext uri="{FF2B5EF4-FFF2-40B4-BE49-F238E27FC236}">
                    <a16:creationId xmlns:a16="http://schemas.microsoft.com/office/drawing/2014/main" id="{D5732C58-22FF-0C1C-5A33-A9C1AF28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01" y="5421751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群組 79">
            <a:extLst>
              <a:ext uri="{FF2B5EF4-FFF2-40B4-BE49-F238E27FC236}">
                <a16:creationId xmlns:a16="http://schemas.microsoft.com/office/drawing/2014/main" id="{82683692-81DE-100B-983D-DAA064E94A54}"/>
              </a:ext>
            </a:extLst>
          </p:cNvPr>
          <p:cNvGrpSpPr/>
          <p:nvPr/>
        </p:nvGrpSpPr>
        <p:grpSpPr>
          <a:xfrm>
            <a:off x="9953517" y="5280753"/>
            <a:ext cx="368818" cy="768807"/>
            <a:chOff x="2891672" y="4671588"/>
            <a:chExt cx="368818" cy="768807"/>
          </a:xfrm>
        </p:grpSpPr>
        <p:sp>
          <p:nvSpPr>
            <p:cNvPr id="71" name="文字方塊 80">
              <a:extLst>
                <a:ext uri="{FF2B5EF4-FFF2-40B4-BE49-F238E27FC236}">
                  <a16:creationId xmlns:a16="http://schemas.microsoft.com/office/drawing/2014/main" id="{D130BF4F-D8C1-8944-95E8-5ED21DBE82C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72" name="群組 81">
              <a:extLst>
                <a:ext uri="{FF2B5EF4-FFF2-40B4-BE49-F238E27FC236}">
                  <a16:creationId xmlns:a16="http://schemas.microsoft.com/office/drawing/2014/main" id="{204BC284-8180-CC4E-E237-BFD7C8901325}"/>
                </a:ext>
              </a:extLst>
            </p:cNvPr>
            <p:cNvGrpSpPr/>
            <p:nvPr/>
          </p:nvGrpSpPr>
          <p:grpSpPr>
            <a:xfrm>
              <a:off x="2891672" y="5034454"/>
              <a:ext cx="368818" cy="405941"/>
              <a:chOff x="2891672" y="5034454"/>
              <a:chExt cx="368818" cy="405941"/>
            </a:xfrm>
          </p:grpSpPr>
          <p:cxnSp>
            <p:nvCxnSpPr>
              <p:cNvPr id="73" name="直線接點 82">
                <a:extLst>
                  <a:ext uri="{FF2B5EF4-FFF2-40B4-BE49-F238E27FC236}">
                    <a16:creationId xmlns:a16="http://schemas.microsoft.com/office/drawing/2014/main" id="{341EE5A3-A99F-CC59-C62E-B01C2193EE5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4" name="文字方塊 83">
                <a:extLst>
                  <a:ext uri="{FF2B5EF4-FFF2-40B4-BE49-F238E27FC236}">
                    <a16:creationId xmlns:a16="http://schemas.microsoft.com/office/drawing/2014/main" id="{2BE5758B-6694-2B35-88A9-B44AAD1F53A0}"/>
                  </a:ext>
                </a:extLst>
              </p:cNvPr>
              <p:cNvSpPr txBox="1"/>
              <p:nvPr/>
            </p:nvSpPr>
            <p:spPr>
              <a:xfrm>
                <a:off x="2891672" y="504028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143">
                <a:extLst>
                  <a:ext uri="{FF2B5EF4-FFF2-40B4-BE49-F238E27FC236}">
                    <a16:creationId xmlns:a16="http://schemas.microsoft.com/office/drawing/2014/main" id="{D36B7C71-D5BC-07E6-FDA5-0EE6D09BBDA7}"/>
                  </a:ext>
                </a:extLst>
              </p:cNvPr>
              <p:cNvSpPr txBox="1"/>
              <p:nvPr/>
            </p:nvSpPr>
            <p:spPr>
              <a:xfrm>
                <a:off x="10407990" y="54455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143">
                <a:extLst>
                  <a:ext uri="{FF2B5EF4-FFF2-40B4-BE49-F238E27FC236}">
                    <a16:creationId xmlns:a16="http://schemas.microsoft.com/office/drawing/2014/main" id="{D36B7C71-D5BC-07E6-FDA5-0EE6D09B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7990" y="5445569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文字方塊 14">
            <a:extLst>
              <a:ext uri="{FF2B5EF4-FFF2-40B4-BE49-F238E27FC236}">
                <a16:creationId xmlns:a16="http://schemas.microsoft.com/office/drawing/2014/main" id="{A1BE4BA4-14C0-15F9-3D7B-C6DFD8BF77AA}"/>
              </a:ext>
            </a:extLst>
          </p:cNvPr>
          <p:cNvSpPr txBox="1"/>
          <p:nvPr/>
        </p:nvSpPr>
        <p:spPr>
          <a:xfrm>
            <a:off x="10754389" y="545899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1.33</a:t>
            </a:r>
          </a:p>
        </p:txBody>
      </p:sp>
      <p:sp>
        <p:nvSpPr>
          <p:cNvPr id="77" name="文字方塊 7">
            <a:extLst>
              <a:ext uri="{FF2B5EF4-FFF2-40B4-BE49-F238E27FC236}">
                <a16:creationId xmlns:a16="http://schemas.microsoft.com/office/drawing/2014/main" id="{E810B892-DFA9-3569-338E-3EAA9F7480F6}"/>
              </a:ext>
            </a:extLst>
          </p:cNvPr>
          <p:cNvSpPr txBox="1"/>
          <p:nvPr/>
        </p:nvSpPr>
        <p:spPr>
          <a:xfrm>
            <a:off x="9126105" y="5821861"/>
            <a:ext cx="545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or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78" name="弧形 94">
            <a:extLst>
              <a:ext uri="{FF2B5EF4-FFF2-40B4-BE49-F238E27FC236}">
                <a16:creationId xmlns:a16="http://schemas.microsoft.com/office/drawing/2014/main" id="{EE7063E5-5F75-4B1B-2411-1B33EECC66C6}"/>
              </a:ext>
            </a:extLst>
          </p:cNvPr>
          <p:cNvSpPr/>
          <p:nvPr/>
        </p:nvSpPr>
        <p:spPr>
          <a:xfrm rot="10957079">
            <a:off x="8031295" y="6305340"/>
            <a:ext cx="274129" cy="478233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6" name="文字方塊 14">
            <a:extLst>
              <a:ext uri="{FF2B5EF4-FFF2-40B4-BE49-F238E27FC236}">
                <a16:creationId xmlns:a16="http://schemas.microsoft.com/office/drawing/2014/main" id="{B8D401C7-B236-23A4-BCC7-8ACFAFFEDD8A}"/>
              </a:ext>
            </a:extLst>
          </p:cNvPr>
          <p:cNvSpPr txBox="1"/>
          <p:nvPr/>
        </p:nvSpPr>
        <p:spPr>
          <a:xfrm>
            <a:off x="8083452" y="635002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15">
                <a:extLst>
                  <a:ext uri="{FF2B5EF4-FFF2-40B4-BE49-F238E27FC236}">
                    <a16:creationId xmlns:a16="http://schemas.microsoft.com/office/drawing/2014/main" id="{9BEAE05A-E2C0-38F1-3093-8946EA53CB6E}"/>
                  </a:ext>
                </a:extLst>
              </p:cNvPr>
              <p:cNvSpPr txBox="1"/>
              <p:nvPr/>
            </p:nvSpPr>
            <p:spPr>
              <a:xfrm>
                <a:off x="8369385" y="63347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7" name="文字方塊 15">
                <a:extLst>
                  <a:ext uri="{FF2B5EF4-FFF2-40B4-BE49-F238E27FC236}">
                    <a16:creationId xmlns:a16="http://schemas.microsoft.com/office/drawing/2014/main" id="{9BEAE05A-E2C0-38F1-3093-8946EA53C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385" y="6334764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群組 79">
            <a:extLst>
              <a:ext uri="{FF2B5EF4-FFF2-40B4-BE49-F238E27FC236}">
                <a16:creationId xmlns:a16="http://schemas.microsoft.com/office/drawing/2014/main" id="{87322D39-24D5-B6FA-FB30-CA0747C4F147}"/>
              </a:ext>
            </a:extLst>
          </p:cNvPr>
          <p:cNvGrpSpPr/>
          <p:nvPr/>
        </p:nvGrpSpPr>
        <p:grpSpPr>
          <a:xfrm>
            <a:off x="8713820" y="6175759"/>
            <a:ext cx="368818" cy="768807"/>
            <a:chOff x="2891672" y="4671588"/>
            <a:chExt cx="368818" cy="768807"/>
          </a:xfrm>
        </p:grpSpPr>
        <p:sp>
          <p:nvSpPr>
            <p:cNvPr id="89" name="文字方塊 80">
              <a:extLst>
                <a:ext uri="{FF2B5EF4-FFF2-40B4-BE49-F238E27FC236}">
                  <a16:creationId xmlns:a16="http://schemas.microsoft.com/office/drawing/2014/main" id="{AC2967A4-4732-62EC-5F4C-06DDE7EDBC2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0" name="群組 81">
              <a:extLst>
                <a:ext uri="{FF2B5EF4-FFF2-40B4-BE49-F238E27FC236}">
                  <a16:creationId xmlns:a16="http://schemas.microsoft.com/office/drawing/2014/main" id="{E94AFDB1-DCF0-292A-602D-4532719155DD}"/>
                </a:ext>
              </a:extLst>
            </p:cNvPr>
            <p:cNvGrpSpPr/>
            <p:nvPr/>
          </p:nvGrpSpPr>
          <p:grpSpPr>
            <a:xfrm>
              <a:off x="2891672" y="5034454"/>
              <a:ext cx="368818" cy="405941"/>
              <a:chOff x="2891672" y="5034454"/>
              <a:chExt cx="368818" cy="405941"/>
            </a:xfrm>
          </p:grpSpPr>
          <p:cxnSp>
            <p:nvCxnSpPr>
              <p:cNvPr id="91" name="直線接點 82">
                <a:extLst>
                  <a:ext uri="{FF2B5EF4-FFF2-40B4-BE49-F238E27FC236}">
                    <a16:creationId xmlns:a16="http://schemas.microsoft.com/office/drawing/2014/main" id="{0AA6B0AC-4F94-6E8B-F3E7-1F1298ABC25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2" name="文字方塊 83">
                <a:extLst>
                  <a:ext uri="{FF2B5EF4-FFF2-40B4-BE49-F238E27FC236}">
                    <a16:creationId xmlns:a16="http://schemas.microsoft.com/office/drawing/2014/main" id="{058E097C-E834-77FA-6080-3CA1B9643564}"/>
                  </a:ext>
                </a:extLst>
              </p:cNvPr>
              <p:cNvSpPr txBox="1"/>
              <p:nvPr/>
            </p:nvSpPr>
            <p:spPr>
              <a:xfrm>
                <a:off x="2891672" y="504028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93" name="弧形 94">
            <a:extLst>
              <a:ext uri="{FF2B5EF4-FFF2-40B4-BE49-F238E27FC236}">
                <a16:creationId xmlns:a16="http://schemas.microsoft.com/office/drawing/2014/main" id="{669C3489-29A6-C049-1CD0-56D0ADF2F477}"/>
              </a:ext>
            </a:extLst>
          </p:cNvPr>
          <p:cNvSpPr/>
          <p:nvPr/>
        </p:nvSpPr>
        <p:spPr>
          <a:xfrm rot="10800000" flipH="1">
            <a:off x="8975010" y="6303220"/>
            <a:ext cx="274129" cy="478233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15">
                <a:extLst>
                  <a:ext uri="{FF2B5EF4-FFF2-40B4-BE49-F238E27FC236}">
                    <a16:creationId xmlns:a16="http://schemas.microsoft.com/office/drawing/2014/main" id="{DB063291-8CF6-E051-2A09-B662D1513D72}"/>
                  </a:ext>
                </a:extLst>
              </p:cNvPr>
              <p:cNvSpPr txBox="1"/>
              <p:nvPr/>
            </p:nvSpPr>
            <p:spPr>
              <a:xfrm>
                <a:off x="9280013" y="63278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4" name="文字方塊 15">
                <a:extLst>
                  <a:ext uri="{FF2B5EF4-FFF2-40B4-BE49-F238E27FC236}">
                    <a16:creationId xmlns:a16="http://schemas.microsoft.com/office/drawing/2014/main" id="{DB063291-8CF6-E051-2A09-B662D1513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13" y="6327810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字方塊 14">
            <a:extLst>
              <a:ext uri="{FF2B5EF4-FFF2-40B4-BE49-F238E27FC236}">
                <a16:creationId xmlns:a16="http://schemas.microsoft.com/office/drawing/2014/main" id="{B81EADBB-50A0-D8A6-6705-D28F9BAA068A}"/>
              </a:ext>
            </a:extLst>
          </p:cNvPr>
          <p:cNvSpPr txBox="1"/>
          <p:nvPr/>
        </p:nvSpPr>
        <p:spPr>
          <a:xfrm>
            <a:off x="9575701" y="6326385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143">
                <a:extLst>
                  <a:ext uri="{FF2B5EF4-FFF2-40B4-BE49-F238E27FC236}">
                    <a16:creationId xmlns:a16="http://schemas.microsoft.com/office/drawing/2014/main" id="{76C4DC34-8BA3-48DB-6BC4-D4531326D59E}"/>
                  </a:ext>
                </a:extLst>
              </p:cNvPr>
              <p:cNvSpPr txBox="1"/>
              <p:nvPr/>
            </p:nvSpPr>
            <p:spPr>
              <a:xfrm>
                <a:off x="9896032" y="63204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6" name="文字方塊 143">
                <a:extLst>
                  <a:ext uri="{FF2B5EF4-FFF2-40B4-BE49-F238E27FC236}">
                    <a16:creationId xmlns:a16="http://schemas.microsoft.com/office/drawing/2014/main" id="{76C4DC34-8BA3-48DB-6BC4-D4531326D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6032" y="6320401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14">
            <a:extLst>
              <a:ext uri="{FF2B5EF4-FFF2-40B4-BE49-F238E27FC236}">
                <a16:creationId xmlns:a16="http://schemas.microsoft.com/office/drawing/2014/main" id="{3355146E-019B-AE3A-1A10-057F69699E30}"/>
              </a:ext>
            </a:extLst>
          </p:cNvPr>
          <p:cNvSpPr txBox="1"/>
          <p:nvPr/>
        </p:nvSpPr>
        <p:spPr>
          <a:xfrm>
            <a:off x="10242431" y="633382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1.33</a:t>
            </a:r>
          </a:p>
        </p:txBody>
      </p:sp>
    </p:spTree>
    <p:extLst>
      <p:ext uri="{BB962C8B-B14F-4D97-AF65-F5344CB8AC3E}">
        <p14:creationId xmlns:p14="http://schemas.microsoft.com/office/powerpoint/2010/main" val="411311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22" grpId="0"/>
      <p:bldP spid="23" grpId="0"/>
      <p:bldP spid="24" grpId="0"/>
      <p:bldP spid="37" grpId="0"/>
      <p:bldP spid="38" grpId="0"/>
      <p:bldP spid="39" grpId="0"/>
      <p:bldP spid="48" grpId="0"/>
      <p:bldP spid="49" grpId="0"/>
      <p:bldP spid="50" grpId="0"/>
      <p:bldP spid="52" grpId="0"/>
      <p:bldP spid="53" grpId="0"/>
      <p:bldP spid="59" grpId="0"/>
      <p:bldP spid="68" grpId="0"/>
      <p:bldP spid="69" grpId="0"/>
      <p:bldP spid="75" grpId="0"/>
      <p:bldP spid="76" grpId="0"/>
      <p:bldP spid="77" grpId="0"/>
      <p:bldP spid="78" grpId="0" animBg="1"/>
      <p:bldP spid="86" grpId="0"/>
      <p:bldP spid="87" grpId="0"/>
      <p:bldP spid="93" grpId="0" animBg="1"/>
      <p:bldP spid="94" grpId="0"/>
      <p:bldP spid="95" grpId="0"/>
      <p:bldP spid="96" grpId="0"/>
      <p:bldP spid="9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69675322-03EA-AC33-9B76-5DCD032F32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3352" y="116632"/>
            <a:ext cx="11413268" cy="3600400"/>
            <a:chOff x="263352" y="116632"/>
            <a:chExt cx="11413268" cy="36004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A544D53-85FD-D170-BA44-6BCAF22B8B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116632"/>
              <a:ext cx="10276190" cy="1952381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12B1285-74A9-812E-1C3F-03752C09E18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6200" y="1484784"/>
              <a:ext cx="2800000" cy="64761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69C00F5-13C8-30BD-8EE9-28E4F5DCC8C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4392" y="1052736"/>
              <a:ext cx="2052228" cy="266429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E7D007A7-CDE7-DF29-391C-A9168F2786C3}"/>
                  </a:ext>
                </a:extLst>
              </p14:cNvPr>
              <p14:cNvContentPartPr/>
              <p14:nvPr/>
            </p14:nvContentPartPr>
            <p14:xfrm>
              <a:off x="9480376" y="254318"/>
              <a:ext cx="792088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E7D007A7-CDE7-DF29-391C-A9168F2786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26370" y="-13461382"/>
                <a:ext cx="89974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A1C51D56-FB45-3E86-3042-041D586D2425}"/>
                  </a:ext>
                </a:extLst>
              </p14:cNvPr>
              <p14:cNvContentPartPr/>
              <p14:nvPr/>
            </p14:nvContentPartPr>
            <p14:xfrm>
              <a:off x="4151784" y="574969"/>
              <a:ext cx="720080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A1C51D56-FB45-3E86-3042-041D586D24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97751" y="-13140731"/>
                <a:ext cx="8277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9B6CF85B-8E33-1A2E-9C16-C88771748D36}"/>
                  </a:ext>
                </a:extLst>
              </p14:cNvPr>
              <p14:cNvContentPartPr/>
              <p14:nvPr/>
            </p14:nvContentPartPr>
            <p14:xfrm>
              <a:off x="8819198" y="583012"/>
              <a:ext cx="720081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9B6CF85B-8E33-1A2E-9C16-C88771748D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65192" y="-13132688"/>
                <a:ext cx="8277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411B81DD-1A68-2C70-7F16-4117A2F8EBF0}"/>
                  </a:ext>
                </a:extLst>
              </p14:cNvPr>
              <p14:cNvContentPartPr/>
              <p14:nvPr/>
            </p14:nvContentPartPr>
            <p14:xfrm>
              <a:off x="2035624" y="1583081"/>
              <a:ext cx="4564432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411B81DD-1A68-2C70-7F16-4117A2F8EB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81603" y="-12132619"/>
                <a:ext cx="46721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1A40A20A-9597-A1F4-793A-224E4D0B2E44}"/>
                  </a:ext>
                </a:extLst>
              </p14:cNvPr>
              <p14:cNvContentPartPr/>
              <p14:nvPr/>
            </p14:nvContentPartPr>
            <p14:xfrm>
              <a:off x="2037014" y="1916832"/>
              <a:ext cx="1322682" cy="45719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1A40A20A-9597-A1F4-793A-224E4D0B2E4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2998" y="-11798868"/>
                <a:ext cx="143035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F32E6C2E-4B17-6B24-B23E-378A6F787FEF}"/>
              </a:ext>
            </a:extLst>
          </p:cNvPr>
          <p:cNvSpPr txBox="1"/>
          <p:nvPr/>
        </p:nvSpPr>
        <p:spPr>
          <a:xfrm>
            <a:off x="19615" y="226586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a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ACA1103-AA91-A62F-6DA9-A6585E723277}"/>
              </a:ext>
            </a:extLst>
          </p:cNvPr>
          <p:cNvSpPr txBox="1"/>
          <p:nvPr/>
        </p:nvSpPr>
        <p:spPr>
          <a:xfrm>
            <a:off x="722676" y="2250583"/>
            <a:ext cx="3429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Area of the dart board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D6A2848-631B-7319-9051-10E0AF9ABDEC}"/>
                  </a:ext>
                </a:extLst>
              </p:cNvPr>
              <p:cNvSpPr txBox="1"/>
              <p:nvPr/>
            </p:nvSpPr>
            <p:spPr>
              <a:xfrm>
                <a:off x="3979182" y="2230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D6A2848-631B-7319-9051-10E0AF9AB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82" y="223070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53951BA5-5C42-E712-CFE2-A7C8B3A7CC8C}"/>
              </a:ext>
            </a:extLst>
          </p:cNvPr>
          <p:cNvGrpSpPr/>
          <p:nvPr/>
        </p:nvGrpSpPr>
        <p:grpSpPr>
          <a:xfrm>
            <a:off x="4226470" y="2250583"/>
            <a:ext cx="730500" cy="400110"/>
            <a:chOff x="1377671" y="1369717"/>
            <a:chExt cx="730500" cy="400110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BF24E95-8487-218C-D6A8-4B4354CBA2E5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22FD16A-87CF-D02B-CC5A-6F661079A0A3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42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D3A2427-7323-A409-4E04-04EFA5C9A4F5}"/>
              </a:ext>
            </a:extLst>
          </p:cNvPr>
          <p:cNvSpPr txBox="1"/>
          <p:nvPr/>
        </p:nvSpPr>
        <p:spPr>
          <a:xfrm>
            <a:off x="4739738" y="2096694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34ADB73-9C57-E4F0-C349-7E0FF8436440}"/>
                  </a:ext>
                </a:extLst>
              </p:cNvPr>
              <p:cNvSpPr txBox="1"/>
              <p:nvPr/>
            </p:nvSpPr>
            <p:spPr>
              <a:xfrm>
                <a:off x="4918943" y="2230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34ADB73-9C57-E4F0-C349-7E0FF8436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943" y="223070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05067F0C-0560-1F06-B499-9804689CBD80}"/>
              </a:ext>
            </a:extLst>
          </p:cNvPr>
          <p:cNvGrpSpPr/>
          <p:nvPr/>
        </p:nvGrpSpPr>
        <p:grpSpPr>
          <a:xfrm>
            <a:off x="5195804" y="2124136"/>
            <a:ext cx="1540470" cy="506679"/>
            <a:chOff x="2048488" y="4844102"/>
            <a:chExt cx="1540470" cy="506679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8241E3D-21A6-287C-13C0-39E633F18A80}"/>
                </a:ext>
              </a:extLst>
            </p:cNvPr>
            <p:cNvSpPr txBox="1"/>
            <p:nvPr/>
          </p:nvSpPr>
          <p:spPr>
            <a:xfrm>
              <a:off x="2048488" y="4946123"/>
              <a:ext cx="9078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1764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415E8318-E635-EEC0-99F0-03CAA28056FE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3980B0AA-3356-226B-B9C7-ECFFBDD2DAF9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2725450-7A71-E479-7951-1EF8153C0CFE}"/>
              </a:ext>
            </a:extLst>
          </p:cNvPr>
          <p:cNvSpPr txBox="1"/>
          <p:nvPr/>
        </p:nvSpPr>
        <p:spPr>
          <a:xfrm>
            <a:off x="169945" y="3692840"/>
            <a:ext cx="2391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Area of zone A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DF00CA9-FF5C-9E62-6A85-CE5E5AC588DD}"/>
                  </a:ext>
                </a:extLst>
              </p:cNvPr>
              <p:cNvSpPr txBox="1"/>
              <p:nvPr/>
            </p:nvSpPr>
            <p:spPr>
              <a:xfrm>
                <a:off x="2328840" y="3672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DF00CA9-FF5C-9E62-6A85-CE5E5AC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840" y="367296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185A27B8-E457-A218-D758-A0C484940BE2}"/>
              </a:ext>
            </a:extLst>
          </p:cNvPr>
          <p:cNvSpPr txBox="1"/>
          <p:nvPr/>
        </p:nvSpPr>
        <p:spPr>
          <a:xfrm>
            <a:off x="2570569" y="369284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B60087A-2227-1A23-2ECA-0B5C567515E1}"/>
                  </a:ext>
                </a:extLst>
              </p:cNvPr>
              <p:cNvSpPr txBox="1"/>
              <p:nvPr/>
            </p:nvSpPr>
            <p:spPr>
              <a:xfrm>
                <a:off x="2795087" y="36777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B60087A-2227-1A23-2ECA-0B5C56751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087" y="3677784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9">
            <a:extLst>
              <a:ext uri="{FF2B5EF4-FFF2-40B4-BE49-F238E27FC236}">
                <a16:creationId xmlns:a16="http://schemas.microsoft.com/office/drawing/2014/main" id="{036733C2-F3EC-9005-12D5-0181503D2C80}"/>
              </a:ext>
            </a:extLst>
          </p:cNvPr>
          <p:cNvGrpSpPr/>
          <p:nvPr/>
        </p:nvGrpSpPr>
        <p:grpSpPr>
          <a:xfrm>
            <a:off x="3133101" y="3515931"/>
            <a:ext cx="364383" cy="777549"/>
            <a:chOff x="2896107" y="4671588"/>
            <a:chExt cx="364383" cy="777549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7655C174-BFC4-3A59-BF62-DEBF778947F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7CE12FB0-D503-10A7-BCC8-028A620EC539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8E4C01E7-5D10-747A-8642-44E5C231643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5D7BCFE-A41B-9A2D-1F79-67C862369B1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875A9F62-0D44-3C78-B7B3-32EDCBCDF8B5}"/>
                  </a:ext>
                </a:extLst>
              </p:cNvPr>
              <p:cNvSpPr txBox="1"/>
              <p:nvPr/>
            </p:nvSpPr>
            <p:spPr>
              <a:xfrm>
                <a:off x="3472069" y="3672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875A9F62-0D44-3C78-B7B3-32EDCBCDF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069" y="367296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34393FE2-47EA-FB5E-DBB3-C3948FAE3059}"/>
              </a:ext>
            </a:extLst>
          </p:cNvPr>
          <p:cNvSpPr txBox="1"/>
          <p:nvPr/>
        </p:nvSpPr>
        <p:spPr>
          <a:xfrm>
            <a:off x="3676629" y="369084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4EA17A5-DE47-7F1F-9007-04AD7E8D1C96}"/>
                  </a:ext>
                </a:extLst>
              </p:cNvPr>
              <p:cNvSpPr txBox="1"/>
              <p:nvPr/>
            </p:nvSpPr>
            <p:spPr>
              <a:xfrm>
                <a:off x="4085188" y="36647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4EA17A5-DE47-7F1F-9007-04AD7E8D1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88" y="3664719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C1A93BEF-F9D8-AE11-E189-59C61CEA9D75}"/>
              </a:ext>
            </a:extLst>
          </p:cNvPr>
          <p:cNvSpPr txBox="1"/>
          <p:nvPr/>
        </p:nvSpPr>
        <p:spPr>
          <a:xfrm>
            <a:off x="4289748" y="3682604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09950B98-820D-4F52-ADBC-51C78131B8D3}"/>
                  </a:ext>
                </a:extLst>
              </p:cNvPr>
              <p:cNvSpPr txBox="1"/>
              <p:nvPr/>
            </p:nvSpPr>
            <p:spPr>
              <a:xfrm>
                <a:off x="4595582" y="36729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09950B98-820D-4F52-ADBC-51C78131B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582" y="367296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A437B8A5-0C3B-308F-1E09-CA9DFBD5F635}"/>
              </a:ext>
            </a:extLst>
          </p:cNvPr>
          <p:cNvGrpSpPr/>
          <p:nvPr/>
        </p:nvGrpSpPr>
        <p:grpSpPr>
          <a:xfrm>
            <a:off x="4871991" y="3582964"/>
            <a:ext cx="1196553" cy="506679"/>
            <a:chOff x="2392405" y="4844102"/>
            <a:chExt cx="1196553" cy="506679"/>
          </a:xfrm>
        </p:grpSpPr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EA8632DD-2CB4-58AB-0CFB-DA8636BB1C8E}"/>
                </a:ext>
              </a:extLst>
            </p:cNvPr>
            <p:cNvSpPr txBox="1"/>
            <p:nvPr/>
          </p:nvSpPr>
          <p:spPr>
            <a:xfrm>
              <a:off x="2392405" y="4946123"/>
              <a:ext cx="563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98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8BD2E2A9-5BEE-4E0E-90FE-682215CF4CA0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34F636FE-13BF-4563-0B1E-98CD42084CC1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BCDB12E-8D4D-B8F7-7840-E6DD4183FB38}"/>
              </a:ext>
            </a:extLst>
          </p:cNvPr>
          <p:cNvSpPr txBox="1"/>
          <p:nvPr/>
        </p:nvSpPr>
        <p:spPr>
          <a:xfrm>
            <a:off x="198500" y="4266690"/>
            <a:ext cx="2259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Area of zone B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651CA9-C73D-AD57-40D5-EEAB8403089A}"/>
                  </a:ext>
                </a:extLst>
              </p:cNvPr>
              <p:cNvSpPr txBox="1"/>
              <p:nvPr/>
            </p:nvSpPr>
            <p:spPr>
              <a:xfrm>
                <a:off x="2324800" y="42411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651CA9-C73D-AD57-40D5-EEAB8403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800" y="424116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DDCB0B8-527E-1532-048A-DAABA5CB6F7F}"/>
                  </a:ext>
                </a:extLst>
              </p:cNvPr>
              <p:cNvSpPr txBox="1"/>
              <p:nvPr/>
            </p:nvSpPr>
            <p:spPr>
              <a:xfrm>
                <a:off x="2604484" y="42288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DDCB0B8-527E-1532-048A-DAABA5CB6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484" y="422889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9C71767-1412-33FD-A7F0-4EFA8BD21B92}"/>
                  </a:ext>
                </a:extLst>
              </p:cNvPr>
              <p:cNvSpPr txBox="1"/>
              <p:nvPr/>
            </p:nvSpPr>
            <p:spPr>
              <a:xfrm>
                <a:off x="2849103" y="42452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9C71767-1412-33FD-A7F0-4EFA8BD2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103" y="424525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84A5AB0E-17C8-97E7-7F83-19FF8EBBF8E8}"/>
              </a:ext>
            </a:extLst>
          </p:cNvPr>
          <p:cNvGrpSpPr/>
          <p:nvPr/>
        </p:nvGrpSpPr>
        <p:grpSpPr>
          <a:xfrm>
            <a:off x="3085356" y="4252592"/>
            <a:ext cx="730500" cy="400110"/>
            <a:chOff x="1377671" y="1369717"/>
            <a:chExt cx="730500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42C46DD-F82A-041D-5153-B03279D0C058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C25FFEF-F6E8-1AB8-9C0A-EB5F62F2CDC4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14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6BDDBAB-374D-F1AF-38BE-F50649668848}"/>
              </a:ext>
            </a:extLst>
          </p:cNvPr>
          <p:cNvSpPr txBox="1"/>
          <p:nvPr/>
        </p:nvSpPr>
        <p:spPr>
          <a:xfrm>
            <a:off x="3618617" y="4125810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565D411-07DA-E33E-4864-EB6877CB02F2}"/>
                  </a:ext>
                </a:extLst>
              </p:cNvPr>
              <p:cNvSpPr txBox="1"/>
              <p:nvPr/>
            </p:nvSpPr>
            <p:spPr>
              <a:xfrm>
                <a:off x="3777829" y="42411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565D411-07DA-E33E-4864-EB6877CB0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829" y="424116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894E9780-136D-FC95-AA2F-4EF3ECC49EBC}"/>
              </a:ext>
            </a:extLst>
          </p:cNvPr>
          <p:cNvSpPr txBox="1"/>
          <p:nvPr/>
        </p:nvSpPr>
        <p:spPr>
          <a:xfrm>
            <a:off x="4024290" y="4252592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66397608-658E-15DE-0D09-0E3DF4DC0E22}"/>
                  </a:ext>
                </a:extLst>
              </p:cNvPr>
              <p:cNvSpPr txBox="1"/>
              <p:nvPr/>
            </p:nvSpPr>
            <p:spPr>
              <a:xfrm>
                <a:off x="4451233" y="42339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66397608-658E-15DE-0D09-0E3DF4DC0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33" y="4233934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0EEABA2D-A852-23C3-7B5C-775BD417C041}"/>
              </a:ext>
            </a:extLst>
          </p:cNvPr>
          <p:cNvGrpSpPr/>
          <p:nvPr/>
        </p:nvGrpSpPr>
        <p:grpSpPr>
          <a:xfrm>
            <a:off x="4718050" y="4144272"/>
            <a:ext cx="1405211" cy="506679"/>
            <a:chOff x="2183747" y="4844102"/>
            <a:chExt cx="1405211" cy="506679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5869705A-0B5B-7EFA-983E-979FDBF27006}"/>
                </a:ext>
              </a:extLst>
            </p:cNvPr>
            <p:cNvSpPr txBox="1"/>
            <p:nvPr/>
          </p:nvSpPr>
          <p:spPr>
            <a:xfrm>
              <a:off x="2183747" y="4946123"/>
              <a:ext cx="772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518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7" name="TextBox 15">
              <a:extLst>
                <a:ext uri="{FF2B5EF4-FFF2-40B4-BE49-F238E27FC236}">
                  <a16:creationId xmlns:a16="http://schemas.microsoft.com/office/drawing/2014/main" id="{9C100C4F-4CF5-980D-FA5D-14FCB51D89D6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1F2F15A-2208-2772-4584-5CB6D8B91D59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190D183C-4F37-695A-8E4B-BC141E7AF722}"/>
              </a:ext>
            </a:extLst>
          </p:cNvPr>
          <p:cNvSpPr txBox="1"/>
          <p:nvPr/>
        </p:nvSpPr>
        <p:spPr>
          <a:xfrm>
            <a:off x="213606" y="4707016"/>
            <a:ext cx="2259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Area of zone C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3B17DF6-82F0-95E9-3E10-57B300F6EC80}"/>
                  </a:ext>
                </a:extLst>
              </p:cNvPr>
              <p:cNvSpPr txBox="1"/>
              <p:nvPr/>
            </p:nvSpPr>
            <p:spPr>
              <a:xfrm>
                <a:off x="2324800" y="46878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3B17DF6-82F0-95E9-3E10-57B300F6E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800" y="4687843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A9D1500A-B916-660F-0706-E4D1EB329780}"/>
              </a:ext>
            </a:extLst>
          </p:cNvPr>
          <p:cNvSpPr txBox="1"/>
          <p:nvPr/>
        </p:nvSpPr>
        <p:spPr>
          <a:xfrm>
            <a:off x="2590814" y="4703592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87CCCAB-7137-4E9A-9102-F67674ABF920}"/>
                  </a:ext>
                </a:extLst>
              </p:cNvPr>
              <p:cNvSpPr txBox="1"/>
              <p:nvPr/>
            </p:nvSpPr>
            <p:spPr>
              <a:xfrm>
                <a:off x="3377299" y="46878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87CCCAB-7137-4E9A-9102-F67674ABF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299" y="4687843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09F9A458-E5DC-2D03-9362-65007CE3A43E}"/>
              </a:ext>
            </a:extLst>
          </p:cNvPr>
          <p:cNvSpPr txBox="1"/>
          <p:nvPr/>
        </p:nvSpPr>
        <p:spPr>
          <a:xfrm>
            <a:off x="3611675" y="4703592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518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8A7F601-FF8B-2564-476E-3847BB850379}"/>
                  </a:ext>
                </a:extLst>
              </p:cNvPr>
              <p:cNvSpPr txBox="1"/>
              <p:nvPr/>
            </p:nvSpPr>
            <p:spPr>
              <a:xfrm>
                <a:off x="4202762" y="46909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8A7F601-FF8B-2564-476E-3847BB850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762" y="4690998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64">
            <a:extLst>
              <a:ext uri="{FF2B5EF4-FFF2-40B4-BE49-F238E27FC236}">
                <a16:creationId xmlns:a16="http://schemas.microsoft.com/office/drawing/2014/main" id="{4AB4B54A-20D1-8F0B-7C3A-4CAEC0F8A02F}"/>
              </a:ext>
            </a:extLst>
          </p:cNvPr>
          <p:cNvSpPr txBox="1"/>
          <p:nvPr/>
        </p:nvSpPr>
        <p:spPr>
          <a:xfrm>
            <a:off x="4449223" y="470242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39AC1BA5-1CE2-662F-5393-B12E70018CE6}"/>
                  </a:ext>
                </a:extLst>
              </p:cNvPr>
              <p:cNvSpPr txBox="1"/>
              <p:nvPr/>
            </p:nvSpPr>
            <p:spPr>
              <a:xfrm>
                <a:off x="4891270" y="46878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39AC1BA5-1CE2-662F-5393-B12E70018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70" y="4687843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54AB4D8B-3492-25C8-2872-E2963BE734AD}"/>
              </a:ext>
            </a:extLst>
          </p:cNvPr>
          <p:cNvGrpSpPr/>
          <p:nvPr/>
        </p:nvGrpSpPr>
        <p:grpSpPr>
          <a:xfrm>
            <a:off x="5157705" y="4600179"/>
            <a:ext cx="1540470" cy="506679"/>
            <a:chOff x="2048488" y="4844102"/>
            <a:chExt cx="1540470" cy="506679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72CE5379-1604-17A4-8C84-5E5BF3F6D105}"/>
                </a:ext>
              </a:extLst>
            </p:cNvPr>
            <p:cNvSpPr txBox="1"/>
            <p:nvPr/>
          </p:nvSpPr>
          <p:spPr>
            <a:xfrm>
              <a:off x="2048488" y="4946123"/>
              <a:ext cx="9078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1148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BEA697CD-863C-79C6-AD8E-E576667BD1BB}"/>
                </a:ext>
              </a:extLst>
            </p:cNvPr>
            <p:cNvSpPr txBox="1"/>
            <p:nvPr/>
          </p:nvSpPr>
          <p:spPr>
            <a:xfrm>
              <a:off x="2846791" y="4950671"/>
              <a:ext cx="637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4A722A48-3D79-4290-7423-88C4D7A5409D}"/>
                </a:ext>
              </a:extLst>
            </p:cNvPr>
            <p:cNvSpPr txBox="1"/>
            <p:nvPr/>
          </p:nvSpPr>
          <p:spPr>
            <a:xfrm>
              <a:off x="3261909" y="4844102"/>
              <a:ext cx="327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1A50884-9CF5-3FFD-1133-5BE6257EB46F}"/>
              </a:ext>
            </a:extLst>
          </p:cNvPr>
          <p:cNvSpPr txBox="1"/>
          <p:nvPr/>
        </p:nvSpPr>
        <p:spPr>
          <a:xfrm>
            <a:off x="228856" y="5241931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hitting zone 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499DF90-3370-CBF9-CDFA-3012C30F1125}"/>
                  </a:ext>
                </a:extLst>
              </p:cNvPr>
              <p:cNvSpPr txBox="1"/>
              <p:nvPr/>
            </p:nvSpPr>
            <p:spPr>
              <a:xfrm>
                <a:off x="2649852" y="52419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499DF90-3370-CBF9-CDFA-3012C30F1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52" y="5241931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73">
            <a:extLst>
              <a:ext uri="{FF2B5EF4-FFF2-40B4-BE49-F238E27FC236}">
                <a16:creationId xmlns:a16="http://schemas.microsoft.com/office/drawing/2014/main" id="{B4B2416D-B01E-F551-A7B7-18A72F10AC13}"/>
              </a:ext>
            </a:extLst>
          </p:cNvPr>
          <p:cNvSpPr txBox="1"/>
          <p:nvPr/>
        </p:nvSpPr>
        <p:spPr>
          <a:xfrm>
            <a:off x="3087185" y="5069439"/>
            <a:ext cx="530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6DE1AB53-DF4F-7700-5A0C-CBC8BD791908}"/>
              </a:ext>
            </a:extLst>
          </p:cNvPr>
          <p:cNvCxnSpPr>
            <a:cxnSpLocks/>
          </p:cNvCxnSpPr>
          <p:nvPr/>
        </p:nvCxnSpPr>
        <p:spPr>
          <a:xfrm>
            <a:off x="2988201" y="5440753"/>
            <a:ext cx="77657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E15D37EF-7D0E-2C61-3E16-4F36A8F345D5}"/>
              </a:ext>
            </a:extLst>
          </p:cNvPr>
          <p:cNvSpPr txBox="1"/>
          <p:nvPr/>
        </p:nvSpPr>
        <p:spPr>
          <a:xfrm>
            <a:off x="2943269" y="5437329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1CE4C4DF-5D1A-0E81-DC32-6D05333D7F6B}"/>
                  </a:ext>
                </a:extLst>
              </p:cNvPr>
              <p:cNvSpPr txBox="1"/>
              <p:nvPr/>
            </p:nvSpPr>
            <p:spPr>
              <a:xfrm>
                <a:off x="3773754" y="52338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1CE4C4DF-5D1A-0E81-DC32-6D05333D7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754" y="5233850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群組 79">
            <a:extLst>
              <a:ext uri="{FF2B5EF4-FFF2-40B4-BE49-F238E27FC236}">
                <a16:creationId xmlns:a16="http://schemas.microsoft.com/office/drawing/2014/main" id="{D85E7136-E955-C72F-E2A1-4A9D3E8C9F43}"/>
              </a:ext>
            </a:extLst>
          </p:cNvPr>
          <p:cNvGrpSpPr/>
          <p:nvPr/>
        </p:nvGrpSpPr>
        <p:grpSpPr>
          <a:xfrm>
            <a:off x="4090277" y="5078456"/>
            <a:ext cx="530915" cy="778067"/>
            <a:chOff x="2809544" y="4671588"/>
            <a:chExt cx="530915" cy="778067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89FA5E49-6018-1589-7B8B-7F1EE5A54E4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0A33EB23-61A7-37EA-6E1F-FFC74E0E6D9D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E36A6002-C5C5-F357-4B0F-380EDCC513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C7C4CEE1-5027-BC44-B799-DDCF5AEA3A2F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3557EE8B-E974-FCA3-B211-8D3CF45D65C0}"/>
              </a:ext>
            </a:extLst>
          </p:cNvPr>
          <p:cNvSpPr txBox="1"/>
          <p:nvPr/>
        </p:nvSpPr>
        <p:spPr>
          <a:xfrm>
            <a:off x="226033" y="6036170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hitting zone B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B70A3BE8-FD1D-0984-143D-6C5958D1A2BA}"/>
                  </a:ext>
                </a:extLst>
              </p:cNvPr>
              <p:cNvSpPr txBox="1"/>
              <p:nvPr/>
            </p:nvSpPr>
            <p:spPr>
              <a:xfrm>
                <a:off x="2647029" y="60361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B70A3BE8-FD1D-0984-143D-6C5958D1A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029" y="6036170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文字方塊 86">
            <a:extLst>
              <a:ext uri="{FF2B5EF4-FFF2-40B4-BE49-F238E27FC236}">
                <a16:creationId xmlns:a16="http://schemas.microsoft.com/office/drawing/2014/main" id="{8CBD29C7-42D2-0F75-AFDD-2DFC3A5CE3EE}"/>
              </a:ext>
            </a:extLst>
          </p:cNvPr>
          <p:cNvSpPr txBox="1"/>
          <p:nvPr/>
        </p:nvSpPr>
        <p:spPr>
          <a:xfrm>
            <a:off x="3011432" y="5889181"/>
            <a:ext cx="710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518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5421EBB8-3E8B-2418-CF08-032416535244}"/>
              </a:ext>
            </a:extLst>
          </p:cNvPr>
          <p:cNvCxnSpPr>
            <a:cxnSpLocks/>
          </p:cNvCxnSpPr>
          <p:nvPr/>
        </p:nvCxnSpPr>
        <p:spPr>
          <a:xfrm>
            <a:off x="2985378" y="6234992"/>
            <a:ext cx="77657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8D2CB773-1D3F-1622-065A-88B8D272A96D}"/>
              </a:ext>
            </a:extLst>
          </p:cNvPr>
          <p:cNvSpPr txBox="1"/>
          <p:nvPr/>
        </p:nvSpPr>
        <p:spPr>
          <a:xfrm>
            <a:off x="2925497" y="6228073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5134640-1C5D-7E52-8315-900A55001147}"/>
                  </a:ext>
                </a:extLst>
              </p:cNvPr>
              <p:cNvSpPr txBox="1"/>
              <p:nvPr/>
            </p:nvSpPr>
            <p:spPr>
              <a:xfrm>
                <a:off x="3770931" y="60280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5134640-1C5D-7E52-8315-900A55001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31" y="6028089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群組 95">
            <a:extLst>
              <a:ext uri="{FF2B5EF4-FFF2-40B4-BE49-F238E27FC236}">
                <a16:creationId xmlns:a16="http://schemas.microsoft.com/office/drawing/2014/main" id="{22B79AA5-8CC7-673F-F827-06D7BB5F00A6}"/>
              </a:ext>
            </a:extLst>
          </p:cNvPr>
          <p:cNvGrpSpPr/>
          <p:nvPr/>
        </p:nvGrpSpPr>
        <p:grpSpPr>
          <a:xfrm>
            <a:off x="4073103" y="5867945"/>
            <a:ext cx="704039" cy="782208"/>
            <a:chOff x="2816625" y="4675072"/>
            <a:chExt cx="704039" cy="782208"/>
          </a:xfrm>
        </p:grpSpPr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F63A3E39-F803-6D43-4079-08F34768FE2F}"/>
                </a:ext>
              </a:extLst>
            </p:cNvPr>
            <p:cNvSpPr txBox="1"/>
            <p:nvPr/>
          </p:nvSpPr>
          <p:spPr>
            <a:xfrm>
              <a:off x="2863015" y="4675072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37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D40CA8EE-DF6E-420F-A647-397865671B34}"/>
                </a:ext>
              </a:extLst>
            </p:cNvPr>
            <p:cNvGrpSpPr/>
            <p:nvPr/>
          </p:nvGrpSpPr>
          <p:grpSpPr>
            <a:xfrm>
              <a:off x="2816625" y="5036045"/>
              <a:ext cx="704039" cy="421235"/>
              <a:chOff x="2816625" y="5036045"/>
              <a:chExt cx="704039" cy="421235"/>
            </a:xfrm>
          </p:grpSpPr>
          <p:cxnSp>
            <p:nvCxnSpPr>
              <p:cNvPr id="99" name="直線接點 98">
                <a:extLst>
                  <a:ext uri="{FF2B5EF4-FFF2-40B4-BE49-F238E27FC236}">
                    <a16:creationId xmlns:a16="http://schemas.microsoft.com/office/drawing/2014/main" id="{7B5C3F3E-3DA3-38E2-2D83-427D741C6D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53469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3CB36D9-8071-EC1D-94F6-8E3B59166374}"/>
                  </a:ext>
                </a:extLst>
              </p:cNvPr>
              <p:cNvSpPr txBox="1"/>
              <p:nvPr/>
            </p:nvSpPr>
            <p:spPr>
              <a:xfrm>
                <a:off x="2816625" y="5057170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126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94A747E-4BAA-8FD3-9784-FE3E7EC3198E}"/>
              </a:ext>
            </a:extLst>
          </p:cNvPr>
          <p:cNvSpPr txBox="1"/>
          <p:nvPr/>
        </p:nvSpPr>
        <p:spPr>
          <a:xfrm>
            <a:off x="6471018" y="3930447"/>
            <a:ext cx="265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P(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hitting zone C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304A6364-6B24-FDAB-A630-015E4069FD9D}"/>
                  </a:ext>
                </a:extLst>
              </p:cNvPr>
              <p:cNvSpPr txBox="1"/>
              <p:nvPr/>
            </p:nvSpPr>
            <p:spPr>
              <a:xfrm>
                <a:off x="8913260" y="39304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304A6364-6B24-FDAB-A630-015E4069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260" y="3930447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A88718FB-635B-0040-E669-7340B724978B}"/>
              </a:ext>
            </a:extLst>
          </p:cNvPr>
          <p:cNvSpPr txBox="1"/>
          <p:nvPr/>
        </p:nvSpPr>
        <p:spPr>
          <a:xfrm>
            <a:off x="9181857" y="3782384"/>
            <a:ext cx="908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1148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E3904C58-A34F-5FE8-39B3-4EF14735BECB}"/>
              </a:ext>
            </a:extLst>
          </p:cNvPr>
          <p:cNvCxnSpPr>
            <a:cxnSpLocks/>
          </p:cNvCxnSpPr>
          <p:nvPr/>
        </p:nvCxnSpPr>
        <p:spPr>
          <a:xfrm>
            <a:off x="9251609" y="4129269"/>
            <a:ext cx="77657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4C31F98B-34F8-2917-8903-40E3B9EB8E5F}"/>
              </a:ext>
            </a:extLst>
          </p:cNvPr>
          <p:cNvSpPr txBox="1"/>
          <p:nvPr/>
        </p:nvSpPr>
        <p:spPr>
          <a:xfrm>
            <a:off x="9175431" y="4168749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1764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50CDFF08-914F-CF6C-82F0-70D9E5FA48CF}"/>
                  </a:ext>
                </a:extLst>
              </p:cNvPr>
              <p:cNvSpPr txBox="1"/>
              <p:nvPr/>
            </p:nvSpPr>
            <p:spPr>
              <a:xfrm>
                <a:off x="10037162" y="39223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50CDFF08-914F-CF6C-82F0-70D9E5FA4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162" y="3922366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6C6A2C20-C7FC-F8C7-665C-02668A1A53EE}"/>
              </a:ext>
            </a:extLst>
          </p:cNvPr>
          <p:cNvGrpSpPr/>
          <p:nvPr/>
        </p:nvGrpSpPr>
        <p:grpSpPr>
          <a:xfrm>
            <a:off x="10304791" y="3745467"/>
            <a:ext cx="550203" cy="801987"/>
            <a:chOff x="2790256" y="4647668"/>
            <a:chExt cx="550203" cy="801987"/>
          </a:xfrm>
        </p:grpSpPr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73593312-3FB7-E5DA-7058-5AFBD6CB4DAB}"/>
                </a:ext>
              </a:extLst>
            </p:cNvPr>
            <p:cNvSpPr txBox="1"/>
            <p:nvPr/>
          </p:nvSpPr>
          <p:spPr>
            <a:xfrm>
              <a:off x="2790256" y="464766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1524A2C9-23D5-3063-4729-18B1133DC43C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16" name="直線接點 115">
                <a:extLst>
                  <a:ext uri="{FF2B5EF4-FFF2-40B4-BE49-F238E27FC236}">
                    <a16:creationId xmlns:a16="http://schemas.microsoft.com/office/drawing/2014/main" id="{39200085-946B-AC1F-D84F-803B54F3D75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753FBB84-7567-88B2-FB04-A21E7AF94C30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A61D4917-D9B7-5E07-9A24-9072D87EDA68}"/>
              </a:ext>
            </a:extLst>
          </p:cNvPr>
          <p:cNvSpPr txBox="1"/>
          <p:nvPr/>
        </p:nvSpPr>
        <p:spPr>
          <a:xfrm>
            <a:off x="6644421" y="4901137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E56B5CE-31E9-0962-D256-4BCC9A6C683C}"/>
              </a:ext>
            </a:extLst>
          </p:cNvPr>
          <p:cNvSpPr txBox="1"/>
          <p:nvPr/>
        </p:nvSpPr>
        <p:spPr>
          <a:xfrm>
            <a:off x="7296930" y="4880341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Expected value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2E1E9CC-62F1-0CF4-F227-B3D2870DAEC3}"/>
                  </a:ext>
                </a:extLst>
              </p:cNvPr>
              <p:cNvSpPr txBox="1"/>
              <p:nvPr/>
            </p:nvSpPr>
            <p:spPr>
              <a:xfrm>
                <a:off x="7029434" y="53790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B2E1E9CC-62F1-0CF4-F227-B3D2870DA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434" y="5379055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2F3A2C57-A9E5-AD5D-FBD9-9727E0823B3F}"/>
              </a:ext>
            </a:extLst>
          </p:cNvPr>
          <p:cNvGrpSpPr/>
          <p:nvPr/>
        </p:nvGrpSpPr>
        <p:grpSpPr>
          <a:xfrm>
            <a:off x="7333513" y="5223000"/>
            <a:ext cx="530915" cy="778067"/>
            <a:chOff x="2809544" y="4671588"/>
            <a:chExt cx="530915" cy="778067"/>
          </a:xfrm>
        </p:grpSpPr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5D29B8A2-E68F-105D-4F5D-1362BCF7EE6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24" name="群組 123">
              <a:extLst>
                <a:ext uri="{FF2B5EF4-FFF2-40B4-BE49-F238E27FC236}">
                  <a16:creationId xmlns:a16="http://schemas.microsoft.com/office/drawing/2014/main" id="{77FB6543-E83F-81B8-1586-8964CAD809F1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25" name="直線接點 124">
                <a:extLst>
                  <a:ext uri="{FF2B5EF4-FFF2-40B4-BE49-F238E27FC236}">
                    <a16:creationId xmlns:a16="http://schemas.microsoft.com/office/drawing/2014/main" id="{945F61BC-35AF-1CDF-E622-E7C23EC437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5CC7C38F-5592-0B48-E827-6442BC5E6F76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0B2BA36-CE80-91A0-3726-F033691332D7}"/>
                  </a:ext>
                </a:extLst>
              </p:cNvPr>
              <p:cNvSpPr txBox="1"/>
              <p:nvPr/>
            </p:nvSpPr>
            <p:spPr>
              <a:xfrm>
                <a:off x="7757659" y="53858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0B2BA36-CE80-91A0-3726-F0336913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659" y="5385811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915B9C93-06DC-E5B5-6696-4AC370014497}"/>
              </a:ext>
            </a:extLst>
          </p:cNvPr>
          <p:cNvSpPr txBox="1"/>
          <p:nvPr/>
        </p:nvSpPr>
        <p:spPr>
          <a:xfrm>
            <a:off x="7981308" y="540798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8E5181E-036B-C57C-24BE-AFA0B649BC72}"/>
                  </a:ext>
                </a:extLst>
              </p:cNvPr>
              <p:cNvSpPr txBox="1"/>
              <p:nvPr/>
            </p:nvSpPr>
            <p:spPr>
              <a:xfrm>
                <a:off x="8206725" y="53850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8E5181E-036B-C57C-24BE-AFA0B649B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725" y="5385095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CB605CC7-2222-14A3-CB80-23D7E728AD40}"/>
              </a:ext>
            </a:extLst>
          </p:cNvPr>
          <p:cNvGrpSpPr/>
          <p:nvPr/>
        </p:nvGrpSpPr>
        <p:grpSpPr>
          <a:xfrm>
            <a:off x="8465829" y="5232006"/>
            <a:ext cx="704039" cy="782208"/>
            <a:chOff x="2816625" y="4675072"/>
            <a:chExt cx="704039" cy="782208"/>
          </a:xfrm>
        </p:grpSpPr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A1F41E99-F251-8608-7E2E-524ED5DC1A86}"/>
                </a:ext>
              </a:extLst>
            </p:cNvPr>
            <p:cNvSpPr txBox="1"/>
            <p:nvPr/>
          </p:nvSpPr>
          <p:spPr>
            <a:xfrm>
              <a:off x="2863015" y="4675072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37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32" name="群組 131">
              <a:extLst>
                <a:ext uri="{FF2B5EF4-FFF2-40B4-BE49-F238E27FC236}">
                  <a16:creationId xmlns:a16="http://schemas.microsoft.com/office/drawing/2014/main" id="{C9CB6A0C-F2CD-F169-2042-73EBD55FA78A}"/>
                </a:ext>
              </a:extLst>
            </p:cNvPr>
            <p:cNvGrpSpPr/>
            <p:nvPr/>
          </p:nvGrpSpPr>
          <p:grpSpPr>
            <a:xfrm>
              <a:off x="2816625" y="5036045"/>
              <a:ext cx="704039" cy="421235"/>
              <a:chOff x="2816625" y="5036045"/>
              <a:chExt cx="704039" cy="421235"/>
            </a:xfrm>
          </p:grpSpPr>
          <p:cxnSp>
            <p:nvCxnSpPr>
              <p:cNvPr id="133" name="直線接點 132">
                <a:extLst>
                  <a:ext uri="{FF2B5EF4-FFF2-40B4-BE49-F238E27FC236}">
                    <a16:creationId xmlns:a16="http://schemas.microsoft.com/office/drawing/2014/main" id="{AE015E8A-8AC7-B9C1-BFAE-F9AB5BAC1BC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53469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4D9D7194-2387-AC2C-6D5A-2E9C8FFDDF3C}"/>
                  </a:ext>
                </a:extLst>
              </p:cNvPr>
              <p:cNvSpPr txBox="1"/>
              <p:nvPr/>
            </p:nvSpPr>
            <p:spPr>
              <a:xfrm>
                <a:off x="2816625" y="5057170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126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FE6B11F-4553-741B-0E49-55392CA08B0E}"/>
                  </a:ext>
                </a:extLst>
              </p:cNvPr>
              <p:cNvSpPr txBox="1"/>
              <p:nvPr/>
            </p:nvSpPr>
            <p:spPr>
              <a:xfrm>
                <a:off x="9072950" y="53918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FE6B11F-4553-741B-0E49-55392CA08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950" y="5391878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841390C4-39FF-D77D-BE2D-C61644E4E045}"/>
              </a:ext>
            </a:extLst>
          </p:cNvPr>
          <p:cNvSpPr txBox="1"/>
          <p:nvPr/>
        </p:nvSpPr>
        <p:spPr>
          <a:xfrm>
            <a:off x="9296599" y="5414049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624B323-9442-75CC-CC20-6E55ACB01A20}"/>
                  </a:ext>
                </a:extLst>
              </p:cNvPr>
              <p:cNvSpPr txBox="1"/>
              <p:nvPr/>
            </p:nvSpPr>
            <p:spPr>
              <a:xfrm>
                <a:off x="9539279" y="53918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624B323-9442-75CC-CC20-6E55ACB01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279" y="5391878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1812A891-5C96-D7F0-E2D6-E07C44DC081A}"/>
              </a:ext>
            </a:extLst>
          </p:cNvPr>
          <p:cNvGrpSpPr/>
          <p:nvPr/>
        </p:nvGrpSpPr>
        <p:grpSpPr>
          <a:xfrm>
            <a:off x="9775897" y="5217328"/>
            <a:ext cx="550203" cy="801987"/>
            <a:chOff x="2790256" y="4647668"/>
            <a:chExt cx="550203" cy="801987"/>
          </a:xfrm>
        </p:grpSpPr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DDC7F34A-5E12-3904-E9B9-02AF7B2496B5}"/>
                </a:ext>
              </a:extLst>
            </p:cNvPr>
            <p:cNvSpPr txBox="1"/>
            <p:nvPr/>
          </p:nvSpPr>
          <p:spPr>
            <a:xfrm>
              <a:off x="2790256" y="464766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41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0C3BAD64-F111-978F-1FF4-CEF80482CFC9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43" name="直線接點 142">
                <a:extLst>
                  <a:ext uri="{FF2B5EF4-FFF2-40B4-BE49-F238E27FC236}">
                    <a16:creationId xmlns:a16="http://schemas.microsoft.com/office/drawing/2014/main" id="{F9C5372C-E8E8-FEF2-D73F-3BCB31599A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2F29286E-110E-1E6E-9F66-8B1E466F370E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63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E582FCF8-BCB7-1491-6D47-F009DD3B2017}"/>
                  </a:ext>
                </a:extLst>
              </p:cNvPr>
              <p:cNvSpPr txBox="1"/>
              <p:nvPr/>
            </p:nvSpPr>
            <p:spPr>
              <a:xfrm>
                <a:off x="10224295" y="53869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E582FCF8-BCB7-1491-6D47-F009DD3B2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4295" y="5386904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5D117521-A736-9A07-F6B1-B019AE117109}"/>
              </a:ext>
            </a:extLst>
          </p:cNvPr>
          <p:cNvGrpSpPr/>
          <p:nvPr/>
        </p:nvGrpSpPr>
        <p:grpSpPr>
          <a:xfrm>
            <a:off x="10445831" y="5386904"/>
            <a:ext cx="783522" cy="412150"/>
            <a:chOff x="1151524" y="1365813"/>
            <a:chExt cx="783522" cy="412150"/>
          </a:xfrm>
        </p:grpSpPr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84A5EC50-A494-3A94-84EC-47FC61779F65}"/>
                </a:ext>
              </a:extLst>
            </p:cNvPr>
            <p:cNvGrpSpPr/>
            <p:nvPr/>
          </p:nvGrpSpPr>
          <p:grpSpPr>
            <a:xfrm>
              <a:off x="1151524" y="1369717"/>
              <a:ext cx="783522" cy="408246"/>
              <a:chOff x="1151524" y="1369717"/>
              <a:chExt cx="783522" cy="408246"/>
            </a:xfrm>
          </p:grpSpPr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400A1F36-BBF7-9D52-D392-57A108447AEB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DD4F563-4A40-848D-5ED2-432AD652E91B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874B2069-2F0D-B529-9529-F71B79D25433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7C8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874B2069-2F0D-B529-9529-F71B79D25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5B04E61B-9F3E-4CD7-ED41-3C99A6D7FF56}"/>
                  </a:ext>
                </a:extLst>
              </p:cNvPr>
              <p:cNvSpPr txBox="1"/>
              <p:nvPr/>
            </p:nvSpPr>
            <p:spPr>
              <a:xfrm>
                <a:off x="7029434" y="62280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5B04E61B-9F3E-4CD7-ED41-3C99A6D7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434" y="6228073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D3E8053C-1EF3-EA1D-46D3-616917150F2C}"/>
              </a:ext>
            </a:extLst>
          </p:cNvPr>
          <p:cNvGrpSpPr/>
          <p:nvPr/>
        </p:nvGrpSpPr>
        <p:grpSpPr>
          <a:xfrm>
            <a:off x="7345324" y="6079933"/>
            <a:ext cx="530915" cy="778067"/>
            <a:chOff x="2809544" y="4671588"/>
            <a:chExt cx="530915" cy="778067"/>
          </a:xfrm>
        </p:grpSpPr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022DA314-29B5-3671-A48F-9F95C768B51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5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54" name="群組 153">
              <a:extLst>
                <a:ext uri="{FF2B5EF4-FFF2-40B4-BE49-F238E27FC236}">
                  <a16:creationId xmlns:a16="http://schemas.microsoft.com/office/drawing/2014/main" id="{5C73CF6B-5476-C2F0-04B8-3EEABE9A9AB5}"/>
                </a:ext>
              </a:extLst>
            </p:cNvPr>
            <p:cNvGrpSpPr/>
            <p:nvPr/>
          </p:nvGrpSpPr>
          <p:grpSpPr>
            <a:xfrm>
              <a:off x="2809544" y="5034454"/>
              <a:ext cx="530915" cy="415201"/>
              <a:chOff x="2809544" y="5034454"/>
              <a:chExt cx="530915" cy="415201"/>
            </a:xfrm>
          </p:grpSpPr>
          <p:cxnSp>
            <p:nvCxnSpPr>
              <p:cNvPr id="155" name="直線接點 154">
                <a:extLst>
                  <a:ext uri="{FF2B5EF4-FFF2-40B4-BE49-F238E27FC236}">
                    <a16:creationId xmlns:a16="http://schemas.microsoft.com/office/drawing/2014/main" id="{689CF95E-8E85-016A-D58C-7D34D36588A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C1B9BF81-64D6-B9FC-550C-B63F827BB44D}"/>
                  </a:ext>
                </a:extLst>
              </p:cNvPr>
              <p:cNvSpPr txBox="1"/>
              <p:nvPr/>
            </p:nvSpPr>
            <p:spPr>
              <a:xfrm>
                <a:off x="2809544" y="5049545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Handwriting" panose="03010101010101010101" pitchFamily="66" charset="0"/>
                  </a:rPr>
                  <a:t>63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BE6862D-03AA-730C-176F-BECE28A4CC2B}"/>
              </a:ext>
            </a:extLst>
          </p:cNvPr>
          <p:cNvSpPr/>
          <p:nvPr/>
        </p:nvSpPr>
        <p:spPr>
          <a:xfrm rot="2639544">
            <a:off x="10429169" y="2241061"/>
            <a:ext cx="444627" cy="462681"/>
          </a:xfrm>
          <a:prstGeom prst="rect">
            <a:avLst/>
          </a:prstGeom>
          <a:solidFill>
            <a:srgbClr val="37CB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01CF1D4-6FA1-8F87-10B7-2E9E5768DFC7}"/>
              </a:ext>
            </a:extLst>
          </p:cNvPr>
          <p:cNvSpPr/>
          <p:nvPr/>
        </p:nvSpPr>
        <p:spPr>
          <a:xfrm rot="2639544">
            <a:off x="7628315" y="2132290"/>
            <a:ext cx="1128390" cy="1089383"/>
          </a:xfrm>
          <a:prstGeom prst="rect">
            <a:avLst/>
          </a:prstGeom>
          <a:solidFill>
            <a:srgbClr val="37CB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EC77A58-286C-CC77-B60C-B6F3911090D8}"/>
              </a:ext>
            </a:extLst>
          </p:cNvPr>
          <p:cNvCxnSpPr>
            <a:cxnSpLocks/>
          </p:cNvCxnSpPr>
          <p:nvPr/>
        </p:nvCxnSpPr>
        <p:spPr>
          <a:xfrm>
            <a:off x="7408287" y="2676982"/>
            <a:ext cx="15684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字方塊 35">
            <a:extLst>
              <a:ext uri="{FF2B5EF4-FFF2-40B4-BE49-F238E27FC236}">
                <a16:creationId xmlns:a16="http://schemas.microsoft.com/office/drawing/2014/main" id="{07DBAD6F-F497-D870-E235-0788AE1F25A8}"/>
              </a:ext>
            </a:extLst>
          </p:cNvPr>
          <p:cNvSpPr txBox="1"/>
          <p:nvPr/>
        </p:nvSpPr>
        <p:spPr>
          <a:xfrm>
            <a:off x="7937568" y="2680857"/>
            <a:ext cx="4603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6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14</a:t>
            </a:r>
          </a:p>
        </p:txBody>
      </p:sp>
      <p:sp>
        <p:nvSpPr>
          <p:cNvPr id="109" name="文字方塊 35">
            <a:extLst>
              <a:ext uri="{FF2B5EF4-FFF2-40B4-BE49-F238E27FC236}">
                <a16:creationId xmlns:a16="http://schemas.microsoft.com/office/drawing/2014/main" id="{8F93BC95-122E-2D21-125C-F34D47B47F12}"/>
              </a:ext>
            </a:extLst>
          </p:cNvPr>
          <p:cNvSpPr txBox="1"/>
          <p:nvPr/>
        </p:nvSpPr>
        <p:spPr>
          <a:xfrm>
            <a:off x="8128101" y="2202412"/>
            <a:ext cx="322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6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54">
                <a:extLst>
                  <a:ext uri="{FF2B5EF4-FFF2-40B4-BE49-F238E27FC236}">
                    <a16:creationId xmlns:a16="http://schemas.microsoft.com/office/drawing/2014/main" id="{CBBFE773-1FA3-C0B1-C62B-D4AEE422EBC3}"/>
                  </a:ext>
                </a:extLst>
              </p:cNvPr>
              <p:cNvSpPr txBox="1"/>
              <p:nvPr/>
            </p:nvSpPr>
            <p:spPr>
              <a:xfrm>
                <a:off x="160059" y="2595780"/>
                <a:ext cx="2270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0" name="文字方塊 54">
                <a:extLst>
                  <a:ext uri="{FF2B5EF4-FFF2-40B4-BE49-F238E27FC236}">
                    <a16:creationId xmlns:a16="http://schemas.microsoft.com/office/drawing/2014/main" id="{CBBFE773-1FA3-C0B1-C62B-D4AEE422E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59" y="2595780"/>
                <a:ext cx="227090" cy="461665"/>
              </a:xfrm>
              <a:prstGeom prst="rect">
                <a:avLst/>
              </a:prstGeom>
              <a:blipFill>
                <a:blip r:embed="rId45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14">
            <a:extLst>
              <a:ext uri="{FF2B5EF4-FFF2-40B4-BE49-F238E27FC236}">
                <a16:creationId xmlns:a16="http://schemas.microsoft.com/office/drawing/2014/main" id="{C974EAC2-1EA5-55A6-2B70-E3A320B848B0}"/>
              </a:ext>
            </a:extLst>
          </p:cNvPr>
          <p:cNvSpPr txBox="1"/>
          <p:nvPr/>
        </p:nvSpPr>
        <p:spPr>
          <a:xfrm>
            <a:off x="471756" y="2655625"/>
            <a:ext cx="62264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Zone A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a square which can be decomposed into two identical triangles with height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and base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14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5C86FFC-30B2-7B81-E697-09CD9D94253C}"/>
              </a:ext>
            </a:extLst>
          </p:cNvPr>
          <p:cNvCxnSpPr>
            <a:cxnSpLocks/>
          </p:cNvCxnSpPr>
          <p:nvPr/>
        </p:nvCxnSpPr>
        <p:spPr>
          <a:xfrm>
            <a:off x="8167759" y="1916832"/>
            <a:ext cx="0" cy="760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接點: 肘形 56">
            <a:extLst>
              <a:ext uri="{FF2B5EF4-FFF2-40B4-BE49-F238E27FC236}">
                <a16:creationId xmlns:a16="http://schemas.microsoft.com/office/drawing/2014/main" id="{2445FC2C-C08D-202B-FA19-C2BB5EFA7C6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04610" y="2521976"/>
            <a:ext cx="144000" cy="144000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08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0" grpId="0"/>
      <p:bldP spid="21" grpId="0"/>
      <p:bldP spid="26" grpId="0"/>
      <p:bldP spid="27" grpId="0"/>
      <p:bldP spid="28" grpId="0"/>
      <p:bldP spid="29" grpId="0"/>
      <p:bldP spid="35" grpId="0"/>
      <p:bldP spid="36" grpId="0"/>
      <p:bldP spid="37" grpId="0"/>
      <p:bldP spid="38" grpId="0"/>
      <p:bldP spid="39" grpId="0"/>
      <p:bldP spid="44" grpId="0"/>
      <p:bldP spid="45" grpId="0"/>
      <p:bldP spid="46" grpId="0"/>
      <p:bldP spid="47" grpId="0"/>
      <p:bldP spid="51" grpId="0"/>
      <p:bldP spid="52" grpId="0"/>
      <p:bldP spid="53" grpId="0"/>
      <p:bldP spid="54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72" grpId="0"/>
      <p:bldP spid="73" grpId="0"/>
      <p:bldP spid="74" grpId="0"/>
      <p:bldP spid="78" grpId="0"/>
      <p:bldP spid="79" grpId="0"/>
      <p:bldP spid="85" grpId="0"/>
      <p:bldP spid="86" grpId="0"/>
      <p:bldP spid="87" grpId="0"/>
      <p:bldP spid="89" grpId="0"/>
      <p:bldP spid="90" grpId="0"/>
      <p:bldP spid="102" grpId="0"/>
      <p:bldP spid="103" grpId="0"/>
      <p:bldP spid="104" grpId="0"/>
      <p:bldP spid="106" grpId="0"/>
      <p:bldP spid="107" grpId="0"/>
      <p:bldP spid="118" grpId="0"/>
      <p:bldP spid="119" grpId="0"/>
      <p:bldP spid="120" grpId="0"/>
      <p:bldP spid="127" grpId="0"/>
      <p:bldP spid="128" grpId="0"/>
      <p:bldP spid="129" grpId="0"/>
      <p:bldP spid="137" grpId="0"/>
      <p:bldP spid="138" grpId="0"/>
      <p:bldP spid="139" grpId="0"/>
      <p:bldP spid="145" grpId="0"/>
      <p:bldP spid="151" grpId="0"/>
      <p:bldP spid="6" grpId="0" animBg="1"/>
      <p:bldP spid="67" grpId="0" animBg="1"/>
      <p:bldP spid="94" grpId="0"/>
      <p:bldP spid="109" grpId="0"/>
      <p:bldP spid="110" grpId="0"/>
      <p:bldP spid="111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  <SharedWithUsers xmlns="53703969-f457-4a88-8c40-86a712be61e1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DA0A66-61D7-4254-A5F8-B04DC6FA6D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FE1411-5924-4396-9CFE-6A8D27AC4EA0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1d17fa38-d5b6-4a8b-82e7-5ce3b2398ac5"/>
    <ds:schemaRef ds:uri="53703969-f457-4a88-8c40-86a712be61e1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C50B0B9-4852-437F-A262-36FBA3E5AC30}"/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1672</Words>
  <Application>Microsoft Office PowerPoint</Application>
  <PresentationFormat>Widescreen</PresentationFormat>
  <Paragraphs>959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Lucida Calligraphy</vt:lpstr>
      <vt:lpstr>Lucida Handwriting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CSPT02</cp:lastModifiedBy>
  <cp:revision>1</cp:revision>
  <dcterms:created xsi:type="dcterms:W3CDTF">2022-07-28T06:10:20Z</dcterms:created>
  <dcterms:modified xsi:type="dcterms:W3CDTF">2025-07-31T05:31:41Z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  <property fmtid="{D5CDD505-2E9C-101B-9397-08002B2CF9AE}" pid="4" name="Order">
    <vt:r8>1134500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