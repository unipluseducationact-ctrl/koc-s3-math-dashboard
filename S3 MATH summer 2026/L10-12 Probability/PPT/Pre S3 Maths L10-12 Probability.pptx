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484" r:id="rId5"/>
    <p:sldId id="485" r:id="rId6"/>
    <p:sldId id="486" r:id="rId7"/>
    <p:sldId id="487" r:id="rId8"/>
    <p:sldId id="488" r:id="rId9"/>
    <p:sldId id="500" r:id="rId10"/>
    <p:sldId id="501" r:id="rId11"/>
    <p:sldId id="502" r:id="rId12"/>
    <p:sldId id="503" r:id="rId13"/>
    <p:sldId id="511" r:id="rId14"/>
    <p:sldId id="505" r:id="rId15"/>
    <p:sldId id="506" r:id="rId16"/>
    <p:sldId id="507" r:id="rId17"/>
    <p:sldId id="508" r:id="rId18"/>
    <p:sldId id="509" r:id="rId19"/>
    <p:sldId id="510" r:id="rId20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 S3 Maths L10" id="{08156BA3-22CF-4F2C-9B45-1418D95E8BA0}">
          <p14:sldIdLst>
            <p14:sldId id="484"/>
            <p14:sldId id="485"/>
            <p14:sldId id="486"/>
            <p14:sldId id="487"/>
            <p14:sldId id="488"/>
          </p14:sldIdLst>
        </p14:section>
        <p14:section name="Pre S3 Maths L11" id="{8D620B21-3946-499A-A4EE-54B0AE7CD689}">
          <p14:sldIdLst>
            <p14:sldId id="500"/>
            <p14:sldId id="501"/>
            <p14:sldId id="502"/>
            <p14:sldId id="503"/>
            <p14:sldId id="511"/>
            <p14:sldId id="505"/>
          </p14:sldIdLst>
        </p14:section>
        <p14:section name="Pre S3 Maths L12" id="{F07D13A9-EB74-44B7-A2CE-C480A52F8D29}">
          <p14:sldIdLst>
            <p14:sldId id="506"/>
            <p14:sldId id="507"/>
            <p14:sldId id="508"/>
            <p14:sldId id="509"/>
            <p14:sldId id="5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336475-AD11-4C3A-AD12-705FC8764150}" v="1" dt="2025-07-30T08:47:46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i Sura" userId="51f810a5dc7c05aa" providerId="LiveId" clId="{118ABC16-D749-42B2-82A8-2878D098F169}"/>
    <pc:docChg chg="custSel addSld delSld modSld addSection modSection">
      <pc:chgData name="Tai Sura" userId="51f810a5dc7c05aa" providerId="LiveId" clId="{118ABC16-D749-42B2-82A8-2878D098F169}" dt="2022-07-30T03:35:29.059" v="74"/>
      <pc:docMkLst>
        <pc:docMk/>
      </pc:docMkLst>
      <pc:sldChg chg="delSp new del mod">
        <pc:chgData name="Tai Sura" userId="51f810a5dc7c05aa" providerId="LiveId" clId="{118ABC16-D749-42B2-82A8-2878D098F169}" dt="2022-07-30T03:35:10.302" v="72" actId="47"/>
        <pc:sldMkLst>
          <pc:docMk/>
          <pc:sldMk cId="2346840186" sldId="256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754178837" sldId="378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883093029" sldId="379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852689055" sldId="381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340111880" sldId="383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769089539" sldId="384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020092285" sldId="385"/>
        </pc:sldMkLst>
      </pc:sldChg>
      <pc:sldChg chg="modSp add mod">
        <pc:chgData name="Tai Sura" userId="51f810a5dc7c05aa" providerId="LiveId" clId="{118ABC16-D749-42B2-82A8-2878D098F169}" dt="2022-07-28T06:12:05.221" v="37" actId="20577"/>
        <pc:sldMkLst>
          <pc:docMk/>
          <pc:sldMk cId="3027699691" sldId="386"/>
        </pc:sldMkLst>
      </pc:sldChg>
      <pc:sldChg chg="modSp add">
        <pc:chgData name="Tai Sura" userId="51f810a5dc7c05aa" providerId="LiveId" clId="{118ABC16-D749-42B2-82A8-2878D098F169}" dt="2022-07-28T06:12:42.798" v="65" actId="20577"/>
        <pc:sldMkLst>
          <pc:docMk/>
          <pc:sldMk cId="1624585304" sldId="387"/>
        </pc:sldMkLst>
      </pc:sldChg>
      <pc:sldChg chg="add modAnim">
        <pc:chgData name="Tai Sura" userId="51f810a5dc7c05aa" providerId="LiveId" clId="{118ABC16-D749-42B2-82A8-2878D098F169}" dt="2022-07-30T03:35:29.059" v="74"/>
        <pc:sldMkLst>
          <pc:docMk/>
          <pc:sldMk cId="3839971599" sldId="399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717041588" sldId="400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1065936135" sldId="401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118039536" sldId="402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84186784" sldId="403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733791810" sldId="404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969039947" sldId="405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356548245" sldId="406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92368153" sldId="407"/>
        </pc:sldMkLst>
      </pc:sldChg>
      <pc:sldChg chg="delSp new del mod">
        <pc:chgData name="Tai Sura" userId="51f810a5dc7c05aa" providerId="LiveId" clId="{118ABC16-D749-42B2-82A8-2878D098F169}" dt="2022-07-30T03:35:14.200" v="73" actId="47"/>
        <pc:sldMkLst>
          <pc:docMk/>
          <pc:sldMk cId="467897697" sldId="408"/>
        </pc:sldMkLst>
      </pc:sldChg>
    </pc:docChg>
  </pc:docChgLst>
  <pc:docChgLst>
    <pc:chgData name="Tai Sura" userId="51f810a5dc7c05aa" providerId="LiveId" clId="{43658A68-44D1-4596-8C7B-F7DB0C9A87D1}"/>
    <pc:docChg chg="custSel addSld delSld modSld addSection modSection">
      <pc:chgData name="Tai Sura" userId="51f810a5dc7c05aa" providerId="LiveId" clId="{43658A68-44D1-4596-8C7B-F7DB0C9A87D1}" dt="2022-07-30T03:50:10.957" v="12" actId="478"/>
      <pc:docMkLst>
        <pc:docMk/>
      </pc:docMkLst>
      <pc:sldChg chg="add">
        <pc:chgData name="Tai Sura" userId="51f810a5dc7c05aa" providerId="LiveId" clId="{43658A68-44D1-4596-8C7B-F7DB0C9A87D1}" dt="2022-07-30T03:49:38.761" v="5"/>
        <pc:sldMkLst>
          <pc:docMk/>
          <pc:sldMk cId="89158702" sldId="259"/>
        </pc:sldMkLst>
      </pc:sldChg>
      <pc:sldChg chg="delSp add mod">
        <pc:chgData name="Tai Sura" userId="51f810a5dc7c05aa" providerId="LiveId" clId="{43658A68-44D1-4596-8C7B-F7DB0C9A87D1}" dt="2022-07-30T03:49:55.635" v="7" actId="478"/>
        <pc:sldMkLst>
          <pc:docMk/>
          <pc:sldMk cId="3419679498" sldId="261"/>
        </pc:sldMkLst>
      </pc:sldChg>
      <pc:sldChg chg="delSp add mod">
        <pc:chgData name="Tai Sura" userId="51f810a5dc7c05aa" providerId="LiveId" clId="{43658A68-44D1-4596-8C7B-F7DB0C9A87D1}" dt="2022-07-30T03:50:04.672" v="10" actId="478"/>
        <pc:sldMkLst>
          <pc:docMk/>
          <pc:sldMk cId="514094472" sldId="264"/>
        </pc:sldMkLst>
      </pc:sldChg>
      <pc:sldChg chg="delSp add mod">
        <pc:chgData name="Tai Sura" userId="51f810a5dc7c05aa" providerId="LiveId" clId="{43658A68-44D1-4596-8C7B-F7DB0C9A87D1}" dt="2022-07-30T03:50:08.225" v="11" actId="478"/>
        <pc:sldMkLst>
          <pc:docMk/>
          <pc:sldMk cId="2419655881" sldId="265"/>
        </pc:sldMkLst>
      </pc:sldChg>
      <pc:sldChg chg="add">
        <pc:chgData name="Tai Sura" userId="51f810a5dc7c05aa" providerId="LiveId" clId="{43658A68-44D1-4596-8C7B-F7DB0C9A87D1}" dt="2022-07-30T03:49:38.761" v="5"/>
        <pc:sldMkLst>
          <pc:docMk/>
          <pc:sldMk cId="4076923869" sldId="268"/>
        </pc:sldMkLst>
      </pc:sldChg>
      <pc:sldChg chg="delSp add mod">
        <pc:chgData name="Tai Sura" userId="51f810a5dc7c05aa" providerId="LiveId" clId="{43658A68-44D1-4596-8C7B-F7DB0C9A87D1}" dt="2022-07-30T03:49:58.019" v="8" actId="478"/>
        <pc:sldMkLst>
          <pc:docMk/>
          <pc:sldMk cId="1688030957" sldId="270"/>
        </pc:sldMkLst>
      </pc:sldChg>
      <pc:sldChg chg="delSp add mod">
        <pc:chgData name="Tai Sura" userId="51f810a5dc7c05aa" providerId="LiveId" clId="{43658A68-44D1-4596-8C7B-F7DB0C9A87D1}" dt="2022-07-30T03:50:00.911" v="9" actId="478"/>
        <pc:sldMkLst>
          <pc:docMk/>
          <pc:sldMk cId="682194600" sldId="271"/>
        </pc:sldMkLst>
      </pc:sldChg>
      <pc:sldChg chg="delSp add mod">
        <pc:chgData name="Tai Sura" userId="51f810a5dc7c05aa" providerId="LiveId" clId="{43658A68-44D1-4596-8C7B-F7DB0C9A87D1}" dt="2022-07-30T03:50:10.957" v="12" actId="478"/>
        <pc:sldMkLst>
          <pc:docMk/>
          <pc:sldMk cId="1390996231" sldId="272"/>
        </pc:sldMkLst>
      </pc:sldChg>
      <pc:sldChg chg="add">
        <pc:chgData name="Tai Sura" userId="51f810a5dc7c05aa" providerId="LiveId" clId="{43658A68-44D1-4596-8C7B-F7DB0C9A87D1}" dt="2022-07-30T03:49:38.761" v="5"/>
        <pc:sldMkLst>
          <pc:docMk/>
          <pc:sldMk cId="3693085094" sldId="274"/>
        </pc:sldMkLst>
      </pc:sldChg>
      <pc:sldChg chg="add">
        <pc:chgData name="Tai Sura" userId="51f810a5dc7c05aa" providerId="LiveId" clId="{43658A68-44D1-4596-8C7B-F7DB0C9A87D1}" dt="2022-07-30T03:49:38.761" v="5"/>
        <pc:sldMkLst>
          <pc:docMk/>
          <pc:sldMk cId="874170983" sldId="275"/>
        </pc:sldMkLst>
      </pc:sldChg>
      <pc:sldChg chg="delSp new del mod">
        <pc:chgData name="Tai Sura" userId="51f810a5dc7c05aa" providerId="LiveId" clId="{43658A68-44D1-4596-8C7B-F7DB0C9A87D1}" dt="2022-07-30T03:49:41.715" v="6" actId="47"/>
        <pc:sldMkLst>
          <pc:docMk/>
          <pc:sldMk cId="2155286538" sldId="408"/>
        </pc:sldMkLst>
      </pc:sldChg>
    </pc:docChg>
  </pc:docChgLst>
  <pc:docChgLst>
    <pc:chgData name="Tai Sura" userId="51f810a5dc7c05aa" providerId="LiveId" clId="{B9AFA97A-0C0F-43F5-9C06-0168549C58CC}"/>
    <pc:docChg chg="addSld delSld modSld addSection delSection modSection">
      <pc:chgData name="Tai Sura" userId="51f810a5dc7c05aa" providerId="LiveId" clId="{B9AFA97A-0C0F-43F5-9C06-0168549C58CC}" dt="2022-08-04T06:40:58.232" v="9" actId="20577"/>
      <pc:docMkLst>
        <pc:docMk/>
      </pc:docMkLst>
      <pc:sldChg chg="del">
        <pc:chgData name="Tai Sura" userId="51f810a5dc7c05aa" providerId="LiveId" clId="{B9AFA97A-0C0F-43F5-9C06-0168549C58CC}" dt="2022-08-04T06:37:53.868" v="1" actId="47"/>
        <pc:sldMkLst>
          <pc:docMk/>
          <pc:sldMk cId="89158702" sldId="259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3419679498" sldId="261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514094472" sldId="264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419655881" sldId="265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4076923869" sldId="268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688030957" sldId="270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682194600" sldId="271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390996231" sldId="272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3693085094" sldId="274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874170983" sldId="275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754178837" sldId="378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883093029" sldId="379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852689055" sldId="381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340111880" sldId="383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769089539" sldId="384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020092285" sldId="385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3027699691" sldId="386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624585304" sldId="387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3839971599" sldId="399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717041588" sldId="400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065936135" sldId="401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18039536" sldId="402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84186784" sldId="403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733791810" sldId="404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969039947" sldId="405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356548245" sldId="406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92368153" sldId="407"/>
        </pc:sldMkLst>
      </pc:sldChg>
      <pc:sldChg chg="add modAnim">
        <pc:chgData name="Tai Sura" userId="51f810a5dc7c05aa" providerId="LiveId" clId="{B9AFA97A-0C0F-43F5-9C06-0168549C58CC}" dt="2022-08-04T06:39:08.125" v="7"/>
        <pc:sldMkLst>
          <pc:docMk/>
          <pc:sldMk cId="613056176" sldId="421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2836334796" sldId="422"/>
        </pc:sldMkLst>
      </pc:sldChg>
      <pc:sldChg chg="modSp add">
        <pc:chgData name="Tai Sura" userId="51f810a5dc7c05aa" providerId="LiveId" clId="{B9AFA97A-0C0F-43F5-9C06-0168549C58CC}" dt="2022-08-04T06:40:58.232" v="9" actId="20577"/>
        <pc:sldMkLst>
          <pc:docMk/>
          <pc:sldMk cId="2356716135" sldId="423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538681996" sldId="424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1550721328" sldId="425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1591887827" sldId="426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966024987" sldId="427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187548732" sldId="428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439982709" sldId="429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3350598341" sldId="430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426419331" sldId="431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4184392888" sldId="432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1261424155" sldId="433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242994316" sldId="434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3142260257" sldId="435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1323404256" sldId="436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2940701209" sldId="437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4294354604" sldId="438"/>
        </pc:sldMkLst>
      </pc:sldChg>
    </pc:docChg>
  </pc:docChgLst>
  <pc:docChgLst>
    <pc:chgData name="Tai Sura" userId="51f810a5dc7c05aa" providerId="LiveId" clId="{3C095BA1-E0CA-4EC0-A682-F8AE9E9D1A2E}"/>
    <pc:docChg chg="addSld delSld modSld addSection delSection modSection">
      <pc:chgData name="Tai Sura" userId="51f810a5dc7c05aa" providerId="LiveId" clId="{3C095BA1-E0CA-4EC0-A682-F8AE9E9D1A2E}" dt="2022-08-13T05:06:41.474" v="11"/>
      <pc:docMkLst>
        <pc:docMk/>
      </pc:docMkLst>
      <pc:sldChg chg="new del">
        <pc:chgData name="Tai Sura" userId="51f810a5dc7c05aa" providerId="LiveId" clId="{3C095BA1-E0CA-4EC0-A682-F8AE9E9D1A2E}" dt="2022-08-08T13:55:25.625" v="10" actId="47"/>
        <pc:sldMkLst>
          <pc:docMk/>
          <pc:sldMk cId="2629218897" sldId="256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613056176" sldId="421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2836334796" sldId="422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2356716135" sldId="423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538681996" sldId="424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1550721328" sldId="425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1591887827" sldId="426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966024987" sldId="427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187548732" sldId="428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439982709" sldId="429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3350598341" sldId="430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426419331" sldId="431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4184392888" sldId="432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1261424155" sldId="433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242994316" sldId="434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3142260257" sldId="435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1323404256" sldId="436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2940701209" sldId="437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4294354604" sldId="438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791629431" sldId="452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3570758974" sldId="453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898028560" sldId="454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506954451" sldId="455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945219568" sldId="456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1088626041" sldId="457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512384930" sldId="458"/>
        </pc:sldMkLst>
      </pc:sldChg>
      <pc:sldChg chg="addSp add">
        <pc:chgData name="Tai Sura" userId="51f810a5dc7c05aa" providerId="LiveId" clId="{3C095BA1-E0CA-4EC0-A682-F8AE9E9D1A2E}" dt="2022-08-13T05:06:41.474" v="11"/>
        <pc:sldMkLst>
          <pc:docMk/>
          <pc:sldMk cId="3262542633" sldId="459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701469076" sldId="460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490236840" sldId="461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93420518" sldId="462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627786242" sldId="463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1934883675" sldId="464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4219558926" sldId="465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4162591898" sldId="466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3690375634" sldId="467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904984849" sldId="468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756079361" sldId="469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629180068" sldId="470"/>
        </pc:sldMkLst>
      </pc:sldChg>
    </pc:docChg>
  </pc:docChgLst>
  <pc:docChgLst>
    <pc:chgData name="Hoi" userId="064b9ae9-efb5-4029-bcbc-4c9becbf9a22" providerId="ADAL" clId="{4476EA2C-C5B2-4D56-9FCF-2FC7BC69807B}"/>
    <pc:docChg chg="undo custSel modSld">
      <pc:chgData name="Hoi" userId="064b9ae9-efb5-4029-bcbc-4c9becbf9a22" providerId="ADAL" clId="{4476EA2C-C5B2-4D56-9FCF-2FC7BC69807B}" dt="2023-07-22T07:16:31.472" v="55"/>
      <pc:docMkLst>
        <pc:docMk/>
      </pc:docMkLst>
      <pc:sldChg chg="addSp delSp modSp mod addAnim delAnim modAnim">
        <pc:chgData name="Hoi" userId="064b9ae9-efb5-4029-bcbc-4c9becbf9a22" providerId="ADAL" clId="{4476EA2C-C5B2-4D56-9FCF-2FC7BC69807B}" dt="2023-07-22T07:16:31.472" v="55"/>
        <pc:sldMkLst>
          <pc:docMk/>
          <pc:sldMk cId="3262542633" sldId="459"/>
        </pc:sldMkLst>
      </pc:sldChg>
    </pc:docChg>
  </pc:docChgLst>
  <pc:docChgLst>
    <pc:chgData name="Hoi" userId="064b9ae9-efb5-4029-bcbc-4c9becbf9a22" providerId="ADAL" clId="{7BA765B2-E4DC-4FF7-A074-93B64CA917F2}"/>
    <pc:docChg chg="undo custSel addSld delSld modSld modSection">
      <pc:chgData name="Hoi" userId="064b9ae9-efb5-4029-bcbc-4c9becbf9a22" providerId="ADAL" clId="{7BA765B2-E4DC-4FF7-A074-93B64CA917F2}" dt="2023-07-26T08:42:51.680" v="33" actId="47"/>
      <pc:docMkLst>
        <pc:docMk/>
      </pc:docMkLst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2791629431" sldId="452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3570758974" sldId="453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898028560" sldId="454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2506954451" sldId="455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945219568" sldId="456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1088626041" sldId="457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2512384930" sldId="458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3262542633" sldId="459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2701469076" sldId="460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490236840" sldId="461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293420518" sldId="462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2627786242" sldId="463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1934883675" sldId="464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4219558926" sldId="465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4162591898" sldId="466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3690375634" sldId="467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2904984849" sldId="468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756079361" sldId="469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629180068" sldId="470"/>
        </pc:sldMkLst>
      </pc:sldChg>
      <pc:sldChg chg="add">
        <pc:chgData name="Hoi" userId="064b9ae9-efb5-4029-bcbc-4c9becbf9a22" providerId="ADAL" clId="{7BA765B2-E4DC-4FF7-A074-93B64CA917F2}" dt="2023-07-26T08:40:53.309" v="1"/>
        <pc:sldMkLst>
          <pc:docMk/>
          <pc:sldMk cId="2059804403" sldId="484"/>
        </pc:sldMkLst>
      </pc:sldChg>
      <pc:sldChg chg="add">
        <pc:chgData name="Hoi" userId="064b9ae9-efb5-4029-bcbc-4c9becbf9a22" providerId="ADAL" clId="{7BA765B2-E4DC-4FF7-A074-93B64CA917F2}" dt="2023-07-26T08:40:53.309" v="1"/>
        <pc:sldMkLst>
          <pc:docMk/>
          <pc:sldMk cId="4250928002" sldId="485"/>
        </pc:sldMkLst>
      </pc:sldChg>
      <pc:sldChg chg="add">
        <pc:chgData name="Hoi" userId="064b9ae9-efb5-4029-bcbc-4c9becbf9a22" providerId="ADAL" clId="{7BA765B2-E4DC-4FF7-A074-93B64CA917F2}" dt="2023-07-26T08:40:53.309" v="1"/>
        <pc:sldMkLst>
          <pc:docMk/>
          <pc:sldMk cId="3467658314" sldId="486"/>
        </pc:sldMkLst>
      </pc:sldChg>
      <pc:sldChg chg="add">
        <pc:chgData name="Hoi" userId="064b9ae9-efb5-4029-bcbc-4c9becbf9a22" providerId="ADAL" clId="{7BA765B2-E4DC-4FF7-A074-93B64CA917F2}" dt="2023-07-26T08:40:53.309" v="1"/>
        <pc:sldMkLst>
          <pc:docMk/>
          <pc:sldMk cId="3471677990" sldId="487"/>
        </pc:sldMkLst>
      </pc:sldChg>
      <pc:sldChg chg="add">
        <pc:chgData name="Hoi" userId="064b9ae9-efb5-4029-bcbc-4c9becbf9a22" providerId="ADAL" clId="{7BA765B2-E4DC-4FF7-A074-93B64CA917F2}" dt="2023-07-26T08:40:53.309" v="1"/>
        <pc:sldMkLst>
          <pc:docMk/>
          <pc:sldMk cId="1996644932" sldId="488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3831092021" sldId="489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3887919582" sldId="490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1842219708" sldId="491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3281479219" sldId="492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3865841169" sldId="493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2478835849" sldId="494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111448440" sldId="495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381745563" sldId="496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1476105384" sldId="497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1549754157" sldId="498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3856481932" sldId="499"/>
        </pc:sldMkLst>
      </pc:sldChg>
      <pc:sldChg chg="add">
        <pc:chgData name="Hoi" userId="064b9ae9-efb5-4029-bcbc-4c9becbf9a22" providerId="ADAL" clId="{7BA765B2-E4DC-4FF7-A074-93B64CA917F2}" dt="2023-07-26T08:41:32.142" v="3"/>
        <pc:sldMkLst>
          <pc:docMk/>
          <pc:sldMk cId="3165447454" sldId="500"/>
        </pc:sldMkLst>
      </pc:sldChg>
      <pc:sldChg chg="add">
        <pc:chgData name="Hoi" userId="064b9ae9-efb5-4029-bcbc-4c9becbf9a22" providerId="ADAL" clId="{7BA765B2-E4DC-4FF7-A074-93B64CA917F2}" dt="2023-07-26T08:41:32.142" v="3"/>
        <pc:sldMkLst>
          <pc:docMk/>
          <pc:sldMk cId="1319752652" sldId="501"/>
        </pc:sldMkLst>
      </pc:sldChg>
      <pc:sldChg chg="add">
        <pc:chgData name="Hoi" userId="064b9ae9-efb5-4029-bcbc-4c9becbf9a22" providerId="ADAL" clId="{7BA765B2-E4DC-4FF7-A074-93B64CA917F2}" dt="2023-07-26T08:41:32.142" v="3"/>
        <pc:sldMkLst>
          <pc:docMk/>
          <pc:sldMk cId="877559752" sldId="502"/>
        </pc:sldMkLst>
      </pc:sldChg>
      <pc:sldChg chg="add">
        <pc:chgData name="Hoi" userId="064b9ae9-efb5-4029-bcbc-4c9becbf9a22" providerId="ADAL" clId="{7BA765B2-E4DC-4FF7-A074-93B64CA917F2}" dt="2023-07-26T08:41:32.142" v="3"/>
        <pc:sldMkLst>
          <pc:docMk/>
          <pc:sldMk cId="4045258679" sldId="503"/>
        </pc:sldMkLst>
      </pc:sldChg>
      <pc:sldChg chg="add">
        <pc:chgData name="Hoi" userId="064b9ae9-efb5-4029-bcbc-4c9becbf9a22" providerId="ADAL" clId="{7BA765B2-E4DC-4FF7-A074-93B64CA917F2}" dt="2023-07-26T08:41:32.142" v="3"/>
        <pc:sldMkLst>
          <pc:docMk/>
          <pc:sldMk cId="1664019949" sldId="504"/>
        </pc:sldMkLst>
      </pc:sldChg>
      <pc:sldChg chg="add">
        <pc:chgData name="Hoi" userId="064b9ae9-efb5-4029-bcbc-4c9becbf9a22" providerId="ADAL" clId="{7BA765B2-E4DC-4FF7-A074-93B64CA917F2}" dt="2023-07-26T08:41:32.142" v="3"/>
        <pc:sldMkLst>
          <pc:docMk/>
          <pc:sldMk cId="4044132480" sldId="505"/>
        </pc:sldMkLst>
      </pc:sldChg>
      <pc:sldChg chg="add">
        <pc:chgData name="Hoi" userId="064b9ae9-efb5-4029-bcbc-4c9becbf9a22" providerId="ADAL" clId="{7BA765B2-E4DC-4FF7-A074-93B64CA917F2}" dt="2023-07-26T08:41:54.484" v="4"/>
        <pc:sldMkLst>
          <pc:docMk/>
          <pc:sldMk cId="1380430048" sldId="506"/>
        </pc:sldMkLst>
      </pc:sldChg>
      <pc:sldChg chg="add">
        <pc:chgData name="Hoi" userId="064b9ae9-efb5-4029-bcbc-4c9becbf9a22" providerId="ADAL" clId="{7BA765B2-E4DC-4FF7-A074-93B64CA917F2}" dt="2023-07-26T08:41:54.484" v="4"/>
        <pc:sldMkLst>
          <pc:docMk/>
          <pc:sldMk cId="2501498529" sldId="507"/>
        </pc:sldMkLst>
      </pc:sldChg>
      <pc:sldChg chg="add">
        <pc:chgData name="Hoi" userId="064b9ae9-efb5-4029-bcbc-4c9becbf9a22" providerId="ADAL" clId="{7BA765B2-E4DC-4FF7-A074-93B64CA917F2}" dt="2023-07-26T08:41:54.484" v="4"/>
        <pc:sldMkLst>
          <pc:docMk/>
          <pc:sldMk cId="2590253403" sldId="508"/>
        </pc:sldMkLst>
      </pc:sldChg>
      <pc:sldChg chg="add">
        <pc:chgData name="Hoi" userId="064b9ae9-efb5-4029-bcbc-4c9becbf9a22" providerId="ADAL" clId="{7BA765B2-E4DC-4FF7-A074-93B64CA917F2}" dt="2023-07-26T08:41:54.484" v="4"/>
        <pc:sldMkLst>
          <pc:docMk/>
          <pc:sldMk cId="350699258" sldId="509"/>
        </pc:sldMkLst>
      </pc:sldChg>
      <pc:sldChg chg="modSp add mod">
        <pc:chgData name="Hoi" userId="064b9ae9-efb5-4029-bcbc-4c9becbf9a22" providerId="ADAL" clId="{7BA765B2-E4DC-4FF7-A074-93B64CA917F2}" dt="2023-07-26T08:42:30.563" v="31" actId="1036"/>
        <pc:sldMkLst>
          <pc:docMk/>
          <pc:sldMk cId="4041085690" sldId="510"/>
        </pc:sldMkLst>
      </pc:sldChg>
    </pc:docChg>
  </pc:docChgLst>
  <pc:docChgLst>
    <pc:chgData name="CSPT02" userId="21f640c2-b5d5-40ed-b03e-b88c15baf445" providerId="ADAL" clId="{0C336475-AD11-4C3A-AD12-705FC8764150}"/>
    <pc:docChg chg="custSel addSld delSld modSld modSection">
      <pc:chgData name="CSPT02" userId="21f640c2-b5d5-40ed-b03e-b88c15baf445" providerId="ADAL" clId="{0C336475-AD11-4C3A-AD12-705FC8764150}" dt="2025-07-30T08:47:48.047" v="29" actId="2696"/>
      <pc:docMkLst>
        <pc:docMk/>
      </pc:docMkLst>
      <pc:sldChg chg="delSp modSp del mod delAnim">
        <pc:chgData name="CSPT02" userId="21f640c2-b5d5-40ed-b03e-b88c15baf445" providerId="ADAL" clId="{0C336475-AD11-4C3A-AD12-705FC8764150}" dt="2025-07-30T08:47:48.047" v="29" actId="2696"/>
        <pc:sldMkLst>
          <pc:docMk/>
          <pc:sldMk cId="1664019949" sldId="504"/>
        </pc:sldMkLst>
        <pc:spChg chg="del">
          <ac:chgData name="CSPT02" userId="21f640c2-b5d5-40ed-b03e-b88c15baf445" providerId="ADAL" clId="{0C336475-AD11-4C3A-AD12-705FC8764150}" dt="2025-07-30T08:44:05.651" v="1" actId="478"/>
          <ac:spMkLst>
            <pc:docMk/>
            <pc:sldMk cId="1664019949" sldId="504"/>
            <ac:spMk id="37" creationId="{B3ED0B78-ED85-12BF-5950-A1E5F01D695B}"/>
          </ac:spMkLst>
        </pc:spChg>
        <pc:spChg chg="mod">
          <ac:chgData name="CSPT02" userId="21f640c2-b5d5-40ed-b03e-b88c15baf445" providerId="ADAL" clId="{0C336475-AD11-4C3A-AD12-705FC8764150}" dt="2025-07-30T08:44:11.505" v="3" actId="1076"/>
          <ac:spMkLst>
            <pc:docMk/>
            <pc:sldMk cId="1664019949" sldId="504"/>
            <ac:spMk id="38" creationId="{0449A691-D653-934F-6B39-35A92918D8AB}"/>
          </ac:spMkLst>
        </pc:spChg>
        <pc:spChg chg="mod">
          <ac:chgData name="CSPT02" userId="21f640c2-b5d5-40ed-b03e-b88c15baf445" providerId="ADAL" clId="{0C336475-AD11-4C3A-AD12-705FC8764150}" dt="2025-07-30T08:44:16.659" v="5" actId="1076"/>
          <ac:spMkLst>
            <pc:docMk/>
            <pc:sldMk cId="1664019949" sldId="504"/>
            <ac:spMk id="40" creationId="{161A5433-0A79-0987-FA97-8B358616259F}"/>
          </ac:spMkLst>
        </pc:spChg>
        <pc:spChg chg="del">
          <ac:chgData name="CSPT02" userId="21f640c2-b5d5-40ed-b03e-b88c15baf445" providerId="ADAL" clId="{0C336475-AD11-4C3A-AD12-705FC8764150}" dt="2025-07-30T08:44:20.643" v="7" actId="478"/>
          <ac:spMkLst>
            <pc:docMk/>
            <pc:sldMk cId="1664019949" sldId="504"/>
            <ac:spMk id="62" creationId="{84F90B05-2E99-07D8-3B8C-7C80CA5BA0E2}"/>
          </ac:spMkLst>
        </pc:spChg>
        <pc:spChg chg="mod">
          <ac:chgData name="CSPT02" userId="21f640c2-b5d5-40ed-b03e-b88c15baf445" providerId="ADAL" clId="{0C336475-AD11-4C3A-AD12-705FC8764150}" dt="2025-07-30T08:44:44.441" v="14" actId="1076"/>
          <ac:spMkLst>
            <pc:docMk/>
            <pc:sldMk cId="1664019949" sldId="504"/>
            <ac:spMk id="68" creationId="{3448955A-D8AB-EF63-0511-CED6251248FC}"/>
          </ac:spMkLst>
        </pc:spChg>
        <pc:spChg chg="mod">
          <ac:chgData name="CSPT02" userId="21f640c2-b5d5-40ed-b03e-b88c15baf445" providerId="ADAL" clId="{0C336475-AD11-4C3A-AD12-705FC8764150}" dt="2025-07-30T08:44:47.208" v="15" actId="1076"/>
          <ac:spMkLst>
            <pc:docMk/>
            <pc:sldMk cId="1664019949" sldId="504"/>
            <ac:spMk id="69" creationId="{7B620F8C-9335-EBE5-5925-AAEA6090C2FD}"/>
          </ac:spMkLst>
        </pc:spChg>
        <pc:spChg chg="del">
          <ac:chgData name="CSPT02" userId="21f640c2-b5d5-40ed-b03e-b88c15baf445" providerId="ADAL" clId="{0C336475-AD11-4C3A-AD12-705FC8764150}" dt="2025-07-30T08:44:25.866" v="8" actId="478"/>
          <ac:spMkLst>
            <pc:docMk/>
            <pc:sldMk cId="1664019949" sldId="504"/>
            <ac:spMk id="71" creationId="{9079CC80-1AF2-3B1C-F629-6FE567EF4E91}"/>
          </ac:spMkLst>
        </pc:spChg>
        <pc:spChg chg="del">
          <ac:chgData name="CSPT02" userId="21f640c2-b5d5-40ed-b03e-b88c15baf445" providerId="ADAL" clId="{0C336475-AD11-4C3A-AD12-705FC8764150}" dt="2025-07-30T08:44:54.704" v="16" actId="478"/>
          <ac:spMkLst>
            <pc:docMk/>
            <pc:sldMk cId="1664019949" sldId="504"/>
            <ac:spMk id="77" creationId="{2FEF72EE-6683-EC84-342E-7C0020612A8B}"/>
          </ac:spMkLst>
        </pc:spChg>
        <pc:spChg chg="mod">
          <ac:chgData name="CSPT02" userId="21f640c2-b5d5-40ed-b03e-b88c15baf445" providerId="ADAL" clId="{0C336475-AD11-4C3A-AD12-705FC8764150}" dt="2025-07-30T08:44:58.874" v="17" actId="1076"/>
          <ac:spMkLst>
            <pc:docMk/>
            <pc:sldMk cId="1664019949" sldId="504"/>
            <ac:spMk id="79" creationId="{AF4E9806-EE03-DED0-3569-84673CF7D52E}"/>
          </ac:spMkLst>
        </pc:spChg>
        <pc:spChg chg="mod">
          <ac:chgData name="CSPT02" userId="21f640c2-b5d5-40ed-b03e-b88c15baf445" providerId="ADAL" clId="{0C336475-AD11-4C3A-AD12-705FC8764150}" dt="2025-07-30T08:45:01.886" v="18" actId="1076"/>
          <ac:spMkLst>
            <pc:docMk/>
            <pc:sldMk cId="1664019949" sldId="504"/>
            <ac:spMk id="82" creationId="{FC478BD7-6729-95FC-CECB-047B08786960}"/>
          </ac:spMkLst>
        </pc:spChg>
        <pc:spChg chg="mod">
          <ac:chgData name="CSPT02" userId="21f640c2-b5d5-40ed-b03e-b88c15baf445" providerId="ADAL" clId="{0C336475-AD11-4C3A-AD12-705FC8764150}" dt="2025-07-30T08:45:06.206" v="20" actId="1076"/>
          <ac:spMkLst>
            <pc:docMk/>
            <pc:sldMk cId="1664019949" sldId="504"/>
            <ac:spMk id="83" creationId="{0691362B-3156-6AF9-CC1B-B9D5E8D25D35}"/>
          </ac:spMkLst>
        </pc:spChg>
        <pc:spChg chg="del">
          <ac:chgData name="CSPT02" userId="21f640c2-b5d5-40ed-b03e-b88c15baf445" providerId="ADAL" clId="{0C336475-AD11-4C3A-AD12-705FC8764150}" dt="2025-07-30T08:45:03.703" v="19" actId="478"/>
          <ac:spMkLst>
            <pc:docMk/>
            <pc:sldMk cId="1664019949" sldId="504"/>
            <ac:spMk id="84" creationId="{75557DA2-EFAC-DC79-359C-C879F3E13A27}"/>
          </ac:spMkLst>
        </pc:spChg>
        <pc:spChg chg="mod">
          <ac:chgData name="CSPT02" userId="21f640c2-b5d5-40ed-b03e-b88c15baf445" providerId="ADAL" clId="{0C336475-AD11-4C3A-AD12-705FC8764150}" dt="2025-07-30T08:45:19.772" v="24" actId="1076"/>
          <ac:spMkLst>
            <pc:docMk/>
            <pc:sldMk cId="1664019949" sldId="504"/>
            <ac:spMk id="86" creationId="{D831C3A4-F5A4-3F8F-E719-1562B3C564A2}"/>
          </ac:spMkLst>
        </pc:spChg>
        <pc:spChg chg="mod">
          <ac:chgData name="CSPT02" userId="21f640c2-b5d5-40ed-b03e-b88c15baf445" providerId="ADAL" clId="{0C336475-AD11-4C3A-AD12-705FC8764150}" dt="2025-07-30T08:45:15.752" v="23" actId="1076"/>
          <ac:spMkLst>
            <pc:docMk/>
            <pc:sldMk cId="1664019949" sldId="504"/>
            <ac:spMk id="87" creationId="{64B38E30-7BA9-43CA-F69F-029D3F6ED86A}"/>
          </ac:spMkLst>
        </pc:spChg>
        <pc:spChg chg="del">
          <ac:chgData name="CSPT02" userId="21f640c2-b5d5-40ed-b03e-b88c15baf445" providerId="ADAL" clId="{0C336475-AD11-4C3A-AD12-705FC8764150}" dt="2025-07-30T08:45:09.764" v="21" actId="478"/>
          <ac:spMkLst>
            <pc:docMk/>
            <pc:sldMk cId="1664019949" sldId="504"/>
            <ac:spMk id="88" creationId="{5131F9D2-A4FF-497E-764F-4D6C29623CFE}"/>
          </ac:spMkLst>
        </pc:spChg>
        <pc:spChg chg="mod">
          <ac:chgData name="CSPT02" userId="21f640c2-b5d5-40ed-b03e-b88c15baf445" providerId="ADAL" clId="{0C336475-AD11-4C3A-AD12-705FC8764150}" dt="2025-07-30T08:45:36.871" v="25" actId="20577"/>
          <ac:spMkLst>
            <pc:docMk/>
            <pc:sldMk cId="1664019949" sldId="504"/>
            <ac:spMk id="92" creationId="{018C5DB9-475A-6115-3968-5CFB00DB9B41}"/>
          </ac:spMkLst>
        </pc:spChg>
        <pc:spChg chg="mod">
          <ac:chgData name="CSPT02" userId="21f640c2-b5d5-40ed-b03e-b88c15baf445" providerId="ADAL" clId="{0C336475-AD11-4C3A-AD12-705FC8764150}" dt="2025-07-30T08:45:39.112" v="26" actId="20577"/>
          <ac:spMkLst>
            <pc:docMk/>
            <pc:sldMk cId="1664019949" sldId="504"/>
            <ac:spMk id="98" creationId="{C4015C78-8F1D-E0A4-1F46-2801527F1503}"/>
          </ac:spMkLst>
        </pc:spChg>
        <pc:spChg chg="mod">
          <ac:chgData name="CSPT02" userId="21f640c2-b5d5-40ed-b03e-b88c15baf445" providerId="ADAL" clId="{0C336475-AD11-4C3A-AD12-705FC8764150}" dt="2025-07-30T08:45:41.197" v="27" actId="20577"/>
          <ac:spMkLst>
            <pc:docMk/>
            <pc:sldMk cId="1664019949" sldId="504"/>
            <ac:spMk id="101" creationId="{88DABB2B-49AD-3CA3-D867-0AC6261ACFF5}"/>
          </ac:spMkLst>
        </pc:spChg>
        <pc:cxnChg chg="del">
          <ac:chgData name="CSPT02" userId="21f640c2-b5d5-40ed-b03e-b88c15baf445" providerId="ADAL" clId="{0C336475-AD11-4C3A-AD12-705FC8764150}" dt="2025-07-30T08:44:02.576" v="0" actId="478"/>
          <ac:cxnSpMkLst>
            <pc:docMk/>
            <pc:sldMk cId="1664019949" sldId="504"/>
            <ac:cxnSpMk id="35" creationId="{8CBA3E03-A2A4-4318-75EE-8E5B49083C69}"/>
          </ac:cxnSpMkLst>
        </pc:cxnChg>
        <pc:cxnChg chg="mod">
          <ac:chgData name="CSPT02" userId="21f640c2-b5d5-40ed-b03e-b88c15baf445" providerId="ADAL" clId="{0C336475-AD11-4C3A-AD12-705FC8764150}" dt="2025-07-30T08:44:14.185" v="4" actId="14100"/>
          <ac:cxnSpMkLst>
            <pc:docMk/>
            <pc:sldMk cId="1664019949" sldId="504"/>
            <ac:cxnSpMk id="36" creationId="{18782BB8-786A-97AF-5283-56E2ED0F2E80}"/>
          </ac:cxnSpMkLst>
        </pc:cxnChg>
        <pc:cxnChg chg="mod">
          <ac:chgData name="CSPT02" userId="21f640c2-b5d5-40ed-b03e-b88c15baf445" providerId="ADAL" clId="{0C336475-AD11-4C3A-AD12-705FC8764150}" dt="2025-07-30T08:44:08.788" v="2" actId="14100"/>
          <ac:cxnSpMkLst>
            <pc:docMk/>
            <pc:sldMk cId="1664019949" sldId="504"/>
            <ac:cxnSpMk id="39" creationId="{1D295195-034F-695A-BB8F-9B9DB67C8016}"/>
          </ac:cxnSpMkLst>
        </pc:cxnChg>
        <pc:cxnChg chg="del">
          <ac:chgData name="CSPT02" userId="21f640c2-b5d5-40ed-b03e-b88c15baf445" providerId="ADAL" clId="{0C336475-AD11-4C3A-AD12-705FC8764150}" dt="2025-07-30T08:44:19.433" v="6" actId="478"/>
          <ac:cxnSpMkLst>
            <pc:docMk/>
            <pc:sldMk cId="1664019949" sldId="504"/>
            <ac:cxnSpMk id="63" creationId="{8D90CE1F-65C9-EC35-245B-6D23B0F8FE66}"/>
          </ac:cxnSpMkLst>
        </pc:cxnChg>
        <pc:cxnChg chg="mod">
          <ac:chgData name="CSPT02" userId="21f640c2-b5d5-40ed-b03e-b88c15baf445" providerId="ADAL" clId="{0C336475-AD11-4C3A-AD12-705FC8764150}" dt="2025-07-30T08:44:40.412" v="12" actId="1076"/>
          <ac:cxnSpMkLst>
            <pc:docMk/>
            <pc:sldMk cId="1664019949" sldId="504"/>
            <ac:cxnSpMk id="66" creationId="{4D813EA2-152E-C5DA-F727-8C95F013A042}"/>
          </ac:cxnSpMkLst>
        </pc:cxnChg>
        <pc:cxnChg chg="del">
          <ac:chgData name="CSPT02" userId="21f640c2-b5d5-40ed-b03e-b88c15baf445" providerId="ADAL" clId="{0C336475-AD11-4C3A-AD12-705FC8764150}" dt="2025-07-30T08:44:26.616" v="9" actId="478"/>
          <ac:cxnSpMkLst>
            <pc:docMk/>
            <pc:sldMk cId="1664019949" sldId="504"/>
            <ac:cxnSpMk id="67" creationId="{D701395B-EF98-A624-F7C9-B17C8B51BA2A}"/>
          </ac:cxnSpMkLst>
        </pc:cxnChg>
        <pc:cxnChg chg="mod">
          <ac:chgData name="CSPT02" userId="21f640c2-b5d5-40ed-b03e-b88c15baf445" providerId="ADAL" clId="{0C336475-AD11-4C3A-AD12-705FC8764150}" dt="2025-07-30T08:44:40.412" v="12" actId="1076"/>
          <ac:cxnSpMkLst>
            <pc:docMk/>
            <pc:sldMk cId="1664019949" sldId="504"/>
            <ac:cxnSpMk id="70" creationId="{35C92C21-FC24-0BB4-B152-A36A72DAB59B}"/>
          </ac:cxnSpMkLst>
        </pc:cxnChg>
      </pc:sldChg>
      <pc:sldChg chg="add">
        <pc:chgData name="CSPT02" userId="21f640c2-b5d5-40ed-b03e-b88c15baf445" providerId="ADAL" clId="{0C336475-AD11-4C3A-AD12-705FC8764150}" dt="2025-07-30T08:47:46.139" v="28"/>
        <pc:sldMkLst>
          <pc:docMk/>
          <pc:sldMk cId="2984655267" sldId="51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41:57.073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0,'2935'0,"-2898"0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42:05.899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0,'1370'0,"-1353"0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42:13.173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0,'1567'0,"-1547"0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50:57.361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0,'4047'0,"-3997"0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51:04.470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0,'3121'0,"-3082"0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51:43.28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0,'1579'0,"-1559"0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51:56.588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0,'790'0,"-780"0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52:12.979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0,'4146'0,"-4094"0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52:32.549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0,'2567'0,"-2536"0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52:46.846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0,'457'0,"-452"0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09:50.034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0,'592'0,"-584"0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10:00.80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0,'3454'0,"-3411"0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10:15.368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0,'1185'0,"-1170"0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10:32.41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0,'342'0,"-338"0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16:33.936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0,'1382'0,"-1365"0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16:41.808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0,'1382'0,"-1365"0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16:52.655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0,'2567'0,"-2535"0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17:07.16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0,'3334'0,"-3292"0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06:18.13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0,'3059'0,"-3021"0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06:29.445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0,'3038'0,"-2999"0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06:43.80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0,'3462'0,"-3419"0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06:53.890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0,'4047'0,"-3997"0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2:12.649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0,'1167'0,"-1153"0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2:20.869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0,'2961'0,"-2923"0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2:35.23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0,'10372'0,"-10243"0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2:47.141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0,'10905'0,"-10771"0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4:38.10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4:54.528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4:59.59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4202,'1679'0,"-1659"0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5:06.13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5:11.42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5:14.05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5:39.31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02.61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09.25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12.27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15.92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22.24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42.457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42.45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42.45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42.46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42.461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42.462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52:34.062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0,'395'0,"-390"0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52:44.706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0,'395'0,"-390"0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53:03.79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0,'395'0,"-390"0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53:27.770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0,'2567'0,"-2535"0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53:41.796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0,'3356'0,"-3314"0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06:32.98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0,'197'0,"-194"0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06:45.267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0,'125'0,"-123"0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07:05.89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174 0,'-172'0,"170"0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07:20.799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0,'171'0,"-169"0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07:36.228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0,'2567'0,"-2535"0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07:47.132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0,'7811'0,"-7713"0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44:40.047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0,'1962'0,"-1938"0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45:09.783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0,'1730'0,"-1708"0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45:35.329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0,'1309'0,"-1292"0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45:46.283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0,'592'0,"-584"0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45:54.947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0,'592'0,"-584"0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47:51.375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0,'592'0,"-584"0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48:02.173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0,'3661'0,"-3615"0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58:39.99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58:53.24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0,'2171'0,"-2144"0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59:03.546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0,'9695'0,"-9574"0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8:06:00.68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0,'2172'0,"-2145"0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8:06:12.43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0,'1974'0,"-1950"0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8:06:28.725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0,'1974'0,"-1949"0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8:06:53.771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0,'12515'0,"-12357"0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8:07:08.219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0,'3626'0,"-3580"0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21649-C3DE-4E3D-8615-C4EFE0F14F53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EF5A4-207B-4D14-A966-A9991C2C398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2161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036B6-DE75-6C62-3AC0-526512557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714A825-A64C-612D-8029-FD2F2A447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BCB6C3-7106-803D-22B0-8127D5E5E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4E8BD2-BD5F-E74F-8FE3-DE93FE88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4E263-156E-E7B4-95BB-3588A41F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897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006410-7700-AC1B-E615-18BAEB2C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DC0E54-B7A3-2114-D0F0-2AFB10D80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00D159-86E6-7585-B5D0-3F18EF5B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F3AB38-1298-BFDB-91F4-74ABB01C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10B311-311E-2E63-BB4B-A210ED2A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23640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9FD562-1293-7E1E-D6DE-56B97ACC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41D6BA-3BC4-6D8A-6042-835262FD2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F87542-8729-7819-7ADB-A49C23F1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EA4D65-FEC3-6BEA-2429-A9DAA1210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1687BB-1733-7780-84B4-6D87EDAE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7461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D41E63-19F7-6504-E4D8-75EF4D84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C684AA-1B97-2BF0-FD5E-18D56C63C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335546-48E9-5E7B-1241-4F17EE862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40E461-0F10-2E57-40E5-5920B7D6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37137D-51F0-7843-5D8D-2761BAE6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598672-5716-FEFF-4861-CD4B46D5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0198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972B0B-7BB6-D641-C465-D92DB1AE1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49EB65-6C18-83A2-2116-8F71E63AC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182A7A-8D99-682B-1C84-9E26BDA0E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40BD873-4A5A-0EE2-70D1-3B75F17D3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F7F62F5-EE4D-ACC1-A77A-DE3252C87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9C0C95E-3E55-CF1A-975F-C1326D41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83777E8-7854-F613-CAB1-A2A8A33A8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362DE6-5035-F0C7-2CA6-5DDC9CA6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5471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86E5F4-E573-055C-0267-E9F5CAAB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68CCAB4-C3F7-4480-32B5-6AD6DD0D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73BB12-9904-5C07-DFEB-17581864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B6DADA-0A82-EE13-8934-99FCF6479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73849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6790FD6-C4F7-FD61-FCCC-F633670E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375C74C-24D5-FE8B-1D20-1359687B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536DF6-11B6-AC61-A043-8E005B78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8192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4EF5AC-1A15-A777-8680-20A72F8A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DFD53D-88DD-D5A4-AD31-173DAAA05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46AE3FC-6114-37DA-7086-175484F99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5908CE-87EC-1C78-AD54-114F196E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24FEA4-89EE-B209-4383-BB68ADB9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BA464A-2630-B443-F9C2-74F9CDEF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294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B4D67-E98F-E2DB-FF2D-93D9460A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F7352DB-F463-3DD3-F645-1840A5749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FEF3B7-2EC7-3D70-58DB-3185923F5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5044D7-A664-4DF3-FE9B-5C2724E2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EA0FFC-4804-77CB-085E-7395B57BB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FC64AE-6C36-AAB3-D66C-334FD9AA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031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787D9B-1BC5-578D-0770-B429E0E1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8480C3-2D0D-FCE6-AF20-F8760B394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708CF8-7CAD-3912-6B96-D97BC4F7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C254F1-F9DD-25C2-A2EA-BC49B7E91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D46747-5BD8-0A11-0AAA-881EED37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8971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55EC53B-1EF1-2DAD-DC9B-58B6216F3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16EC12-D0D8-DEBE-9FB0-EDEB03459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78B9B8-0653-A451-2F87-D4D7717B8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426ABB-54FD-E659-CA84-23FFB587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121201-978E-FA27-7210-AE5FC080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500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2AC42D8-C3CF-C4ED-830F-4C125E024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BCA0A4-C73B-EFCC-5A74-C37ADDFA6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D85841-FFD4-34A7-63B5-AAB952AC8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30545C-20D7-8322-8634-E0D42A43C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1247EC-D1BF-E987-AACD-632B5517D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9779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8.png"/><Relationship Id="rId2" Type="http://schemas.openxmlformats.org/officeDocument/2006/relationships/image" Target="../media/image235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png"/><Relationship Id="rId7" Type="http://schemas.openxmlformats.org/officeDocument/2006/relationships/image" Target="../media/image23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2365.png"/><Relationship Id="rId5" Type="http://schemas.openxmlformats.org/officeDocument/2006/relationships/image" Target="../media/image2361.png"/><Relationship Id="rId10" Type="http://schemas.openxmlformats.org/officeDocument/2006/relationships/image" Target="../media/image2364.png"/><Relationship Id="rId4" Type="http://schemas.openxmlformats.org/officeDocument/2006/relationships/customXml" Target="../ink/ink1.xml"/><Relationship Id="rId9" Type="http://schemas.openxmlformats.org/officeDocument/2006/relationships/image" Target="../media/image236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2371.png"/><Relationship Id="rId18" Type="http://schemas.openxmlformats.org/officeDocument/2006/relationships/image" Target="../media/image5.png"/><Relationship Id="rId26" Type="http://schemas.openxmlformats.org/officeDocument/2006/relationships/image" Target="../media/image2382.png"/><Relationship Id="rId3" Type="http://schemas.openxmlformats.org/officeDocument/2006/relationships/image" Target="../media/image4.png"/><Relationship Id="rId21" Type="http://schemas.openxmlformats.org/officeDocument/2006/relationships/image" Target="../media/image2377.png"/><Relationship Id="rId7" Type="http://schemas.openxmlformats.org/officeDocument/2006/relationships/image" Target="../media/image2369.png"/><Relationship Id="rId12" Type="http://schemas.openxmlformats.org/officeDocument/2006/relationships/customXml" Target="../ink/ink8.xml"/><Relationship Id="rId17" Type="http://schemas.openxmlformats.org/officeDocument/2006/relationships/image" Target="../media/image2373.png"/><Relationship Id="rId25" Type="http://schemas.openxmlformats.org/officeDocument/2006/relationships/image" Target="../media/image2381.png"/><Relationship Id="rId2" Type="http://schemas.openxmlformats.org/officeDocument/2006/relationships/image" Target="../media/image3.png"/><Relationship Id="rId16" Type="http://schemas.openxmlformats.org/officeDocument/2006/relationships/customXml" Target="../ink/ink10.xml"/><Relationship Id="rId20" Type="http://schemas.openxmlformats.org/officeDocument/2006/relationships/image" Target="../media/image237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2370.png"/><Relationship Id="rId24" Type="http://schemas.openxmlformats.org/officeDocument/2006/relationships/image" Target="../media/image2380.png"/><Relationship Id="rId5" Type="http://schemas.openxmlformats.org/officeDocument/2006/relationships/image" Target="../media/image2368.png"/><Relationship Id="rId15" Type="http://schemas.openxmlformats.org/officeDocument/2006/relationships/image" Target="../media/image2372.png"/><Relationship Id="rId23" Type="http://schemas.openxmlformats.org/officeDocument/2006/relationships/image" Target="../media/image2379.png"/><Relationship Id="rId10" Type="http://schemas.openxmlformats.org/officeDocument/2006/relationships/customXml" Target="../ink/ink7.xml"/><Relationship Id="rId19" Type="http://schemas.openxmlformats.org/officeDocument/2006/relationships/image" Target="../media/image2375.png"/><Relationship Id="rId4" Type="http://schemas.openxmlformats.org/officeDocument/2006/relationships/customXml" Target="../ink/ink4.xml"/><Relationship Id="rId9" Type="http://schemas.openxmlformats.org/officeDocument/2006/relationships/image" Target="../media/image2341.png"/><Relationship Id="rId14" Type="http://schemas.openxmlformats.org/officeDocument/2006/relationships/customXml" Target="../ink/ink9.xml"/><Relationship Id="rId22" Type="http://schemas.openxmlformats.org/officeDocument/2006/relationships/image" Target="../media/image2378.png"/><Relationship Id="rId27" Type="http://schemas.openxmlformats.org/officeDocument/2006/relationships/image" Target="../media/image238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7.png"/><Relationship Id="rId13" Type="http://schemas.openxmlformats.org/officeDocument/2006/relationships/image" Target="../media/image2391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image" Target="../media/image2390.png"/><Relationship Id="rId17" Type="http://schemas.openxmlformats.org/officeDocument/2006/relationships/image" Target="../media/image2395.png"/><Relationship Id="rId2" Type="http://schemas.openxmlformats.org/officeDocument/2006/relationships/image" Target="../media/image6.png"/><Relationship Id="rId16" Type="http://schemas.openxmlformats.org/officeDocument/2006/relationships/image" Target="../media/image23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86.png"/><Relationship Id="rId11" Type="http://schemas.openxmlformats.org/officeDocument/2006/relationships/image" Target="../media/image7.png"/><Relationship Id="rId5" Type="http://schemas.openxmlformats.org/officeDocument/2006/relationships/customXml" Target="../ink/ink12.xml"/><Relationship Id="rId15" Type="http://schemas.openxmlformats.org/officeDocument/2006/relationships/image" Target="../media/image2393.png"/><Relationship Id="rId10" Type="http://schemas.openxmlformats.org/officeDocument/2006/relationships/image" Target="../media/image2388.png"/><Relationship Id="rId4" Type="http://schemas.openxmlformats.org/officeDocument/2006/relationships/image" Target="../media/image2385.png"/><Relationship Id="rId9" Type="http://schemas.openxmlformats.org/officeDocument/2006/relationships/customXml" Target="../ink/ink14.xml"/><Relationship Id="rId14" Type="http://schemas.openxmlformats.org/officeDocument/2006/relationships/image" Target="../media/image239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9.png"/><Relationship Id="rId13" Type="http://schemas.openxmlformats.org/officeDocument/2006/relationships/image" Target="../media/image2402.png"/><Relationship Id="rId18" Type="http://schemas.openxmlformats.org/officeDocument/2006/relationships/image" Target="../media/image2407.png"/><Relationship Id="rId26" Type="http://schemas.openxmlformats.org/officeDocument/2006/relationships/image" Target="../media/image2415.png"/><Relationship Id="rId3" Type="http://schemas.openxmlformats.org/officeDocument/2006/relationships/image" Target="../media/image9.png"/><Relationship Id="rId21" Type="http://schemas.openxmlformats.org/officeDocument/2006/relationships/image" Target="../media/image2410.png"/><Relationship Id="rId7" Type="http://schemas.openxmlformats.org/officeDocument/2006/relationships/customXml" Target="../ink/ink16.xml"/><Relationship Id="rId12" Type="http://schemas.openxmlformats.org/officeDocument/2006/relationships/image" Target="../media/image2401.png"/><Relationship Id="rId17" Type="http://schemas.openxmlformats.org/officeDocument/2006/relationships/image" Target="../media/image2406.png"/><Relationship Id="rId25" Type="http://schemas.openxmlformats.org/officeDocument/2006/relationships/image" Target="../media/image2414.png"/><Relationship Id="rId2" Type="http://schemas.openxmlformats.org/officeDocument/2006/relationships/image" Target="../media/image8.png"/><Relationship Id="rId16" Type="http://schemas.openxmlformats.org/officeDocument/2006/relationships/image" Target="../media/image2405.png"/><Relationship Id="rId20" Type="http://schemas.openxmlformats.org/officeDocument/2006/relationships/image" Target="../media/image2409.png"/><Relationship Id="rId29" Type="http://schemas.openxmlformats.org/officeDocument/2006/relationships/image" Target="../media/image24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98.png"/><Relationship Id="rId11" Type="http://schemas.openxmlformats.org/officeDocument/2006/relationships/customXml" Target="../ink/ink18.xml"/><Relationship Id="rId24" Type="http://schemas.openxmlformats.org/officeDocument/2006/relationships/image" Target="../media/image2413.png"/><Relationship Id="rId5" Type="http://schemas.openxmlformats.org/officeDocument/2006/relationships/customXml" Target="../ink/ink15.xml"/><Relationship Id="rId15" Type="http://schemas.openxmlformats.org/officeDocument/2006/relationships/image" Target="../media/image2404.png"/><Relationship Id="rId23" Type="http://schemas.openxmlformats.org/officeDocument/2006/relationships/image" Target="../media/image2412.png"/><Relationship Id="rId28" Type="http://schemas.openxmlformats.org/officeDocument/2006/relationships/image" Target="../media/image2417.png"/><Relationship Id="rId10" Type="http://schemas.openxmlformats.org/officeDocument/2006/relationships/image" Target="../media/image2400.png"/><Relationship Id="rId19" Type="http://schemas.openxmlformats.org/officeDocument/2006/relationships/image" Target="../media/image2408.png"/><Relationship Id="rId4" Type="http://schemas.microsoft.com/office/2007/relationships/hdphoto" Target="../media/hdphoto1.wdp"/><Relationship Id="rId9" Type="http://schemas.openxmlformats.org/officeDocument/2006/relationships/customXml" Target="../ink/ink17.xml"/><Relationship Id="rId14" Type="http://schemas.openxmlformats.org/officeDocument/2006/relationships/image" Target="../media/image2403.png"/><Relationship Id="rId22" Type="http://schemas.openxmlformats.org/officeDocument/2006/relationships/image" Target="../media/image2411.png"/><Relationship Id="rId27" Type="http://schemas.openxmlformats.org/officeDocument/2006/relationships/image" Target="../media/image24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5.png"/><Relationship Id="rId13" Type="http://schemas.openxmlformats.org/officeDocument/2006/relationships/image" Target="../media/image2429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12" Type="http://schemas.openxmlformats.org/officeDocument/2006/relationships/image" Target="../media/image24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24.png"/><Relationship Id="rId11" Type="http://schemas.openxmlformats.org/officeDocument/2006/relationships/image" Target="../media/image2427.png"/><Relationship Id="rId5" Type="http://schemas.openxmlformats.org/officeDocument/2006/relationships/customXml" Target="../ink/ink20.xml"/><Relationship Id="rId10" Type="http://schemas.openxmlformats.org/officeDocument/2006/relationships/image" Target="../media/image2426.png"/><Relationship Id="rId4" Type="http://schemas.openxmlformats.org/officeDocument/2006/relationships/image" Target="../media/image2423.png"/><Relationship Id="rId9" Type="http://schemas.openxmlformats.org/officeDocument/2006/relationships/customXml" Target="../ink/ink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8.xml"/><Relationship Id="rId18" Type="http://schemas.openxmlformats.org/officeDocument/2006/relationships/customXml" Target="../ink/ink33.xml"/><Relationship Id="rId26" Type="http://schemas.openxmlformats.org/officeDocument/2006/relationships/customXml" Target="../ink/ink40.xml"/><Relationship Id="rId3" Type="http://schemas.openxmlformats.org/officeDocument/2006/relationships/customXml" Target="../ink/ink23.xml"/><Relationship Id="rId21" Type="http://schemas.openxmlformats.org/officeDocument/2006/relationships/customXml" Target="../ink/ink35.xml"/><Relationship Id="rId34" Type="http://schemas.openxmlformats.org/officeDocument/2006/relationships/image" Target="../media/image2441.png"/><Relationship Id="rId7" Type="http://schemas.openxmlformats.org/officeDocument/2006/relationships/customXml" Target="../ink/ink25.xml"/><Relationship Id="rId12" Type="http://schemas.openxmlformats.org/officeDocument/2006/relationships/image" Target="../media/image2436.png"/><Relationship Id="rId17" Type="http://schemas.openxmlformats.org/officeDocument/2006/relationships/customXml" Target="../ink/ink32.xml"/><Relationship Id="rId25" Type="http://schemas.openxmlformats.org/officeDocument/2006/relationships/customXml" Target="../ink/ink39.xml"/><Relationship Id="rId33" Type="http://schemas.openxmlformats.org/officeDocument/2006/relationships/image" Target="../media/image2440.png"/><Relationship Id="rId2" Type="http://schemas.openxmlformats.org/officeDocument/2006/relationships/image" Target="../media/image12.png"/><Relationship Id="rId16" Type="http://schemas.openxmlformats.org/officeDocument/2006/relationships/customXml" Target="../ink/ink31.xml"/><Relationship Id="rId20" Type="http://schemas.openxmlformats.org/officeDocument/2006/relationships/customXml" Target="../ink/ink34.xml"/><Relationship Id="rId29" Type="http://schemas.openxmlformats.org/officeDocument/2006/relationships/customXml" Target="../ink/ink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33.png"/><Relationship Id="rId11" Type="http://schemas.openxmlformats.org/officeDocument/2006/relationships/customXml" Target="../ink/ink27.xml"/><Relationship Id="rId24" Type="http://schemas.openxmlformats.org/officeDocument/2006/relationships/customXml" Target="../ink/ink38.xml"/><Relationship Id="rId32" Type="http://schemas.openxmlformats.org/officeDocument/2006/relationships/image" Target="../media/image2439.png"/><Relationship Id="rId5" Type="http://schemas.openxmlformats.org/officeDocument/2006/relationships/customXml" Target="../ink/ink24.xml"/><Relationship Id="rId15" Type="http://schemas.openxmlformats.org/officeDocument/2006/relationships/customXml" Target="../ink/ink30.xml"/><Relationship Id="rId23" Type="http://schemas.openxmlformats.org/officeDocument/2006/relationships/customXml" Target="../ink/ink37.xml"/><Relationship Id="rId28" Type="http://schemas.openxmlformats.org/officeDocument/2006/relationships/customXml" Target="../ink/ink42.xml"/><Relationship Id="rId10" Type="http://schemas.openxmlformats.org/officeDocument/2006/relationships/image" Target="../media/image2435.png"/><Relationship Id="rId19" Type="http://schemas.openxmlformats.org/officeDocument/2006/relationships/image" Target="../media/image2437.png"/><Relationship Id="rId31" Type="http://schemas.openxmlformats.org/officeDocument/2006/relationships/image" Target="../media/image2438.png"/><Relationship Id="rId4" Type="http://schemas.openxmlformats.org/officeDocument/2006/relationships/image" Target="../media/image2432.png"/><Relationship Id="rId9" Type="http://schemas.openxmlformats.org/officeDocument/2006/relationships/customXml" Target="../ink/ink26.xml"/><Relationship Id="rId14" Type="http://schemas.openxmlformats.org/officeDocument/2006/relationships/customXml" Target="../ink/ink29.xml"/><Relationship Id="rId22" Type="http://schemas.openxmlformats.org/officeDocument/2006/relationships/customXml" Target="../ink/ink36.xml"/><Relationship Id="rId27" Type="http://schemas.openxmlformats.org/officeDocument/2006/relationships/customXml" Target="../ink/ink41.xml"/><Relationship Id="rId30" Type="http://schemas.openxmlformats.org/officeDocument/2006/relationships/customXml" Target="../ink/ink44.xml"/><Relationship Id="rId8" Type="http://schemas.openxmlformats.org/officeDocument/2006/relationships/image" Target="../media/image24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5.png"/><Relationship Id="rId13" Type="http://schemas.openxmlformats.org/officeDocument/2006/relationships/image" Target="../media/image2448.png"/><Relationship Id="rId3" Type="http://schemas.openxmlformats.org/officeDocument/2006/relationships/customXml" Target="../ink/ink45.xml"/><Relationship Id="rId7" Type="http://schemas.openxmlformats.org/officeDocument/2006/relationships/customXml" Target="../ink/ink47.xml"/><Relationship Id="rId12" Type="http://schemas.openxmlformats.org/officeDocument/2006/relationships/image" Target="../media/image244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44.png"/><Relationship Id="rId11" Type="http://schemas.openxmlformats.org/officeDocument/2006/relationships/customXml" Target="../ink/ink49.xml"/><Relationship Id="rId5" Type="http://schemas.openxmlformats.org/officeDocument/2006/relationships/customXml" Target="../ink/ink46.xml"/><Relationship Id="rId10" Type="http://schemas.openxmlformats.org/officeDocument/2006/relationships/image" Target="../media/image2446.png"/><Relationship Id="rId4" Type="http://schemas.openxmlformats.org/officeDocument/2006/relationships/image" Target="../media/image2443.png"/><Relationship Id="rId9" Type="http://schemas.openxmlformats.org/officeDocument/2006/relationships/customXml" Target="../ink/ink48.xml"/><Relationship Id="rId14" Type="http://schemas.openxmlformats.org/officeDocument/2006/relationships/image" Target="../media/image24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3.png"/><Relationship Id="rId13" Type="http://schemas.openxmlformats.org/officeDocument/2006/relationships/customXml" Target="../ink/ink55.xml"/><Relationship Id="rId3" Type="http://schemas.openxmlformats.org/officeDocument/2006/relationships/customXml" Target="../ink/ink50.xml"/><Relationship Id="rId7" Type="http://schemas.openxmlformats.org/officeDocument/2006/relationships/customXml" Target="../ink/ink52.xml"/><Relationship Id="rId12" Type="http://schemas.openxmlformats.org/officeDocument/2006/relationships/image" Target="../media/image24460.png"/><Relationship Id="rId2" Type="http://schemas.openxmlformats.org/officeDocument/2006/relationships/image" Target="../media/image14.png"/><Relationship Id="rId16" Type="http://schemas.openxmlformats.org/officeDocument/2006/relationships/image" Target="../media/image24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2.png"/><Relationship Id="rId11" Type="http://schemas.openxmlformats.org/officeDocument/2006/relationships/customXml" Target="../ink/ink54.xml"/><Relationship Id="rId5" Type="http://schemas.openxmlformats.org/officeDocument/2006/relationships/customXml" Target="../ink/ink51.xml"/><Relationship Id="rId15" Type="http://schemas.openxmlformats.org/officeDocument/2006/relationships/image" Target="../media/image2456.png"/><Relationship Id="rId10" Type="http://schemas.openxmlformats.org/officeDocument/2006/relationships/image" Target="../media/image2454.png"/><Relationship Id="rId4" Type="http://schemas.openxmlformats.org/officeDocument/2006/relationships/image" Target="../media/image2451.png"/><Relationship Id="rId9" Type="http://schemas.openxmlformats.org/officeDocument/2006/relationships/customXml" Target="../ink/ink53.xml"/><Relationship Id="rId14" Type="http://schemas.openxmlformats.org/officeDocument/2006/relationships/image" Target="../media/image245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3.png"/><Relationship Id="rId13" Type="http://schemas.openxmlformats.org/officeDocument/2006/relationships/image" Target="../media/image2468.png"/><Relationship Id="rId18" Type="http://schemas.openxmlformats.org/officeDocument/2006/relationships/image" Target="../media/image2473.png"/><Relationship Id="rId3" Type="http://schemas.openxmlformats.org/officeDocument/2006/relationships/image" Target="../media/image2459.png"/><Relationship Id="rId7" Type="http://schemas.openxmlformats.org/officeDocument/2006/relationships/image" Target="../media/image2462.png"/><Relationship Id="rId12" Type="http://schemas.openxmlformats.org/officeDocument/2006/relationships/image" Target="../media/image2467.png"/><Relationship Id="rId17" Type="http://schemas.openxmlformats.org/officeDocument/2006/relationships/image" Target="../media/image2472.png"/><Relationship Id="rId2" Type="http://schemas.openxmlformats.org/officeDocument/2006/relationships/image" Target="../media/image2458.png"/><Relationship Id="rId16" Type="http://schemas.openxmlformats.org/officeDocument/2006/relationships/image" Target="../media/image24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61.png"/><Relationship Id="rId11" Type="http://schemas.openxmlformats.org/officeDocument/2006/relationships/image" Target="../media/image2466.png"/><Relationship Id="rId5" Type="http://schemas.microsoft.com/office/2007/relationships/hdphoto" Target="../media/hdphoto2.wdp"/><Relationship Id="rId15" Type="http://schemas.openxmlformats.org/officeDocument/2006/relationships/image" Target="../media/image2470.png"/><Relationship Id="rId10" Type="http://schemas.openxmlformats.org/officeDocument/2006/relationships/image" Target="../media/image2465.png"/><Relationship Id="rId4" Type="http://schemas.openxmlformats.org/officeDocument/2006/relationships/image" Target="../media/image15.png"/><Relationship Id="rId9" Type="http://schemas.openxmlformats.org/officeDocument/2006/relationships/image" Target="../media/image2464.png"/><Relationship Id="rId14" Type="http://schemas.openxmlformats.org/officeDocument/2006/relationships/image" Target="../media/image246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7.png"/><Relationship Id="rId13" Type="http://schemas.openxmlformats.org/officeDocument/2006/relationships/customXml" Target="../ink/ink61.xml"/><Relationship Id="rId18" Type="http://schemas.openxmlformats.org/officeDocument/2006/relationships/image" Target="../media/image2483.png"/><Relationship Id="rId3" Type="http://schemas.openxmlformats.org/officeDocument/2006/relationships/customXml" Target="../ink/ink56.xml"/><Relationship Id="rId21" Type="http://schemas.openxmlformats.org/officeDocument/2006/relationships/image" Target="../media/image2486.png"/><Relationship Id="rId7" Type="http://schemas.openxmlformats.org/officeDocument/2006/relationships/customXml" Target="../ink/ink58.xml"/><Relationship Id="rId12" Type="http://schemas.openxmlformats.org/officeDocument/2006/relationships/image" Target="../media/image2479.png"/><Relationship Id="rId17" Type="http://schemas.openxmlformats.org/officeDocument/2006/relationships/image" Target="../media/image2482.png"/><Relationship Id="rId2" Type="http://schemas.openxmlformats.org/officeDocument/2006/relationships/image" Target="../media/image16.png"/><Relationship Id="rId16" Type="http://schemas.openxmlformats.org/officeDocument/2006/relationships/image" Target="../media/image2481.png"/><Relationship Id="rId20" Type="http://schemas.openxmlformats.org/officeDocument/2006/relationships/image" Target="../media/image24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76.png"/><Relationship Id="rId11" Type="http://schemas.openxmlformats.org/officeDocument/2006/relationships/customXml" Target="../ink/ink60.xml"/><Relationship Id="rId5" Type="http://schemas.openxmlformats.org/officeDocument/2006/relationships/customXml" Target="../ink/ink57.xml"/><Relationship Id="rId15" Type="http://schemas.openxmlformats.org/officeDocument/2006/relationships/customXml" Target="../ink/ink62.xml"/><Relationship Id="rId23" Type="http://schemas.openxmlformats.org/officeDocument/2006/relationships/image" Target="../media/image2488.png"/><Relationship Id="rId10" Type="http://schemas.openxmlformats.org/officeDocument/2006/relationships/image" Target="../media/image2478.png"/><Relationship Id="rId19" Type="http://schemas.openxmlformats.org/officeDocument/2006/relationships/image" Target="../media/image2484.png"/><Relationship Id="rId4" Type="http://schemas.openxmlformats.org/officeDocument/2006/relationships/image" Target="../media/image2475.png"/><Relationship Id="rId9" Type="http://schemas.openxmlformats.org/officeDocument/2006/relationships/customXml" Target="../ink/ink59.xml"/><Relationship Id="rId14" Type="http://schemas.openxmlformats.org/officeDocument/2006/relationships/image" Target="../media/image2480.png"/><Relationship Id="rId22" Type="http://schemas.openxmlformats.org/officeDocument/2006/relationships/image" Target="../media/image2487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98.png"/><Relationship Id="rId18" Type="http://schemas.openxmlformats.org/officeDocument/2006/relationships/image" Target="../media/image2503.png"/><Relationship Id="rId26" Type="http://schemas.openxmlformats.org/officeDocument/2006/relationships/image" Target="../media/image2511.png"/><Relationship Id="rId3" Type="http://schemas.openxmlformats.org/officeDocument/2006/relationships/image" Target="../media/image2490.png"/><Relationship Id="rId21" Type="http://schemas.openxmlformats.org/officeDocument/2006/relationships/image" Target="../media/image2506.png"/><Relationship Id="rId7" Type="http://schemas.openxmlformats.org/officeDocument/2006/relationships/image" Target="../media/image2492.png"/><Relationship Id="rId12" Type="http://schemas.openxmlformats.org/officeDocument/2006/relationships/image" Target="../media/image2497.png"/><Relationship Id="rId17" Type="http://schemas.openxmlformats.org/officeDocument/2006/relationships/image" Target="../media/image2502.png"/><Relationship Id="rId25" Type="http://schemas.openxmlformats.org/officeDocument/2006/relationships/image" Target="../media/image2510.png"/><Relationship Id="rId33" Type="http://schemas.openxmlformats.org/officeDocument/2006/relationships/image" Target="../media/image2518.png"/><Relationship Id="rId2" Type="http://schemas.openxmlformats.org/officeDocument/2006/relationships/image" Target="../media/image2489.png"/><Relationship Id="rId16" Type="http://schemas.openxmlformats.org/officeDocument/2006/relationships/image" Target="../media/image2501.png"/><Relationship Id="rId20" Type="http://schemas.openxmlformats.org/officeDocument/2006/relationships/image" Target="../media/image2505.png"/><Relationship Id="rId29" Type="http://schemas.openxmlformats.org/officeDocument/2006/relationships/image" Target="../media/image251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2496.png"/><Relationship Id="rId24" Type="http://schemas.openxmlformats.org/officeDocument/2006/relationships/image" Target="../media/image2509.png"/><Relationship Id="rId32" Type="http://schemas.openxmlformats.org/officeDocument/2006/relationships/image" Target="../media/image2517.png"/><Relationship Id="rId5" Type="http://schemas.openxmlformats.org/officeDocument/2006/relationships/image" Target="../media/image15.png"/><Relationship Id="rId15" Type="http://schemas.openxmlformats.org/officeDocument/2006/relationships/image" Target="../media/image2500.png"/><Relationship Id="rId23" Type="http://schemas.openxmlformats.org/officeDocument/2006/relationships/image" Target="../media/image2508.png"/><Relationship Id="rId28" Type="http://schemas.openxmlformats.org/officeDocument/2006/relationships/image" Target="../media/image2513.png"/><Relationship Id="rId10" Type="http://schemas.openxmlformats.org/officeDocument/2006/relationships/image" Target="../media/image2495.png"/><Relationship Id="rId19" Type="http://schemas.openxmlformats.org/officeDocument/2006/relationships/image" Target="../media/image2504.png"/><Relationship Id="rId31" Type="http://schemas.openxmlformats.org/officeDocument/2006/relationships/image" Target="../media/image2516.png"/><Relationship Id="rId4" Type="http://schemas.openxmlformats.org/officeDocument/2006/relationships/image" Target="../media/image2491.png"/><Relationship Id="rId9" Type="http://schemas.openxmlformats.org/officeDocument/2006/relationships/image" Target="../media/image2494.png"/><Relationship Id="rId14" Type="http://schemas.openxmlformats.org/officeDocument/2006/relationships/image" Target="../media/image2499.png"/><Relationship Id="rId22" Type="http://schemas.openxmlformats.org/officeDocument/2006/relationships/image" Target="../media/image2507.png"/><Relationship Id="rId27" Type="http://schemas.openxmlformats.org/officeDocument/2006/relationships/image" Target="../media/image2512.png"/><Relationship Id="rId30" Type="http://schemas.openxmlformats.org/officeDocument/2006/relationships/image" Target="../media/image2515.png"/><Relationship Id="rId8" Type="http://schemas.openxmlformats.org/officeDocument/2006/relationships/image" Target="../media/image249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2.png"/><Relationship Id="rId13" Type="http://schemas.openxmlformats.org/officeDocument/2006/relationships/image" Target="../media/image2527.png"/><Relationship Id="rId18" Type="http://schemas.openxmlformats.org/officeDocument/2006/relationships/image" Target="../media/image2532.png"/><Relationship Id="rId3" Type="http://schemas.openxmlformats.org/officeDocument/2006/relationships/customXml" Target="../ink/ink63.xml"/><Relationship Id="rId21" Type="http://schemas.openxmlformats.org/officeDocument/2006/relationships/image" Target="../media/image2535.png"/><Relationship Id="rId7" Type="http://schemas.openxmlformats.org/officeDocument/2006/relationships/customXml" Target="../ink/ink65.xml"/><Relationship Id="rId12" Type="http://schemas.openxmlformats.org/officeDocument/2006/relationships/image" Target="../media/image2526.png"/><Relationship Id="rId17" Type="http://schemas.openxmlformats.org/officeDocument/2006/relationships/image" Target="../media/image2531.png"/><Relationship Id="rId2" Type="http://schemas.openxmlformats.org/officeDocument/2006/relationships/image" Target="../media/image17.png"/><Relationship Id="rId16" Type="http://schemas.openxmlformats.org/officeDocument/2006/relationships/image" Target="../media/image2530.png"/><Relationship Id="rId20" Type="http://schemas.openxmlformats.org/officeDocument/2006/relationships/image" Target="../media/image25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21.png"/><Relationship Id="rId11" Type="http://schemas.openxmlformats.org/officeDocument/2006/relationships/image" Target="../media/image2525.png"/><Relationship Id="rId5" Type="http://schemas.openxmlformats.org/officeDocument/2006/relationships/customXml" Target="../ink/ink64.xml"/><Relationship Id="rId15" Type="http://schemas.openxmlformats.org/officeDocument/2006/relationships/image" Target="../media/image2529.png"/><Relationship Id="rId10" Type="http://schemas.openxmlformats.org/officeDocument/2006/relationships/image" Target="../media/image2524.png"/><Relationship Id="rId19" Type="http://schemas.openxmlformats.org/officeDocument/2006/relationships/image" Target="../media/image2533.png"/><Relationship Id="rId4" Type="http://schemas.openxmlformats.org/officeDocument/2006/relationships/image" Target="../media/image2520.png"/><Relationship Id="rId9" Type="http://schemas.openxmlformats.org/officeDocument/2006/relationships/image" Target="../media/image2523.png"/><Relationship Id="rId14" Type="http://schemas.openxmlformats.org/officeDocument/2006/relationships/image" Target="../media/image2528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0.xml"/><Relationship Id="rId18" Type="http://schemas.openxmlformats.org/officeDocument/2006/relationships/image" Target="../media/image2547.png"/><Relationship Id="rId26" Type="http://schemas.openxmlformats.org/officeDocument/2006/relationships/image" Target="../media/image2555.png"/><Relationship Id="rId39" Type="http://schemas.openxmlformats.org/officeDocument/2006/relationships/image" Target="../media/image24.png"/><Relationship Id="rId21" Type="http://schemas.openxmlformats.org/officeDocument/2006/relationships/image" Target="../media/image2550.png"/><Relationship Id="rId34" Type="http://schemas.openxmlformats.org/officeDocument/2006/relationships/image" Target="../media/image2563.png"/><Relationship Id="rId42" Type="http://schemas.openxmlformats.org/officeDocument/2006/relationships/image" Target="../media/image2571.png"/><Relationship Id="rId7" Type="http://schemas.openxmlformats.org/officeDocument/2006/relationships/customXml" Target="../ink/ink67.xml"/><Relationship Id="rId2" Type="http://schemas.openxmlformats.org/officeDocument/2006/relationships/image" Target="../media/image18.png"/><Relationship Id="rId16" Type="http://schemas.openxmlformats.org/officeDocument/2006/relationships/image" Target="../media/image2545.png"/><Relationship Id="rId20" Type="http://schemas.openxmlformats.org/officeDocument/2006/relationships/image" Target="../media/image2549.png"/><Relationship Id="rId29" Type="http://schemas.openxmlformats.org/officeDocument/2006/relationships/image" Target="../media/image2558.png"/><Relationship Id="rId41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39.png"/><Relationship Id="rId11" Type="http://schemas.openxmlformats.org/officeDocument/2006/relationships/customXml" Target="../ink/ink69.xml"/><Relationship Id="rId24" Type="http://schemas.openxmlformats.org/officeDocument/2006/relationships/image" Target="../media/image2553.png"/><Relationship Id="rId32" Type="http://schemas.openxmlformats.org/officeDocument/2006/relationships/image" Target="../media/image2561.png"/><Relationship Id="rId37" Type="http://schemas.openxmlformats.org/officeDocument/2006/relationships/image" Target="../media/image22.png"/><Relationship Id="rId40" Type="http://schemas.openxmlformats.org/officeDocument/2006/relationships/image" Target="../media/image25.png"/><Relationship Id="rId5" Type="http://schemas.openxmlformats.org/officeDocument/2006/relationships/customXml" Target="../ink/ink66.xml"/><Relationship Id="rId15" Type="http://schemas.openxmlformats.org/officeDocument/2006/relationships/image" Target="../media/image2544.png"/><Relationship Id="rId23" Type="http://schemas.openxmlformats.org/officeDocument/2006/relationships/image" Target="../media/image2552.png"/><Relationship Id="rId28" Type="http://schemas.openxmlformats.org/officeDocument/2006/relationships/image" Target="../media/image2557.png"/><Relationship Id="rId36" Type="http://schemas.openxmlformats.org/officeDocument/2006/relationships/image" Target="../media/image21.png"/><Relationship Id="rId10" Type="http://schemas.openxmlformats.org/officeDocument/2006/relationships/image" Target="../media/image2541.png"/><Relationship Id="rId19" Type="http://schemas.openxmlformats.org/officeDocument/2006/relationships/image" Target="../media/image2548.png"/><Relationship Id="rId31" Type="http://schemas.openxmlformats.org/officeDocument/2006/relationships/image" Target="../media/image2560.png"/><Relationship Id="rId4" Type="http://schemas.openxmlformats.org/officeDocument/2006/relationships/image" Target="../media/image20.png"/><Relationship Id="rId9" Type="http://schemas.openxmlformats.org/officeDocument/2006/relationships/customXml" Target="../ink/ink68.xml"/><Relationship Id="rId14" Type="http://schemas.openxmlformats.org/officeDocument/2006/relationships/image" Target="../media/image2543.png"/><Relationship Id="rId22" Type="http://schemas.openxmlformats.org/officeDocument/2006/relationships/image" Target="../media/image2551.png"/><Relationship Id="rId27" Type="http://schemas.openxmlformats.org/officeDocument/2006/relationships/image" Target="../media/image2556.png"/><Relationship Id="rId30" Type="http://schemas.openxmlformats.org/officeDocument/2006/relationships/image" Target="../media/image2559.png"/><Relationship Id="rId35" Type="http://schemas.openxmlformats.org/officeDocument/2006/relationships/image" Target="../media/image2564.png"/><Relationship Id="rId43" Type="http://schemas.openxmlformats.org/officeDocument/2006/relationships/image" Target="../media/image27.png"/><Relationship Id="rId8" Type="http://schemas.openxmlformats.org/officeDocument/2006/relationships/image" Target="../media/image2540.png"/><Relationship Id="rId3" Type="http://schemas.openxmlformats.org/officeDocument/2006/relationships/image" Target="../media/image19.png"/><Relationship Id="rId12" Type="http://schemas.openxmlformats.org/officeDocument/2006/relationships/image" Target="../media/image2542.png"/><Relationship Id="rId17" Type="http://schemas.openxmlformats.org/officeDocument/2006/relationships/image" Target="../media/image2546.png"/><Relationship Id="rId25" Type="http://schemas.openxmlformats.org/officeDocument/2006/relationships/image" Target="../media/image2554.png"/><Relationship Id="rId33" Type="http://schemas.openxmlformats.org/officeDocument/2006/relationships/image" Target="../media/image2562.png"/><Relationship Id="rId3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DC4A9474-C0CA-47D2-396A-F1DA5D005ADD}"/>
              </a:ext>
            </a:extLst>
          </p:cNvPr>
          <p:cNvSpPr txBox="1"/>
          <p:nvPr/>
        </p:nvSpPr>
        <p:spPr>
          <a:xfrm>
            <a:off x="-168696" y="110553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Probability </a:t>
            </a:r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1</a:t>
            </a:r>
            <a:endParaRPr lang="zh-TW" altLang="en-US" sz="28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0877C4A-0D02-BC71-52BE-4C5C08D4AB7A}"/>
              </a:ext>
            </a:extLst>
          </p:cNvPr>
          <p:cNvSpPr txBox="1"/>
          <p:nvPr/>
        </p:nvSpPr>
        <p:spPr>
          <a:xfrm>
            <a:off x="1703512" y="1628800"/>
            <a:ext cx="1788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Probability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F4D01EC-27C7-1C42-0655-556CF99DC773}"/>
                  </a:ext>
                </a:extLst>
              </p:cNvPr>
              <p:cNvSpPr txBox="1"/>
              <p:nvPr/>
            </p:nvSpPr>
            <p:spPr>
              <a:xfrm>
                <a:off x="3343931" y="16288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F4D01EC-27C7-1C42-0655-556CF99DC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931" y="1628800"/>
                <a:ext cx="295688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4A169E58-DFF7-E3BE-3278-93A7C377599A}"/>
              </a:ext>
            </a:extLst>
          </p:cNvPr>
          <p:cNvSpPr txBox="1"/>
          <p:nvPr/>
        </p:nvSpPr>
        <p:spPr>
          <a:xfrm>
            <a:off x="3684100" y="1437067"/>
            <a:ext cx="4524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Number of favourable outcome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74928771-BFA7-F8BF-B274-263CEB021E9E}"/>
              </a:ext>
            </a:extLst>
          </p:cNvPr>
          <p:cNvCxnSpPr>
            <a:cxnSpLocks/>
          </p:cNvCxnSpPr>
          <p:nvPr/>
        </p:nvCxnSpPr>
        <p:spPr>
          <a:xfrm>
            <a:off x="3719736" y="1832771"/>
            <a:ext cx="4446581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407A2E6A-741A-C399-AF82-3DE52034C73B}"/>
              </a:ext>
            </a:extLst>
          </p:cNvPr>
          <p:cNvSpPr txBox="1"/>
          <p:nvPr/>
        </p:nvSpPr>
        <p:spPr>
          <a:xfrm>
            <a:off x="3639619" y="1877025"/>
            <a:ext cx="482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Total number of possible outcome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DFEBD15-F165-4D12-3A97-C94D0FA68077}"/>
              </a:ext>
            </a:extLst>
          </p:cNvPr>
          <p:cNvSpPr txBox="1"/>
          <p:nvPr/>
        </p:nvSpPr>
        <p:spPr>
          <a:xfrm>
            <a:off x="200008" y="2507435"/>
            <a:ext cx="148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Example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37D93E0-2327-7D54-19BA-3F677AC50A0F}"/>
              </a:ext>
            </a:extLst>
          </p:cNvPr>
          <p:cNvSpPr txBox="1"/>
          <p:nvPr/>
        </p:nvSpPr>
        <p:spPr>
          <a:xfrm>
            <a:off x="407368" y="3300979"/>
            <a:ext cx="5976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Probability of getting tail by tossing a coin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375ABE4C-E8F6-8CCC-1C22-197325B6965C}"/>
                  </a:ext>
                </a:extLst>
              </p:cNvPr>
              <p:cNvSpPr txBox="1"/>
              <p:nvPr/>
            </p:nvSpPr>
            <p:spPr>
              <a:xfrm>
                <a:off x="386436" y="46144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375ABE4C-E8F6-8CCC-1C22-197325B69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36" y="4614462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445A11CA-B749-85A6-6EFD-2C209559DA15}"/>
              </a:ext>
            </a:extLst>
          </p:cNvPr>
          <p:cNvGrpSpPr/>
          <p:nvPr/>
        </p:nvGrpSpPr>
        <p:grpSpPr>
          <a:xfrm>
            <a:off x="810351" y="4451651"/>
            <a:ext cx="364383" cy="777549"/>
            <a:chOff x="2896107" y="4671588"/>
            <a:chExt cx="364383" cy="777549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1295DF1A-6AE4-6B7A-AA7D-25B46162264E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998A3753-62DB-C2DA-0CF0-96D7CBAD3308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1F9BAF73-E6CC-5A53-8EBD-611EE6D328E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20029BA-8BD0-380A-CFBF-95309640B78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0EE15B63-B517-B887-60E0-8DF194FC1DFD}"/>
              </a:ext>
            </a:extLst>
          </p:cNvPr>
          <p:cNvCxnSpPr>
            <a:cxnSpLocks/>
          </p:cNvCxnSpPr>
          <p:nvPr/>
        </p:nvCxnSpPr>
        <p:spPr>
          <a:xfrm flipV="1">
            <a:off x="1181327" y="4293096"/>
            <a:ext cx="522185" cy="31910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D49D6B4-9664-9430-6836-F04896D5FF7D}"/>
              </a:ext>
            </a:extLst>
          </p:cNvPr>
          <p:cNvSpPr txBox="1"/>
          <p:nvPr/>
        </p:nvSpPr>
        <p:spPr>
          <a:xfrm>
            <a:off x="1695929" y="4057748"/>
            <a:ext cx="2455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Getting tail only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BABEE864-D5E9-CC7E-D80C-4548E0D2673B}"/>
              </a:ext>
            </a:extLst>
          </p:cNvPr>
          <p:cNvCxnSpPr>
            <a:cxnSpLocks/>
          </p:cNvCxnSpPr>
          <p:nvPr/>
        </p:nvCxnSpPr>
        <p:spPr>
          <a:xfrm>
            <a:off x="1194661" y="4996580"/>
            <a:ext cx="493366" cy="3046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D0D3907-D954-C5E8-F600-796549E82A38}"/>
              </a:ext>
            </a:extLst>
          </p:cNvPr>
          <p:cNvSpPr txBox="1"/>
          <p:nvPr/>
        </p:nvSpPr>
        <p:spPr>
          <a:xfrm>
            <a:off x="1678125" y="5101153"/>
            <a:ext cx="2952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Getting tail or head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80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9" grpId="0"/>
      <p:bldP spid="10" grpId="0"/>
      <p:bldP spid="11" grpId="0"/>
      <p:bldP spid="12" grpId="0"/>
      <p:bldP spid="20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ADBE5CD3-E55D-5DA0-AF75-29540BFE7FA0}"/>
              </a:ext>
            </a:extLst>
          </p:cNvPr>
          <p:cNvGrpSpPr/>
          <p:nvPr/>
        </p:nvGrpSpPr>
        <p:grpSpPr>
          <a:xfrm>
            <a:off x="119336" y="116632"/>
            <a:ext cx="9409524" cy="1152128"/>
            <a:chOff x="119336" y="116632"/>
            <a:chExt cx="9409524" cy="1152128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04FDDA72-5E18-C83D-CFAA-3CF946A99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336" y="116632"/>
              <a:ext cx="9409524" cy="1047619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6814DFC1-3C55-872B-0526-9FF744DF2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31704" y="404664"/>
              <a:ext cx="4571429" cy="864096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A17206F3-EC0D-B962-590A-0DC13DE1D5E6}"/>
                  </a:ext>
                </a:extLst>
              </p14:cNvPr>
              <p14:cNvContentPartPr/>
              <p14:nvPr/>
            </p14:nvContentPartPr>
            <p14:xfrm>
              <a:off x="7401866" y="267654"/>
              <a:ext cx="1070397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A17206F3-EC0D-B962-590A-0DC13DE1D5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47860" y="-13448046"/>
                <a:ext cx="117804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85046635-D40A-6639-AE72-309D40BE6036}"/>
                  </a:ext>
                </a:extLst>
              </p14:cNvPr>
              <p14:cNvContentPartPr/>
              <p14:nvPr/>
            </p14:nvContentPartPr>
            <p14:xfrm>
              <a:off x="1059977" y="640441"/>
              <a:ext cx="499519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85046635-D40A-6639-AE72-309D40BE60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5994" y="-13075259"/>
                <a:ext cx="60712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C92D4FB3-2CAB-DA14-0242-5112B92F775F}"/>
                  </a:ext>
                </a:extLst>
              </p14:cNvPr>
              <p14:cNvContentPartPr/>
              <p14:nvPr/>
            </p14:nvContentPartPr>
            <p14:xfrm>
              <a:off x="1059977" y="980728"/>
              <a:ext cx="571527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C92D4FB3-2CAB-DA14-0242-5112B92F775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5991" y="-12734972"/>
                <a:ext cx="679138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DCE5428E-B35B-6C72-6098-0FC5F64B5BC2}"/>
              </a:ext>
            </a:extLst>
          </p:cNvPr>
          <p:cNvSpPr txBox="1"/>
          <p:nvPr/>
        </p:nvSpPr>
        <p:spPr>
          <a:xfrm>
            <a:off x="0" y="1924364"/>
            <a:ext cx="6928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(a)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A498776-CA57-AC2F-F091-7444DFAB6B70}"/>
              </a:ext>
            </a:extLst>
          </p:cNvPr>
          <p:cNvSpPr txBox="1"/>
          <p:nvPr/>
        </p:nvSpPr>
        <p:spPr>
          <a:xfrm>
            <a:off x="731842" y="1910527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P(getting a T)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F261EAAE-CF7C-A68B-CDD5-0D462D78F023}"/>
                  </a:ext>
                </a:extLst>
              </p:cNvPr>
              <p:cNvSpPr txBox="1"/>
              <p:nvPr/>
            </p:nvSpPr>
            <p:spPr>
              <a:xfrm>
                <a:off x="2711254" y="19012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F261EAAE-CF7C-A68B-CDD5-0D462D78F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254" y="1901280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5918D3A1-065E-4623-721C-5C4B3FF7FDAA}"/>
              </a:ext>
            </a:extLst>
          </p:cNvPr>
          <p:cNvSpPr txBox="1"/>
          <p:nvPr/>
        </p:nvSpPr>
        <p:spPr>
          <a:xfrm>
            <a:off x="3172739" y="1744410"/>
            <a:ext cx="362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B9DFEB1-81BD-CA4B-8A77-BB44A6A66D2E}"/>
              </a:ext>
            </a:extLst>
          </p:cNvPr>
          <p:cNvCxnSpPr>
            <a:cxnSpLocks/>
          </p:cNvCxnSpPr>
          <p:nvPr/>
        </p:nvCxnSpPr>
        <p:spPr>
          <a:xfrm>
            <a:off x="3088342" y="2101424"/>
            <a:ext cx="55938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78FEF9C-0447-2509-A968-971CF25D84A5}"/>
              </a:ext>
            </a:extLst>
          </p:cNvPr>
          <p:cNvSpPr txBox="1"/>
          <p:nvPr/>
        </p:nvSpPr>
        <p:spPr>
          <a:xfrm>
            <a:off x="3105512" y="2126900"/>
            <a:ext cx="587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11</a:t>
            </a: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1E901875-3A96-F4F0-7D26-3CE0D596FA55}"/>
              </a:ext>
            </a:extLst>
          </p:cNvPr>
          <p:cNvCxnSpPr>
            <a:cxnSpLocks/>
          </p:cNvCxnSpPr>
          <p:nvPr/>
        </p:nvCxnSpPr>
        <p:spPr>
          <a:xfrm flipV="1">
            <a:off x="3558069" y="1504108"/>
            <a:ext cx="522185" cy="31910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DD108FF-44EB-2F97-D33D-AA72D176C93D}"/>
              </a:ext>
            </a:extLst>
          </p:cNvPr>
          <p:cNvSpPr txBox="1"/>
          <p:nvPr/>
        </p:nvSpPr>
        <p:spPr>
          <a:xfrm>
            <a:off x="4072671" y="1268760"/>
            <a:ext cx="3607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‘T’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in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MA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T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HEMA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T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ICS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C1D3E31-0040-7002-A53B-396404E8682F}"/>
              </a:ext>
            </a:extLst>
          </p:cNvPr>
          <p:cNvCxnSpPr>
            <a:cxnSpLocks/>
          </p:cNvCxnSpPr>
          <p:nvPr/>
        </p:nvCxnSpPr>
        <p:spPr>
          <a:xfrm>
            <a:off x="3645609" y="2326955"/>
            <a:ext cx="506175" cy="38196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436F083-1EFA-B180-26A7-D458D25DB289}"/>
              </a:ext>
            </a:extLst>
          </p:cNvPr>
          <p:cNvSpPr txBox="1"/>
          <p:nvPr/>
        </p:nvSpPr>
        <p:spPr>
          <a:xfrm>
            <a:off x="4114358" y="2527010"/>
            <a:ext cx="42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11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letter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in MATHEMATICS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C0C66BB-DBED-C11F-E4D7-CD19FB0E2ABA}"/>
              </a:ext>
            </a:extLst>
          </p:cNvPr>
          <p:cNvSpPr txBox="1"/>
          <p:nvPr/>
        </p:nvSpPr>
        <p:spPr>
          <a:xfrm>
            <a:off x="0" y="4293096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87C20D2-FAAA-5BB0-557E-8C6B34821FCA}"/>
              </a:ext>
            </a:extLst>
          </p:cNvPr>
          <p:cNvSpPr txBox="1"/>
          <p:nvPr/>
        </p:nvSpPr>
        <p:spPr>
          <a:xfrm>
            <a:off x="657552" y="4294336"/>
            <a:ext cx="2349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P(getting an R)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B1E1F54B-CB49-045A-E8B3-A07360442F2E}"/>
                  </a:ext>
                </a:extLst>
              </p:cNvPr>
              <p:cNvSpPr txBox="1"/>
              <p:nvPr/>
            </p:nvSpPr>
            <p:spPr>
              <a:xfrm>
                <a:off x="2820074" y="42809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B1E1F54B-CB49-045A-E8B3-A07360442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074" y="4280905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CF96BEC7-735C-1BCF-8844-D767B3490DF0}"/>
              </a:ext>
            </a:extLst>
          </p:cNvPr>
          <p:cNvSpPr txBox="1"/>
          <p:nvPr/>
        </p:nvSpPr>
        <p:spPr>
          <a:xfrm>
            <a:off x="3282172" y="4118498"/>
            <a:ext cx="362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0</a:t>
            </a:r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36CBD8BC-AC66-1F80-D9F7-68B3F0AE0D80}"/>
              </a:ext>
            </a:extLst>
          </p:cNvPr>
          <p:cNvCxnSpPr>
            <a:cxnSpLocks/>
          </p:cNvCxnSpPr>
          <p:nvPr/>
        </p:nvCxnSpPr>
        <p:spPr>
          <a:xfrm>
            <a:off x="3197775" y="4475512"/>
            <a:ext cx="55938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80C8874-4077-CF46-047D-F46C951C25C9}"/>
              </a:ext>
            </a:extLst>
          </p:cNvPr>
          <p:cNvSpPr txBox="1"/>
          <p:nvPr/>
        </p:nvSpPr>
        <p:spPr>
          <a:xfrm>
            <a:off x="3214945" y="4500988"/>
            <a:ext cx="587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11</a:t>
            </a: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254A04EC-808B-5BD9-9060-6EE723118603}"/>
              </a:ext>
            </a:extLst>
          </p:cNvPr>
          <p:cNvCxnSpPr>
            <a:cxnSpLocks/>
          </p:cNvCxnSpPr>
          <p:nvPr/>
        </p:nvCxnSpPr>
        <p:spPr>
          <a:xfrm flipV="1">
            <a:off x="3667502" y="3878196"/>
            <a:ext cx="522185" cy="31910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1277B52-088F-E28E-AA80-1DED3F4A6B32}"/>
              </a:ext>
            </a:extLst>
          </p:cNvPr>
          <p:cNvSpPr txBox="1"/>
          <p:nvPr/>
        </p:nvSpPr>
        <p:spPr>
          <a:xfrm>
            <a:off x="4182104" y="3642848"/>
            <a:ext cx="3607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0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‘R’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in MATHEMATICS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D297D69C-862A-788F-288C-6A59F0815DD7}"/>
              </a:ext>
            </a:extLst>
          </p:cNvPr>
          <p:cNvCxnSpPr>
            <a:cxnSpLocks/>
          </p:cNvCxnSpPr>
          <p:nvPr/>
        </p:nvCxnSpPr>
        <p:spPr>
          <a:xfrm>
            <a:off x="3755042" y="4701043"/>
            <a:ext cx="506175" cy="38196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76B319FA-90A0-6225-637B-FD0DC188C127}"/>
              </a:ext>
            </a:extLst>
          </p:cNvPr>
          <p:cNvSpPr txBox="1"/>
          <p:nvPr/>
        </p:nvSpPr>
        <p:spPr>
          <a:xfrm>
            <a:off x="4223791" y="4901098"/>
            <a:ext cx="42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11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letter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in MATHEMATICS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92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5" grpId="0"/>
      <p:bldP spid="18" grpId="0"/>
      <p:bldP spid="22" grpId="0"/>
      <p:bldP spid="23" grpId="0"/>
      <p:bldP spid="24" grpId="0"/>
      <p:bldP spid="25" grpId="0"/>
      <p:bldP spid="26" grpId="0"/>
      <p:bldP spid="28" grpId="0"/>
      <p:bldP spid="30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E181D828-2B18-9F87-AF82-5EB62AA0F4D6}"/>
              </a:ext>
            </a:extLst>
          </p:cNvPr>
          <p:cNvGrpSpPr/>
          <p:nvPr/>
        </p:nvGrpSpPr>
        <p:grpSpPr>
          <a:xfrm>
            <a:off x="119336" y="60395"/>
            <a:ext cx="9687273" cy="1640413"/>
            <a:chOff x="119336" y="60395"/>
            <a:chExt cx="9687273" cy="1640413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E54A5BC5-4F5F-5915-0327-2C8754657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336" y="60395"/>
              <a:ext cx="9228571" cy="1352381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1C8D9F95-ED49-8D06-8745-E1D6870BA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3752" y="404664"/>
              <a:ext cx="5942857" cy="1296144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5567FC20-4A33-0704-5381-934919EAACF6}"/>
                  </a:ext>
                </a:extLst>
              </p14:cNvPr>
              <p14:cNvContentPartPr/>
              <p14:nvPr/>
            </p14:nvContentPartPr>
            <p14:xfrm>
              <a:off x="4620000" y="209670"/>
              <a:ext cx="1476000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5567FC20-4A33-0704-5381-934919EAAC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65974" y="-13506030"/>
                <a:ext cx="158369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43E79599-832E-52BD-B92B-9E5897F26246}"/>
                  </a:ext>
                </a:extLst>
              </p14:cNvPr>
              <p14:cNvContentPartPr/>
              <p14:nvPr/>
            </p14:nvContentPartPr>
            <p14:xfrm>
              <a:off x="7117960" y="212128"/>
              <a:ext cx="1138279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43E79599-832E-52BD-B92B-9E5897F2624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63945" y="-13503572"/>
                <a:ext cx="124594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A16E3904-BE77-BC52-3CE4-9E6709030BBD}"/>
                  </a:ext>
                </a:extLst>
              </p14:cNvPr>
              <p14:cNvContentPartPr/>
              <p14:nvPr/>
            </p14:nvContentPartPr>
            <p14:xfrm>
              <a:off x="1055441" y="574969"/>
              <a:ext cx="576064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A16E3904-BE77-BC52-3CE4-9E6709030BB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1435" y="-13140731"/>
                <a:ext cx="68371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AD72E547-66E8-E3FF-6CA0-257AD0EA0EE8}"/>
                  </a:ext>
                </a:extLst>
              </p14:cNvPr>
              <p14:cNvContentPartPr/>
              <p14:nvPr/>
            </p14:nvContentPartPr>
            <p14:xfrm>
              <a:off x="2279576" y="574968"/>
              <a:ext cx="288034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AD72E547-66E8-E3FF-6CA0-257AD0EA0EE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25637" y="-13140732"/>
                <a:ext cx="39555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A50D8212-3C29-4F29-4ECC-E1A3335D571E}"/>
                  </a:ext>
                </a:extLst>
              </p14:cNvPr>
              <p14:cNvContentPartPr/>
              <p14:nvPr/>
            </p14:nvContentPartPr>
            <p14:xfrm>
              <a:off x="1055441" y="919237"/>
              <a:ext cx="1512169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A50D8212-3C29-4F29-4ECC-E1A3335D57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1422" y="-12796463"/>
                <a:ext cx="161984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603D53AC-1CBA-C2A5-AAB5-DCDF7FFD47A7}"/>
                  </a:ext>
                </a:extLst>
              </p14:cNvPr>
              <p14:cNvContentPartPr/>
              <p14:nvPr/>
            </p14:nvContentPartPr>
            <p14:xfrm>
              <a:off x="1055440" y="1263505"/>
              <a:ext cx="936104" cy="45719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603D53AC-1CBA-C2A5-AAB5-DCDF7FFD47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01413" y="-12452195"/>
                <a:ext cx="104379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748F04D2-619C-522E-0304-25AC74C56D1D}"/>
                  </a:ext>
                </a:extLst>
              </p14:cNvPr>
              <p14:cNvContentPartPr/>
              <p14:nvPr/>
            </p14:nvContentPartPr>
            <p14:xfrm>
              <a:off x="2545110" y="1268581"/>
              <a:ext cx="166514" cy="45719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748F04D2-619C-522E-0304-25AC74C56D1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91164" y="-12447119"/>
                <a:ext cx="274047" cy="274314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4" descr="playing cards pngçåçæå°çµæ">
            <a:extLst>
              <a:ext uri="{FF2B5EF4-FFF2-40B4-BE49-F238E27FC236}">
                <a16:creationId xmlns:a16="http://schemas.microsoft.com/office/drawing/2014/main" id="{FACD85AD-75E2-CC08-974B-4B249C1A28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7"/>
          <a:stretch/>
        </p:blipFill>
        <p:spPr bwMode="auto">
          <a:xfrm>
            <a:off x="4223791" y="1092584"/>
            <a:ext cx="7664204" cy="2948706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5177F25A-8704-9713-EFD3-35C400DFA767}"/>
              </a:ext>
            </a:extLst>
          </p:cNvPr>
          <p:cNvSpPr/>
          <p:nvPr/>
        </p:nvSpPr>
        <p:spPr bwMode="auto">
          <a:xfrm>
            <a:off x="4223791" y="1042826"/>
            <a:ext cx="595085" cy="3029266"/>
          </a:xfrm>
          <a:prstGeom prst="rect">
            <a:avLst/>
          </a:prstGeom>
          <a:noFill/>
          <a:ln w="28575" cap="flat" cmpd="sng" algn="ctr">
            <a:solidFill>
              <a:srgbClr val="FF7C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BCFFB8-5B04-9189-8572-21842B1D980B}"/>
              </a:ext>
            </a:extLst>
          </p:cNvPr>
          <p:cNvSpPr/>
          <p:nvPr/>
        </p:nvSpPr>
        <p:spPr bwMode="auto">
          <a:xfrm>
            <a:off x="8349849" y="1052736"/>
            <a:ext cx="595085" cy="3029266"/>
          </a:xfrm>
          <a:prstGeom prst="rect">
            <a:avLst/>
          </a:prstGeom>
          <a:noFill/>
          <a:ln w="28575" cap="flat" cmpd="sng" algn="ctr">
            <a:solidFill>
              <a:srgbClr val="66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10D903-A0E7-81E3-36C6-F673DA757F87}"/>
              </a:ext>
            </a:extLst>
          </p:cNvPr>
          <p:cNvSpPr>
            <a:spLocks/>
          </p:cNvSpPr>
          <p:nvPr/>
        </p:nvSpPr>
        <p:spPr bwMode="auto">
          <a:xfrm rot="10800000">
            <a:off x="10128448" y="1069462"/>
            <a:ext cx="1792915" cy="1514633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91E5BA-815A-39D6-B3F3-1BB4B8C7454D}"/>
              </a:ext>
            </a:extLst>
          </p:cNvPr>
          <p:cNvSpPr/>
          <p:nvPr/>
        </p:nvSpPr>
        <p:spPr bwMode="auto">
          <a:xfrm rot="16200000">
            <a:off x="7645937" y="-204939"/>
            <a:ext cx="797881" cy="7776000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A00F70-4944-3BF8-9D05-FCBFF4CFC162}"/>
              </a:ext>
            </a:extLst>
          </p:cNvPr>
          <p:cNvSpPr/>
          <p:nvPr/>
        </p:nvSpPr>
        <p:spPr bwMode="auto">
          <a:xfrm>
            <a:off x="11314880" y="1069462"/>
            <a:ext cx="595085" cy="3029266"/>
          </a:xfrm>
          <a:prstGeom prst="rect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83094C9-F99A-34BB-9D33-ACC05540D8CA}"/>
              </a:ext>
            </a:extLst>
          </p:cNvPr>
          <p:cNvSpPr txBox="1"/>
          <p:nvPr/>
        </p:nvSpPr>
        <p:spPr>
          <a:xfrm>
            <a:off x="0" y="1796678"/>
            <a:ext cx="6928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(a)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3196B1D-C01B-AC2F-F631-40B82BB3ACC5}"/>
              </a:ext>
            </a:extLst>
          </p:cNvPr>
          <p:cNvSpPr txBox="1"/>
          <p:nvPr/>
        </p:nvSpPr>
        <p:spPr>
          <a:xfrm>
            <a:off x="697574" y="1777501"/>
            <a:ext cx="2702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an ace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or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an ‘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8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’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58B33F11-CBFD-F881-ED8A-EB9B33394601}"/>
                  </a:ext>
                </a:extLst>
              </p:cNvPr>
              <p:cNvSpPr txBox="1"/>
              <p:nvPr/>
            </p:nvSpPr>
            <p:spPr>
              <a:xfrm>
                <a:off x="496946" y="243616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58B33F11-CBFD-F881-ED8A-EB9B33394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46" y="2436161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31F7EE90-DB21-591F-0B4B-CB2F644D66C1}"/>
              </a:ext>
            </a:extLst>
          </p:cNvPr>
          <p:cNvSpPr txBox="1"/>
          <p:nvPr/>
        </p:nvSpPr>
        <p:spPr>
          <a:xfrm>
            <a:off x="790141" y="2266268"/>
            <a:ext cx="362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08603D8-4E1B-12E1-0414-07922125C70C}"/>
                  </a:ext>
                </a:extLst>
              </p:cNvPr>
              <p:cNvSpPr txBox="1"/>
              <p:nvPr/>
            </p:nvSpPr>
            <p:spPr>
              <a:xfrm>
                <a:off x="1047784" y="22476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08603D8-4E1B-12E1-0414-07922125C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84" y="2247653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EE478BA4-5F13-93D4-74F3-76B110A1C286}"/>
              </a:ext>
            </a:extLst>
          </p:cNvPr>
          <p:cNvSpPr txBox="1"/>
          <p:nvPr/>
        </p:nvSpPr>
        <p:spPr>
          <a:xfrm>
            <a:off x="1269083" y="2266268"/>
            <a:ext cx="362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4</a:t>
            </a: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64B66424-86CC-0399-000F-5FCCA0D698FC}"/>
              </a:ext>
            </a:extLst>
          </p:cNvPr>
          <p:cNvCxnSpPr>
            <a:cxnSpLocks/>
          </p:cNvCxnSpPr>
          <p:nvPr/>
        </p:nvCxnSpPr>
        <p:spPr>
          <a:xfrm>
            <a:off x="839416" y="2636216"/>
            <a:ext cx="758636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F198651-DF8C-8EEC-20E1-0B090840CCB2}"/>
              </a:ext>
            </a:extLst>
          </p:cNvPr>
          <p:cNvSpPr txBox="1"/>
          <p:nvPr/>
        </p:nvSpPr>
        <p:spPr>
          <a:xfrm>
            <a:off x="953711" y="2624670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09337D6-29D4-7DEE-B67C-7B106972D082}"/>
                  </a:ext>
                </a:extLst>
              </p:cNvPr>
              <p:cNvSpPr txBox="1"/>
              <p:nvPr/>
            </p:nvSpPr>
            <p:spPr>
              <a:xfrm>
                <a:off x="496946" y="30840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09337D6-29D4-7DEE-B67C-7B106972D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46" y="3084065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A4F623D0-5BF8-FBEA-CE17-DE3595223574}"/>
              </a:ext>
            </a:extLst>
          </p:cNvPr>
          <p:cNvGrpSpPr/>
          <p:nvPr/>
        </p:nvGrpSpPr>
        <p:grpSpPr>
          <a:xfrm>
            <a:off x="790141" y="2914068"/>
            <a:ext cx="530915" cy="786538"/>
            <a:chOff x="2809544" y="4671588"/>
            <a:chExt cx="530915" cy="786538"/>
          </a:xfrm>
        </p:grpSpPr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6367EE4F-1B4C-8BDB-20E3-2E43503B91CA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2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6C6697BB-DB9A-6096-0B5A-2BCBD54929C3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23672"/>
              <a:chOff x="2809544" y="5034454"/>
              <a:chExt cx="530915" cy="423672"/>
            </a:xfrm>
          </p:grpSpPr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976B6074-10DC-E0AD-FC02-14F99A39670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9F10E1C1-7983-8426-BCD3-E33965277C23}"/>
                  </a:ext>
                </a:extLst>
              </p:cNvPr>
              <p:cNvSpPr txBox="1"/>
              <p:nvPr/>
            </p:nvSpPr>
            <p:spPr>
              <a:xfrm>
                <a:off x="2809544" y="5058016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20F07D7-3294-6D72-0800-C51718341E72}"/>
              </a:ext>
            </a:extLst>
          </p:cNvPr>
          <p:cNvSpPr txBox="1"/>
          <p:nvPr/>
        </p:nvSpPr>
        <p:spPr>
          <a:xfrm>
            <a:off x="12095" y="3821675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C9061B8-DA3D-0FF8-0F4B-9D1E00CCCA74}"/>
              </a:ext>
            </a:extLst>
          </p:cNvPr>
          <p:cNvSpPr txBox="1"/>
          <p:nvPr/>
        </p:nvSpPr>
        <p:spPr>
          <a:xfrm>
            <a:off x="673754" y="3796051"/>
            <a:ext cx="2789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a black face card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0E3A9FA6-22DF-3298-D5A5-7FE33F107ECD}"/>
                  </a:ext>
                </a:extLst>
              </p:cNvPr>
              <p:cNvSpPr txBox="1"/>
              <p:nvPr/>
            </p:nvSpPr>
            <p:spPr>
              <a:xfrm>
                <a:off x="496946" y="42859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0E3A9FA6-22DF-3298-D5A5-7FE33F107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46" y="4285900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1056D101-7F4B-B83C-8B84-10987BAE0DF7}"/>
              </a:ext>
            </a:extLst>
          </p:cNvPr>
          <p:cNvSpPr txBox="1"/>
          <p:nvPr/>
        </p:nvSpPr>
        <p:spPr>
          <a:xfrm>
            <a:off x="874408" y="4140354"/>
            <a:ext cx="362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6</a:t>
            </a:r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E7937B86-C079-E930-39E7-1496D638815E}"/>
              </a:ext>
            </a:extLst>
          </p:cNvPr>
          <p:cNvCxnSpPr>
            <a:cxnSpLocks/>
          </p:cNvCxnSpPr>
          <p:nvPr/>
        </p:nvCxnSpPr>
        <p:spPr>
          <a:xfrm>
            <a:off x="846557" y="4476265"/>
            <a:ext cx="407169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EA7D07E4-7B59-5CA1-E874-3E1BA3098596}"/>
              </a:ext>
            </a:extLst>
          </p:cNvPr>
          <p:cNvSpPr txBox="1"/>
          <p:nvPr/>
        </p:nvSpPr>
        <p:spPr>
          <a:xfrm>
            <a:off x="779641" y="4508119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4AE7F416-D757-9863-C291-5C9657950526}"/>
                  </a:ext>
                </a:extLst>
              </p:cNvPr>
              <p:cNvSpPr txBox="1"/>
              <p:nvPr/>
            </p:nvSpPr>
            <p:spPr>
              <a:xfrm>
                <a:off x="490392" y="49551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4AE7F416-D757-9863-C291-5C9657950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92" y="4955137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群組 45">
            <a:extLst>
              <a:ext uri="{FF2B5EF4-FFF2-40B4-BE49-F238E27FC236}">
                <a16:creationId xmlns:a16="http://schemas.microsoft.com/office/drawing/2014/main" id="{35568508-0EB5-2CBF-649C-DDB1A42EE132}"/>
              </a:ext>
            </a:extLst>
          </p:cNvPr>
          <p:cNvGrpSpPr/>
          <p:nvPr/>
        </p:nvGrpSpPr>
        <p:grpSpPr>
          <a:xfrm>
            <a:off x="738168" y="4802702"/>
            <a:ext cx="530915" cy="786538"/>
            <a:chOff x="2809544" y="4671588"/>
            <a:chExt cx="530915" cy="786538"/>
          </a:xfrm>
        </p:grpSpPr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E40DBC8F-CC60-F05D-F541-CFC83ADE975E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4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9F8456E1-7977-E1D4-66F2-E8AE838A128C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23672"/>
              <a:chOff x="2809544" y="5034454"/>
              <a:chExt cx="530915" cy="423672"/>
            </a:xfrm>
          </p:grpSpPr>
          <p:cxnSp>
            <p:nvCxnSpPr>
              <p:cNvPr id="49" name="直線接點 48">
                <a:extLst>
                  <a:ext uri="{FF2B5EF4-FFF2-40B4-BE49-F238E27FC236}">
                    <a16:creationId xmlns:a16="http://schemas.microsoft.com/office/drawing/2014/main" id="{83B3CE01-F5EE-E3C3-8E78-E4CB322314C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5964776C-BCFF-19C6-7588-8A9413CAF7DF}"/>
                  </a:ext>
                </a:extLst>
              </p:cNvPr>
              <p:cNvSpPr txBox="1"/>
              <p:nvPr/>
            </p:nvSpPr>
            <p:spPr>
              <a:xfrm>
                <a:off x="2809544" y="5058016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B97B5919-E800-B5AF-2357-9AAF38050630}"/>
              </a:ext>
            </a:extLst>
          </p:cNvPr>
          <p:cNvSpPr txBox="1"/>
          <p:nvPr/>
        </p:nvSpPr>
        <p:spPr>
          <a:xfrm>
            <a:off x="0" y="5578467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c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56B23ADC-AAEB-1ACF-0DB9-269BE4CD5F89}"/>
              </a:ext>
            </a:extLst>
          </p:cNvPr>
          <p:cNvSpPr txBox="1"/>
          <p:nvPr/>
        </p:nvSpPr>
        <p:spPr>
          <a:xfrm>
            <a:off x="834518" y="5982498"/>
            <a:ext cx="530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FD4C586E-197A-FC3D-B7AD-8DFDB790AE3E}"/>
                  </a:ext>
                </a:extLst>
              </p:cNvPr>
              <p:cNvSpPr txBox="1"/>
              <p:nvPr/>
            </p:nvSpPr>
            <p:spPr>
              <a:xfrm>
                <a:off x="1238783" y="59599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FD4C586E-197A-FC3D-B7AD-8DFDB790A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783" y="5959962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53">
            <a:extLst>
              <a:ext uri="{FF2B5EF4-FFF2-40B4-BE49-F238E27FC236}">
                <a16:creationId xmlns:a16="http://schemas.microsoft.com/office/drawing/2014/main" id="{F23F1A88-C7AB-CCDD-E7D9-485D9F954C28}"/>
              </a:ext>
            </a:extLst>
          </p:cNvPr>
          <p:cNvSpPr txBox="1"/>
          <p:nvPr/>
        </p:nvSpPr>
        <p:spPr>
          <a:xfrm>
            <a:off x="1460082" y="5978577"/>
            <a:ext cx="362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95DA6F6D-A672-A724-7D13-483C75E8BBAF}"/>
                  </a:ext>
                </a:extLst>
              </p:cNvPr>
              <p:cNvSpPr txBox="1"/>
              <p:nvPr/>
            </p:nvSpPr>
            <p:spPr>
              <a:xfrm>
                <a:off x="1695855" y="59599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95DA6F6D-A672-A724-7D13-483C75E8B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5855" y="5959962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字方塊 55">
            <a:extLst>
              <a:ext uri="{FF2B5EF4-FFF2-40B4-BE49-F238E27FC236}">
                <a16:creationId xmlns:a16="http://schemas.microsoft.com/office/drawing/2014/main" id="{9109E494-3F28-EAF4-05A6-FB3054BC8FB9}"/>
              </a:ext>
            </a:extLst>
          </p:cNvPr>
          <p:cNvSpPr txBox="1"/>
          <p:nvPr/>
        </p:nvSpPr>
        <p:spPr>
          <a:xfrm>
            <a:off x="1917154" y="5978577"/>
            <a:ext cx="362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4269E9E3-08FD-58A1-043E-C538BCC0F827}"/>
              </a:ext>
            </a:extLst>
          </p:cNvPr>
          <p:cNvSpPr txBox="1"/>
          <p:nvPr/>
        </p:nvSpPr>
        <p:spPr>
          <a:xfrm>
            <a:off x="556956" y="5565919"/>
            <a:ext cx="3090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a diamond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or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a ‘K’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13337E6-7210-35BB-5C7F-AFDE040C4598}"/>
                  </a:ext>
                </a:extLst>
              </p:cNvPr>
              <p:cNvSpPr txBox="1"/>
              <p:nvPr/>
            </p:nvSpPr>
            <p:spPr>
              <a:xfrm>
                <a:off x="498234" y="61507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13337E6-7210-35BB-5C7F-AFDE040C4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34" y="6150769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A74E2033-2EA2-AA2E-0708-9D1998B14E7D}"/>
              </a:ext>
            </a:extLst>
          </p:cNvPr>
          <p:cNvCxnSpPr>
            <a:cxnSpLocks/>
          </p:cNvCxnSpPr>
          <p:nvPr/>
        </p:nvCxnSpPr>
        <p:spPr>
          <a:xfrm flipV="1">
            <a:off x="881698" y="6350824"/>
            <a:ext cx="1350952" cy="3922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F2310005-56B5-57D4-FD10-93029B19BE80}"/>
              </a:ext>
            </a:extLst>
          </p:cNvPr>
          <p:cNvSpPr txBox="1"/>
          <p:nvPr/>
        </p:nvSpPr>
        <p:spPr>
          <a:xfrm>
            <a:off x="1299735" y="6340241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E695BD93-5DF1-E6CF-E170-FF1A5FBCFA24}"/>
                  </a:ext>
                </a:extLst>
              </p:cNvPr>
              <p:cNvSpPr txBox="1"/>
              <p:nvPr/>
            </p:nvSpPr>
            <p:spPr>
              <a:xfrm>
                <a:off x="2335985" y="61401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E695BD93-5DF1-E6CF-E170-FF1A5FBCF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985" y="6140186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群組 64">
            <a:extLst>
              <a:ext uri="{FF2B5EF4-FFF2-40B4-BE49-F238E27FC236}">
                <a16:creationId xmlns:a16="http://schemas.microsoft.com/office/drawing/2014/main" id="{92890A91-225C-5791-C4E0-0744BA641AF9}"/>
              </a:ext>
            </a:extLst>
          </p:cNvPr>
          <p:cNvGrpSpPr/>
          <p:nvPr/>
        </p:nvGrpSpPr>
        <p:grpSpPr>
          <a:xfrm>
            <a:off x="2625918" y="5978577"/>
            <a:ext cx="530915" cy="786538"/>
            <a:chOff x="2809544" y="4671588"/>
            <a:chExt cx="530915" cy="786538"/>
          </a:xfrm>
        </p:grpSpPr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38A692B3-616D-4C39-E9C4-D55A32E5B484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4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237501C0-8CDB-E8AB-341F-446C9C48E6BB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23672"/>
              <a:chOff x="2809544" y="5034454"/>
              <a:chExt cx="530915" cy="423672"/>
            </a:xfrm>
          </p:grpSpPr>
          <p:cxnSp>
            <p:nvCxnSpPr>
              <p:cNvPr id="68" name="直線接點 67">
                <a:extLst>
                  <a:ext uri="{FF2B5EF4-FFF2-40B4-BE49-F238E27FC236}">
                    <a16:creationId xmlns:a16="http://schemas.microsoft.com/office/drawing/2014/main" id="{7FC6A714-B2AB-D30F-DD04-0D820D4DADE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562D3A20-A4B0-2AA0-AD0A-B07B59FD78F8}"/>
                  </a:ext>
                </a:extLst>
              </p:cNvPr>
              <p:cNvSpPr txBox="1"/>
              <p:nvPr/>
            </p:nvSpPr>
            <p:spPr>
              <a:xfrm>
                <a:off x="2809544" y="5058016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765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31" grpId="0"/>
      <p:bldP spid="32" grpId="0"/>
      <p:bldP spid="38" grpId="0"/>
      <p:bldP spid="39" grpId="0"/>
      <p:bldP spid="40" grpId="0"/>
      <p:bldP spid="41" grpId="0"/>
      <p:bldP spid="43" grpId="0"/>
      <p:bldP spid="45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60" grpId="0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0D821EB-8C01-0A2C-3711-A165C6C47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88640"/>
            <a:ext cx="9657143" cy="9238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907C0000-675A-E1C3-42D0-84DDC70B637B}"/>
                  </a:ext>
                </a:extLst>
              </p14:cNvPr>
              <p14:cNvContentPartPr/>
              <p14:nvPr/>
            </p14:nvContentPartPr>
            <p14:xfrm>
              <a:off x="1703513" y="286937"/>
              <a:ext cx="216024" cy="45719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907C0000-675A-E1C3-42D0-84DDC70B63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9597" y="-13428763"/>
                <a:ext cx="32349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11F15456-B572-F759-C1C3-2817CEBC78C2}"/>
                  </a:ext>
                </a:extLst>
              </p14:cNvPr>
              <p14:cNvContentPartPr/>
              <p14:nvPr/>
            </p14:nvContentPartPr>
            <p14:xfrm>
              <a:off x="3468000" y="286936"/>
              <a:ext cx="1259848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11F15456-B572-F759-C1C3-2817CEBC78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13976" y="-13428764"/>
                <a:ext cx="136753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11BB136D-3283-96E4-BC4C-7C343684E8FF}"/>
                  </a:ext>
                </a:extLst>
              </p14:cNvPr>
              <p14:cNvContentPartPr/>
              <p14:nvPr/>
            </p14:nvContentPartPr>
            <p14:xfrm rot="5400000">
              <a:off x="5641092" y="813854"/>
              <a:ext cx="432049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11BB136D-3283-96E4-BC4C-7C343684E8F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 rot="5400000">
                <a:off x="5587131" y="-12901846"/>
                <a:ext cx="53961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A468A0E8-1F9D-33C3-60B7-22F28751D126}"/>
                  </a:ext>
                </a:extLst>
              </p14:cNvPr>
              <p14:cNvContentPartPr/>
              <p14:nvPr/>
            </p14:nvContentPartPr>
            <p14:xfrm>
              <a:off x="7824192" y="814655"/>
              <a:ext cx="124586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A468A0E8-1F9D-33C3-60B7-22F28751D12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70336" y="-12901045"/>
                <a:ext cx="231938" cy="274314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圖片 9">
            <a:extLst>
              <a:ext uri="{FF2B5EF4-FFF2-40B4-BE49-F238E27FC236}">
                <a16:creationId xmlns:a16="http://schemas.microsoft.com/office/drawing/2014/main" id="{76205276-87F3-28E4-B060-F92C0BE3E3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3424" y="705131"/>
            <a:ext cx="76190" cy="219048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7B9FB87-D002-A75E-E504-120FADC77C71}"/>
              </a:ext>
            </a:extLst>
          </p:cNvPr>
          <p:cNvSpPr txBox="1"/>
          <p:nvPr/>
        </p:nvSpPr>
        <p:spPr>
          <a:xfrm>
            <a:off x="2863749" y="1720452"/>
            <a:ext cx="1788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Probability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42E6930-CFE7-6390-9B91-D68E76A24BA2}"/>
                  </a:ext>
                </a:extLst>
              </p:cNvPr>
              <p:cNvSpPr txBox="1"/>
              <p:nvPr/>
            </p:nvSpPr>
            <p:spPr>
              <a:xfrm>
                <a:off x="4504168" y="17204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42E6930-CFE7-6390-9B91-D68E76A24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168" y="1720452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C4B85D22-9EED-2A89-69AC-73E2D18519A7}"/>
              </a:ext>
            </a:extLst>
          </p:cNvPr>
          <p:cNvSpPr txBox="1"/>
          <p:nvPr/>
        </p:nvSpPr>
        <p:spPr>
          <a:xfrm>
            <a:off x="4844337" y="1528719"/>
            <a:ext cx="4524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Number of female stuff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B4ADFC20-0EF3-285C-D36A-3ED6DD12BE68}"/>
              </a:ext>
            </a:extLst>
          </p:cNvPr>
          <p:cNvCxnSpPr>
            <a:cxnSpLocks/>
          </p:cNvCxnSpPr>
          <p:nvPr/>
        </p:nvCxnSpPr>
        <p:spPr>
          <a:xfrm>
            <a:off x="4879973" y="1924423"/>
            <a:ext cx="3376267" cy="4425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FD42907-090E-6CFC-6564-0E5E15046D5D}"/>
              </a:ext>
            </a:extLst>
          </p:cNvPr>
          <p:cNvSpPr txBox="1"/>
          <p:nvPr/>
        </p:nvSpPr>
        <p:spPr>
          <a:xfrm>
            <a:off x="4963302" y="1968677"/>
            <a:ext cx="3148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Total number of stuff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32AB9673-F463-52A7-5DC5-D5CA6E4861A2}"/>
              </a:ext>
            </a:extLst>
          </p:cNvPr>
          <p:cNvGrpSpPr/>
          <p:nvPr/>
        </p:nvGrpSpPr>
        <p:grpSpPr>
          <a:xfrm>
            <a:off x="4052917" y="2584642"/>
            <a:ext cx="530915" cy="786538"/>
            <a:chOff x="2809544" y="4671588"/>
            <a:chExt cx="530915" cy="786538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F1D2F07B-8C8B-BE6A-D12A-7D1066D39E3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6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1AF77C40-D0D7-1458-5819-B07863968C8E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23672"/>
              <a:chOff x="2809544" y="5034454"/>
              <a:chExt cx="530915" cy="423672"/>
            </a:xfrm>
          </p:grpSpPr>
          <p:cxnSp>
            <p:nvCxnSpPr>
              <p:cNvPr id="19" name="直線接點 18">
                <a:extLst>
                  <a:ext uri="{FF2B5EF4-FFF2-40B4-BE49-F238E27FC236}">
                    <a16:creationId xmlns:a16="http://schemas.microsoft.com/office/drawing/2014/main" id="{30687C33-DBDA-96BB-B85F-E7BA5C102AC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BB141E-D659-AAC5-4CB3-713EDC0536F8}"/>
                  </a:ext>
                </a:extLst>
              </p:cNvPr>
              <p:cNvSpPr txBox="1"/>
              <p:nvPr/>
            </p:nvSpPr>
            <p:spPr>
              <a:xfrm>
                <a:off x="2809544" y="5058016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17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41CD5D70-036E-926C-2867-687BF8E44B91}"/>
                  </a:ext>
                </a:extLst>
              </p:cNvPr>
              <p:cNvSpPr txBox="1"/>
              <p:nvPr/>
            </p:nvSpPr>
            <p:spPr>
              <a:xfrm>
                <a:off x="4504168" y="27474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41CD5D70-036E-926C-2867-687BF8E44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168" y="2747453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425F5667-4F5A-94A7-4B3E-14ABD3DA1745}"/>
              </a:ext>
            </a:extLst>
          </p:cNvPr>
          <p:cNvSpPr txBox="1"/>
          <p:nvPr/>
        </p:nvSpPr>
        <p:spPr>
          <a:xfrm>
            <a:off x="5148318" y="2561628"/>
            <a:ext cx="447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72BB729-FBD1-AAB5-EC1A-E9009DD25EF3}"/>
              </a:ext>
            </a:extLst>
          </p:cNvPr>
          <p:cNvCxnSpPr>
            <a:cxnSpLocks/>
          </p:cNvCxnSpPr>
          <p:nvPr/>
        </p:nvCxnSpPr>
        <p:spPr>
          <a:xfrm>
            <a:off x="4879973" y="2939720"/>
            <a:ext cx="954284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80FC8C2-3322-D012-F6C4-8E28D0AF5631}"/>
              </a:ext>
            </a:extLst>
          </p:cNvPr>
          <p:cNvSpPr txBox="1"/>
          <p:nvPr/>
        </p:nvSpPr>
        <p:spPr>
          <a:xfrm>
            <a:off x="4867790" y="2941425"/>
            <a:ext cx="447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C0E32AF-6A67-D4A0-91CD-7E56FDF37C1F}"/>
                  </a:ext>
                </a:extLst>
              </p:cNvPr>
              <p:cNvSpPr txBox="1"/>
              <p:nvPr/>
            </p:nvSpPr>
            <p:spPr>
              <a:xfrm>
                <a:off x="5100076" y="29272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C0E32AF-6A67-D4A0-91CD-7E56FDF37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076" y="2927234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DD890803-5E97-DF23-44A5-FD43FA41C4F1}"/>
              </a:ext>
            </a:extLst>
          </p:cNvPr>
          <p:cNvSpPr txBox="1"/>
          <p:nvPr/>
        </p:nvSpPr>
        <p:spPr>
          <a:xfrm>
            <a:off x="5312873" y="2971070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33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685EF86-C145-C67B-0ECD-5C5D1BDBE7D7}"/>
              </a:ext>
            </a:extLst>
          </p:cNvPr>
          <p:cNvSpPr txBox="1"/>
          <p:nvPr/>
        </p:nvSpPr>
        <p:spPr>
          <a:xfrm>
            <a:off x="4799856" y="3459157"/>
            <a:ext cx="7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17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5A537348-7961-5BFE-A5DD-413407C05357}"/>
                  </a:ext>
                </a:extLst>
              </p:cNvPr>
              <p:cNvSpPr txBox="1"/>
              <p:nvPr/>
            </p:nvSpPr>
            <p:spPr>
              <a:xfrm>
                <a:off x="4510137" y="34591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5A537348-7961-5BFE-A5DD-413407C05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137" y="345915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1">
            <a:extLst>
              <a:ext uri="{FF2B5EF4-FFF2-40B4-BE49-F238E27FC236}">
                <a16:creationId xmlns:a16="http://schemas.microsoft.com/office/drawing/2014/main" id="{57E14851-B04B-BDD8-D41D-2FB98FA37242}"/>
              </a:ext>
            </a:extLst>
          </p:cNvPr>
          <p:cNvSpPr txBox="1"/>
          <p:nvPr/>
        </p:nvSpPr>
        <p:spPr>
          <a:xfrm>
            <a:off x="3224075" y="3459157"/>
            <a:ext cx="5850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6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4EFD763-A2EE-7587-424E-E28EF29F1D00}"/>
                  </a:ext>
                </a:extLst>
              </p:cNvPr>
              <p:cNvSpPr txBox="1"/>
              <p:nvPr/>
            </p:nvSpPr>
            <p:spPr>
              <a:xfrm>
                <a:off x="3658662" y="34591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4EFD763-A2EE-7587-424E-E28EF29F1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662" y="3459157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2113203D-7A7B-D153-BF8B-A95D67B998C9}"/>
              </a:ext>
            </a:extLst>
          </p:cNvPr>
          <p:cNvSpPr txBox="1"/>
          <p:nvPr/>
        </p:nvSpPr>
        <p:spPr>
          <a:xfrm>
            <a:off x="3895207" y="3459157"/>
            <a:ext cx="770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198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1090347-B919-432B-C4AA-4F0D82D56016}"/>
              </a:ext>
            </a:extLst>
          </p:cNvPr>
          <p:cNvSpPr txBox="1"/>
          <p:nvPr/>
        </p:nvSpPr>
        <p:spPr>
          <a:xfrm>
            <a:off x="4204155" y="4037002"/>
            <a:ext cx="447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6922A700-36CD-90F9-99E2-5789E978425A}"/>
                  </a:ext>
                </a:extLst>
              </p:cNvPr>
              <p:cNvSpPr txBox="1"/>
              <p:nvPr/>
            </p:nvSpPr>
            <p:spPr>
              <a:xfrm>
                <a:off x="4517566" y="40216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6922A700-36CD-90F9-99E2-5789E9784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566" y="4021633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字方塊 36">
            <a:extLst>
              <a:ext uri="{FF2B5EF4-FFF2-40B4-BE49-F238E27FC236}">
                <a16:creationId xmlns:a16="http://schemas.microsoft.com/office/drawing/2014/main" id="{26266DD1-F3CC-53EB-81ED-DF68CDBAA445}"/>
              </a:ext>
            </a:extLst>
          </p:cNvPr>
          <p:cNvSpPr txBox="1"/>
          <p:nvPr/>
        </p:nvSpPr>
        <p:spPr>
          <a:xfrm>
            <a:off x="4789582" y="4037002"/>
            <a:ext cx="536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47167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5" grpId="0"/>
      <p:bldP spid="22" grpId="0"/>
      <p:bldP spid="23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F41FB21-E67D-500E-9747-9F7C7D6BD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44624"/>
            <a:ext cx="9857143" cy="105714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D099B44-B169-4313-29B7-3574C0E41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28248" y="836712"/>
            <a:ext cx="3485714" cy="31523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D8D752DE-3672-2882-5F27-DAF8EB4C51F8}"/>
                  </a:ext>
                </a:extLst>
              </p14:cNvPr>
              <p14:cNvContentPartPr/>
              <p14:nvPr/>
            </p14:nvContentPartPr>
            <p14:xfrm>
              <a:off x="8040216" y="260648"/>
              <a:ext cx="504056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D8D752DE-3672-2882-5F27-DAF8EB4C51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86210" y="-13455052"/>
                <a:ext cx="61170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9AA145D9-B188-1274-C6F3-B545E09C664E}"/>
                  </a:ext>
                </a:extLst>
              </p14:cNvPr>
              <p14:cNvContentPartPr/>
              <p14:nvPr/>
            </p14:nvContentPartPr>
            <p14:xfrm>
              <a:off x="9192344" y="260648"/>
              <a:ext cx="504057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9AA145D9-B188-1274-C6F3-B545E09C664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38338" y="-13455052"/>
                <a:ext cx="61170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B1E4A638-83BB-C779-83F2-5E62AEADA2BB}"/>
                  </a:ext>
                </a:extLst>
              </p14:cNvPr>
              <p14:cNvContentPartPr/>
              <p14:nvPr/>
            </p14:nvContentPartPr>
            <p14:xfrm>
              <a:off x="8472264" y="589906"/>
              <a:ext cx="936104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B1E4A638-83BB-C779-83F2-5E62AEADA2B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18258" y="-13125794"/>
                <a:ext cx="104375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71ADC027-9F9E-51E2-97F9-62346333A191}"/>
                  </a:ext>
                </a:extLst>
              </p14:cNvPr>
              <p14:cNvContentPartPr/>
              <p14:nvPr/>
            </p14:nvContentPartPr>
            <p14:xfrm>
              <a:off x="2215521" y="935009"/>
              <a:ext cx="1216183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71ADC027-9F9E-51E2-97F9-62346333A19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61500" y="-12780691"/>
                <a:ext cx="1323864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352C24AD-36AE-AB5A-8449-9C416B791E7B}"/>
              </a:ext>
            </a:extLst>
          </p:cNvPr>
          <p:cNvSpPr txBox="1"/>
          <p:nvPr/>
        </p:nvSpPr>
        <p:spPr>
          <a:xfrm>
            <a:off x="525246" y="1352045"/>
            <a:ext cx="3380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Area of the dartboard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E7AACC6-3796-15E7-D1A0-8EE81B2F6CD4}"/>
                  </a:ext>
                </a:extLst>
              </p:cNvPr>
              <p:cNvSpPr txBox="1"/>
              <p:nvPr/>
            </p:nvSpPr>
            <p:spPr>
              <a:xfrm>
                <a:off x="3715909" y="13520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E7AACC6-3796-15E7-D1A0-8EE81B2F6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5909" y="1352045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3A1BBCC-9A7A-42C5-C3A8-0ECCB3BE992B}"/>
                  </a:ext>
                </a:extLst>
              </p:cNvPr>
              <p:cNvSpPr txBox="1"/>
              <p:nvPr/>
            </p:nvSpPr>
            <p:spPr>
              <a:xfrm>
                <a:off x="4007768" y="13520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3A1BBCC-9A7A-42C5-C3A8-0ECCB3BE9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768" y="1352045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4EDF33F-3B55-ADA0-483A-67E055D18006}"/>
                  </a:ext>
                </a:extLst>
              </p:cNvPr>
              <p:cNvSpPr txBox="1"/>
              <p:nvPr/>
            </p:nvSpPr>
            <p:spPr>
              <a:xfrm>
                <a:off x="4257585" y="13513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4EDF33F-3B55-ADA0-483A-67E055D18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585" y="1351381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13">
            <a:extLst>
              <a:ext uri="{FF2B5EF4-FFF2-40B4-BE49-F238E27FC236}">
                <a16:creationId xmlns:a16="http://schemas.microsoft.com/office/drawing/2014/main" id="{FD76DA05-B8D1-C5BC-03FE-711E57FD4352}"/>
              </a:ext>
            </a:extLst>
          </p:cNvPr>
          <p:cNvGrpSpPr/>
          <p:nvPr/>
        </p:nvGrpSpPr>
        <p:grpSpPr>
          <a:xfrm>
            <a:off x="4501404" y="1351381"/>
            <a:ext cx="730500" cy="400110"/>
            <a:chOff x="1377671" y="1369717"/>
            <a:chExt cx="730500" cy="400110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120222ED-8FD5-C114-DC7D-276E3509C492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B3BD190F-BF82-8CFF-DB96-E3F8CC6FE4E2}"/>
                </a:ext>
              </a:extLst>
            </p:cNvPr>
            <p:cNvSpPr txBox="1"/>
            <p:nvPr/>
          </p:nvSpPr>
          <p:spPr>
            <a:xfrm>
              <a:off x="1487488" y="1369717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Handwriting" panose="03010101010101010101" pitchFamily="66" charset="0"/>
                </a:rPr>
                <a:t>40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707A6DB-9918-8795-6D1C-94CA24158B1A}"/>
              </a:ext>
            </a:extLst>
          </p:cNvPr>
          <p:cNvSpPr txBox="1"/>
          <p:nvPr/>
        </p:nvSpPr>
        <p:spPr>
          <a:xfrm>
            <a:off x="5047907" y="1197492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834B883-51C5-3406-6ABE-644BD1C4ED54}"/>
                  </a:ext>
                </a:extLst>
              </p:cNvPr>
              <p:cNvSpPr txBox="1"/>
              <p:nvPr/>
            </p:nvSpPr>
            <p:spPr>
              <a:xfrm>
                <a:off x="3712080" y="19410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834B883-51C5-3406-6ABE-644BD1C4E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080" y="1941018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群組 19">
            <a:extLst>
              <a:ext uri="{FF2B5EF4-FFF2-40B4-BE49-F238E27FC236}">
                <a16:creationId xmlns:a16="http://schemas.microsoft.com/office/drawing/2014/main" id="{71094A6C-0F56-5D41-A8FE-6340CB162FC5}"/>
              </a:ext>
            </a:extLst>
          </p:cNvPr>
          <p:cNvGrpSpPr/>
          <p:nvPr/>
        </p:nvGrpSpPr>
        <p:grpSpPr>
          <a:xfrm>
            <a:off x="4010772" y="1863908"/>
            <a:ext cx="1653180" cy="506679"/>
            <a:chOff x="2250648" y="4844102"/>
            <a:chExt cx="1653180" cy="5066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E94E0DEA-5BB3-96CA-C723-E445552A7707}"/>
                    </a:ext>
                  </a:extLst>
                </p:cNvPr>
                <p:cNvSpPr txBox="1"/>
                <p:nvPr/>
              </p:nvSpPr>
              <p:spPr>
                <a:xfrm>
                  <a:off x="2250648" y="4946123"/>
                  <a:ext cx="114961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00FF00"/>
                      </a:solidFill>
                      <a:latin typeface="Lucida Handwriting" panose="03010101010101010101" pitchFamily="66" charset="0"/>
                    </a:rPr>
                    <a:t>1600</a:t>
                  </a:r>
                  <a14:m>
                    <m:oMath xmlns:m="http://schemas.openxmlformats.org/officeDocument/2006/math">
                      <m:r>
                        <a:rPr lang="en-US" altLang="zh-HK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E94E0DEA-5BB3-96CA-C723-E445552A77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0648" y="4946123"/>
                  <a:ext cx="114961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15">
              <a:extLst>
                <a:ext uri="{FF2B5EF4-FFF2-40B4-BE49-F238E27FC236}">
                  <a16:creationId xmlns:a16="http://schemas.microsoft.com/office/drawing/2014/main" id="{FF470571-AEE8-2B6E-0379-C117BA332B3C}"/>
                </a:ext>
              </a:extLst>
            </p:cNvPr>
            <p:cNvSpPr txBox="1"/>
            <p:nvPr/>
          </p:nvSpPr>
          <p:spPr>
            <a:xfrm>
              <a:off x="3161661" y="4950671"/>
              <a:ext cx="637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E859CB22-64F0-BD3E-7811-3E097411FB39}"/>
                </a:ext>
              </a:extLst>
            </p:cNvPr>
            <p:cNvSpPr txBox="1"/>
            <p:nvPr/>
          </p:nvSpPr>
          <p:spPr>
            <a:xfrm>
              <a:off x="3576779" y="4844102"/>
              <a:ext cx="3270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C27F931-CFF5-7000-9923-17F6038BD8BF}"/>
              </a:ext>
            </a:extLst>
          </p:cNvPr>
          <p:cNvSpPr txBox="1"/>
          <p:nvPr/>
        </p:nvSpPr>
        <p:spPr>
          <a:xfrm>
            <a:off x="81714" y="2529991"/>
            <a:ext cx="377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the shaded region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0A782B0F-9B85-6D44-C5C9-C2D1AAAB4864}"/>
                  </a:ext>
                </a:extLst>
              </p:cNvPr>
              <p:cNvSpPr txBox="1"/>
              <p:nvPr/>
            </p:nvSpPr>
            <p:spPr>
              <a:xfrm>
                <a:off x="3712080" y="25299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0A782B0F-9B85-6D44-C5C9-C2D1AAAB4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080" y="2529991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C85B871-077E-2CBD-250F-C284A615DFC7}"/>
                  </a:ext>
                </a:extLst>
              </p:cNvPr>
              <p:cNvSpPr txBox="1"/>
              <p:nvPr/>
            </p:nvSpPr>
            <p:spPr>
              <a:xfrm>
                <a:off x="4035413" y="25142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C85B871-077E-2CBD-250F-C284A615D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413" y="2514296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F77BE06-5A12-C48C-8978-FA5AB16B67CD}"/>
                  </a:ext>
                </a:extLst>
              </p:cNvPr>
              <p:cNvSpPr txBox="1"/>
              <p:nvPr/>
            </p:nvSpPr>
            <p:spPr>
              <a:xfrm>
                <a:off x="4285230" y="25136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F77BE06-5A12-C48C-8978-FA5AB16B6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230" y="2513632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29C12CF9-2538-CD50-410E-E28F0F72DB64}"/>
              </a:ext>
            </a:extLst>
          </p:cNvPr>
          <p:cNvGrpSpPr/>
          <p:nvPr/>
        </p:nvGrpSpPr>
        <p:grpSpPr>
          <a:xfrm>
            <a:off x="4529049" y="2513632"/>
            <a:ext cx="730500" cy="400110"/>
            <a:chOff x="1377671" y="1369717"/>
            <a:chExt cx="730500" cy="400110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C151931-F703-E4DE-FB6B-E2B5C5805F69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5A0308BC-F444-36B3-BF0A-C6B27C878297}"/>
                </a:ext>
              </a:extLst>
            </p:cNvPr>
            <p:cNvSpPr txBox="1"/>
            <p:nvPr/>
          </p:nvSpPr>
          <p:spPr>
            <a:xfrm>
              <a:off x="1487488" y="1369717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Handwriting" panose="03010101010101010101" pitchFamily="66" charset="0"/>
                </a:rPr>
                <a:t>40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706BADE-EF79-9835-B088-BC2FCC48E2DB}"/>
              </a:ext>
            </a:extLst>
          </p:cNvPr>
          <p:cNvSpPr txBox="1"/>
          <p:nvPr/>
        </p:nvSpPr>
        <p:spPr>
          <a:xfrm>
            <a:off x="5075552" y="2359743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F202FD5-E8BC-3261-5906-96137ED7CBE5}"/>
                  </a:ext>
                </a:extLst>
              </p:cNvPr>
              <p:cNvSpPr txBox="1"/>
              <p:nvPr/>
            </p:nvSpPr>
            <p:spPr>
              <a:xfrm>
                <a:off x="5227112" y="25136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F202FD5-E8BC-3261-5906-96137ED7C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112" y="2513631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E63959F6-7372-0182-A112-64AB86F3EEA2}"/>
                  </a:ext>
                </a:extLst>
              </p:cNvPr>
              <p:cNvSpPr txBox="1"/>
              <p:nvPr/>
            </p:nvSpPr>
            <p:spPr>
              <a:xfrm>
                <a:off x="5524390" y="25142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E63959F6-7372-0182-A112-64AB86F3E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390" y="2514295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638C9262-4650-2F5B-7601-B94B96204DB7}"/>
                  </a:ext>
                </a:extLst>
              </p:cNvPr>
              <p:cNvSpPr txBox="1"/>
              <p:nvPr/>
            </p:nvSpPr>
            <p:spPr>
              <a:xfrm>
                <a:off x="5774207" y="25136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638C9262-4650-2F5B-7601-B94B96204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207" y="2513631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群組 34">
            <a:extLst>
              <a:ext uri="{FF2B5EF4-FFF2-40B4-BE49-F238E27FC236}">
                <a16:creationId xmlns:a16="http://schemas.microsoft.com/office/drawing/2014/main" id="{93CBFAAD-1E43-8758-52B2-744272573B20}"/>
              </a:ext>
            </a:extLst>
          </p:cNvPr>
          <p:cNvGrpSpPr/>
          <p:nvPr/>
        </p:nvGrpSpPr>
        <p:grpSpPr>
          <a:xfrm>
            <a:off x="6018026" y="2513631"/>
            <a:ext cx="730500" cy="400110"/>
            <a:chOff x="1377671" y="1369717"/>
            <a:chExt cx="730500" cy="400110"/>
          </a:xfrm>
        </p:grpSpPr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94A5107D-AAE9-D305-75DA-F13F27A8AD63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C74DDACE-62B1-254B-0550-462A53672FD4}"/>
                </a:ext>
              </a:extLst>
            </p:cNvPr>
            <p:cNvSpPr txBox="1"/>
            <p:nvPr/>
          </p:nvSpPr>
          <p:spPr>
            <a:xfrm>
              <a:off x="1487488" y="1369717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Handwriting" panose="03010101010101010101" pitchFamily="66" charset="0"/>
                </a:rPr>
                <a:t>30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786DA90A-8C2C-44E3-1517-4A041A9B2789}"/>
              </a:ext>
            </a:extLst>
          </p:cNvPr>
          <p:cNvSpPr txBox="1"/>
          <p:nvPr/>
        </p:nvSpPr>
        <p:spPr>
          <a:xfrm>
            <a:off x="6564529" y="2359742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AB2FB8E5-C4CC-C6D5-A4AB-326A6839DDD9}"/>
                  </a:ext>
                </a:extLst>
              </p:cNvPr>
              <p:cNvSpPr txBox="1"/>
              <p:nvPr/>
            </p:nvSpPr>
            <p:spPr>
              <a:xfrm>
                <a:off x="3712229" y="31017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AB2FB8E5-C4CC-C6D5-A4AB-326A6839D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229" y="3101784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群組 39">
            <a:extLst>
              <a:ext uri="{FF2B5EF4-FFF2-40B4-BE49-F238E27FC236}">
                <a16:creationId xmlns:a16="http://schemas.microsoft.com/office/drawing/2014/main" id="{603BCFBF-0E31-A179-9B73-2C8F2918BDE0}"/>
              </a:ext>
            </a:extLst>
          </p:cNvPr>
          <p:cNvGrpSpPr/>
          <p:nvPr/>
        </p:nvGrpSpPr>
        <p:grpSpPr>
          <a:xfrm>
            <a:off x="4007768" y="2998201"/>
            <a:ext cx="1512168" cy="506679"/>
            <a:chOff x="2250648" y="4844102"/>
            <a:chExt cx="1512168" cy="5066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5F6E47C5-A500-15EC-85B0-97FC64969223}"/>
                    </a:ext>
                  </a:extLst>
                </p:cNvPr>
                <p:cNvSpPr txBox="1"/>
                <p:nvPr/>
              </p:nvSpPr>
              <p:spPr>
                <a:xfrm>
                  <a:off x="2250648" y="4946123"/>
                  <a:ext cx="91101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rPr>
                    <a:t>700</a:t>
                  </a:r>
                  <a14:m>
                    <m:oMath xmlns:m="http://schemas.openxmlformats.org/officeDocument/2006/math">
                      <m:r>
                        <a:rPr lang="en-US" altLang="zh-HK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5F6E47C5-A500-15EC-85B0-97FC64969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0648" y="4946123"/>
                  <a:ext cx="911013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TextBox 15">
              <a:extLst>
                <a:ext uri="{FF2B5EF4-FFF2-40B4-BE49-F238E27FC236}">
                  <a16:creationId xmlns:a16="http://schemas.microsoft.com/office/drawing/2014/main" id="{CE997B21-96F2-5D09-5F1D-287EBD59A583}"/>
                </a:ext>
              </a:extLst>
            </p:cNvPr>
            <p:cNvSpPr txBox="1"/>
            <p:nvPr/>
          </p:nvSpPr>
          <p:spPr>
            <a:xfrm>
              <a:off x="3020649" y="4950671"/>
              <a:ext cx="637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5D4D8633-5F06-E992-B396-B29B968A363D}"/>
                </a:ext>
              </a:extLst>
            </p:cNvPr>
            <p:cNvSpPr txBox="1"/>
            <p:nvPr/>
          </p:nvSpPr>
          <p:spPr>
            <a:xfrm>
              <a:off x="3435767" y="4844102"/>
              <a:ext cx="3270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07A389CA-00DB-FD6F-926C-307B2FE440D7}"/>
              </a:ext>
            </a:extLst>
          </p:cNvPr>
          <p:cNvSpPr txBox="1"/>
          <p:nvPr/>
        </p:nvSpPr>
        <p:spPr>
          <a:xfrm>
            <a:off x="237098" y="3798958"/>
            <a:ext cx="3637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hits the shaded region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2DB0D667-4147-3360-57B6-1531CF864988}"/>
                  </a:ext>
                </a:extLst>
              </p:cNvPr>
              <p:cNvSpPr txBox="1"/>
              <p:nvPr/>
            </p:nvSpPr>
            <p:spPr>
              <a:xfrm>
                <a:off x="3712080" y="37892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2DB0D667-4147-3360-57B6-1531CF864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080" y="3789255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1C9FF9C-D57A-574A-7A3A-5E66FBC189C6}"/>
                  </a:ext>
                </a:extLst>
              </p:cNvPr>
              <p:cNvSpPr txBox="1"/>
              <p:nvPr/>
            </p:nvSpPr>
            <p:spPr>
              <a:xfrm>
                <a:off x="4117037" y="3615999"/>
                <a:ext cx="91101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700</a:t>
                </a:r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1C9FF9C-D57A-574A-7A3A-5E66FBC18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037" y="3615999"/>
                <a:ext cx="911013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E5FDC45E-E027-C7EB-5E38-8C094B1F6B3D}"/>
              </a:ext>
            </a:extLst>
          </p:cNvPr>
          <p:cNvCxnSpPr>
            <a:cxnSpLocks/>
          </p:cNvCxnSpPr>
          <p:nvPr/>
        </p:nvCxnSpPr>
        <p:spPr>
          <a:xfrm>
            <a:off x="4103776" y="3989093"/>
            <a:ext cx="954284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4C5A7F8B-4EF2-6052-FC0B-F5452E814F2A}"/>
                  </a:ext>
                </a:extLst>
              </p:cNvPr>
              <p:cNvSpPr txBox="1"/>
              <p:nvPr/>
            </p:nvSpPr>
            <p:spPr>
              <a:xfrm>
                <a:off x="4061813" y="3996591"/>
                <a:ext cx="11496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1600</a:t>
                </a:r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4C5A7F8B-4EF2-6052-FC0B-F5452E814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813" y="3996591"/>
                <a:ext cx="114961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4FB1D6C5-4163-7E1D-32C2-F962851CA4A9}"/>
                  </a:ext>
                </a:extLst>
              </p:cNvPr>
              <p:cNvSpPr txBox="1"/>
              <p:nvPr/>
            </p:nvSpPr>
            <p:spPr>
              <a:xfrm>
                <a:off x="3710978" y="46483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4FB1D6C5-4163-7E1D-32C2-F962851CA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978" y="4648344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群組 49">
            <a:extLst>
              <a:ext uri="{FF2B5EF4-FFF2-40B4-BE49-F238E27FC236}">
                <a16:creationId xmlns:a16="http://schemas.microsoft.com/office/drawing/2014/main" id="{B20FA137-F634-0F3E-41CD-1137316B5A6B}"/>
              </a:ext>
            </a:extLst>
          </p:cNvPr>
          <p:cNvGrpSpPr/>
          <p:nvPr/>
        </p:nvGrpSpPr>
        <p:grpSpPr>
          <a:xfrm>
            <a:off x="4052917" y="4486470"/>
            <a:ext cx="530915" cy="786538"/>
            <a:chOff x="2809544" y="4671588"/>
            <a:chExt cx="530915" cy="786538"/>
          </a:xfrm>
        </p:grpSpPr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2DABCCFD-5582-F7BF-D64F-D7E77A21091E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7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5A866E44-3753-F0B4-7F9B-81FAF0A56911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23672"/>
              <a:chOff x="2809544" y="5034454"/>
              <a:chExt cx="530915" cy="423672"/>
            </a:xfrm>
          </p:grpSpPr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A8CF7334-2482-DEFF-C703-C28FA7735E4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3EE09610-67D6-F7FC-8BCF-4AFEA2881056}"/>
                  </a:ext>
                </a:extLst>
              </p:cNvPr>
              <p:cNvSpPr txBox="1"/>
              <p:nvPr/>
            </p:nvSpPr>
            <p:spPr>
              <a:xfrm>
                <a:off x="2809544" y="5058016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96644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7" grpId="0"/>
      <p:bldP spid="18" grpId="0"/>
      <p:bldP spid="24" grpId="0"/>
      <p:bldP spid="25" grpId="0"/>
      <p:bldP spid="26" grpId="0"/>
      <p:bldP spid="27" grpId="0"/>
      <p:bldP spid="31" grpId="0"/>
      <p:bldP spid="32" grpId="0"/>
      <p:bldP spid="33" grpId="0"/>
      <p:bldP spid="34" grpId="0"/>
      <p:bldP spid="38" grpId="0"/>
      <p:bldP spid="39" grpId="0"/>
      <p:bldP spid="44" grpId="0"/>
      <p:bldP spid="45" grpId="0"/>
      <p:bldP spid="46" grpId="0"/>
      <p:bldP spid="48" grpId="0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8132FE93-28A0-6613-13EA-CD7436FD309D}"/>
              </a:ext>
            </a:extLst>
          </p:cNvPr>
          <p:cNvSpPr txBox="1"/>
          <p:nvPr/>
        </p:nvSpPr>
        <p:spPr>
          <a:xfrm>
            <a:off x="-168696" y="110553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Probability </a:t>
            </a:r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2</a:t>
            </a:r>
            <a:endParaRPr lang="zh-TW" altLang="en-US" sz="28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535FE36-776B-1FEA-5225-13E59F5F29B5}"/>
              </a:ext>
            </a:extLst>
          </p:cNvPr>
          <p:cNvSpPr txBox="1"/>
          <p:nvPr/>
        </p:nvSpPr>
        <p:spPr>
          <a:xfrm>
            <a:off x="2286717" y="908720"/>
            <a:ext cx="2080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Tree diagram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8EEC0686-A9E2-2B41-4F54-4E0E2AE08456}"/>
              </a:ext>
            </a:extLst>
          </p:cNvPr>
          <p:cNvCxnSpPr>
            <a:cxnSpLocks/>
          </p:cNvCxnSpPr>
          <p:nvPr/>
        </p:nvCxnSpPr>
        <p:spPr>
          <a:xfrm>
            <a:off x="4366840" y="1108775"/>
            <a:ext cx="63142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98636B49-0453-1C3B-451A-3DF299241D26}"/>
              </a:ext>
            </a:extLst>
          </p:cNvPr>
          <p:cNvSpPr txBox="1"/>
          <p:nvPr/>
        </p:nvSpPr>
        <p:spPr>
          <a:xfrm>
            <a:off x="5008771" y="908720"/>
            <a:ext cx="4831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List out all the possible outcomes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67FBF6D-9C81-7F11-E3DB-829773DD0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564" y="3237298"/>
            <a:ext cx="1701859" cy="1722956"/>
          </a:xfrm>
          <a:prstGeom prst="rect">
            <a:avLst/>
          </a:prstGeom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C9DD600-74FA-C344-4FF2-1F7F6510D026}"/>
              </a:ext>
            </a:extLst>
          </p:cNvPr>
          <p:cNvCxnSpPr>
            <a:stCxn id="7" idx="3"/>
          </p:cNvCxnSpPr>
          <p:nvPr/>
        </p:nvCxnSpPr>
        <p:spPr bwMode="auto">
          <a:xfrm>
            <a:off x="3320423" y="4098776"/>
            <a:ext cx="914400" cy="914400"/>
          </a:xfrm>
          <a:prstGeom prst="line">
            <a:avLst/>
          </a:prstGeom>
          <a:solidFill>
            <a:srgbClr val="C0C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7EBD6A43-DFD7-302F-B51C-5C9F26613F7E}"/>
              </a:ext>
            </a:extLst>
          </p:cNvPr>
          <p:cNvCxnSpPr>
            <a:cxnSpLocks/>
            <a:stCxn id="7" idx="3"/>
          </p:cNvCxnSpPr>
          <p:nvPr/>
        </p:nvCxnSpPr>
        <p:spPr bwMode="auto">
          <a:xfrm flipV="1">
            <a:off x="3320423" y="3429754"/>
            <a:ext cx="805342" cy="66902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77F7FA1-649D-0B5C-1F2E-E801495B14F7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 bwMode="auto">
          <a:xfrm>
            <a:off x="3320423" y="4098776"/>
            <a:ext cx="889232" cy="65725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8CFB4C9-5ED3-4B39-6625-0E58E34BF024}"/>
              </a:ext>
            </a:extLst>
          </p:cNvPr>
          <p:cNvSpPr txBox="1"/>
          <p:nvPr/>
        </p:nvSpPr>
        <p:spPr>
          <a:xfrm>
            <a:off x="4125765" y="3164264"/>
            <a:ext cx="962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Head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8907D17-29C0-8C4E-CAD5-9536D66A3D89}"/>
              </a:ext>
            </a:extLst>
          </p:cNvPr>
          <p:cNvSpPr txBox="1"/>
          <p:nvPr/>
        </p:nvSpPr>
        <p:spPr>
          <a:xfrm>
            <a:off x="4209655" y="4555973"/>
            <a:ext cx="721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Tail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84482A0-3174-3A50-C1A2-16A0A6ABE444}"/>
              </a:ext>
            </a:extLst>
          </p:cNvPr>
          <p:cNvCxnSpPr>
            <a:cxnSpLocks/>
          </p:cNvCxnSpPr>
          <p:nvPr/>
        </p:nvCxnSpPr>
        <p:spPr bwMode="auto">
          <a:xfrm flipV="1">
            <a:off x="5028820" y="2967281"/>
            <a:ext cx="715675" cy="342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909C875B-CA04-7D53-B332-92B93147C349}"/>
              </a:ext>
            </a:extLst>
          </p:cNvPr>
          <p:cNvCxnSpPr>
            <a:cxnSpLocks/>
          </p:cNvCxnSpPr>
          <p:nvPr/>
        </p:nvCxnSpPr>
        <p:spPr bwMode="auto">
          <a:xfrm>
            <a:off x="5028820" y="3309869"/>
            <a:ext cx="715675" cy="28090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B846EA5-CA06-50E9-8025-B5F6180056DE}"/>
              </a:ext>
            </a:extLst>
          </p:cNvPr>
          <p:cNvCxnSpPr>
            <a:cxnSpLocks/>
          </p:cNvCxnSpPr>
          <p:nvPr/>
        </p:nvCxnSpPr>
        <p:spPr bwMode="auto">
          <a:xfrm flipV="1">
            <a:off x="4963214" y="4335130"/>
            <a:ext cx="778503" cy="40136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79291040-182D-9F93-7C59-AA2BB29148CD}"/>
              </a:ext>
            </a:extLst>
          </p:cNvPr>
          <p:cNvCxnSpPr>
            <a:cxnSpLocks/>
          </p:cNvCxnSpPr>
          <p:nvPr/>
        </p:nvCxnSpPr>
        <p:spPr bwMode="auto">
          <a:xfrm>
            <a:off x="4963214" y="4736498"/>
            <a:ext cx="785423" cy="28090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FC1C5F6-8824-CC27-6B1C-650D00A9006B}"/>
              </a:ext>
            </a:extLst>
          </p:cNvPr>
          <p:cNvSpPr txBox="1"/>
          <p:nvPr/>
        </p:nvSpPr>
        <p:spPr>
          <a:xfrm>
            <a:off x="5748637" y="2768922"/>
            <a:ext cx="962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Head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9FF7458-C29F-B0CD-636A-870ED096AA7F}"/>
              </a:ext>
            </a:extLst>
          </p:cNvPr>
          <p:cNvSpPr txBox="1"/>
          <p:nvPr/>
        </p:nvSpPr>
        <p:spPr>
          <a:xfrm>
            <a:off x="5741717" y="3433485"/>
            <a:ext cx="721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Tail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B1966BE-8506-978F-215A-4789830FC1DB}"/>
              </a:ext>
            </a:extLst>
          </p:cNvPr>
          <p:cNvSpPr txBox="1"/>
          <p:nvPr/>
        </p:nvSpPr>
        <p:spPr>
          <a:xfrm>
            <a:off x="5760806" y="4159785"/>
            <a:ext cx="962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Head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1798455-7DA1-03A5-4FEA-0366BFB8C430}"/>
              </a:ext>
            </a:extLst>
          </p:cNvPr>
          <p:cNvSpPr txBox="1"/>
          <p:nvPr/>
        </p:nvSpPr>
        <p:spPr>
          <a:xfrm>
            <a:off x="5748637" y="4833835"/>
            <a:ext cx="721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Tail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0FC18FD-9164-BBE1-10DB-B04D8C4073A6}"/>
              </a:ext>
            </a:extLst>
          </p:cNvPr>
          <p:cNvSpPr txBox="1"/>
          <p:nvPr/>
        </p:nvSpPr>
        <p:spPr>
          <a:xfrm>
            <a:off x="3960631" y="1802836"/>
            <a:ext cx="115608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r>
              <a:rPr lang="en-HK" sz="2000" b="1" baseline="30000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st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 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Toss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93AAF15-FB64-00D3-9360-5CB78EC20181}"/>
              </a:ext>
            </a:extLst>
          </p:cNvPr>
          <p:cNvSpPr txBox="1"/>
          <p:nvPr/>
        </p:nvSpPr>
        <p:spPr>
          <a:xfrm>
            <a:off x="5589939" y="1806143"/>
            <a:ext cx="127951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HK" sz="2000" b="1" baseline="30000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nd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 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Toss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3789D16-6C53-F482-1C40-B7F9D89A3E5B}"/>
              </a:ext>
            </a:extLst>
          </p:cNvPr>
          <p:cNvSpPr txBox="1"/>
          <p:nvPr/>
        </p:nvSpPr>
        <p:spPr>
          <a:xfrm>
            <a:off x="7316775" y="1802836"/>
            <a:ext cx="2464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Possible outcome</a:t>
            </a: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DF3CC272-BE3A-992E-D07F-55E0E639C34D}"/>
              </a:ext>
            </a:extLst>
          </p:cNvPr>
          <p:cNvCxnSpPr>
            <a:cxnSpLocks/>
          </p:cNvCxnSpPr>
          <p:nvPr/>
        </p:nvCxnSpPr>
        <p:spPr bwMode="auto">
          <a:xfrm>
            <a:off x="7474686" y="3073775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123819D-8281-004B-BAE4-5C530B0F11E3}"/>
              </a:ext>
            </a:extLst>
          </p:cNvPr>
          <p:cNvSpPr txBox="1"/>
          <p:nvPr/>
        </p:nvSpPr>
        <p:spPr>
          <a:xfrm>
            <a:off x="7580642" y="2738465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HH</a:t>
            </a:r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F959E24-0CAB-2F87-7DCC-BC6EA36675C7}"/>
              </a:ext>
            </a:extLst>
          </p:cNvPr>
          <p:cNvCxnSpPr>
            <a:cxnSpLocks/>
          </p:cNvCxnSpPr>
          <p:nvPr/>
        </p:nvCxnSpPr>
        <p:spPr bwMode="auto">
          <a:xfrm>
            <a:off x="7474686" y="3678715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6A6F8E38-BFFC-5D79-4D50-0CC72751A737}"/>
              </a:ext>
            </a:extLst>
          </p:cNvPr>
          <p:cNvSpPr txBox="1"/>
          <p:nvPr/>
        </p:nvSpPr>
        <p:spPr>
          <a:xfrm>
            <a:off x="7580642" y="3343405"/>
            <a:ext cx="63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</a:t>
            </a:r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E74189FB-CBDF-47AD-2CD9-E305222A103E}"/>
              </a:ext>
            </a:extLst>
          </p:cNvPr>
          <p:cNvCxnSpPr>
            <a:cxnSpLocks/>
          </p:cNvCxnSpPr>
          <p:nvPr/>
        </p:nvCxnSpPr>
        <p:spPr bwMode="auto">
          <a:xfrm>
            <a:off x="7474686" y="4448037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672977DA-EBD4-1263-9D34-473F7D24ABDC}"/>
              </a:ext>
            </a:extLst>
          </p:cNvPr>
          <p:cNvSpPr txBox="1"/>
          <p:nvPr/>
        </p:nvSpPr>
        <p:spPr>
          <a:xfrm>
            <a:off x="7580642" y="4112727"/>
            <a:ext cx="63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7510F6FD-5CB2-61AE-E644-33851EB31E99}"/>
              </a:ext>
            </a:extLst>
          </p:cNvPr>
          <p:cNvCxnSpPr>
            <a:cxnSpLocks/>
          </p:cNvCxnSpPr>
          <p:nvPr/>
        </p:nvCxnSpPr>
        <p:spPr bwMode="auto">
          <a:xfrm>
            <a:off x="7500445" y="5152560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43BF0E62-085A-767A-F9A7-A7F2C4B8B46A}"/>
              </a:ext>
            </a:extLst>
          </p:cNvPr>
          <p:cNvSpPr txBox="1"/>
          <p:nvPr/>
        </p:nvSpPr>
        <p:spPr>
          <a:xfrm>
            <a:off x="7606401" y="4817250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TT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B6A027F9-307B-9801-C844-D519A0FC1633}"/>
              </a:ext>
            </a:extLst>
          </p:cNvPr>
          <p:cNvSpPr txBox="1"/>
          <p:nvPr/>
        </p:nvSpPr>
        <p:spPr>
          <a:xfrm>
            <a:off x="272554" y="1802836"/>
            <a:ext cx="148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Example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CE03B9AE-A5C7-28DD-452B-930AC5094D61}"/>
              </a:ext>
            </a:extLst>
          </p:cNvPr>
          <p:cNvSpPr txBox="1"/>
          <p:nvPr/>
        </p:nvSpPr>
        <p:spPr>
          <a:xfrm>
            <a:off x="274089" y="5639401"/>
            <a:ext cx="5112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P(getting exactly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1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 head and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1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 tail)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0D61467A-FDCC-D92A-7821-2602AC000132}"/>
                  </a:ext>
                </a:extLst>
              </p:cNvPr>
              <p:cNvSpPr txBox="1"/>
              <p:nvPr/>
            </p:nvSpPr>
            <p:spPr>
              <a:xfrm>
                <a:off x="5204621" y="56224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0D61467A-FDCC-D92A-7821-2602AC000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4621" y="5622456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群組 50">
            <a:extLst>
              <a:ext uri="{FF2B5EF4-FFF2-40B4-BE49-F238E27FC236}">
                <a16:creationId xmlns:a16="http://schemas.microsoft.com/office/drawing/2014/main" id="{3C0F19FA-4472-B683-61F7-0FF658ED5EF9}"/>
              </a:ext>
            </a:extLst>
          </p:cNvPr>
          <p:cNvGrpSpPr/>
          <p:nvPr/>
        </p:nvGrpSpPr>
        <p:grpSpPr>
          <a:xfrm>
            <a:off x="5578614" y="5456636"/>
            <a:ext cx="364383" cy="777549"/>
            <a:chOff x="2896107" y="4671588"/>
            <a:chExt cx="364383" cy="777549"/>
          </a:xfrm>
        </p:grpSpPr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0E54C903-9381-7BC5-45B7-A5525B68116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01D593FC-7078-82FE-A49F-B942D50674D4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4" name="直線接點 53">
                <a:extLst>
                  <a:ext uri="{FF2B5EF4-FFF2-40B4-BE49-F238E27FC236}">
                    <a16:creationId xmlns:a16="http://schemas.microsoft.com/office/drawing/2014/main" id="{65C23887-30DD-DEEA-9584-10190A5B808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F02D34A9-FD12-434F-452B-CD07D5D94CA8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A06EF9E9-783C-A025-1F9B-56AA40DB54CB}"/>
                  </a:ext>
                </a:extLst>
              </p:cNvPr>
              <p:cNvSpPr txBox="1"/>
              <p:nvPr/>
            </p:nvSpPr>
            <p:spPr>
              <a:xfrm>
                <a:off x="5981960" y="56224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A06EF9E9-783C-A025-1F9B-56AA40DB5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960" y="5622456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群組 56">
            <a:extLst>
              <a:ext uri="{FF2B5EF4-FFF2-40B4-BE49-F238E27FC236}">
                <a16:creationId xmlns:a16="http://schemas.microsoft.com/office/drawing/2014/main" id="{FA699714-AC14-69A6-0681-F5FC506E9E40}"/>
              </a:ext>
            </a:extLst>
          </p:cNvPr>
          <p:cNvGrpSpPr/>
          <p:nvPr/>
        </p:nvGrpSpPr>
        <p:grpSpPr>
          <a:xfrm>
            <a:off x="6379689" y="5456636"/>
            <a:ext cx="364383" cy="777549"/>
            <a:chOff x="2896107" y="4671588"/>
            <a:chExt cx="364383" cy="777549"/>
          </a:xfrm>
        </p:grpSpPr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30F66139-C20B-1F99-7187-B3222E3A9D72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723A503C-5C23-DE58-FC3E-4D8EEA76917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0" name="直線接點 59">
                <a:extLst>
                  <a:ext uri="{FF2B5EF4-FFF2-40B4-BE49-F238E27FC236}">
                    <a16:creationId xmlns:a16="http://schemas.microsoft.com/office/drawing/2014/main" id="{5CCE9BA2-DE88-86B2-4698-B4F876EF5E0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16AF2EE1-0C41-C663-2800-53515F921692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544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11" grpId="0"/>
      <p:bldP spid="12" grpId="0"/>
      <p:bldP spid="17" grpId="0"/>
      <p:bldP spid="18" grpId="0"/>
      <p:bldP spid="19" grpId="0"/>
      <p:bldP spid="20" grpId="0"/>
      <p:bldP spid="36" grpId="0"/>
      <p:bldP spid="37" grpId="0"/>
      <p:bldP spid="38" grpId="0"/>
      <p:bldP spid="40" grpId="0"/>
      <p:bldP spid="43" grpId="0"/>
      <p:bldP spid="45" grpId="0"/>
      <p:bldP spid="47" grpId="0"/>
      <p:bldP spid="48" grpId="0"/>
      <p:bldP spid="49" grpId="0"/>
      <p:bldP spid="50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D0F3853-D9F0-F142-7A71-FD7FF752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44624"/>
            <a:ext cx="5333333" cy="17333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2FDB8631-FAA4-CE49-4200-A2D56200F404}"/>
                  </a:ext>
                </a:extLst>
              </p14:cNvPr>
              <p14:cNvContentPartPr/>
              <p14:nvPr/>
            </p14:nvContentPartPr>
            <p14:xfrm>
              <a:off x="4259984" y="548680"/>
              <a:ext cx="1115936" cy="45719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2FDB8631-FAA4-CE49-4200-A2D56200F4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05952" y="-13167020"/>
                <a:ext cx="122363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DE34AB9F-37D6-2256-2E43-4C8D0FD5B7A5}"/>
                  </a:ext>
                </a:extLst>
              </p14:cNvPr>
              <p14:cNvContentPartPr/>
              <p14:nvPr/>
            </p14:nvContentPartPr>
            <p14:xfrm>
              <a:off x="1963616" y="888430"/>
              <a:ext cx="1108048" cy="45719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DE34AB9F-37D6-2256-2E43-4C8D0FD5B7A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09618" y="-12827270"/>
                <a:ext cx="121568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47BF16CD-5602-E5A3-D8D6-6BE9B576A1DA}"/>
                  </a:ext>
                </a:extLst>
              </p14:cNvPr>
              <p14:cNvContentPartPr/>
              <p14:nvPr/>
            </p14:nvContentPartPr>
            <p14:xfrm>
              <a:off x="1665033" y="1223041"/>
              <a:ext cx="1262615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47BF16CD-5602-E5A3-D8D6-6BE9B576A1D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11014" y="-12492659"/>
                <a:ext cx="137029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5249B757-807D-3A97-77F5-E3FB05CDDE26}"/>
                  </a:ext>
                </a:extLst>
              </p14:cNvPr>
              <p14:cNvContentPartPr/>
              <p14:nvPr/>
            </p14:nvContentPartPr>
            <p14:xfrm>
              <a:off x="1667696" y="1583081"/>
              <a:ext cx="1475976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5249B757-807D-3A97-77F5-E3FB05CDDE2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13671" y="-12132619"/>
                <a:ext cx="158366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FD01E818-8D58-510C-976C-18B0359BF6B8}"/>
              </a:ext>
            </a:extLst>
          </p:cNvPr>
          <p:cNvSpPr txBox="1"/>
          <p:nvPr/>
        </p:nvSpPr>
        <p:spPr>
          <a:xfrm>
            <a:off x="-24680" y="1988840"/>
            <a:ext cx="6928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(a)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CA5A24C-F416-DE4F-BD4A-D105BB8599C6}"/>
              </a:ext>
            </a:extLst>
          </p:cNvPr>
          <p:cNvSpPr txBox="1"/>
          <p:nvPr/>
        </p:nvSpPr>
        <p:spPr>
          <a:xfrm>
            <a:off x="792571" y="2036337"/>
            <a:ext cx="1143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</a:t>
            </a:r>
            <a:r>
              <a:rPr lang="en-US" sz="2000" b="1" dirty="0" err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hild</a:t>
            </a:r>
            <a:r>
              <a:rPr lang="en-US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 1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3270C91-B402-5909-3355-3BD41D85ECDC}"/>
              </a:ext>
            </a:extLst>
          </p:cNvPr>
          <p:cNvSpPr txBox="1"/>
          <p:nvPr/>
        </p:nvSpPr>
        <p:spPr>
          <a:xfrm>
            <a:off x="2241597" y="2039644"/>
            <a:ext cx="1143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</a:t>
            </a:r>
            <a:r>
              <a:rPr lang="en-US" altLang="zh-HK" sz="2000" b="1" dirty="0" err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hild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 2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6383CF16-532E-4EB9-D55D-11AEE0767A1C}"/>
              </a:ext>
            </a:extLst>
          </p:cNvPr>
          <p:cNvCxnSpPr/>
          <p:nvPr/>
        </p:nvCxnSpPr>
        <p:spPr bwMode="auto">
          <a:xfrm>
            <a:off x="263352" y="4104316"/>
            <a:ext cx="914400" cy="914400"/>
          </a:xfrm>
          <a:prstGeom prst="line">
            <a:avLst/>
          </a:prstGeom>
          <a:solidFill>
            <a:srgbClr val="C0C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B5EEEA3F-C31B-6347-9BDB-30D8090DB783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352" y="3435294"/>
            <a:ext cx="805342" cy="66902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093112F6-51B0-CC86-A54A-A32CEC6D7CD2}"/>
              </a:ext>
            </a:extLst>
          </p:cNvPr>
          <p:cNvCxnSpPr>
            <a:cxnSpLocks/>
            <a:endCxn id="28" idx="1"/>
          </p:cNvCxnSpPr>
          <p:nvPr/>
        </p:nvCxnSpPr>
        <p:spPr bwMode="auto">
          <a:xfrm>
            <a:off x="263352" y="4104316"/>
            <a:ext cx="889232" cy="65725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A45ED4-5283-D8E9-CA0D-67025FCA9A74}"/>
              </a:ext>
            </a:extLst>
          </p:cNvPr>
          <p:cNvSpPr txBox="1"/>
          <p:nvPr/>
        </p:nvSpPr>
        <p:spPr>
          <a:xfrm>
            <a:off x="1068694" y="3169804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M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BB1BAA1-A6C1-E126-C81B-5FB112BCDE81}"/>
              </a:ext>
            </a:extLst>
          </p:cNvPr>
          <p:cNvSpPr txBox="1"/>
          <p:nvPr/>
        </p:nvSpPr>
        <p:spPr>
          <a:xfrm>
            <a:off x="1152584" y="4561513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F</a:t>
            </a: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2DAD22C-8A19-DFE1-FFA6-F7911EB4B416}"/>
              </a:ext>
            </a:extLst>
          </p:cNvPr>
          <p:cNvCxnSpPr>
            <a:cxnSpLocks/>
          </p:cNvCxnSpPr>
          <p:nvPr/>
        </p:nvCxnSpPr>
        <p:spPr bwMode="auto">
          <a:xfrm flipV="1">
            <a:off x="1635441" y="2992351"/>
            <a:ext cx="715675" cy="342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2FA237BD-A61D-2828-B0CF-0C88E55314C6}"/>
              </a:ext>
            </a:extLst>
          </p:cNvPr>
          <p:cNvCxnSpPr>
            <a:cxnSpLocks/>
          </p:cNvCxnSpPr>
          <p:nvPr/>
        </p:nvCxnSpPr>
        <p:spPr bwMode="auto">
          <a:xfrm>
            <a:off x="1635441" y="3334939"/>
            <a:ext cx="715675" cy="28090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29503FE1-811C-D256-6D8B-95E8752DB552}"/>
              </a:ext>
            </a:extLst>
          </p:cNvPr>
          <p:cNvCxnSpPr>
            <a:cxnSpLocks/>
          </p:cNvCxnSpPr>
          <p:nvPr/>
        </p:nvCxnSpPr>
        <p:spPr bwMode="auto">
          <a:xfrm flipV="1">
            <a:off x="1569835" y="4360200"/>
            <a:ext cx="778503" cy="40136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959DA244-1E7E-7ED9-C788-9927227FCA74}"/>
              </a:ext>
            </a:extLst>
          </p:cNvPr>
          <p:cNvCxnSpPr>
            <a:cxnSpLocks/>
          </p:cNvCxnSpPr>
          <p:nvPr/>
        </p:nvCxnSpPr>
        <p:spPr bwMode="auto">
          <a:xfrm>
            <a:off x="1569835" y="4761568"/>
            <a:ext cx="785423" cy="28090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46BF095-D2E1-5087-CDA8-0EFD6D958D2C}"/>
              </a:ext>
            </a:extLst>
          </p:cNvPr>
          <p:cNvSpPr txBox="1"/>
          <p:nvPr/>
        </p:nvSpPr>
        <p:spPr>
          <a:xfrm>
            <a:off x="2355258" y="2793992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M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2B49E505-1165-AC7B-54CB-71A76144E67E}"/>
              </a:ext>
            </a:extLst>
          </p:cNvPr>
          <p:cNvSpPr txBox="1"/>
          <p:nvPr/>
        </p:nvSpPr>
        <p:spPr>
          <a:xfrm>
            <a:off x="2348338" y="3458555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F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8BD709F-D52B-4564-D1F0-20BDA3EBFA1B}"/>
              </a:ext>
            </a:extLst>
          </p:cNvPr>
          <p:cNvSpPr txBox="1"/>
          <p:nvPr/>
        </p:nvSpPr>
        <p:spPr>
          <a:xfrm>
            <a:off x="2367427" y="4184855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M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45C2975-0D62-9248-3247-A31B164CD9C6}"/>
              </a:ext>
            </a:extLst>
          </p:cNvPr>
          <p:cNvSpPr txBox="1"/>
          <p:nvPr/>
        </p:nvSpPr>
        <p:spPr>
          <a:xfrm>
            <a:off x="2355258" y="4858905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F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F507D77-0823-3871-BB7F-51D2EE2E2FB2}"/>
              </a:ext>
            </a:extLst>
          </p:cNvPr>
          <p:cNvSpPr txBox="1"/>
          <p:nvPr/>
        </p:nvSpPr>
        <p:spPr>
          <a:xfrm>
            <a:off x="3888915" y="2022718"/>
            <a:ext cx="2464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Possible outcome</a:t>
            </a:r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47AEAE57-6FB1-A62A-8066-C5CBA48B64EB}"/>
              </a:ext>
            </a:extLst>
          </p:cNvPr>
          <p:cNvCxnSpPr>
            <a:cxnSpLocks/>
          </p:cNvCxnSpPr>
          <p:nvPr/>
        </p:nvCxnSpPr>
        <p:spPr bwMode="auto">
          <a:xfrm>
            <a:off x="4045232" y="3075186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3BC1F6D-F566-E22E-00E3-F101BA30C630}"/>
              </a:ext>
            </a:extLst>
          </p:cNvPr>
          <p:cNvSpPr txBox="1"/>
          <p:nvPr/>
        </p:nvSpPr>
        <p:spPr>
          <a:xfrm>
            <a:off x="4151188" y="2739876"/>
            <a:ext cx="777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MM</a:t>
            </a:r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6DEF13B3-0ABD-8161-961C-9E196272DBEF}"/>
              </a:ext>
            </a:extLst>
          </p:cNvPr>
          <p:cNvCxnSpPr>
            <a:cxnSpLocks/>
          </p:cNvCxnSpPr>
          <p:nvPr/>
        </p:nvCxnSpPr>
        <p:spPr bwMode="auto">
          <a:xfrm>
            <a:off x="4045232" y="3680126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C9B77416-179A-AAE8-467D-5C6C09674ED0}"/>
              </a:ext>
            </a:extLst>
          </p:cNvPr>
          <p:cNvSpPr txBox="1"/>
          <p:nvPr/>
        </p:nvSpPr>
        <p:spPr>
          <a:xfrm>
            <a:off x="4151188" y="3344816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M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F</a:t>
            </a:r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1E7B28DD-59DE-38D9-ED1C-B500FE32F985}"/>
              </a:ext>
            </a:extLst>
          </p:cNvPr>
          <p:cNvCxnSpPr>
            <a:cxnSpLocks/>
          </p:cNvCxnSpPr>
          <p:nvPr/>
        </p:nvCxnSpPr>
        <p:spPr bwMode="auto">
          <a:xfrm>
            <a:off x="4045232" y="4449448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03F2C474-841E-5734-B533-35B1B4F50C35}"/>
              </a:ext>
            </a:extLst>
          </p:cNvPr>
          <p:cNvSpPr txBox="1"/>
          <p:nvPr/>
        </p:nvSpPr>
        <p:spPr>
          <a:xfrm>
            <a:off x="4151188" y="4114138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F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M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E0A0BA9B-0FCC-B3FD-7CFF-64A7006B6700}"/>
              </a:ext>
            </a:extLst>
          </p:cNvPr>
          <p:cNvCxnSpPr>
            <a:cxnSpLocks/>
          </p:cNvCxnSpPr>
          <p:nvPr/>
        </p:nvCxnSpPr>
        <p:spPr bwMode="auto">
          <a:xfrm>
            <a:off x="4070991" y="5153971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DEC269BC-FD57-9AFB-81EF-1DA063AA9CD5}"/>
              </a:ext>
            </a:extLst>
          </p:cNvPr>
          <p:cNvSpPr txBox="1"/>
          <p:nvPr/>
        </p:nvSpPr>
        <p:spPr>
          <a:xfrm>
            <a:off x="4176947" y="4818661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FF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6C7A6DAF-08EB-2841-8AD1-8C15E8BEECA2}"/>
              </a:ext>
            </a:extLst>
          </p:cNvPr>
          <p:cNvSpPr txBox="1"/>
          <p:nvPr/>
        </p:nvSpPr>
        <p:spPr>
          <a:xfrm>
            <a:off x="6528048" y="1965756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bi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A48F8B45-2523-61A1-3F4C-A6C70538CF30}"/>
              </a:ext>
            </a:extLst>
          </p:cNvPr>
          <p:cNvSpPr txBox="1"/>
          <p:nvPr/>
        </p:nvSpPr>
        <p:spPr>
          <a:xfrm>
            <a:off x="7411587" y="1965756"/>
            <a:ext cx="2653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two daughters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6234C818-BBFA-BCE1-31FB-A42799BD5A59}"/>
                  </a:ext>
                </a:extLst>
              </p:cNvPr>
              <p:cNvSpPr txBox="1"/>
              <p:nvPr/>
            </p:nvSpPr>
            <p:spPr>
              <a:xfrm>
                <a:off x="9822120" y="19437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6234C818-BBFA-BCE1-31FB-A42799BD5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2120" y="1943777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48">
            <a:extLst>
              <a:ext uri="{FF2B5EF4-FFF2-40B4-BE49-F238E27FC236}">
                <a16:creationId xmlns:a16="http://schemas.microsoft.com/office/drawing/2014/main" id="{EDC4327F-C018-507F-7636-488C76E12465}"/>
              </a:ext>
            </a:extLst>
          </p:cNvPr>
          <p:cNvGrpSpPr/>
          <p:nvPr/>
        </p:nvGrpSpPr>
        <p:grpSpPr>
          <a:xfrm>
            <a:off x="10196113" y="1777957"/>
            <a:ext cx="364383" cy="777549"/>
            <a:chOff x="2896107" y="4671588"/>
            <a:chExt cx="364383" cy="777549"/>
          </a:xfrm>
        </p:grpSpPr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E75856F5-79B2-CD70-FD9C-53CC7C93EEEF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990DDDC2-C13F-4010-020A-66CCDB64D0BD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2" name="直線接點 51">
                <a:extLst>
                  <a:ext uri="{FF2B5EF4-FFF2-40B4-BE49-F238E27FC236}">
                    <a16:creationId xmlns:a16="http://schemas.microsoft.com/office/drawing/2014/main" id="{74E2690D-9238-2734-98B8-0C45489A2C2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0B66B35D-82AD-E960-54FC-2CB14E057AD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3C197A59-B719-8C13-49F3-885D32332E20}"/>
              </a:ext>
            </a:extLst>
          </p:cNvPr>
          <p:cNvSpPr txBox="1"/>
          <p:nvPr/>
        </p:nvSpPr>
        <p:spPr>
          <a:xfrm>
            <a:off x="6528048" y="2739876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 err="1">
                <a:latin typeface="Lucida Calligraphy" panose="03010101010101010101" pitchFamily="66" charset="0"/>
              </a:rPr>
              <a:t>bii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6FEE73A-9978-EAAD-5201-FD4DD16C27D4}"/>
              </a:ext>
            </a:extLst>
          </p:cNvPr>
          <p:cNvSpPr txBox="1"/>
          <p:nvPr/>
        </p:nvSpPr>
        <p:spPr>
          <a:xfrm>
            <a:off x="7441363" y="2739876"/>
            <a:ext cx="2975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one daughter only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883932CF-D061-DEDA-125D-682638F4900D}"/>
                  </a:ext>
                </a:extLst>
              </p:cNvPr>
              <p:cNvSpPr txBox="1"/>
              <p:nvPr/>
            </p:nvSpPr>
            <p:spPr>
              <a:xfrm>
                <a:off x="10389552" y="27204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883932CF-D061-DEDA-125D-682638F49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552" y="2720469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群組 57">
            <a:extLst>
              <a:ext uri="{FF2B5EF4-FFF2-40B4-BE49-F238E27FC236}">
                <a16:creationId xmlns:a16="http://schemas.microsoft.com/office/drawing/2014/main" id="{B2E1C41B-4006-8999-3262-E2D89F5917E9}"/>
              </a:ext>
            </a:extLst>
          </p:cNvPr>
          <p:cNvGrpSpPr/>
          <p:nvPr/>
        </p:nvGrpSpPr>
        <p:grpSpPr>
          <a:xfrm>
            <a:off x="10763545" y="2554649"/>
            <a:ext cx="364383" cy="777549"/>
            <a:chOff x="2896107" y="4671588"/>
            <a:chExt cx="364383" cy="777549"/>
          </a:xfrm>
        </p:grpSpPr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68F8CC68-21E4-B48B-5F48-CA7818E430BB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C824E3AB-51D7-8CCA-EA83-7A2844B91F8F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1" name="直線接點 60">
                <a:extLst>
                  <a:ext uri="{FF2B5EF4-FFF2-40B4-BE49-F238E27FC236}">
                    <a16:creationId xmlns:a16="http://schemas.microsoft.com/office/drawing/2014/main" id="{A2220E38-F5F7-5864-9FDA-7003C7F9C86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73AEC16F-05EB-5D09-B6A4-80F3C86ABF7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B1C4EF34-6C71-0C90-EE74-F32D728FE82D}"/>
                  </a:ext>
                </a:extLst>
              </p:cNvPr>
              <p:cNvSpPr txBox="1"/>
              <p:nvPr/>
            </p:nvSpPr>
            <p:spPr>
              <a:xfrm>
                <a:off x="10418288" y="34707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B1C4EF34-6C71-0C90-EE74-F32D728FE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8288" y="3470769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群組 63">
            <a:extLst>
              <a:ext uri="{FF2B5EF4-FFF2-40B4-BE49-F238E27FC236}">
                <a16:creationId xmlns:a16="http://schemas.microsoft.com/office/drawing/2014/main" id="{EA3406F3-234C-7F6B-F6B1-9FB18DEC11E0}"/>
              </a:ext>
            </a:extLst>
          </p:cNvPr>
          <p:cNvGrpSpPr/>
          <p:nvPr/>
        </p:nvGrpSpPr>
        <p:grpSpPr>
          <a:xfrm>
            <a:off x="10816017" y="3304949"/>
            <a:ext cx="364383" cy="777549"/>
            <a:chOff x="2896107" y="4671588"/>
            <a:chExt cx="364383" cy="777549"/>
          </a:xfrm>
        </p:grpSpPr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59362E36-61EA-C3EC-B389-A6C9122355D4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66" name="群組 65">
              <a:extLst>
                <a:ext uri="{FF2B5EF4-FFF2-40B4-BE49-F238E27FC236}">
                  <a16:creationId xmlns:a16="http://schemas.microsoft.com/office/drawing/2014/main" id="{64BFECFC-FE09-67B1-D3E6-09CF174FD91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7" name="直線接點 66">
                <a:extLst>
                  <a:ext uri="{FF2B5EF4-FFF2-40B4-BE49-F238E27FC236}">
                    <a16:creationId xmlns:a16="http://schemas.microsoft.com/office/drawing/2014/main" id="{CDF588E4-E068-3A14-9995-4C32DF6089B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0B539E81-280E-4EA6-4260-2C5C383448FF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975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2" grpId="0"/>
      <p:bldP spid="23" grpId="0"/>
      <p:bldP spid="27" grpId="0"/>
      <p:bldP spid="28" grpId="0"/>
      <p:bldP spid="33" grpId="0"/>
      <p:bldP spid="34" grpId="0"/>
      <p:bldP spid="35" grpId="0"/>
      <p:bldP spid="36" grpId="0"/>
      <p:bldP spid="37" grpId="0"/>
      <p:bldP spid="39" grpId="0"/>
      <p:bldP spid="41" grpId="0"/>
      <p:bldP spid="43" grpId="0"/>
      <p:bldP spid="45" grpId="0"/>
      <p:bldP spid="46" grpId="0"/>
      <p:bldP spid="47" grpId="0"/>
      <p:bldP spid="48" grpId="0"/>
      <p:bldP spid="54" grpId="0"/>
      <p:bldP spid="55" grpId="0"/>
      <p:bldP spid="57" grpId="0"/>
      <p:bldP spid="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16B49D9-AB6D-23AD-56A8-C108C8AA05BA}"/>
              </a:ext>
            </a:extLst>
          </p:cNvPr>
          <p:cNvSpPr txBox="1"/>
          <p:nvPr/>
        </p:nvSpPr>
        <p:spPr>
          <a:xfrm>
            <a:off x="2711624" y="724634"/>
            <a:ext cx="1720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Tabulation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FCFA7EA8-BE32-7FD9-4BD5-8429666E87BC}"/>
              </a:ext>
            </a:extLst>
          </p:cNvPr>
          <p:cNvCxnSpPr>
            <a:cxnSpLocks/>
          </p:cNvCxnSpPr>
          <p:nvPr/>
        </p:nvCxnSpPr>
        <p:spPr>
          <a:xfrm>
            <a:off x="4431707" y="924689"/>
            <a:ext cx="63142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9E857228-4EF3-649D-E932-F9F05B25A72A}"/>
              </a:ext>
            </a:extLst>
          </p:cNvPr>
          <p:cNvSpPr txBox="1"/>
          <p:nvPr/>
        </p:nvSpPr>
        <p:spPr>
          <a:xfrm>
            <a:off x="5063136" y="724634"/>
            <a:ext cx="4831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List out all the possible outcomes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211E5C9-BE20-007D-4D2A-665A0D1878A5}"/>
              </a:ext>
            </a:extLst>
          </p:cNvPr>
          <p:cNvSpPr txBox="1"/>
          <p:nvPr/>
        </p:nvSpPr>
        <p:spPr>
          <a:xfrm>
            <a:off x="272554" y="1802836"/>
            <a:ext cx="148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Example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C0827EF1-D039-4C72-9B38-FDEEE700C28D}"/>
              </a:ext>
            </a:extLst>
          </p:cNvPr>
          <p:cNvGraphicFramePr>
            <a:graphicFrameLocks noGrp="1"/>
          </p:cNvGraphicFramePr>
          <p:nvPr/>
        </p:nvGraphicFramePr>
        <p:xfrm>
          <a:off x="1631504" y="2780928"/>
          <a:ext cx="4208016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402672">
                  <a:extLst>
                    <a:ext uri="{9D8B030D-6E8A-4147-A177-3AD203B41FA5}">
                      <a16:colId xmlns:a16="http://schemas.microsoft.com/office/drawing/2014/main" val="3415415471"/>
                    </a:ext>
                  </a:extLst>
                </a:gridCol>
                <a:gridCol w="1402672">
                  <a:extLst>
                    <a:ext uri="{9D8B030D-6E8A-4147-A177-3AD203B41FA5}">
                      <a16:colId xmlns:a16="http://schemas.microsoft.com/office/drawing/2014/main" val="1587026588"/>
                    </a:ext>
                  </a:extLst>
                </a:gridCol>
                <a:gridCol w="1402672">
                  <a:extLst>
                    <a:ext uri="{9D8B030D-6E8A-4147-A177-3AD203B41FA5}">
                      <a16:colId xmlns:a16="http://schemas.microsoft.com/office/drawing/2014/main" val="3621822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4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756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422340"/>
                  </a:ext>
                </a:extLst>
              </a:tr>
            </a:tbl>
          </a:graphicData>
        </a:graphic>
      </p:graphicFrame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45AEECC6-2624-352C-12FC-6F9BAA913DB6}"/>
              </a:ext>
            </a:extLst>
          </p:cNvPr>
          <p:cNvCxnSpPr>
            <a:cxnSpLocks/>
          </p:cNvCxnSpPr>
          <p:nvPr/>
        </p:nvCxnSpPr>
        <p:spPr bwMode="auto">
          <a:xfrm>
            <a:off x="1637679" y="2780761"/>
            <a:ext cx="1361977" cy="34724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648AB666-65C8-731D-3398-AFC55747D4B0}"/>
              </a:ext>
            </a:extLst>
          </p:cNvPr>
          <p:cNvSpPr txBox="1"/>
          <p:nvPr/>
        </p:nvSpPr>
        <p:spPr>
          <a:xfrm>
            <a:off x="2133352" y="2735322"/>
            <a:ext cx="1156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First toss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E7A2CF3-72EB-5F73-47CA-1616B9E00516}"/>
              </a:ext>
            </a:extLst>
          </p:cNvPr>
          <p:cNvSpPr txBox="1"/>
          <p:nvPr/>
        </p:nvSpPr>
        <p:spPr>
          <a:xfrm>
            <a:off x="1593719" y="2919260"/>
            <a:ext cx="14498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Second toss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9D45379-EBA5-78F7-7A00-E468DEC5F659}"/>
              </a:ext>
            </a:extLst>
          </p:cNvPr>
          <p:cNvSpPr txBox="1"/>
          <p:nvPr/>
        </p:nvSpPr>
        <p:spPr>
          <a:xfrm>
            <a:off x="3495329" y="2812266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F038358-B9DF-C2E0-A977-016514E25D14}"/>
              </a:ext>
            </a:extLst>
          </p:cNvPr>
          <p:cNvSpPr txBox="1"/>
          <p:nvPr/>
        </p:nvSpPr>
        <p:spPr>
          <a:xfrm>
            <a:off x="4962803" y="2809243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2B98572-7536-6C6B-6299-DA74BBAFA5C6}"/>
              </a:ext>
            </a:extLst>
          </p:cNvPr>
          <p:cNvSpPr txBox="1"/>
          <p:nvPr/>
        </p:nvSpPr>
        <p:spPr>
          <a:xfrm>
            <a:off x="2114255" y="3170334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2124F1B-733A-A645-FBEB-4F9EDD74D74F}"/>
              </a:ext>
            </a:extLst>
          </p:cNvPr>
          <p:cNvSpPr txBox="1"/>
          <p:nvPr/>
        </p:nvSpPr>
        <p:spPr>
          <a:xfrm>
            <a:off x="2147918" y="3528580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321FD5C-AB04-946C-F394-CDCEE62BF24B}"/>
              </a:ext>
            </a:extLst>
          </p:cNvPr>
          <p:cNvSpPr txBox="1"/>
          <p:nvPr/>
        </p:nvSpPr>
        <p:spPr>
          <a:xfrm>
            <a:off x="3363081" y="3176682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HH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0F49BE4-EE2D-4461-C340-5AF21DF4F237}"/>
              </a:ext>
            </a:extLst>
          </p:cNvPr>
          <p:cNvSpPr txBox="1"/>
          <p:nvPr/>
        </p:nvSpPr>
        <p:spPr>
          <a:xfrm>
            <a:off x="4837769" y="3170334"/>
            <a:ext cx="63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E800A04-E1DA-CADE-01AB-17B12BCF9826}"/>
              </a:ext>
            </a:extLst>
          </p:cNvPr>
          <p:cNvSpPr txBox="1"/>
          <p:nvPr/>
        </p:nvSpPr>
        <p:spPr>
          <a:xfrm>
            <a:off x="3359814" y="3528580"/>
            <a:ext cx="63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46F62B2-DE6E-F630-946B-74B5C4EDC884}"/>
              </a:ext>
            </a:extLst>
          </p:cNvPr>
          <p:cNvSpPr txBox="1"/>
          <p:nvPr/>
        </p:nvSpPr>
        <p:spPr>
          <a:xfrm>
            <a:off x="4876402" y="3522233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TT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0688155-B5E5-2D15-4F0C-F4785B4666AD}"/>
              </a:ext>
            </a:extLst>
          </p:cNvPr>
          <p:cNvSpPr txBox="1"/>
          <p:nvPr/>
        </p:nvSpPr>
        <p:spPr>
          <a:xfrm>
            <a:off x="306466" y="4409707"/>
            <a:ext cx="2464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Possible outcome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E9790C1-F416-97A9-FDC2-2E643964BFAB}"/>
              </a:ext>
            </a:extLst>
          </p:cNvPr>
          <p:cNvSpPr txBox="1"/>
          <p:nvPr/>
        </p:nvSpPr>
        <p:spPr>
          <a:xfrm>
            <a:off x="2997371" y="4422844"/>
            <a:ext cx="2663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HH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 H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 T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 TT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4744004-567C-B217-30D3-7F79EBCAB711}"/>
                  </a:ext>
                </a:extLst>
              </p:cNvPr>
              <p:cNvSpPr txBox="1"/>
              <p:nvPr/>
            </p:nvSpPr>
            <p:spPr>
              <a:xfrm>
                <a:off x="2701683" y="44097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4744004-567C-B217-30D3-7F79EBCAB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683" y="4409707"/>
                <a:ext cx="295688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55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8" grpId="0"/>
      <p:bldP spid="9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A30CA01-2477-FB5D-D389-8C8B8F0B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16632"/>
            <a:ext cx="5733333" cy="1685714"/>
          </a:xfrm>
          <a:prstGeom prst="rect">
            <a:avLst/>
          </a:prstGeom>
        </p:spPr>
      </p:pic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2DC6E3F2-EFE1-A2D1-0888-2BD3B6638524}"/>
              </a:ext>
            </a:extLst>
          </p:cNvPr>
          <p:cNvGraphicFramePr>
            <a:graphicFrameLocks noGrp="1"/>
          </p:cNvGraphicFramePr>
          <p:nvPr/>
        </p:nvGraphicFramePr>
        <p:xfrm>
          <a:off x="839416" y="2033569"/>
          <a:ext cx="5931944" cy="3555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2986">
                  <a:extLst>
                    <a:ext uri="{9D8B030D-6E8A-4147-A177-3AD203B41FA5}">
                      <a16:colId xmlns:a16="http://schemas.microsoft.com/office/drawing/2014/main" val="106775889"/>
                    </a:ext>
                  </a:extLst>
                </a:gridCol>
                <a:gridCol w="741493">
                  <a:extLst>
                    <a:ext uri="{9D8B030D-6E8A-4147-A177-3AD203B41FA5}">
                      <a16:colId xmlns:a16="http://schemas.microsoft.com/office/drawing/2014/main" val="3363829009"/>
                    </a:ext>
                  </a:extLst>
                </a:gridCol>
                <a:gridCol w="741493">
                  <a:extLst>
                    <a:ext uri="{9D8B030D-6E8A-4147-A177-3AD203B41FA5}">
                      <a16:colId xmlns:a16="http://schemas.microsoft.com/office/drawing/2014/main" val="3552710264"/>
                    </a:ext>
                  </a:extLst>
                </a:gridCol>
                <a:gridCol w="741493">
                  <a:extLst>
                    <a:ext uri="{9D8B030D-6E8A-4147-A177-3AD203B41FA5}">
                      <a16:colId xmlns:a16="http://schemas.microsoft.com/office/drawing/2014/main" val="45297407"/>
                    </a:ext>
                  </a:extLst>
                </a:gridCol>
                <a:gridCol w="741493">
                  <a:extLst>
                    <a:ext uri="{9D8B030D-6E8A-4147-A177-3AD203B41FA5}">
                      <a16:colId xmlns:a16="http://schemas.microsoft.com/office/drawing/2014/main" val="1201111845"/>
                    </a:ext>
                  </a:extLst>
                </a:gridCol>
                <a:gridCol w="741493">
                  <a:extLst>
                    <a:ext uri="{9D8B030D-6E8A-4147-A177-3AD203B41FA5}">
                      <a16:colId xmlns:a16="http://schemas.microsoft.com/office/drawing/2014/main" val="1540875755"/>
                    </a:ext>
                  </a:extLst>
                </a:gridCol>
                <a:gridCol w="741493">
                  <a:extLst>
                    <a:ext uri="{9D8B030D-6E8A-4147-A177-3AD203B41FA5}">
                      <a16:colId xmlns:a16="http://schemas.microsoft.com/office/drawing/2014/main" val="4085779349"/>
                    </a:ext>
                  </a:extLst>
                </a:gridCol>
              </a:tblGrid>
              <a:tr h="507953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992668"/>
                  </a:ext>
                </a:extLst>
              </a:tr>
              <a:tr h="507953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931898"/>
                  </a:ext>
                </a:extLst>
              </a:tr>
              <a:tr h="507953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077529"/>
                  </a:ext>
                </a:extLst>
              </a:tr>
              <a:tr h="507953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4739"/>
                  </a:ext>
                </a:extLst>
              </a:tr>
              <a:tr h="507953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136283"/>
                  </a:ext>
                </a:extLst>
              </a:tr>
              <a:tr h="507953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708534"/>
                  </a:ext>
                </a:extLst>
              </a:tr>
              <a:tr h="507953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534605"/>
                  </a:ext>
                </a:extLst>
              </a:tr>
            </a:tbl>
          </a:graphicData>
        </a:graphic>
      </p:graphicFrame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761EB6CD-D728-9C28-025B-0CF6864145CD}"/>
              </a:ext>
            </a:extLst>
          </p:cNvPr>
          <p:cNvCxnSpPr>
            <a:cxnSpLocks/>
          </p:cNvCxnSpPr>
          <p:nvPr/>
        </p:nvCxnSpPr>
        <p:spPr bwMode="auto">
          <a:xfrm>
            <a:off x="833475" y="2042289"/>
            <a:ext cx="1486800" cy="47817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0517E7C6-D593-0CD2-CF7F-AA8CD1D29297}"/>
              </a:ext>
            </a:extLst>
          </p:cNvPr>
          <p:cNvSpPr txBox="1"/>
          <p:nvPr/>
        </p:nvSpPr>
        <p:spPr>
          <a:xfrm>
            <a:off x="1283127" y="1992543"/>
            <a:ext cx="1156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First dice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84D1CF3-1FC3-2515-CC75-FE6FA09B28B1}"/>
              </a:ext>
            </a:extLst>
          </p:cNvPr>
          <p:cNvSpPr txBox="1"/>
          <p:nvPr/>
        </p:nvSpPr>
        <p:spPr>
          <a:xfrm>
            <a:off x="787321" y="2280108"/>
            <a:ext cx="1449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Second dice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FF4D576-8AA7-88A3-C088-8B2921C59AA2}"/>
              </a:ext>
            </a:extLst>
          </p:cNvPr>
          <p:cNvSpPr txBox="1"/>
          <p:nvPr/>
        </p:nvSpPr>
        <p:spPr>
          <a:xfrm>
            <a:off x="2439671" y="2105580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1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22AC8AD-0951-42F7-B03D-B41CFFC817FB}"/>
              </a:ext>
            </a:extLst>
          </p:cNvPr>
          <p:cNvSpPr txBox="1"/>
          <p:nvPr/>
        </p:nvSpPr>
        <p:spPr>
          <a:xfrm>
            <a:off x="3196079" y="2105579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FF1A10F-A157-F604-A811-40C5B8ADD79B}"/>
              </a:ext>
            </a:extLst>
          </p:cNvPr>
          <p:cNvSpPr txBox="1"/>
          <p:nvPr/>
        </p:nvSpPr>
        <p:spPr>
          <a:xfrm>
            <a:off x="3952487" y="2105579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F67A43D-0787-C8DB-227A-05D02287BF0E}"/>
              </a:ext>
            </a:extLst>
          </p:cNvPr>
          <p:cNvSpPr txBox="1"/>
          <p:nvPr/>
        </p:nvSpPr>
        <p:spPr>
          <a:xfrm>
            <a:off x="4699198" y="2105578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4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3D67F05-18A4-9FFE-7179-2290C79ADBFD}"/>
              </a:ext>
            </a:extLst>
          </p:cNvPr>
          <p:cNvSpPr txBox="1"/>
          <p:nvPr/>
        </p:nvSpPr>
        <p:spPr>
          <a:xfrm>
            <a:off x="5445909" y="2105577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5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810AC44-A462-3EF1-476B-245E98B5C47D}"/>
              </a:ext>
            </a:extLst>
          </p:cNvPr>
          <p:cNvSpPr txBox="1"/>
          <p:nvPr/>
        </p:nvSpPr>
        <p:spPr>
          <a:xfrm>
            <a:off x="6142186" y="2105577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6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973AE86-3A1A-BAA5-339E-9144F949A369}"/>
              </a:ext>
            </a:extLst>
          </p:cNvPr>
          <p:cNvSpPr txBox="1"/>
          <p:nvPr/>
        </p:nvSpPr>
        <p:spPr>
          <a:xfrm>
            <a:off x="1412867" y="2619421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1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D64A5ED-C831-A810-4CAC-D8070B06D28A}"/>
              </a:ext>
            </a:extLst>
          </p:cNvPr>
          <p:cNvSpPr txBox="1"/>
          <p:nvPr/>
        </p:nvSpPr>
        <p:spPr>
          <a:xfrm>
            <a:off x="1412867" y="3157245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C9FDF42-EE00-7974-927E-27FF7A1AA22A}"/>
              </a:ext>
            </a:extLst>
          </p:cNvPr>
          <p:cNvSpPr txBox="1"/>
          <p:nvPr/>
        </p:nvSpPr>
        <p:spPr>
          <a:xfrm>
            <a:off x="1412867" y="3641714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CD2E2D5-E4FB-2350-13B9-BF8E34BC6BE6}"/>
              </a:ext>
            </a:extLst>
          </p:cNvPr>
          <p:cNvSpPr txBox="1"/>
          <p:nvPr/>
        </p:nvSpPr>
        <p:spPr>
          <a:xfrm>
            <a:off x="1412572" y="4156890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4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696E2DB-C49F-1F6F-EDB8-ADECB9786ED6}"/>
              </a:ext>
            </a:extLst>
          </p:cNvPr>
          <p:cNvSpPr txBox="1"/>
          <p:nvPr/>
        </p:nvSpPr>
        <p:spPr>
          <a:xfrm>
            <a:off x="1411710" y="4627890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5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F4C4D24-414B-15BF-3C79-F8E7A588B01F}"/>
              </a:ext>
            </a:extLst>
          </p:cNvPr>
          <p:cNvSpPr txBox="1"/>
          <p:nvPr/>
        </p:nvSpPr>
        <p:spPr>
          <a:xfrm>
            <a:off x="1411710" y="5132205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6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0476391-3453-84DB-A4FB-E5121A1CD40C}"/>
              </a:ext>
            </a:extLst>
          </p:cNvPr>
          <p:cNvSpPr txBox="1"/>
          <p:nvPr/>
        </p:nvSpPr>
        <p:spPr>
          <a:xfrm>
            <a:off x="2228074" y="2684823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(1,1)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FBE9D29-A89E-E903-3423-140CAF2D8CD2}"/>
              </a:ext>
            </a:extLst>
          </p:cNvPr>
          <p:cNvSpPr txBox="1"/>
          <p:nvPr/>
        </p:nvSpPr>
        <p:spPr>
          <a:xfrm>
            <a:off x="2241114" y="3180315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(2,1)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87BFC2A-D40F-689D-E9AC-778585BF500A}"/>
              </a:ext>
            </a:extLst>
          </p:cNvPr>
          <p:cNvSpPr txBox="1"/>
          <p:nvPr/>
        </p:nvSpPr>
        <p:spPr>
          <a:xfrm>
            <a:off x="2241114" y="3675807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(3,1)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4E5D3E7-1018-892D-602C-96F857F8C85D}"/>
              </a:ext>
            </a:extLst>
          </p:cNvPr>
          <p:cNvSpPr txBox="1"/>
          <p:nvPr/>
        </p:nvSpPr>
        <p:spPr>
          <a:xfrm>
            <a:off x="2241114" y="4171299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(4,1)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10EAC61-1B10-9576-E034-C2D65F9A65B3}"/>
              </a:ext>
            </a:extLst>
          </p:cNvPr>
          <p:cNvSpPr txBox="1"/>
          <p:nvPr/>
        </p:nvSpPr>
        <p:spPr>
          <a:xfrm>
            <a:off x="2241114" y="4666791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(5,1)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208045B2-9EE7-AE62-0592-C04CD02CF525}"/>
              </a:ext>
            </a:extLst>
          </p:cNvPr>
          <p:cNvSpPr txBox="1"/>
          <p:nvPr/>
        </p:nvSpPr>
        <p:spPr>
          <a:xfrm>
            <a:off x="2241114" y="5162283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(6,1)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265A27A-6616-A85E-5681-CBDDF34DF4D5}"/>
              </a:ext>
            </a:extLst>
          </p:cNvPr>
          <p:cNvSpPr txBox="1"/>
          <p:nvPr/>
        </p:nvSpPr>
        <p:spPr>
          <a:xfrm>
            <a:off x="2989572" y="2684823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(1,2)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167BA46-F529-E32C-ACC8-8B32A4813C8F}"/>
              </a:ext>
            </a:extLst>
          </p:cNvPr>
          <p:cNvSpPr txBox="1"/>
          <p:nvPr/>
        </p:nvSpPr>
        <p:spPr>
          <a:xfrm>
            <a:off x="2992322" y="3182846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(2,2)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E94B84C-F0BD-F81E-6F04-62EC3F8BB4C9}"/>
              </a:ext>
            </a:extLst>
          </p:cNvPr>
          <p:cNvSpPr txBox="1"/>
          <p:nvPr/>
        </p:nvSpPr>
        <p:spPr>
          <a:xfrm>
            <a:off x="2992322" y="3677359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(3,2)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1441946-E31A-8FCD-EE8F-DEA42474CF8F}"/>
              </a:ext>
            </a:extLst>
          </p:cNvPr>
          <p:cNvSpPr txBox="1"/>
          <p:nvPr/>
        </p:nvSpPr>
        <p:spPr>
          <a:xfrm>
            <a:off x="2984482" y="4171089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(4,2)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B97B0D77-E567-FE6A-3D52-034D3A422702}"/>
              </a:ext>
            </a:extLst>
          </p:cNvPr>
          <p:cNvSpPr txBox="1"/>
          <p:nvPr/>
        </p:nvSpPr>
        <p:spPr>
          <a:xfrm>
            <a:off x="2992322" y="4667613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(5,2)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8C1EC53-C393-5E49-4BE2-BFB7D9DE089C}"/>
              </a:ext>
            </a:extLst>
          </p:cNvPr>
          <p:cNvSpPr txBox="1"/>
          <p:nvPr/>
        </p:nvSpPr>
        <p:spPr>
          <a:xfrm>
            <a:off x="3018748" y="5160731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(6,2)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250842E-24E0-8273-7D27-B62DD1FC0D61}"/>
              </a:ext>
            </a:extLst>
          </p:cNvPr>
          <p:cNvSpPr txBox="1"/>
          <p:nvPr/>
        </p:nvSpPr>
        <p:spPr>
          <a:xfrm>
            <a:off x="3740890" y="2687144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(1,3)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31A3E2E-C3D3-06C7-DB42-18AB8DC00595}"/>
              </a:ext>
            </a:extLst>
          </p:cNvPr>
          <p:cNvSpPr txBox="1"/>
          <p:nvPr/>
        </p:nvSpPr>
        <p:spPr>
          <a:xfrm>
            <a:off x="3740889" y="3176532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(2,3)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36B543E6-9220-5815-0A6B-FA18A05A4EBC}"/>
              </a:ext>
            </a:extLst>
          </p:cNvPr>
          <p:cNvSpPr txBox="1"/>
          <p:nvPr/>
        </p:nvSpPr>
        <p:spPr>
          <a:xfrm>
            <a:off x="3740889" y="3686471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(3,3)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6790219-42F1-6979-D667-BD4CC029E89D}"/>
              </a:ext>
            </a:extLst>
          </p:cNvPr>
          <p:cNvSpPr txBox="1"/>
          <p:nvPr/>
        </p:nvSpPr>
        <p:spPr>
          <a:xfrm>
            <a:off x="3740889" y="4170879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(4,3)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F6E9369-6036-8536-F589-3D7B8B33EE98}"/>
              </a:ext>
            </a:extLst>
          </p:cNvPr>
          <p:cNvSpPr txBox="1"/>
          <p:nvPr/>
        </p:nvSpPr>
        <p:spPr>
          <a:xfrm>
            <a:off x="3741740" y="4667613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(5,3)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4B7BEF0-C7E9-2AC6-CDB3-7E9C78403D72}"/>
              </a:ext>
            </a:extLst>
          </p:cNvPr>
          <p:cNvSpPr txBox="1"/>
          <p:nvPr/>
        </p:nvSpPr>
        <p:spPr>
          <a:xfrm>
            <a:off x="3760055" y="5160527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(6,3)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81075EF0-5AA4-B55B-B973-534AF46285D6}"/>
              </a:ext>
            </a:extLst>
          </p:cNvPr>
          <p:cNvSpPr txBox="1"/>
          <p:nvPr/>
        </p:nvSpPr>
        <p:spPr>
          <a:xfrm>
            <a:off x="4455509" y="2680027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(1,4)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9CBE1D0-E29D-3D39-76E6-2385DAD5E2B8}"/>
              </a:ext>
            </a:extLst>
          </p:cNvPr>
          <p:cNvSpPr txBox="1"/>
          <p:nvPr/>
        </p:nvSpPr>
        <p:spPr>
          <a:xfrm>
            <a:off x="4487601" y="3176532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(2,4)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72A29A3-A89E-0B61-ABEE-7EFDA883D02D}"/>
              </a:ext>
            </a:extLst>
          </p:cNvPr>
          <p:cNvSpPr txBox="1"/>
          <p:nvPr/>
        </p:nvSpPr>
        <p:spPr>
          <a:xfrm>
            <a:off x="4487601" y="3682534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(3,4)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5AE57D57-B09F-D361-016F-5C5B1F6AD098}"/>
              </a:ext>
            </a:extLst>
          </p:cNvPr>
          <p:cNvSpPr txBox="1"/>
          <p:nvPr/>
        </p:nvSpPr>
        <p:spPr>
          <a:xfrm>
            <a:off x="4487601" y="4168595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(4,4)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0EBE76B-D562-6224-C7E9-16626FDF6A11}"/>
              </a:ext>
            </a:extLst>
          </p:cNvPr>
          <p:cNvSpPr txBox="1"/>
          <p:nvPr/>
        </p:nvSpPr>
        <p:spPr>
          <a:xfrm>
            <a:off x="4487601" y="4654656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(5,4)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A15E0FEC-174D-AA46-CBA3-43D12C33C995}"/>
              </a:ext>
            </a:extLst>
          </p:cNvPr>
          <p:cNvSpPr txBox="1"/>
          <p:nvPr/>
        </p:nvSpPr>
        <p:spPr>
          <a:xfrm>
            <a:off x="4470097" y="5155959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(6,4)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2B770F7-B3E0-96BA-398A-6D9A0343D489}"/>
              </a:ext>
            </a:extLst>
          </p:cNvPr>
          <p:cNvSpPr txBox="1"/>
          <p:nvPr/>
        </p:nvSpPr>
        <p:spPr>
          <a:xfrm>
            <a:off x="5234312" y="2667701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(1,5)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A347769D-09AD-1D30-3175-B47B284C34C6}"/>
              </a:ext>
            </a:extLst>
          </p:cNvPr>
          <p:cNvSpPr txBox="1"/>
          <p:nvPr/>
        </p:nvSpPr>
        <p:spPr>
          <a:xfrm>
            <a:off x="5234312" y="3172595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(2,5)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DA5BEFF7-56A1-8645-11DA-0163CED4BFDD}"/>
              </a:ext>
            </a:extLst>
          </p:cNvPr>
          <p:cNvSpPr txBox="1"/>
          <p:nvPr/>
        </p:nvSpPr>
        <p:spPr>
          <a:xfrm>
            <a:off x="5234312" y="3675807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(3,5)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A434383-24B0-1DB6-B80D-F071702CBCE6}"/>
              </a:ext>
            </a:extLst>
          </p:cNvPr>
          <p:cNvSpPr txBox="1"/>
          <p:nvPr/>
        </p:nvSpPr>
        <p:spPr>
          <a:xfrm>
            <a:off x="5250331" y="4171089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(4,5)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C61E5FE1-2E6D-915E-0C86-EF6E6613E45F}"/>
              </a:ext>
            </a:extLst>
          </p:cNvPr>
          <p:cNvSpPr txBox="1"/>
          <p:nvPr/>
        </p:nvSpPr>
        <p:spPr>
          <a:xfrm>
            <a:off x="5258720" y="4657150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(5,5)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7186D758-5148-C58E-2C85-1633D2AE691F}"/>
              </a:ext>
            </a:extLst>
          </p:cNvPr>
          <p:cNvSpPr txBox="1"/>
          <p:nvPr/>
        </p:nvSpPr>
        <p:spPr>
          <a:xfrm>
            <a:off x="5257961" y="5160878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(6,5)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8F45433C-C81A-D807-3597-81AF946CAB0C}"/>
              </a:ext>
            </a:extLst>
          </p:cNvPr>
          <p:cNvSpPr txBox="1"/>
          <p:nvPr/>
        </p:nvSpPr>
        <p:spPr>
          <a:xfrm>
            <a:off x="5930589" y="2667701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(1,6)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C3E797DB-8EE4-0796-ED97-54FD4BF25CF4}"/>
              </a:ext>
            </a:extLst>
          </p:cNvPr>
          <p:cNvSpPr txBox="1"/>
          <p:nvPr/>
        </p:nvSpPr>
        <p:spPr>
          <a:xfrm>
            <a:off x="5930589" y="3163714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(2,6)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591D0D63-1E92-2906-BB61-3665AD608A38}"/>
              </a:ext>
            </a:extLst>
          </p:cNvPr>
          <p:cNvSpPr txBox="1"/>
          <p:nvPr/>
        </p:nvSpPr>
        <p:spPr>
          <a:xfrm>
            <a:off x="5963477" y="3675807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(3,6)</a:t>
            </a: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3E52C7CB-27B7-B969-FB97-8DA47DD42E2A}"/>
              </a:ext>
            </a:extLst>
          </p:cNvPr>
          <p:cNvSpPr txBox="1"/>
          <p:nvPr/>
        </p:nvSpPr>
        <p:spPr>
          <a:xfrm>
            <a:off x="5963477" y="4170746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(4,6)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104B2C54-ACF9-0583-4451-F9EA4E915878}"/>
              </a:ext>
            </a:extLst>
          </p:cNvPr>
          <p:cNvSpPr txBox="1"/>
          <p:nvPr/>
        </p:nvSpPr>
        <p:spPr>
          <a:xfrm>
            <a:off x="5963476" y="4657683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(5,6)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92115799-47F9-1DE4-86FE-2D828BF392BB}"/>
              </a:ext>
            </a:extLst>
          </p:cNvPr>
          <p:cNvSpPr txBox="1"/>
          <p:nvPr/>
        </p:nvSpPr>
        <p:spPr>
          <a:xfrm>
            <a:off x="5970344" y="5151600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(6,6)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1" name="筆跡 110">
                <a:extLst>
                  <a:ext uri="{FF2B5EF4-FFF2-40B4-BE49-F238E27FC236}">
                    <a16:creationId xmlns:a16="http://schemas.microsoft.com/office/drawing/2014/main" id="{6FBE47DB-F888-2C88-A214-BBC52084FCB1}"/>
                  </a:ext>
                </a:extLst>
              </p14:cNvPr>
              <p14:cNvContentPartPr/>
              <p14:nvPr/>
            </p14:nvContentPartPr>
            <p14:xfrm>
              <a:off x="4302282" y="594366"/>
              <a:ext cx="425566" cy="45719"/>
            </p14:xfrm>
          </p:contentPart>
        </mc:Choice>
        <mc:Fallback xmlns="">
          <p:pic>
            <p:nvPicPr>
              <p:cNvPr id="111" name="筆跡 110">
                <a:extLst>
                  <a:ext uri="{FF2B5EF4-FFF2-40B4-BE49-F238E27FC236}">
                    <a16:creationId xmlns:a16="http://schemas.microsoft.com/office/drawing/2014/main" id="{6FBE47DB-F888-2C88-A214-BBC52084FC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8276" y="-13121334"/>
                <a:ext cx="53321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2" name="筆跡 111">
                <a:extLst>
                  <a:ext uri="{FF2B5EF4-FFF2-40B4-BE49-F238E27FC236}">
                    <a16:creationId xmlns:a16="http://schemas.microsoft.com/office/drawing/2014/main" id="{113F1921-F189-DAB0-50B3-FF6A9AF63127}"/>
                  </a:ext>
                </a:extLst>
              </p14:cNvPr>
              <p14:cNvContentPartPr/>
              <p14:nvPr/>
            </p14:nvContentPartPr>
            <p14:xfrm>
              <a:off x="1919536" y="936629"/>
              <a:ext cx="1080120" cy="45719"/>
            </p14:xfrm>
          </p:contentPart>
        </mc:Choice>
        <mc:Fallback xmlns="">
          <p:pic>
            <p:nvPicPr>
              <p:cNvPr id="112" name="筆跡 111">
                <a:extLst>
                  <a:ext uri="{FF2B5EF4-FFF2-40B4-BE49-F238E27FC236}">
                    <a16:creationId xmlns:a16="http://schemas.microsoft.com/office/drawing/2014/main" id="{113F1921-F189-DAB0-50B3-FF6A9AF6312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65530" y="-12779071"/>
                <a:ext cx="118777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3" name="筆跡 112">
                <a:extLst>
                  <a:ext uri="{FF2B5EF4-FFF2-40B4-BE49-F238E27FC236}">
                    <a16:creationId xmlns:a16="http://schemas.microsoft.com/office/drawing/2014/main" id="{24C08D40-48D7-EBF8-BF84-801B18DB823F}"/>
                  </a:ext>
                </a:extLst>
              </p14:cNvPr>
              <p14:cNvContentPartPr/>
              <p14:nvPr/>
            </p14:nvContentPartPr>
            <p14:xfrm>
              <a:off x="1952860" y="1268760"/>
              <a:ext cx="3783100" cy="45719"/>
            </p14:xfrm>
          </p:contentPart>
        </mc:Choice>
        <mc:Fallback xmlns="">
          <p:pic>
            <p:nvPicPr>
              <p:cNvPr id="113" name="筆跡 112">
                <a:extLst>
                  <a:ext uri="{FF2B5EF4-FFF2-40B4-BE49-F238E27FC236}">
                    <a16:creationId xmlns:a16="http://schemas.microsoft.com/office/drawing/2014/main" id="{24C08D40-48D7-EBF8-BF84-801B18DB823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98826" y="-12446940"/>
                <a:ext cx="389080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4" name="筆跡 113">
                <a:extLst>
                  <a:ext uri="{FF2B5EF4-FFF2-40B4-BE49-F238E27FC236}">
                    <a16:creationId xmlns:a16="http://schemas.microsoft.com/office/drawing/2014/main" id="{9907B023-A16B-F8AA-6E0D-6150EFC847CE}"/>
                  </a:ext>
                </a:extLst>
              </p14:cNvPr>
              <p14:cNvContentPartPr/>
              <p14:nvPr/>
            </p14:nvContentPartPr>
            <p14:xfrm>
              <a:off x="1613596" y="1609769"/>
              <a:ext cx="3978348" cy="45719"/>
            </p14:xfrm>
          </p:contentPart>
        </mc:Choice>
        <mc:Fallback xmlns="">
          <p:pic>
            <p:nvPicPr>
              <p:cNvPr id="114" name="筆跡 113">
                <a:extLst>
                  <a:ext uri="{FF2B5EF4-FFF2-40B4-BE49-F238E27FC236}">
                    <a16:creationId xmlns:a16="http://schemas.microsoft.com/office/drawing/2014/main" id="{9907B023-A16B-F8AA-6E0D-6150EFC847C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59542" y="-12105931"/>
                <a:ext cx="4086095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0B3C38D0-C4DE-5C3A-7879-19BFFA84F52F}"/>
              </a:ext>
            </a:extLst>
          </p:cNvPr>
          <p:cNvSpPr txBox="1"/>
          <p:nvPr/>
        </p:nvSpPr>
        <p:spPr>
          <a:xfrm>
            <a:off x="-24680" y="1988840"/>
            <a:ext cx="6928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(a)</a:t>
            </a:r>
          </a:p>
        </p:txBody>
      </p: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282C3491-E804-A841-B02F-AA62A6B48972}"/>
              </a:ext>
            </a:extLst>
          </p:cNvPr>
          <p:cNvSpPr txBox="1"/>
          <p:nvPr/>
        </p:nvSpPr>
        <p:spPr>
          <a:xfrm>
            <a:off x="7101048" y="1890783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bi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7" name="筆跡 116">
                <a:extLst>
                  <a:ext uri="{FF2B5EF4-FFF2-40B4-BE49-F238E27FC236}">
                    <a16:creationId xmlns:a16="http://schemas.microsoft.com/office/drawing/2014/main" id="{3AC3B5A4-05F3-7567-A00D-9B0F41488C0B}"/>
                  </a:ext>
                </a:extLst>
              </p14:cNvPr>
              <p14:cNvContentPartPr/>
              <p14:nvPr/>
            </p14:nvContentPartPr>
            <p14:xfrm>
              <a:off x="4606557" y="2846538"/>
              <a:ext cx="612000" cy="540000"/>
            </p14:xfrm>
          </p:contentPart>
        </mc:Choice>
        <mc:Fallback xmlns="">
          <p:pic>
            <p:nvPicPr>
              <p:cNvPr id="117" name="筆跡 116">
                <a:extLst>
                  <a:ext uri="{FF2B5EF4-FFF2-40B4-BE49-F238E27FC236}">
                    <a16:creationId xmlns:a16="http://schemas.microsoft.com/office/drawing/2014/main" id="{3AC3B5A4-05F3-7567-A00D-9B0F41488C0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52557" y="-159153462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8" name="筆跡 117">
                <a:extLst>
                  <a:ext uri="{FF2B5EF4-FFF2-40B4-BE49-F238E27FC236}">
                    <a16:creationId xmlns:a16="http://schemas.microsoft.com/office/drawing/2014/main" id="{FD76A9FB-F62A-CFBE-BA91-95989489CE15}"/>
                  </a:ext>
                </a:extLst>
              </p14:cNvPr>
              <p14:cNvContentPartPr/>
              <p14:nvPr/>
            </p14:nvContentPartPr>
            <p14:xfrm>
              <a:off x="5404869" y="3322057"/>
              <a:ext cx="612000" cy="540000"/>
            </p14:xfrm>
          </p:contentPart>
        </mc:Choice>
        <mc:Fallback xmlns="">
          <p:pic>
            <p:nvPicPr>
              <p:cNvPr id="118" name="筆跡 117">
                <a:extLst>
                  <a:ext uri="{FF2B5EF4-FFF2-40B4-BE49-F238E27FC236}">
                    <a16:creationId xmlns:a16="http://schemas.microsoft.com/office/drawing/2014/main" id="{FD76A9FB-F62A-CFBE-BA91-95989489CE1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350869" y="-158677943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9" name="筆跡 118">
                <a:extLst>
                  <a:ext uri="{FF2B5EF4-FFF2-40B4-BE49-F238E27FC236}">
                    <a16:creationId xmlns:a16="http://schemas.microsoft.com/office/drawing/2014/main" id="{6CAFFD38-3CA7-4F77-D981-DCE5A77A3F71}"/>
                  </a:ext>
                </a:extLst>
              </p14:cNvPr>
              <p14:cNvContentPartPr/>
              <p14:nvPr/>
            </p14:nvContentPartPr>
            <p14:xfrm>
              <a:off x="6104373" y="3841269"/>
              <a:ext cx="612000" cy="540000"/>
            </p14:xfrm>
          </p:contentPart>
        </mc:Choice>
        <mc:Fallback xmlns="">
          <p:pic>
            <p:nvPicPr>
              <p:cNvPr id="119" name="筆跡 118">
                <a:extLst>
                  <a:ext uri="{FF2B5EF4-FFF2-40B4-BE49-F238E27FC236}">
                    <a16:creationId xmlns:a16="http://schemas.microsoft.com/office/drawing/2014/main" id="{6CAFFD38-3CA7-4F77-D981-DCE5A77A3F7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50373" y="-158158731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0" name="筆跡 119">
                <a:extLst>
                  <a:ext uri="{FF2B5EF4-FFF2-40B4-BE49-F238E27FC236}">
                    <a16:creationId xmlns:a16="http://schemas.microsoft.com/office/drawing/2014/main" id="{ACFDF11D-119E-DE02-AC0D-A08AF446AB3A}"/>
                  </a:ext>
                </a:extLst>
              </p14:cNvPr>
              <p14:cNvContentPartPr/>
              <p14:nvPr/>
            </p14:nvContentPartPr>
            <p14:xfrm>
              <a:off x="2377572" y="4317183"/>
              <a:ext cx="612000" cy="540000"/>
            </p14:xfrm>
          </p:contentPart>
        </mc:Choice>
        <mc:Fallback xmlns="">
          <p:pic>
            <p:nvPicPr>
              <p:cNvPr id="120" name="筆跡 119">
                <a:extLst>
                  <a:ext uri="{FF2B5EF4-FFF2-40B4-BE49-F238E27FC236}">
                    <a16:creationId xmlns:a16="http://schemas.microsoft.com/office/drawing/2014/main" id="{ACFDF11D-119E-DE02-AC0D-A08AF446AB3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23572" y="-157682817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1" name="筆跡 120">
                <a:extLst>
                  <a:ext uri="{FF2B5EF4-FFF2-40B4-BE49-F238E27FC236}">
                    <a16:creationId xmlns:a16="http://schemas.microsoft.com/office/drawing/2014/main" id="{3532F601-17D1-5BC8-EC22-F770043D5067}"/>
                  </a:ext>
                </a:extLst>
              </p14:cNvPr>
              <p14:cNvContentPartPr/>
              <p14:nvPr/>
            </p14:nvContentPartPr>
            <p14:xfrm>
              <a:off x="3131579" y="4828601"/>
              <a:ext cx="612000" cy="540000"/>
            </p14:xfrm>
          </p:contentPart>
        </mc:Choice>
        <mc:Fallback xmlns="">
          <p:pic>
            <p:nvPicPr>
              <p:cNvPr id="121" name="筆跡 120">
                <a:extLst>
                  <a:ext uri="{FF2B5EF4-FFF2-40B4-BE49-F238E27FC236}">
                    <a16:creationId xmlns:a16="http://schemas.microsoft.com/office/drawing/2014/main" id="{3532F601-17D1-5BC8-EC22-F770043D506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77579" y="-157171399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2" name="筆跡 121">
                <a:extLst>
                  <a:ext uri="{FF2B5EF4-FFF2-40B4-BE49-F238E27FC236}">
                    <a16:creationId xmlns:a16="http://schemas.microsoft.com/office/drawing/2014/main" id="{EC413C91-883D-1AB5-86BA-145AA88E1F1E}"/>
                  </a:ext>
                </a:extLst>
              </p14:cNvPr>
              <p14:cNvContentPartPr/>
              <p14:nvPr/>
            </p14:nvContentPartPr>
            <p14:xfrm>
              <a:off x="3868327" y="5313063"/>
              <a:ext cx="612000" cy="540000"/>
            </p14:xfrm>
          </p:contentPart>
        </mc:Choice>
        <mc:Fallback xmlns="">
          <p:pic>
            <p:nvPicPr>
              <p:cNvPr id="122" name="筆跡 121">
                <a:extLst>
                  <a:ext uri="{FF2B5EF4-FFF2-40B4-BE49-F238E27FC236}">
                    <a16:creationId xmlns:a16="http://schemas.microsoft.com/office/drawing/2014/main" id="{EC413C91-883D-1AB5-86BA-145AA88E1F1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14327" y="-156686937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3" name="筆跡 122">
                <a:extLst>
                  <a:ext uri="{FF2B5EF4-FFF2-40B4-BE49-F238E27FC236}">
                    <a16:creationId xmlns:a16="http://schemas.microsoft.com/office/drawing/2014/main" id="{D47B48E0-27B3-3087-404E-3DF86EC45CF1}"/>
                  </a:ext>
                </a:extLst>
              </p14:cNvPr>
              <p14:cNvContentPartPr/>
              <p14:nvPr/>
            </p14:nvContentPartPr>
            <p14:xfrm>
              <a:off x="3134241" y="2836388"/>
              <a:ext cx="612000" cy="540000"/>
            </p14:xfrm>
          </p:contentPart>
        </mc:Choice>
        <mc:Fallback xmlns="">
          <p:pic>
            <p:nvPicPr>
              <p:cNvPr id="123" name="筆跡 122">
                <a:extLst>
                  <a:ext uri="{FF2B5EF4-FFF2-40B4-BE49-F238E27FC236}">
                    <a16:creationId xmlns:a16="http://schemas.microsoft.com/office/drawing/2014/main" id="{D47B48E0-27B3-3087-404E-3DF86EC45CF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80241" y="-159163612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5" name="筆跡 124">
                <a:extLst>
                  <a:ext uri="{FF2B5EF4-FFF2-40B4-BE49-F238E27FC236}">
                    <a16:creationId xmlns:a16="http://schemas.microsoft.com/office/drawing/2014/main" id="{3E8D1F0B-1E08-E4FF-2254-CE33EC165368}"/>
                  </a:ext>
                </a:extLst>
              </p14:cNvPr>
              <p14:cNvContentPartPr/>
              <p14:nvPr/>
            </p14:nvContentPartPr>
            <p14:xfrm>
              <a:off x="5350546" y="2826218"/>
              <a:ext cx="612000" cy="540000"/>
            </p14:xfrm>
          </p:contentPart>
        </mc:Choice>
        <mc:Fallback xmlns="">
          <p:pic>
            <p:nvPicPr>
              <p:cNvPr id="125" name="筆跡 124">
                <a:extLst>
                  <a:ext uri="{FF2B5EF4-FFF2-40B4-BE49-F238E27FC236}">
                    <a16:creationId xmlns:a16="http://schemas.microsoft.com/office/drawing/2014/main" id="{3E8D1F0B-1E08-E4FF-2254-CE33EC16536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96546" y="-159173782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6" name="筆跡 125">
                <a:extLst>
                  <a:ext uri="{FF2B5EF4-FFF2-40B4-BE49-F238E27FC236}">
                    <a16:creationId xmlns:a16="http://schemas.microsoft.com/office/drawing/2014/main" id="{E4EA19C9-83D1-BB1B-E10F-BD41E5D666C3}"/>
                  </a:ext>
                </a:extLst>
              </p14:cNvPr>
              <p14:cNvContentPartPr/>
              <p14:nvPr/>
            </p14:nvContentPartPr>
            <p14:xfrm>
              <a:off x="2379750" y="3343964"/>
              <a:ext cx="612000" cy="540000"/>
            </p14:xfrm>
          </p:contentPart>
        </mc:Choice>
        <mc:Fallback xmlns="">
          <p:pic>
            <p:nvPicPr>
              <p:cNvPr id="126" name="筆跡 125">
                <a:extLst>
                  <a:ext uri="{FF2B5EF4-FFF2-40B4-BE49-F238E27FC236}">
                    <a16:creationId xmlns:a16="http://schemas.microsoft.com/office/drawing/2014/main" id="{E4EA19C9-83D1-BB1B-E10F-BD41E5D666C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25750" y="-158656036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7" name="筆跡 126">
                <a:extLst>
                  <a:ext uri="{FF2B5EF4-FFF2-40B4-BE49-F238E27FC236}">
                    <a16:creationId xmlns:a16="http://schemas.microsoft.com/office/drawing/2014/main" id="{BF737769-AD89-3109-5EAC-678936136B97}"/>
                  </a:ext>
                </a:extLst>
              </p14:cNvPr>
              <p14:cNvContentPartPr/>
              <p14:nvPr/>
            </p14:nvContentPartPr>
            <p14:xfrm>
              <a:off x="4613073" y="3328237"/>
              <a:ext cx="612000" cy="540000"/>
            </p14:xfrm>
          </p:contentPart>
        </mc:Choice>
        <mc:Fallback xmlns="">
          <p:pic>
            <p:nvPicPr>
              <p:cNvPr id="127" name="筆跡 126">
                <a:extLst>
                  <a:ext uri="{FF2B5EF4-FFF2-40B4-BE49-F238E27FC236}">
                    <a16:creationId xmlns:a16="http://schemas.microsoft.com/office/drawing/2014/main" id="{BF737769-AD89-3109-5EAC-678936136B9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59073" y="-158671763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28" name="筆跡 127">
                <a:extLst>
                  <a:ext uri="{FF2B5EF4-FFF2-40B4-BE49-F238E27FC236}">
                    <a16:creationId xmlns:a16="http://schemas.microsoft.com/office/drawing/2014/main" id="{988C00C2-369A-1FF6-A76B-CE7889C47FA9}"/>
                  </a:ext>
                </a:extLst>
              </p14:cNvPr>
              <p14:cNvContentPartPr/>
              <p14:nvPr/>
            </p14:nvContentPartPr>
            <p14:xfrm>
              <a:off x="3877142" y="3839698"/>
              <a:ext cx="612000" cy="540000"/>
            </p14:xfrm>
          </p:contentPart>
        </mc:Choice>
        <mc:Fallback xmlns="">
          <p:pic>
            <p:nvPicPr>
              <p:cNvPr id="128" name="筆跡 127">
                <a:extLst>
                  <a:ext uri="{FF2B5EF4-FFF2-40B4-BE49-F238E27FC236}">
                    <a16:creationId xmlns:a16="http://schemas.microsoft.com/office/drawing/2014/main" id="{988C00C2-369A-1FF6-A76B-CE7889C47FA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23142" y="-158160302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9" name="筆跡 128">
                <a:extLst>
                  <a:ext uri="{FF2B5EF4-FFF2-40B4-BE49-F238E27FC236}">
                    <a16:creationId xmlns:a16="http://schemas.microsoft.com/office/drawing/2014/main" id="{C48643A5-6969-F130-2546-F70F142A4E44}"/>
                  </a:ext>
                </a:extLst>
              </p14:cNvPr>
              <p14:cNvContentPartPr/>
              <p14:nvPr/>
            </p14:nvContentPartPr>
            <p14:xfrm>
              <a:off x="6112390" y="3846425"/>
              <a:ext cx="612000" cy="540000"/>
            </p14:xfrm>
          </p:contentPart>
        </mc:Choice>
        <mc:Fallback xmlns="">
          <p:pic>
            <p:nvPicPr>
              <p:cNvPr id="129" name="筆跡 128">
                <a:extLst>
                  <a:ext uri="{FF2B5EF4-FFF2-40B4-BE49-F238E27FC236}">
                    <a16:creationId xmlns:a16="http://schemas.microsoft.com/office/drawing/2014/main" id="{C48643A5-6969-F130-2546-F70F142A4E4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058390" y="-158153575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1" name="筆跡 130">
                <a:extLst>
                  <a:ext uri="{FF2B5EF4-FFF2-40B4-BE49-F238E27FC236}">
                    <a16:creationId xmlns:a16="http://schemas.microsoft.com/office/drawing/2014/main" id="{4199233C-F50B-98D0-C279-4D0B6C06C28A}"/>
                  </a:ext>
                </a:extLst>
              </p14:cNvPr>
              <p14:cNvContentPartPr/>
              <p14:nvPr/>
            </p14:nvContentPartPr>
            <p14:xfrm>
              <a:off x="3152030" y="4343215"/>
              <a:ext cx="612000" cy="540000"/>
            </p14:xfrm>
          </p:contentPart>
        </mc:Choice>
        <mc:Fallback xmlns="">
          <p:pic>
            <p:nvPicPr>
              <p:cNvPr id="131" name="筆跡 130">
                <a:extLst>
                  <a:ext uri="{FF2B5EF4-FFF2-40B4-BE49-F238E27FC236}">
                    <a16:creationId xmlns:a16="http://schemas.microsoft.com/office/drawing/2014/main" id="{4199233C-F50B-98D0-C279-4D0B6C06C28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98030" y="-157656785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2" name="筆跡 131">
                <a:extLst>
                  <a:ext uri="{FF2B5EF4-FFF2-40B4-BE49-F238E27FC236}">
                    <a16:creationId xmlns:a16="http://schemas.microsoft.com/office/drawing/2014/main" id="{FF048A43-D91F-AA09-26D8-A13F95EBE81C}"/>
                  </a:ext>
                </a:extLst>
              </p14:cNvPr>
              <p14:cNvContentPartPr/>
              <p14:nvPr/>
            </p14:nvContentPartPr>
            <p14:xfrm>
              <a:off x="5409691" y="4347012"/>
              <a:ext cx="612000" cy="540000"/>
            </p14:xfrm>
          </p:contentPart>
        </mc:Choice>
        <mc:Fallback xmlns="">
          <p:pic>
            <p:nvPicPr>
              <p:cNvPr id="132" name="筆跡 131">
                <a:extLst>
                  <a:ext uri="{FF2B5EF4-FFF2-40B4-BE49-F238E27FC236}">
                    <a16:creationId xmlns:a16="http://schemas.microsoft.com/office/drawing/2014/main" id="{FF048A43-D91F-AA09-26D8-A13F95EBE81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55691" y="-157652988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33" name="筆跡 132">
                <a:extLst>
                  <a:ext uri="{FF2B5EF4-FFF2-40B4-BE49-F238E27FC236}">
                    <a16:creationId xmlns:a16="http://schemas.microsoft.com/office/drawing/2014/main" id="{35262F11-BAB1-F200-5D71-F559560099E3}"/>
                  </a:ext>
                </a:extLst>
              </p14:cNvPr>
              <p14:cNvContentPartPr/>
              <p14:nvPr/>
            </p14:nvContentPartPr>
            <p14:xfrm>
              <a:off x="2398547" y="4816779"/>
              <a:ext cx="612000" cy="540000"/>
            </p14:xfrm>
          </p:contentPart>
        </mc:Choice>
        <mc:Fallback xmlns="">
          <p:pic>
            <p:nvPicPr>
              <p:cNvPr id="133" name="筆跡 132">
                <a:extLst>
                  <a:ext uri="{FF2B5EF4-FFF2-40B4-BE49-F238E27FC236}">
                    <a16:creationId xmlns:a16="http://schemas.microsoft.com/office/drawing/2014/main" id="{35262F11-BAB1-F200-5D71-F559560099E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44547" y="-157183221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4" name="筆跡 133">
                <a:extLst>
                  <a:ext uri="{FF2B5EF4-FFF2-40B4-BE49-F238E27FC236}">
                    <a16:creationId xmlns:a16="http://schemas.microsoft.com/office/drawing/2014/main" id="{626E89BE-506B-7026-A5E3-0DD5207DA1BC}"/>
                  </a:ext>
                </a:extLst>
              </p14:cNvPr>
              <p14:cNvContentPartPr/>
              <p14:nvPr/>
            </p14:nvContentPartPr>
            <p14:xfrm>
              <a:off x="4631870" y="4801052"/>
              <a:ext cx="612000" cy="540000"/>
            </p14:xfrm>
          </p:contentPart>
        </mc:Choice>
        <mc:Fallback xmlns="">
          <p:pic>
            <p:nvPicPr>
              <p:cNvPr id="134" name="筆跡 133">
                <a:extLst>
                  <a:ext uri="{FF2B5EF4-FFF2-40B4-BE49-F238E27FC236}">
                    <a16:creationId xmlns:a16="http://schemas.microsoft.com/office/drawing/2014/main" id="{626E89BE-506B-7026-A5E3-0DD5207DA1B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77870" y="-157198948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35" name="筆跡 134">
                <a:extLst>
                  <a:ext uri="{FF2B5EF4-FFF2-40B4-BE49-F238E27FC236}">
                    <a16:creationId xmlns:a16="http://schemas.microsoft.com/office/drawing/2014/main" id="{408B959D-92F6-84FC-6D71-6B4996269EA6}"/>
                  </a:ext>
                </a:extLst>
              </p14:cNvPr>
              <p14:cNvContentPartPr/>
              <p14:nvPr/>
            </p14:nvContentPartPr>
            <p14:xfrm>
              <a:off x="3895939" y="5312513"/>
              <a:ext cx="612000" cy="540000"/>
            </p14:xfrm>
          </p:contentPart>
        </mc:Choice>
        <mc:Fallback xmlns="">
          <p:pic>
            <p:nvPicPr>
              <p:cNvPr id="135" name="筆跡 134">
                <a:extLst>
                  <a:ext uri="{FF2B5EF4-FFF2-40B4-BE49-F238E27FC236}">
                    <a16:creationId xmlns:a16="http://schemas.microsoft.com/office/drawing/2014/main" id="{408B959D-92F6-84FC-6D71-6B4996269EA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41939" y="-156687487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6" name="筆跡 135">
                <a:extLst>
                  <a:ext uri="{FF2B5EF4-FFF2-40B4-BE49-F238E27FC236}">
                    <a16:creationId xmlns:a16="http://schemas.microsoft.com/office/drawing/2014/main" id="{2624077A-B9E5-F10D-5DC0-9596ED0CEB40}"/>
                  </a:ext>
                </a:extLst>
              </p14:cNvPr>
              <p14:cNvContentPartPr/>
              <p14:nvPr/>
            </p14:nvContentPartPr>
            <p14:xfrm>
              <a:off x="6131187" y="5319240"/>
              <a:ext cx="612000" cy="540000"/>
            </p14:xfrm>
          </p:contentPart>
        </mc:Choice>
        <mc:Fallback xmlns="">
          <p:pic>
            <p:nvPicPr>
              <p:cNvPr id="136" name="筆跡 135">
                <a:extLst>
                  <a:ext uri="{FF2B5EF4-FFF2-40B4-BE49-F238E27FC236}">
                    <a16:creationId xmlns:a16="http://schemas.microsoft.com/office/drawing/2014/main" id="{2624077A-B9E5-F10D-5DC0-9596ED0CEB4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077187" y="-156680760"/>
                <a:ext cx="719640" cy="324000000"/>
              </a:xfrm>
              <a:prstGeom prst="rect">
                <a:avLst/>
              </a:prstGeom>
            </p:spPr>
          </p:pic>
        </mc:Fallback>
      </mc:AlternateContent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0096C4CC-73E8-5D2E-DAD3-C4F98145BBEF}"/>
              </a:ext>
            </a:extLst>
          </p:cNvPr>
          <p:cNvSpPr txBox="1"/>
          <p:nvPr/>
        </p:nvSpPr>
        <p:spPr>
          <a:xfrm>
            <a:off x="7919144" y="1866691"/>
            <a:ext cx="3666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difference is equal to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ADFD018-D2E0-CB7F-A682-0CE630BC3A2B}"/>
                  </a:ext>
                </a:extLst>
              </p:cNvPr>
              <p:cNvSpPr txBox="1"/>
              <p:nvPr/>
            </p:nvSpPr>
            <p:spPr>
              <a:xfrm>
                <a:off x="7621190" y="24483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ADFD018-D2E0-CB7F-A682-0CE630BC3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190" y="2448336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A7393106-9A8D-4C24-271E-05E75286EA15}"/>
              </a:ext>
            </a:extLst>
          </p:cNvPr>
          <p:cNvGrpSpPr/>
          <p:nvPr/>
        </p:nvGrpSpPr>
        <p:grpSpPr>
          <a:xfrm>
            <a:off x="7937807" y="2290893"/>
            <a:ext cx="530915" cy="778067"/>
            <a:chOff x="2809544" y="4671588"/>
            <a:chExt cx="530915" cy="778067"/>
          </a:xfrm>
        </p:grpSpPr>
        <p:sp>
          <p:nvSpPr>
            <p:cNvPr id="140" name="文字方塊 139">
              <a:extLst>
                <a:ext uri="{FF2B5EF4-FFF2-40B4-BE49-F238E27FC236}">
                  <a16:creationId xmlns:a16="http://schemas.microsoft.com/office/drawing/2014/main" id="{7FB30071-0D06-A276-578D-88C45FE79D51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6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41" name="群組 140">
              <a:extLst>
                <a:ext uri="{FF2B5EF4-FFF2-40B4-BE49-F238E27FC236}">
                  <a16:creationId xmlns:a16="http://schemas.microsoft.com/office/drawing/2014/main" id="{CE23B009-A3EF-9872-6393-C0551A16356A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142" name="直線接點 141">
                <a:extLst>
                  <a:ext uri="{FF2B5EF4-FFF2-40B4-BE49-F238E27FC236}">
                    <a16:creationId xmlns:a16="http://schemas.microsoft.com/office/drawing/2014/main" id="{074DA123-E97F-000E-9092-A48ECAA1038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907AAB85-EF3D-3D3D-EE8D-8BD1FD91807D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87A00FD4-8803-5D73-BA33-FCA9A1261CBA}"/>
                  </a:ext>
                </a:extLst>
              </p:cNvPr>
              <p:cNvSpPr txBox="1"/>
              <p:nvPr/>
            </p:nvSpPr>
            <p:spPr>
              <a:xfrm>
                <a:off x="7621190" y="32289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87A00FD4-8803-5D73-BA33-FCA9A1261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190" y="3228945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5" name="群組 144">
            <a:extLst>
              <a:ext uri="{FF2B5EF4-FFF2-40B4-BE49-F238E27FC236}">
                <a16:creationId xmlns:a16="http://schemas.microsoft.com/office/drawing/2014/main" id="{825F53DA-E04B-833B-BB57-8D67E676D0C5}"/>
              </a:ext>
            </a:extLst>
          </p:cNvPr>
          <p:cNvGrpSpPr/>
          <p:nvPr/>
        </p:nvGrpSpPr>
        <p:grpSpPr>
          <a:xfrm>
            <a:off x="8027079" y="3062149"/>
            <a:ext cx="364383" cy="777549"/>
            <a:chOff x="2896107" y="4671588"/>
            <a:chExt cx="364383" cy="777549"/>
          </a:xfrm>
        </p:grpSpPr>
        <p:sp>
          <p:nvSpPr>
            <p:cNvPr id="146" name="文字方塊 145">
              <a:extLst>
                <a:ext uri="{FF2B5EF4-FFF2-40B4-BE49-F238E27FC236}">
                  <a16:creationId xmlns:a16="http://schemas.microsoft.com/office/drawing/2014/main" id="{F14EE2F1-07EF-9577-9D4C-CD59E49E547A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47" name="群組 146">
              <a:extLst>
                <a:ext uri="{FF2B5EF4-FFF2-40B4-BE49-F238E27FC236}">
                  <a16:creationId xmlns:a16="http://schemas.microsoft.com/office/drawing/2014/main" id="{EEEDA604-FB87-F5AF-026C-CD079876D002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48" name="直線接點 147">
                <a:extLst>
                  <a:ext uri="{FF2B5EF4-FFF2-40B4-BE49-F238E27FC236}">
                    <a16:creationId xmlns:a16="http://schemas.microsoft.com/office/drawing/2014/main" id="{D175BB3E-DA04-B426-B68C-80AF9AF615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06D4EC8-7EC7-5648-0590-E7BAC5B1ECAF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165F2684-E9B3-0A64-0F8E-69EF33F9B22C}"/>
              </a:ext>
            </a:extLst>
          </p:cNvPr>
          <p:cNvSpPr txBox="1"/>
          <p:nvPr/>
        </p:nvSpPr>
        <p:spPr>
          <a:xfrm>
            <a:off x="7050301" y="3901499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 err="1">
                <a:latin typeface="Lucida Calligraphy" panose="03010101010101010101" pitchFamily="66" charset="0"/>
              </a:rPr>
              <a:t>bii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23918C92-416F-6500-3910-FDA0EC20FC9E}"/>
              </a:ext>
            </a:extLst>
          </p:cNvPr>
          <p:cNvSpPr txBox="1"/>
          <p:nvPr/>
        </p:nvSpPr>
        <p:spPr>
          <a:xfrm>
            <a:off x="7937807" y="3882513"/>
            <a:ext cx="3666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sum is a multiple of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1214E08D-5BA3-E1AE-693F-98363C2C324D}"/>
                  </a:ext>
                </a:extLst>
              </p:cNvPr>
              <p:cNvSpPr txBox="1"/>
              <p:nvPr/>
            </p:nvSpPr>
            <p:spPr>
              <a:xfrm>
                <a:off x="7621190" y="448916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1214E08D-5BA3-E1AE-693F-98363C2C3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190" y="4489163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群組 152">
            <a:extLst>
              <a:ext uri="{FF2B5EF4-FFF2-40B4-BE49-F238E27FC236}">
                <a16:creationId xmlns:a16="http://schemas.microsoft.com/office/drawing/2014/main" id="{891F3931-3FE8-723B-A90F-837C7A2AE679}"/>
              </a:ext>
            </a:extLst>
          </p:cNvPr>
          <p:cNvGrpSpPr/>
          <p:nvPr/>
        </p:nvGrpSpPr>
        <p:grpSpPr>
          <a:xfrm>
            <a:off x="7937806" y="4316378"/>
            <a:ext cx="530916" cy="793409"/>
            <a:chOff x="2809543" y="4656246"/>
            <a:chExt cx="530916" cy="793409"/>
          </a:xfrm>
        </p:grpSpPr>
        <p:sp>
          <p:nvSpPr>
            <p:cNvPr id="154" name="文字方塊 153">
              <a:extLst>
                <a:ext uri="{FF2B5EF4-FFF2-40B4-BE49-F238E27FC236}">
                  <a16:creationId xmlns:a16="http://schemas.microsoft.com/office/drawing/2014/main" id="{9A918970-C1E2-E62D-EF43-BB39CEF9A3CC}"/>
                </a:ext>
              </a:extLst>
            </p:cNvPr>
            <p:cNvSpPr txBox="1"/>
            <p:nvPr/>
          </p:nvSpPr>
          <p:spPr>
            <a:xfrm>
              <a:off x="2809543" y="4656246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12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55" name="群組 154">
              <a:extLst>
                <a:ext uri="{FF2B5EF4-FFF2-40B4-BE49-F238E27FC236}">
                  <a16:creationId xmlns:a16="http://schemas.microsoft.com/office/drawing/2014/main" id="{286C7B20-6B4B-2426-6B6C-3C7463241C31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156" name="直線接點 155">
                <a:extLst>
                  <a:ext uri="{FF2B5EF4-FFF2-40B4-BE49-F238E27FC236}">
                    <a16:creationId xmlns:a16="http://schemas.microsoft.com/office/drawing/2014/main" id="{71EB95C1-F7C0-EFAE-E342-9F6C2C10BF9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4A4C39EE-7126-EA95-3F87-E93246FBF2CD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F4D28B28-74F6-A396-AF76-D8D9C909FBEE}"/>
                  </a:ext>
                </a:extLst>
              </p:cNvPr>
              <p:cNvSpPr txBox="1"/>
              <p:nvPr/>
            </p:nvSpPr>
            <p:spPr>
              <a:xfrm>
                <a:off x="7621190" y="52697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F4D28B28-74F6-A396-AF76-D8D9C909F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190" y="5269772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CD1444D8-8716-5B03-2764-71C147E1261B}"/>
              </a:ext>
            </a:extLst>
          </p:cNvPr>
          <p:cNvGrpSpPr/>
          <p:nvPr/>
        </p:nvGrpSpPr>
        <p:grpSpPr>
          <a:xfrm>
            <a:off x="8027079" y="5102976"/>
            <a:ext cx="364383" cy="777549"/>
            <a:chOff x="2896107" y="4671588"/>
            <a:chExt cx="364383" cy="777549"/>
          </a:xfrm>
        </p:grpSpPr>
        <p:sp>
          <p:nvSpPr>
            <p:cNvPr id="160" name="文字方塊 159">
              <a:extLst>
                <a:ext uri="{FF2B5EF4-FFF2-40B4-BE49-F238E27FC236}">
                  <a16:creationId xmlns:a16="http://schemas.microsoft.com/office/drawing/2014/main" id="{2DF7E7F8-C23E-7452-3AAF-9CFBCFB62730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61" name="群組 160">
              <a:extLst>
                <a:ext uri="{FF2B5EF4-FFF2-40B4-BE49-F238E27FC236}">
                  <a16:creationId xmlns:a16="http://schemas.microsoft.com/office/drawing/2014/main" id="{4C38C3C8-18A6-2187-A895-31900B54618D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62" name="直線接點 161">
                <a:extLst>
                  <a:ext uri="{FF2B5EF4-FFF2-40B4-BE49-F238E27FC236}">
                    <a16:creationId xmlns:a16="http://schemas.microsoft.com/office/drawing/2014/main" id="{F1BE375C-9E4D-5473-FAE9-2BF759F8FE3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63" name="文字方塊 162">
                <a:extLst>
                  <a:ext uri="{FF2B5EF4-FFF2-40B4-BE49-F238E27FC236}">
                    <a16:creationId xmlns:a16="http://schemas.microsoft.com/office/drawing/2014/main" id="{DB0C7B51-BDD5-6132-9405-0C07178CD73E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525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8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115" grpId="0"/>
      <p:bldP spid="116" grpId="0"/>
      <p:bldP spid="137" grpId="0"/>
      <p:bldP spid="138" grpId="0"/>
      <p:bldP spid="144" grpId="0"/>
      <p:bldP spid="150" grpId="0"/>
      <p:bldP spid="151" grpId="0"/>
      <p:bldP spid="152" grpId="0"/>
      <p:bldP spid="1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5FED2A7-A5C2-D3BE-EB78-F53FA8730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16632"/>
            <a:ext cx="9990476" cy="10285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FBFA044C-7893-EE8E-E7B4-CD48D89AEDAA}"/>
                  </a:ext>
                </a:extLst>
              </p14:cNvPr>
              <p14:cNvContentPartPr/>
              <p14:nvPr/>
            </p14:nvContentPartPr>
            <p14:xfrm>
              <a:off x="6960097" y="286937"/>
              <a:ext cx="144015" cy="45719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FBFA044C-7893-EE8E-E7B4-CD48D89AED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06226" y="-13428763"/>
                <a:ext cx="25139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F919A518-5EF7-EA0D-810C-67986B8C3712}"/>
                  </a:ext>
                </a:extLst>
              </p14:cNvPr>
              <p14:cNvContentPartPr/>
              <p14:nvPr/>
            </p14:nvContentPartPr>
            <p14:xfrm>
              <a:off x="7248128" y="286937"/>
              <a:ext cx="144015" cy="45719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F919A518-5EF7-EA0D-810C-67986B8C371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94257" y="-13428763"/>
                <a:ext cx="25139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2285EC76-56CC-E598-5994-8F128C80E7A8}"/>
                  </a:ext>
                </a:extLst>
              </p14:cNvPr>
              <p14:cNvContentPartPr/>
              <p14:nvPr/>
            </p14:nvContentPartPr>
            <p14:xfrm>
              <a:off x="7968209" y="285407"/>
              <a:ext cx="144016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2285EC76-56CC-E598-5994-8F128C80E7A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14338" y="-13430293"/>
                <a:ext cx="2514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9CA742CC-E315-51B7-87CC-33DC66E6B39F}"/>
                  </a:ext>
                </a:extLst>
              </p14:cNvPr>
              <p14:cNvContentPartPr/>
              <p14:nvPr/>
            </p14:nvContentPartPr>
            <p14:xfrm>
              <a:off x="1847528" y="980728"/>
              <a:ext cx="936104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9CA742CC-E315-51B7-87CC-33DC66E6B39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93522" y="-12734972"/>
                <a:ext cx="104375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2FD9AB97-1CD3-2C40-8141-0492149609FC}"/>
                  </a:ext>
                </a:extLst>
              </p14:cNvPr>
              <p14:cNvContentPartPr/>
              <p14:nvPr/>
            </p14:nvContentPartPr>
            <p14:xfrm>
              <a:off x="5591944" y="980728"/>
              <a:ext cx="1224136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2FD9AB97-1CD3-2C40-8141-0492149609F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37922" y="-12734972"/>
                <a:ext cx="1331820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E6462236-2D78-B3F0-F32B-3E7A2B2BB6A2}"/>
              </a:ext>
            </a:extLst>
          </p:cNvPr>
          <p:cNvSpPr txBox="1"/>
          <p:nvPr/>
        </p:nvSpPr>
        <p:spPr>
          <a:xfrm>
            <a:off x="895610" y="1646738"/>
            <a:ext cx="15279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Tens digit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C486E2D-B79A-C681-3FE4-69656173305A}"/>
              </a:ext>
            </a:extLst>
          </p:cNvPr>
          <p:cNvSpPr txBox="1"/>
          <p:nvPr/>
        </p:nvSpPr>
        <p:spPr>
          <a:xfrm>
            <a:off x="2495600" y="1646738"/>
            <a:ext cx="1553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Unit digit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5DC1D7F-1CD6-74F7-6D15-943E1D5BE464}"/>
              </a:ext>
            </a:extLst>
          </p:cNvPr>
          <p:cNvCxnSpPr/>
          <p:nvPr/>
        </p:nvCxnSpPr>
        <p:spPr bwMode="auto">
          <a:xfrm>
            <a:off x="691726" y="3682523"/>
            <a:ext cx="914400" cy="914400"/>
          </a:xfrm>
          <a:prstGeom prst="line">
            <a:avLst/>
          </a:prstGeom>
          <a:solidFill>
            <a:srgbClr val="C0C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3EA22D38-AB19-30A4-0215-86014AD1304D}"/>
              </a:ext>
            </a:extLst>
          </p:cNvPr>
          <p:cNvCxnSpPr>
            <a:cxnSpLocks/>
            <a:endCxn id="14" idx="1"/>
          </p:cNvCxnSpPr>
          <p:nvPr/>
        </p:nvCxnSpPr>
        <p:spPr bwMode="auto">
          <a:xfrm flipV="1">
            <a:off x="691726" y="2780928"/>
            <a:ext cx="805342" cy="90159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8B2A17B6-55DD-5E02-8F71-E958B8678E78}"/>
              </a:ext>
            </a:extLst>
          </p:cNvPr>
          <p:cNvCxnSpPr>
            <a:cxnSpLocks/>
            <a:endCxn id="29" idx="1"/>
          </p:cNvCxnSpPr>
          <p:nvPr/>
        </p:nvCxnSpPr>
        <p:spPr bwMode="auto">
          <a:xfrm>
            <a:off x="691726" y="3688543"/>
            <a:ext cx="793319" cy="102299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F0A5CB1-C42F-63FD-C71D-CC01EA92FAAC}"/>
              </a:ext>
            </a:extLst>
          </p:cNvPr>
          <p:cNvSpPr txBox="1"/>
          <p:nvPr/>
        </p:nvSpPr>
        <p:spPr>
          <a:xfrm>
            <a:off x="1497068" y="2580873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881C716-A8FD-E635-CB18-632E19E56730}"/>
              </a:ext>
            </a:extLst>
          </p:cNvPr>
          <p:cNvSpPr txBox="1"/>
          <p:nvPr/>
        </p:nvSpPr>
        <p:spPr>
          <a:xfrm>
            <a:off x="1485045" y="3488488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422D909D-9145-9F0D-D44A-9ADF9CCE8B21}"/>
              </a:ext>
            </a:extLst>
          </p:cNvPr>
          <p:cNvCxnSpPr>
            <a:cxnSpLocks/>
          </p:cNvCxnSpPr>
          <p:nvPr/>
        </p:nvCxnSpPr>
        <p:spPr bwMode="auto">
          <a:xfrm>
            <a:off x="691726" y="3682523"/>
            <a:ext cx="78024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D3AA06E-2DD9-3287-7435-A4880179600A}"/>
              </a:ext>
            </a:extLst>
          </p:cNvPr>
          <p:cNvSpPr txBox="1"/>
          <p:nvPr/>
        </p:nvSpPr>
        <p:spPr>
          <a:xfrm>
            <a:off x="1485045" y="4511480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2E059C31-8050-CD26-D2A0-79A5B7A33E0E}"/>
              </a:ext>
            </a:extLst>
          </p:cNvPr>
          <p:cNvCxnSpPr>
            <a:cxnSpLocks/>
          </p:cNvCxnSpPr>
          <p:nvPr/>
        </p:nvCxnSpPr>
        <p:spPr bwMode="auto">
          <a:xfrm>
            <a:off x="1908689" y="2730624"/>
            <a:ext cx="914400" cy="914400"/>
          </a:xfrm>
          <a:prstGeom prst="line">
            <a:avLst/>
          </a:prstGeom>
          <a:solidFill>
            <a:srgbClr val="C0C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8CBA3E03-A2A4-4318-75EE-8E5B49083C69}"/>
              </a:ext>
            </a:extLst>
          </p:cNvPr>
          <p:cNvCxnSpPr>
            <a:cxnSpLocks/>
          </p:cNvCxnSpPr>
          <p:nvPr/>
        </p:nvCxnSpPr>
        <p:spPr bwMode="auto">
          <a:xfrm flipV="1">
            <a:off x="1908689" y="2398423"/>
            <a:ext cx="793319" cy="33220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18782BB8-786A-97AF-5283-56E2ED0F2E80}"/>
              </a:ext>
            </a:extLst>
          </p:cNvPr>
          <p:cNvCxnSpPr>
            <a:cxnSpLocks/>
          </p:cNvCxnSpPr>
          <p:nvPr/>
        </p:nvCxnSpPr>
        <p:spPr bwMode="auto">
          <a:xfrm>
            <a:off x="1908689" y="2730624"/>
            <a:ext cx="793319" cy="32016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B3ED0B78-ED85-12BF-5950-A1E5F01D695B}"/>
              </a:ext>
            </a:extLst>
          </p:cNvPr>
          <p:cNvSpPr txBox="1"/>
          <p:nvPr/>
        </p:nvSpPr>
        <p:spPr>
          <a:xfrm>
            <a:off x="2695143" y="2188737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0449A691-D653-934F-6B39-35A92918D8AB}"/>
              </a:ext>
            </a:extLst>
          </p:cNvPr>
          <p:cNvSpPr txBox="1"/>
          <p:nvPr/>
        </p:nvSpPr>
        <p:spPr>
          <a:xfrm>
            <a:off x="2695143" y="254471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1D295195-034F-695A-BB8F-9B9DB67C8016}"/>
              </a:ext>
            </a:extLst>
          </p:cNvPr>
          <p:cNvCxnSpPr>
            <a:cxnSpLocks/>
          </p:cNvCxnSpPr>
          <p:nvPr/>
        </p:nvCxnSpPr>
        <p:spPr bwMode="auto">
          <a:xfrm>
            <a:off x="1933788" y="2724603"/>
            <a:ext cx="78024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61A5433-0A79-0987-FA97-8B358616259F}"/>
              </a:ext>
            </a:extLst>
          </p:cNvPr>
          <p:cNvSpPr txBox="1"/>
          <p:nvPr/>
        </p:nvSpPr>
        <p:spPr>
          <a:xfrm>
            <a:off x="2684117" y="287089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</a:p>
        </p:txBody>
      </p: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A2D2235D-77B1-5E0F-CF32-A4CF1A95AD94}"/>
              </a:ext>
            </a:extLst>
          </p:cNvPr>
          <p:cNvCxnSpPr>
            <a:cxnSpLocks/>
          </p:cNvCxnSpPr>
          <p:nvPr/>
        </p:nvCxnSpPr>
        <p:spPr bwMode="auto">
          <a:xfrm>
            <a:off x="1903656" y="3679930"/>
            <a:ext cx="914400" cy="914400"/>
          </a:xfrm>
          <a:prstGeom prst="line">
            <a:avLst/>
          </a:prstGeom>
          <a:solidFill>
            <a:srgbClr val="C0C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AC6EEFE0-E13F-B51B-1D41-2BAECA2F5EB9}"/>
              </a:ext>
            </a:extLst>
          </p:cNvPr>
          <p:cNvCxnSpPr>
            <a:cxnSpLocks/>
          </p:cNvCxnSpPr>
          <p:nvPr/>
        </p:nvCxnSpPr>
        <p:spPr bwMode="auto">
          <a:xfrm flipV="1">
            <a:off x="1903656" y="3347729"/>
            <a:ext cx="793319" cy="33220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8441692B-BCE5-F062-49E1-6B1F4169F759}"/>
              </a:ext>
            </a:extLst>
          </p:cNvPr>
          <p:cNvCxnSpPr>
            <a:cxnSpLocks/>
          </p:cNvCxnSpPr>
          <p:nvPr/>
        </p:nvCxnSpPr>
        <p:spPr bwMode="auto">
          <a:xfrm>
            <a:off x="1903656" y="3679930"/>
            <a:ext cx="793319" cy="32016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BEE4DCDE-13F7-ADA4-D24F-6B1FFCE66BCD}"/>
              </a:ext>
            </a:extLst>
          </p:cNvPr>
          <p:cNvSpPr txBox="1"/>
          <p:nvPr/>
        </p:nvSpPr>
        <p:spPr>
          <a:xfrm>
            <a:off x="2690110" y="3138043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84F90B05-2E99-07D8-3B8C-7C80CA5BA0E2}"/>
              </a:ext>
            </a:extLst>
          </p:cNvPr>
          <p:cNvSpPr txBox="1"/>
          <p:nvPr/>
        </p:nvSpPr>
        <p:spPr>
          <a:xfrm>
            <a:off x="2690110" y="3494022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</a:p>
        </p:txBody>
      </p: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8D90CE1F-65C9-EC35-245B-6D23B0F8FE66}"/>
              </a:ext>
            </a:extLst>
          </p:cNvPr>
          <p:cNvCxnSpPr>
            <a:cxnSpLocks/>
          </p:cNvCxnSpPr>
          <p:nvPr/>
        </p:nvCxnSpPr>
        <p:spPr bwMode="auto">
          <a:xfrm>
            <a:off x="1928755" y="3673909"/>
            <a:ext cx="78024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04C21267-B2AF-98E3-664D-B14171BE1F3F}"/>
              </a:ext>
            </a:extLst>
          </p:cNvPr>
          <p:cNvSpPr txBox="1"/>
          <p:nvPr/>
        </p:nvSpPr>
        <p:spPr>
          <a:xfrm>
            <a:off x="2679084" y="3820202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</a:p>
        </p:txBody>
      </p: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2035A9CB-65D7-0A64-5D29-E3AFD2C01657}"/>
              </a:ext>
            </a:extLst>
          </p:cNvPr>
          <p:cNvCxnSpPr>
            <a:cxnSpLocks/>
          </p:cNvCxnSpPr>
          <p:nvPr/>
        </p:nvCxnSpPr>
        <p:spPr bwMode="auto">
          <a:xfrm>
            <a:off x="1892630" y="4665104"/>
            <a:ext cx="914400" cy="914400"/>
          </a:xfrm>
          <a:prstGeom prst="line">
            <a:avLst/>
          </a:prstGeom>
          <a:solidFill>
            <a:srgbClr val="C0C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4D813EA2-152E-C5DA-F727-8C95F013A042}"/>
              </a:ext>
            </a:extLst>
          </p:cNvPr>
          <p:cNvCxnSpPr>
            <a:cxnSpLocks/>
          </p:cNvCxnSpPr>
          <p:nvPr/>
        </p:nvCxnSpPr>
        <p:spPr bwMode="auto">
          <a:xfrm flipV="1">
            <a:off x="1892630" y="4332903"/>
            <a:ext cx="793319" cy="33220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D701395B-EF98-A624-F7C9-B17C8B51BA2A}"/>
              </a:ext>
            </a:extLst>
          </p:cNvPr>
          <p:cNvCxnSpPr>
            <a:cxnSpLocks/>
          </p:cNvCxnSpPr>
          <p:nvPr/>
        </p:nvCxnSpPr>
        <p:spPr bwMode="auto">
          <a:xfrm>
            <a:off x="1892630" y="4665104"/>
            <a:ext cx="793319" cy="32016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3448955A-D8AB-EF63-0511-CED6251248FC}"/>
              </a:ext>
            </a:extLst>
          </p:cNvPr>
          <p:cNvSpPr txBox="1"/>
          <p:nvPr/>
        </p:nvSpPr>
        <p:spPr>
          <a:xfrm>
            <a:off x="2679084" y="4123217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7B620F8C-9335-EBE5-5925-AAEA6090C2FD}"/>
              </a:ext>
            </a:extLst>
          </p:cNvPr>
          <p:cNvSpPr txBox="1"/>
          <p:nvPr/>
        </p:nvSpPr>
        <p:spPr>
          <a:xfrm>
            <a:off x="2679084" y="447919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</a:p>
        </p:txBody>
      </p: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35C92C21-FC24-0BB4-B152-A36A72DAB59B}"/>
              </a:ext>
            </a:extLst>
          </p:cNvPr>
          <p:cNvCxnSpPr>
            <a:cxnSpLocks/>
          </p:cNvCxnSpPr>
          <p:nvPr/>
        </p:nvCxnSpPr>
        <p:spPr bwMode="auto">
          <a:xfrm>
            <a:off x="1917729" y="4659083"/>
            <a:ext cx="78024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9079CC80-1AF2-3B1C-F629-6FE567EF4E91}"/>
              </a:ext>
            </a:extLst>
          </p:cNvPr>
          <p:cNvSpPr txBox="1"/>
          <p:nvPr/>
        </p:nvSpPr>
        <p:spPr>
          <a:xfrm>
            <a:off x="2668058" y="480537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4FE52C03-258C-6990-B113-A4C21BCDE261}"/>
              </a:ext>
            </a:extLst>
          </p:cNvPr>
          <p:cNvSpPr txBox="1"/>
          <p:nvPr/>
        </p:nvSpPr>
        <p:spPr>
          <a:xfrm>
            <a:off x="4121238" y="1646738"/>
            <a:ext cx="2464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Possible outcome</a:t>
            </a: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2FEF72EE-6683-EC84-342E-7C0020612A8B}"/>
              </a:ext>
            </a:extLst>
          </p:cNvPr>
          <p:cNvSpPr txBox="1"/>
          <p:nvPr/>
        </p:nvSpPr>
        <p:spPr>
          <a:xfrm>
            <a:off x="4268941" y="2188737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33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AF4E9806-EE03-DED0-3569-84673CF7D52E}"/>
              </a:ext>
            </a:extLst>
          </p:cNvPr>
          <p:cNvSpPr txBox="1"/>
          <p:nvPr/>
        </p:nvSpPr>
        <p:spPr>
          <a:xfrm>
            <a:off x="4268941" y="2529817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FC478BD7-6729-95FC-CECB-047B08786960}"/>
              </a:ext>
            </a:extLst>
          </p:cNvPr>
          <p:cNvSpPr txBox="1"/>
          <p:nvPr/>
        </p:nvSpPr>
        <p:spPr>
          <a:xfrm>
            <a:off x="4268941" y="2870896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0691362B-3156-6AF9-CC1B-B9D5E8D25D35}"/>
              </a:ext>
            </a:extLst>
          </p:cNvPr>
          <p:cNvSpPr txBox="1"/>
          <p:nvPr/>
        </p:nvSpPr>
        <p:spPr>
          <a:xfrm>
            <a:off x="4268941" y="3140968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75557DA2-EFAC-DC79-359C-C879F3E13A27}"/>
              </a:ext>
            </a:extLst>
          </p:cNvPr>
          <p:cNvSpPr txBox="1"/>
          <p:nvPr/>
        </p:nvSpPr>
        <p:spPr>
          <a:xfrm>
            <a:off x="4268941" y="3482048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77</a:t>
            </a: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6DAB3E7A-F29A-58A3-1866-34941D7CE923}"/>
              </a:ext>
            </a:extLst>
          </p:cNvPr>
          <p:cNvSpPr txBox="1"/>
          <p:nvPr/>
        </p:nvSpPr>
        <p:spPr>
          <a:xfrm>
            <a:off x="4268941" y="3823127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D831C3A4-F5A4-3F8F-E719-1562B3C564A2}"/>
              </a:ext>
            </a:extLst>
          </p:cNvPr>
          <p:cNvSpPr txBox="1"/>
          <p:nvPr/>
        </p:nvSpPr>
        <p:spPr>
          <a:xfrm>
            <a:off x="4268941" y="4131012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64B38E30-7BA9-43CA-F69F-029D3F6ED86A}"/>
              </a:ext>
            </a:extLst>
          </p:cNvPr>
          <p:cNvSpPr txBox="1"/>
          <p:nvPr/>
        </p:nvSpPr>
        <p:spPr>
          <a:xfrm>
            <a:off x="4268941" y="4472092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5131F9D2-A4FF-497E-764F-4D6C29623CFE}"/>
              </a:ext>
            </a:extLst>
          </p:cNvPr>
          <p:cNvSpPr txBox="1"/>
          <p:nvPr/>
        </p:nvSpPr>
        <p:spPr>
          <a:xfrm>
            <a:off x="4268941" y="4813171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88</a:t>
            </a:r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5070645E-82F6-A931-E448-841A6AC66D2D}"/>
              </a:ext>
            </a:extLst>
          </p:cNvPr>
          <p:cNvSpPr txBox="1"/>
          <p:nvPr/>
        </p:nvSpPr>
        <p:spPr>
          <a:xfrm>
            <a:off x="7248128" y="1646738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Odd number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1D1639D8-C908-1463-94DE-CA70C89C5A7B}"/>
                  </a:ext>
                </a:extLst>
              </p:cNvPr>
              <p:cNvSpPr txBox="1"/>
              <p:nvPr/>
            </p:nvSpPr>
            <p:spPr>
              <a:xfrm>
                <a:off x="6977825" y="22136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1D1639D8-C908-1463-94DE-CA70C89C5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825" y="2213644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群組 90">
            <a:extLst>
              <a:ext uri="{FF2B5EF4-FFF2-40B4-BE49-F238E27FC236}">
                <a16:creationId xmlns:a16="http://schemas.microsoft.com/office/drawing/2014/main" id="{A378C43A-DF62-53D8-E7AA-478A181E90C1}"/>
              </a:ext>
            </a:extLst>
          </p:cNvPr>
          <p:cNvGrpSpPr/>
          <p:nvPr/>
        </p:nvGrpSpPr>
        <p:grpSpPr>
          <a:xfrm>
            <a:off x="7383714" y="2046848"/>
            <a:ext cx="364383" cy="777549"/>
            <a:chOff x="2896107" y="4671588"/>
            <a:chExt cx="364383" cy="777549"/>
          </a:xfrm>
        </p:grpSpPr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018C5DB9-475A-6115-3968-5CFB00DB9B41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93" name="群組 92">
              <a:extLst>
                <a:ext uri="{FF2B5EF4-FFF2-40B4-BE49-F238E27FC236}">
                  <a16:creationId xmlns:a16="http://schemas.microsoft.com/office/drawing/2014/main" id="{71AAE50E-0475-1477-F02E-7652BC3E7F75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94" name="直線接點 93">
                <a:extLst>
                  <a:ext uri="{FF2B5EF4-FFF2-40B4-BE49-F238E27FC236}">
                    <a16:creationId xmlns:a16="http://schemas.microsoft.com/office/drawing/2014/main" id="{6F0AAD19-2FB0-1FF8-A873-D95D781791D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9D7986C8-4151-DD65-D07D-455FA95932C8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A792254D-2924-65D7-2594-854CD2C7AB47}"/>
                  </a:ext>
                </a:extLst>
              </p:cNvPr>
              <p:cNvSpPr txBox="1"/>
              <p:nvPr/>
            </p:nvSpPr>
            <p:spPr>
              <a:xfrm>
                <a:off x="6977825" y="30788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A792254D-2924-65D7-2594-854CD2C7A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825" y="3078828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群組 96">
            <a:extLst>
              <a:ext uri="{FF2B5EF4-FFF2-40B4-BE49-F238E27FC236}">
                <a16:creationId xmlns:a16="http://schemas.microsoft.com/office/drawing/2014/main" id="{F686AD95-AF76-7350-D815-65445F53AE33}"/>
              </a:ext>
            </a:extLst>
          </p:cNvPr>
          <p:cNvGrpSpPr/>
          <p:nvPr/>
        </p:nvGrpSpPr>
        <p:grpSpPr>
          <a:xfrm>
            <a:off x="7391239" y="2919173"/>
            <a:ext cx="364383" cy="777549"/>
            <a:chOff x="2896107" y="4671588"/>
            <a:chExt cx="364383" cy="777549"/>
          </a:xfrm>
        </p:grpSpPr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C4015C78-8F1D-E0A4-1F46-2801527F150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99" name="群組 98">
              <a:extLst>
                <a:ext uri="{FF2B5EF4-FFF2-40B4-BE49-F238E27FC236}">
                  <a16:creationId xmlns:a16="http://schemas.microsoft.com/office/drawing/2014/main" id="{77273BBD-B4DC-13C2-52E4-29B110C93128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00" name="直線接點 99">
                <a:extLst>
                  <a:ext uri="{FF2B5EF4-FFF2-40B4-BE49-F238E27FC236}">
                    <a16:creationId xmlns:a16="http://schemas.microsoft.com/office/drawing/2014/main" id="{4D97AADB-7906-1F04-54B7-4F57FC8E559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88DABB2B-49AD-3CA3-D867-0AC6261ACFF5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465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5" grpId="0"/>
      <p:bldP spid="29" grpId="0"/>
      <p:bldP spid="37" grpId="0"/>
      <p:bldP spid="38" grpId="0"/>
      <p:bldP spid="40" grpId="0"/>
      <p:bldP spid="61" grpId="0"/>
      <p:bldP spid="62" grpId="0"/>
      <p:bldP spid="64" grpId="0"/>
      <p:bldP spid="68" grpId="0"/>
      <p:bldP spid="69" grpId="0"/>
      <p:bldP spid="71" grpId="0"/>
      <p:bldP spid="75" grpId="0"/>
      <p:bldP spid="77" grpId="0"/>
      <p:bldP spid="79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0AE21A8-4604-71FA-AF2A-157B40116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16632"/>
            <a:ext cx="9933333" cy="10095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8A2CA317-09EA-70F2-8D8E-03983F680509}"/>
                  </a:ext>
                </a:extLst>
              </p14:cNvPr>
              <p14:cNvContentPartPr/>
              <p14:nvPr/>
            </p14:nvContentPartPr>
            <p14:xfrm>
              <a:off x="3071664" y="260648"/>
              <a:ext cx="72008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8A2CA317-09EA-70F2-8D8E-03983F6805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17927" y="-13455052"/>
                <a:ext cx="17912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29ECF03A-8FB5-338A-26B6-4810C2457CD5}"/>
                  </a:ext>
                </a:extLst>
              </p14:cNvPr>
              <p14:cNvContentPartPr/>
              <p14:nvPr/>
            </p14:nvContentPartPr>
            <p14:xfrm>
              <a:off x="3287688" y="260647"/>
              <a:ext cx="45719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29ECF03A-8FB5-338A-26B6-4810C2457C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34111" y="-13455053"/>
                <a:ext cx="15251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72994E0E-6E02-CD13-5732-2AFE773A5E3A}"/>
                  </a:ext>
                </a:extLst>
              </p14:cNvPr>
              <p14:cNvContentPartPr/>
              <p14:nvPr/>
            </p14:nvContentPartPr>
            <p14:xfrm flipH="1">
              <a:off x="3513239" y="260646"/>
              <a:ext cx="62481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72994E0E-6E02-CD13-5732-2AFE773A5E3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3459376" y="-13455054"/>
                <a:ext cx="1698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29D0C3D0-D2DB-18CE-4D82-FA0BEB276477}"/>
                  </a:ext>
                </a:extLst>
              </p14:cNvPr>
              <p14:cNvContentPartPr/>
              <p14:nvPr/>
            </p14:nvContentPartPr>
            <p14:xfrm>
              <a:off x="4223792" y="260646"/>
              <a:ext cx="62481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29D0C3D0-D2DB-18CE-4D82-FA0BEB27647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69929" y="-13455054"/>
                <a:ext cx="1698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FA255CA7-6600-AE2B-DCBA-703F7432D53D}"/>
                  </a:ext>
                </a:extLst>
              </p14:cNvPr>
              <p14:cNvContentPartPr/>
              <p14:nvPr/>
            </p14:nvContentPartPr>
            <p14:xfrm>
              <a:off x="9048328" y="621394"/>
              <a:ext cx="936104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FA255CA7-6600-AE2B-DCBA-703F7432D53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94322" y="-13094306"/>
                <a:ext cx="104375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D864AE80-5370-EC37-1B98-CBA9DABDA8EC}"/>
                  </a:ext>
                </a:extLst>
              </p14:cNvPr>
              <p14:cNvContentPartPr/>
              <p14:nvPr/>
            </p14:nvContentPartPr>
            <p14:xfrm>
              <a:off x="2094783" y="935009"/>
              <a:ext cx="2849089" cy="45719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D864AE80-5370-EC37-1B98-CBA9DABDA8E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040755" y="-12780691"/>
                <a:ext cx="2956785" cy="274314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E241F325-3986-738D-A856-E40775598D4B}"/>
              </a:ext>
            </a:extLst>
          </p:cNvPr>
          <p:cNvGraphicFramePr>
            <a:graphicFrameLocks noGrp="1"/>
          </p:cNvGraphicFramePr>
          <p:nvPr/>
        </p:nvGraphicFramePr>
        <p:xfrm>
          <a:off x="695400" y="1609370"/>
          <a:ext cx="8128000" cy="1854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50933518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3906753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919916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109147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56067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77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75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657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268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934529"/>
                  </a:ext>
                </a:extLst>
              </a:tr>
            </a:tbl>
          </a:graphicData>
        </a:graphic>
      </p:graphicFrame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E939CFD-4BC8-8C6E-0939-4DB13B7C52E2}"/>
              </a:ext>
            </a:extLst>
          </p:cNvPr>
          <p:cNvCxnSpPr>
            <a:cxnSpLocks/>
          </p:cNvCxnSpPr>
          <p:nvPr/>
        </p:nvCxnSpPr>
        <p:spPr bwMode="auto">
          <a:xfrm>
            <a:off x="695400" y="1609370"/>
            <a:ext cx="1620000" cy="345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77DA651-D6D3-8AA8-3D52-DB8771D38DB7}"/>
              </a:ext>
            </a:extLst>
          </p:cNvPr>
          <p:cNvSpPr txBox="1"/>
          <p:nvPr/>
        </p:nvSpPr>
        <p:spPr>
          <a:xfrm>
            <a:off x="1559496" y="1581139"/>
            <a:ext cx="811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Enter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C68A417-073C-B29A-BEF4-7DB24563C450}"/>
              </a:ext>
            </a:extLst>
          </p:cNvPr>
          <p:cNvSpPr txBox="1"/>
          <p:nvPr/>
        </p:nvSpPr>
        <p:spPr>
          <a:xfrm>
            <a:off x="756118" y="1720155"/>
            <a:ext cx="811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Leave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591E661-55CF-7757-1675-6E3AE1E5DB20}"/>
              </a:ext>
            </a:extLst>
          </p:cNvPr>
          <p:cNvSpPr txBox="1"/>
          <p:nvPr/>
        </p:nvSpPr>
        <p:spPr>
          <a:xfrm>
            <a:off x="2909794" y="1609621"/>
            <a:ext cx="43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CCC89A5-0116-DE21-F833-284FBAAFE2BA}"/>
              </a:ext>
            </a:extLst>
          </p:cNvPr>
          <p:cNvSpPr txBox="1"/>
          <p:nvPr/>
        </p:nvSpPr>
        <p:spPr>
          <a:xfrm>
            <a:off x="4600576" y="1627822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B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55DC109-293A-BAE0-6675-63E2624330D4}"/>
              </a:ext>
            </a:extLst>
          </p:cNvPr>
          <p:cNvSpPr txBox="1"/>
          <p:nvPr/>
        </p:nvSpPr>
        <p:spPr>
          <a:xfrm>
            <a:off x="6197633" y="1631652"/>
            <a:ext cx="3593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C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8CA2166-A159-BFB2-39B3-D86B274E089C}"/>
              </a:ext>
            </a:extLst>
          </p:cNvPr>
          <p:cNvSpPr txBox="1"/>
          <p:nvPr/>
        </p:nvSpPr>
        <p:spPr>
          <a:xfrm>
            <a:off x="7817633" y="1631652"/>
            <a:ext cx="43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D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A4E0867-8B81-3020-86C9-AD74F81CC797}"/>
              </a:ext>
            </a:extLst>
          </p:cNvPr>
          <p:cNvSpPr txBox="1"/>
          <p:nvPr/>
        </p:nvSpPr>
        <p:spPr>
          <a:xfrm>
            <a:off x="1271464" y="1987700"/>
            <a:ext cx="43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DD5F108-0017-A8C3-0EEE-2DB2491FC7ED}"/>
              </a:ext>
            </a:extLst>
          </p:cNvPr>
          <p:cNvSpPr txBox="1"/>
          <p:nvPr/>
        </p:nvSpPr>
        <p:spPr>
          <a:xfrm>
            <a:off x="1295509" y="2345641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B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99D11E-45B5-A458-0E5F-F22E16E8F399}"/>
              </a:ext>
            </a:extLst>
          </p:cNvPr>
          <p:cNvSpPr txBox="1"/>
          <p:nvPr/>
        </p:nvSpPr>
        <p:spPr>
          <a:xfrm>
            <a:off x="1295509" y="2725635"/>
            <a:ext cx="3593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C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F5DDF27-12FD-E9FF-D481-20FF5B376862}"/>
              </a:ext>
            </a:extLst>
          </p:cNvPr>
          <p:cNvSpPr txBox="1"/>
          <p:nvPr/>
        </p:nvSpPr>
        <p:spPr>
          <a:xfrm>
            <a:off x="1271464" y="3099941"/>
            <a:ext cx="43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D</a:t>
            </a: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751F8D6F-B2FC-7E7E-EE48-7C6E986B566F}"/>
              </a:ext>
            </a:extLst>
          </p:cNvPr>
          <p:cNvCxnSpPr>
            <a:cxnSpLocks/>
          </p:cNvCxnSpPr>
          <p:nvPr/>
        </p:nvCxnSpPr>
        <p:spPr bwMode="auto">
          <a:xfrm>
            <a:off x="2313576" y="1984237"/>
            <a:ext cx="6533898" cy="1479333"/>
          </a:xfrm>
          <a:prstGeom prst="line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96D30437-352B-6118-544B-3DA3CCA33966}"/>
              </a:ext>
            </a:extLst>
          </p:cNvPr>
          <p:cNvGrpSpPr/>
          <p:nvPr/>
        </p:nvGrpSpPr>
        <p:grpSpPr>
          <a:xfrm>
            <a:off x="4317773" y="1984237"/>
            <a:ext cx="952249" cy="402670"/>
            <a:chOff x="1160068" y="1381935"/>
            <a:chExt cx="952249" cy="402670"/>
          </a:xfrm>
        </p:grpSpPr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7176960A-71B6-C4EC-A661-8D208409AACD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838492B4-C0F4-5EC1-848D-AE5952311211}"/>
                </a:ext>
              </a:extLst>
            </p:cNvPr>
            <p:cNvSpPr txBox="1"/>
            <p:nvPr/>
          </p:nvSpPr>
          <p:spPr>
            <a:xfrm>
              <a:off x="1262258" y="1384495"/>
              <a:ext cx="8500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45234936-20F5-FA3C-F137-56D669D21AC8}"/>
              </a:ext>
            </a:extLst>
          </p:cNvPr>
          <p:cNvGrpSpPr/>
          <p:nvPr/>
        </p:nvGrpSpPr>
        <p:grpSpPr>
          <a:xfrm>
            <a:off x="5920317" y="1982957"/>
            <a:ext cx="952249" cy="402670"/>
            <a:chOff x="1160068" y="1381935"/>
            <a:chExt cx="952249" cy="402670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E6E6D017-E70E-58C2-B129-5C63644BC48B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88A1D568-8F81-2580-8820-91A3B960C75A}"/>
                </a:ext>
              </a:extLst>
            </p:cNvPr>
            <p:cNvSpPr txBox="1"/>
            <p:nvPr/>
          </p:nvSpPr>
          <p:spPr>
            <a:xfrm>
              <a:off x="1262258" y="1384495"/>
              <a:ext cx="8500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9F182947-5643-8B25-C5AB-FC3C4D804ABA}"/>
              </a:ext>
            </a:extLst>
          </p:cNvPr>
          <p:cNvGrpSpPr/>
          <p:nvPr/>
        </p:nvGrpSpPr>
        <p:grpSpPr>
          <a:xfrm>
            <a:off x="7552796" y="1982957"/>
            <a:ext cx="952249" cy="402670"/>
            <a:chOff x="1160068" y="1381935"/>
            <a:chExt cx="952249" cy="402670"/>
          </a:xfrm>
        </p:grpSpPr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4071CF26-0439-BD9A-5209-08424CDB8A36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6C47DB95-5110-EFFE-DE5A-C4CCFEEC576C}"/>
                </a:ext>
              </a:extLst>
            </p:cNvPr>
            <p:cNvSpPr txBox="1"/>
            <p:nvPr/>
          </p:nvSpPr>
          <p:spPr>
            <a:xfrm>
              <a:off x="1262258" y="1384495"/>
              <a:ext cx="8500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D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AB41DCB3-1CFD-38C5-EB13-178B3D72032D}"/>
              </a:ext>
            </a:extLst>
          </p:cNvPr>
          <p:cNvGrpSpPr/>
          <p:nvPr/>
        </p:nvGrpSpPr>
        <p:grpSpPr>
          <a:xfrm>
            <a:off x="2650672" y="2345641"/>
            <a:ext cx="961241" cy="402670"/>
            <a:chOff x="1160068" y="1381935"/>
            <a:chExt cx="961241" cy="402670"/>
          </a:xfrm>
        </p:grpSpPr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D39FABD9-C289-A722-6662-9C148D18E647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ABA41C98-4BF6-E3E7-8D6A-26E71744F0D8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EB4D110C-CE55-5853-5F94-8302C173E2CA}"/>
              </a:ext>
            </a:extLst>
          </p:cNvPr>
          <p:cNvGrpSpPr/>
          <p:nvPr/>
        </p:nvGrpSpPr>
        <p:grpSpPr>
          <a:xfrm>
            <a:off x="5917904" y="2345641"/>
            <a:ext cx="961241" cy="402670"/>
            <a:chOff x="1160068" y="1381935"/>
            <a:chExt cx="961241" cy="402670"/>
          </a:xfrm>
        </p:grpSpPr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5761D517-BC61-E491-3E07-C3D36CDB772C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06900646-71B5-997F-662F-39D8816F2869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332FBCF9-F4A3-CB77-AB65-51CAC83596CF}"/>
              </a:ext>
            </a:extLst>
          </p:cNvPr>
          <p:cNvGrpSpPr/>
          <p:nvPr/>
        </p:nvGrpSpPr>
        <p:grpSpPr>
          <a:xfrm>
            <a:off x="7554379" y="2353984"/>
            <a:ext cx="961241" cy="402670"/>
            <a:chOff x="1160068" y="1381935"/>
            <a:chExt cx="961241" cy="402670"/>
          </a:xfrm>
        </p:grpSpPr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8E5FFBB7-6436-6868-949D-41010B2DF2DE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EA4BDB71-06F2-BA51-9729-73231FAD059C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D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4A4443F5-42D7-7534-384F-64D564074005}"/>
              </a:ext>
            </a:extLst>
          </p:cNvPr>
          <p:cNvGrpSpPr/>
          <p:nvPr/>
        </p:nvGrpSpPr>
        <p:grpSpPr>
          <a:xfrm>
            <a:off x="2650495" y="2726379"/>
            <a:ext cx="961241" cy="402670"/>
            <a:chOff x="1160068" y="1381935"/>
            <a:chExt cx="961241" cy="402670"/>
          </a:xfrm>
        </p:grpSpPr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A334FACB-C52D-02DA-76EF-E75ABF16D30D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2AE0EBC4-E80D-379D-2CA9-77640AD9D69B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1FAD201D-D9C2-DF39-1C97-3D999120C2F9}"/>
              </a:ext>
            </a:extLst>
          </p:cNvPr>
          <p:cNvGrpSpPr/>
          <p:nvPr/>
        </p:nvGrpSpPr>
        <p:grpSpPr>
          <a:xfrm>
            <a:off x="4342168" y="2724355"/>
            <a:ext cx="961241" cy="402670"/>
            <a:chOff x="1160068" y="1381935"/>
            <a:chExt cx="961241" cy="402670"/>
          </a:xfrm>
        </p:grpSpPr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0D3301A0-6D73-F436-D9B0-D67B7FBBE0E6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7CE1D1F2-E179-64AC-74F4-CFACB88DB5D1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E7E44111-5080-D0DF-135B-9E3F137EA14B}"/>
              </a:ext>
            </a:extLst>
          </p:cNvPr>
          <p:cNvGrpSpPr/>
          <p:nvPr/>
        </p:nvGrpSpPr>
        <p:grpSpPr>
          <a:xfrm>
            <a:off x="7554379" y="2751534"/>
            <a:ext cx="961241" cy="402670"/>
            <a:chOff x="1160068" y="1381935"/>
            <a:chExt cx="961241" cy="402670"/>
          </a:xfrm>
        </p:grpSpPr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D438D5CA-817C-F72E-C9A8-7008BE56472A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B22CC829-8532-4C3F-F461-F3276B8B00DB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D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2F5AFDA1-1CA3-A921-2F7C-E8C1FB766DEA}"/>
              </a:ext>
            </a:extLst>
          </p:cNvPr>
          <p:cNvGrpSpPr/>
          <p:nvPr/>
        </p:nvGrpSpPr>
        <p:grpSpPr>
          <a:xfrm>
            <a:off x="2649325" y="3106114"/>
            <a:ext cx="961241" cy="402670"/>
            <a:chOff x="1160068" y="1381935"/>
            <a:chExt cx="961241" cy="402670"/>
          </a:xfrm>
        </p:grpSpPr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BC7E7650-C676-4486-5CCF-E5814A5030E1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283CA743-CE91-7DEE-F6F5-794F6E2040F0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D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68" name="群組 67">
            <a:extLst>
              <a:ext uri="{FF2B5EF4-FFF2-40B4-BE49-F238E27FC236}">
                <a16:creationId xmlns:a16="http://schemas.microsoft.com/office/drawing/2014/main" id="{A422C6DB-96ED-04ED-5892-45690CAB6874}"/>
              </a:ext>
            </a:extLst>
          </p:cNvPr>
          <p:cNvGrpSpPr/>
          <p:nvPr/>
        </p:nvGrpSpPr>
        <p:grpSpPr>
          <a:xfrm>
            <a:off x="4342168" y="3106114"/>
            <a:ext cx="961241" cy="402670"/>
            <a:chOff x="1160068" y="1381935"/>
            <a:chExt cx="961241" cy="402670"/>
          </a:xfrm>
        </p:grpSpPr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A448B919-9FE5-7F45-1880-F5159ACB0D84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E5F698CD-C78A-69A0-EF83-0BF1D3E09EDF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D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60107610-5872-5D72-CE60-9E4B514A7DC4}"/>
              </a:ext>
            </a:extLst>
          </p:cNvPr>
          <p:cNvGrpSpPr/>
          <p:nvPr/>
        </p:nvGrpSpPr>
        <p:grpSpPr>
          <a:xfrm>
            <a:off x="5911919" y="3106114"/>
            <a:ext cx="961241" cy="402670"/>
            <a:chOff x="1160068" y="1381935"/>
            <a:chExt cx="961241" cy="402670"/>
          </a:xfrm>
        </p:grpSpPr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A2B2A174-6624-0BA6-300A-2D1F3E358D05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9FD49278-8D03-630E-12CD-2EE3214EB952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D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581FB9EB-DEA8-BF91-C2E6-76BE24FFC64C}"/>
              </a:ext>
            </a:extLst>
          </p:cNvPr>
          <p:cNvSpPr txBox="1"/>
          <p:nvPr/>
        </p:nvSpPr>
        <p:spPr>
          <a:xfrm>
            <a:off x="551384" y="3866769"/>
            <a:ext cx="4828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didn’t pass through gateway B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F2F9C31D-7769-651D-FA1A-986F06F20676}"/>
                  </a:ext>
                </a:extLst>
              </p:cNvPr>
              <p:cNvSpPr txBox="1"/>
              <p:nvPr/>
            </p:nvSpPr>
            <p:spPr>
              <a:xfrm>
                <a:off x="577543" y="46348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F2F9C31D-7769-651D-FA1A-986F06F20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43" y="463481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群組 79">
            <a:extLst>
              <a:ext uri="{FF2B5EF4-FFF2-40B4-BE49-F238E27FC236}">
                <a16:creationId xmlns:a16="http://schemas.microsoft.com/office/drawing/2014/main" id="{972D2185-4B3C-05D1-F762-F612870D0F2A}"/>
              </a:ext>
            </a:extLst>
          </p:cNvPr>
          <p:cNvGrpSpPr/>
          <p:nvPr/>
        </p:nvGrpSpPr>
        <p:grpSpPr>
          <a:xfrm>
            <a:off x="894160" y="4477374"/>
            <a:ext cx="530915" cy="778067"/>
            <a:chOff x="2809544" y="4671588"/>
            <a:chExt cx="530915" cy="778067"/>
          </a:xfrm>
        </p:grpSpPr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736E252D-86DF-DDDB-9963-B486B6D363D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6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82" name="群組 81">
              <a:extLst>
                <a:ext uri="{FF2B5EF4-FFF2-40B4-BE49-F238E27FC236}">
                  <a16:creationId xmlns:a16="http://schemas.microsoft.com/office/drawing/2014/main" id="{8DA833CA-8BC7-B578-121F-83CEF9DEE61E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83" name="直線接點 82">
                <a:extLst>
                  <a:ext uri="{FF2B5EF4-FFF2-40B4-BE49-F238E27FC236}">
                    <a16:creationId xmlns:a16="http://schemas.microsoft.com/office/drawing/2014/main" id="{777AEB36-B460-7C68-88A1-67781E28FD3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84422CBA-C04D-D46A-C781-50DD6B72E94C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6C4D68E4-832A-E4BF-6E0D-ABE252738FB2}"/>
                  </a:ext>
                </a:extLst>
              </p:cNvPr>
              <p:cNvSpPr txBox="1"/>
              <p:nvPr/>
            </p:nvSpPr>
            <p:spPr>
              <a:xfrm>
                <a:off x="577543" y="54154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6C4D68E4-832A-E4BF-6E0D-ABE252738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43" y="5415426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群組 85">
            <a:extLst>
              <a:ext uri="{FF2B5EF4-FFF2-40B4-BE49-F238E27FC236}">
                <a16:creationId xmlns:a16="http://schemas.microsoft.com/office/drawing/2014/main" id="{32DFA609-1284-D816-D325-A5714C927957}"/>
              </a:ext>
            </a:extLst>
          </p:cNvPr>
          <p:cNvGrpSpPr/>
          <p:nvPr/>
        </p:nvGrpSpPr>
        <p:grpSpPr>
          <a:xfrm>
            <a:off x="983432" y="5248630"/>
            <a:ext cx="364383" cy="777549"/>
            <a:chOff x="2896107" y="4671588"/>
            <a:chExt cx="364383" cy="777549"/>
          </a:xfrm>
        </p:grpSpPr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C0DD73B3-53A6-4049-8A7A-3040BAE33B9E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88" name="群組 87">
              <a:extLst>
                <a:ext uri="{FF2B5EF4-FFF2-40B4-BE49-F238E27FC236}">
                  <a16:creationId xmlns:a16="http://schemas.microsoft.com/office/drawing/2014/main" id="{D720A834-3DC6-EA42-CC5E-EA4F6D7220EF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89" name="直線接點 88">
                <a:extLst>
                  <a:ext uri="{FF2B5EF4-FFF2-40B4-BE49-F238E27FC236}">
                    <a16:creationId xmlns:a16="http://schemas.microsoft.com/office/drawing/2014/main" id="{8F44AED3-1F9A-4DAF-FF2E-EDE766C7575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5F203057-9739-D107-C55C-72CC8602DDD2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413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77" grpId="0"/>
      <p:bldP spid="79" grpId="0"/>
      <p:bldP spid="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E9373A5A-D8A3-9240-E457-C2353A711DEE}"/>
              </a:ext>
            </a:extLst>
          </p:cNvPr>
          <p:cNvSpPr txBox="1"/>
          <p:nvPr/>
        </p:nvSpPr>
        <p:spPr>
          <a:xfrm>
            <a:off x="-168696" y="110553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Probability </a:t>
            </a:r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3</a:t>
            </a:r>
            <a:endParaRPr lang="zh-TW" altLang="en-US" sz="28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98FE2FD-00A5-2E64-CBC8-7FBF6321FA17}"/>
              </a:ext>
            </a:extLst>
          </p:cNvPr>
          <p:cNvSpPr txBox="1"/>
          <p:nvPr/>
        </p:nvSpPr>
        <p:spPr>
          <a:xfrm>
            <a:off x="1596314" y="1228315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value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A4FDD7F8-81EB-AC01-E749-9A4747812B26}"/>
                  </a:ext>
                </a:extLst>
              </p:cNvPr>
              <p:cNvSpPr txBox="1"/>
              <p:nvPr/>
            </p:nvSpPr>
            <p:spPr>
              <a:xfrm>
                <a:off x="3752726" y="12098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A4FDD7F8-81EB-AC01-E749-9A4747812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726" y="1209886"/>
                <a:ext cx="295688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A66A6575-7CAE-0F93-D919-E946447FA755}"/>
              </a:ext>
            </a:extLst>
          </p:cNvPr>
          <p:cNvSpPr txBox="1"/>
          <p:nvPr/>
        </p:nvSpPr>
        <p:spPr>
          <a:xfrm>
            <a:off x="4048414" y="1228315"/>
            <a:ext cx="3420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Probability of the event 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3A13E28-9A4A-0080-5002-2C58A69F0196}"/>
                  </a:ext>
                </a:extLst>
              </p:cNvPr>
              <p:cNvSpPr txBox="1"/>
              <p:nvPr/>
            </p:nvSpPr>
            <p:spPr>
              <a:xfrm>
                <a:off x="7349298" y="12098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3A13E28-9A4A-0080-5002-2C58A69F0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298" y="1209886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7007B6E6-59C7-06A4-DEE5-D87D6739B8F8}"/>
              </a:ext>
            </a:extLst>
          </p:cNvPr>
          <p:cNvSpPr txBox="1"/>
          <p:nvPr/>
        </p:nvSpPr>
        <p:spPr>
          <a:xfrm>
            <a:off x="7616638" y="1228315"/>
            <a:ext cx="2727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Value of the event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59F70C1-4263-9F4C-D9DE-4613AB5283CC}"/>
              </a:ext>
            </a:extLst>
          </p:cNvPr>
          <p:cNvSpPr txBox="1"/>
          <p:nvPr/>
        </p:nvSpPr>
        <p:spPr>
          <a:xfrm>
            <a:off x="191344" y="1844824"/>
            <a:ext cx="148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Example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37A1E9E-1133-33AA-87E0-5E0BA5DCCA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344" y="2487601"/>
            <a:ext cx="4885714" cy="146666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14602778-DCD2-7B03-D111-49B494A9F2BC}"/>
              </a:ext>
            </a:extLst>
          </p:cNvPr>
          <p:cNvSpPr txBox="1"/>
          <p:nvPr/>
        </p:nvSpPr>
        <p:spPr>
          <a:xfrm>
            <a:off x="185685" y="4410176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value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45EB2EB-E05C-079E-E3F4-A750C91BDF9F}"/>
                  </a:ext>
                </a:extLst>
              </p:cNvPr>
              <p:cNvSpPr txBox="1"/>
              <p:nvPr/>
            </p:nvSpPr>
            <p:spPr>
              <a:xfrm>
                <a:off x="2342097" y="43917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45EB2EB-E05C-079E-E3F4-A750C91BD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097" y="4391747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13">
            <a:extLst>
              <a:ext uri="{FF2B5EF4-FFF2-40B4-BE49-F238E27FC236}">
                <a16:creationId xmlns:a16="http://schemas.microsoft.com/office/drawing/2014/main" id="{A6FC55F7-8073-7889-10DD-43294B1AE34A}"/>
              </a:ext>
            </a:extLst>
          </p:cNvPr>
          <p:cNvGrpSpPr/>
          <p:nvPr/>
        </p:nvGrpSpPr>
        <p:grpSpPr>
          <a:xfrm>
            <a:off x="2706655" y="4233167"/>
            <a:ext cx="364383" cy="777549"/>
            <a:chOff x="2896107" y="4671588"/>
            <a:chExt cx="364383" cy="777549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FE7247AB-975B-0CD0-8D73-9415BA40665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8CBF9866-1BE2-B6B5-BD0A-58ECEA06C37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D5155B06-2B6D-D9DA-CCF1-EC4236C797C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8B19ECF-E01A-E56D-761B-0BAC7DBBA668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D128E05E-80B7-4EAF-767E-D4344EB87F7B}"/>
                  </a:ext>
                </a:extLst>
              </p:cNvPr>
              <p:cNvSpPr txBox="1"/>
              <p:nvPr/>
            </p:nvSpPr>
            <p:spPr>
              <a:xfrm>
                <a:off x="3064008" y="43902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D128E05E-80B7-4EAF-767E-D4344EB87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008" y="4390286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>
            <a:extLst>
              <a:ext uri="{FF2B5EF4-FFF2-40B4-BE49-F238E27FC236}">
                <a16:creationId xmlns:a16="http://schemas.microsoft.com/office/drawing/2014/main" id="{29B8F959-C76C-A175-10D3-115D8FE28DCF}"/>
              </a:ext>
            </a:extLst>
          </p:cNvPr>
          <p:cNvSpPr txBox="1"/>
          <p:nvPr/>
        </p:nvSpPr>
        <p:spPr>
          <a:xfrm>
            <a:off x="3307818" y="441017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CB35C8A-E520-5603-24F2-9804F428C72C}"/>
                  </a:ext>
                </a:extLst>
              </p:cNvPr>
              <p:cNvSpPr txBox="1"/>
              <p:nvPr/>
            </p:nvSpPr>
            <p:spPr>
              <a:xfrm>
                <a:off x="3562612" y="43902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CB35C8A-E520-5603-24F2-9804F428C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612" y="4390286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5D1C22EE-BFFA-906A-8434-487F33885D6A}"/>
              </a:ext>
            </a:extLst>
          </p:cNvPr>
          <p:cNvGrpSpPr/>
          <p:nvPr/>
        </p:nvGrpSpPr>
        <p:grpSpPr>
          <a:xfrm>
            <a:off x="3925413" y="4238859"/>
            <a:ext cx="364383" cy="777549"/>
            <a:chOff x="2896107" y="4671588"/>
            <a:chExt cx="364383" cy="777549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A779073D-DABF-C3B6-4C55-C3975A7CDA9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9FB31FCC-A19A-4285-78AE-3604E13FE2C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5" name="直線接點 24">
                <a:extLst>
                  <a:ext uri="{FF2B5EF4-FFF2-40B4-BE49-F238E27FC236}">
                    <a16:creationId xmlns:a16="http://schemas.microsoft.com/office/drawing/2014/main" id="{381C735C-63FB-3EE0-7524-A2604786489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D852CE07-F09D-A4B9-BE99-637F634958E6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B7CBE6F8-D57F-B319-AEA7-AAB9EC086DC3}"/>
                  </a:ext>
                </a:extLst>
              </p:cNvPr>
              <p:cNvSpPr txBox="1"/>
              <p:nvPr/>
            </p:nvSpPr>
            <p:spPr>
              <a:xfrm>
                <a:off x="4282766" y="43959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B7CBE6F8-D57F-B319-AEA7-AAB9EC086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766" y="4395978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621088D2-F736-50AC-52D0-93B622E605F5}"/>
              </a:ext>
            </a:extLst>
          </p:cNvPr>
          <p:cNvSpPr txBox="1"/>
          <p:nvPr/>
        </p:nvSpPr>
        <p:spPr>
          <a:xfrm>
            <a:off x="4526576" y="4415868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30292A75-2BAC-5BFE-2DD4-71C4AB24C6B3}"/>
                  </a:ext>
                </a:extLst>
              </p:cNvPr>
              <p:cNvSpPr txBox="1"/>
              <p:nvPr/>
            </p:nvSpPr>
            <p:spPr>
              <a:xfrm>
                <a:off x="4781370" y="43959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30292A75-2BAC-5BFE-2DD4-71C4AB24C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370" y="4395978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29">
            <a:extLst>
              <a:ext uri="{FF2B5EF4-FFF2-40B4-BE49-F238E27FC236}">
                <a16:creationId xmlns:a16="http://schemas.microsoft.com/office/drawing/2014/main" id="{182AB660-1A8F-BB2F-1674-58019F0BC886}"/>
              </a:ext>
            </a:extLst>
          </p:cNvPr>
          <p:cNvGrpSpPr/>
          <p:nvPr/>
        </p:nvGrpSpPr>
        <p:grpSpPr>
          <a:xfrm>
            <a:off x="5158315" y="4238859"/>
            <a:ext cx="364383" cy="777549"/>
            <a:chOff x="2896107" y="4671588"/>
            <a:chExt cx="364383" cy="777549"/>
          </a:xfrm>
        </p:grpSpPr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DE54E94D-D36A-ADB3-E078-8777AD5182C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16CC94B6-563D-18C7-7E18-8D7CBD0A5B0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3" name="直線接點 32">
                <a:extLst>
                  <a:ext uri="{FF2B5EF4-FFF2-40B4-BE49-F238E27FC236}">
                    <a16:creationId xmlns:a16="http://schemas.microsoft.com/office/drawing/2014/main" id="{201FD91A-C759-1FA4-4480-22A65B03543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427A229-162A-2F79-7DA0-FBD3375AAEAD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175D5B0-835D-C252-007D-D66C529AEF62}"/>
                  </a:ext>
                </a:extLst>
              </p:cNvPr>
              <p:cNvSpPr txBox="1"/>
              <p:nvPr/>
            </p:nvSpPr>
            <p:spPr>
              <a:xfrm>
                <a:off x="5515668" y="43959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175D5B0-835D-C252-007D-D66C529AE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668" y="4395978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35">
            <a:extLst>
              <a:ext uri="{FF2B5EF4-FFF2-40B4-BE49-F238E27FC236}">
                <a16:creationId xmlns:a16="http://schemas.microsoft.com/office/drawing/2014/main" id="{9EEF5F69-48D5-8243-643E-151D4CA9025B}"/>
              </a:ext>
            </a:extLst>
          </p:cNvPr>
          <p:cNvSpPr txBox="1"/>
          <p:nvPr/>
        </p:nvSpPr>
        <p:spPr>
          <a:xfrm>
            <a:off x="5759478" y="4415868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AE7CD6D1-668A-A57E-40C0-A1C291C8848E}"/>
                  </a:ext>
                </a:extLst>
              </p:cNvPr>
              <p:cNvSpPr txBox="1"/>
              <p:nvPr/>
            </p:nvSpPr>
            <p:spPr>
              <a:xfrm>
                <a:off x="6014272" y="43959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AE7CD6D1-668A-A57E-40C0-A1C291C88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272" y="4395978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群組 37">
            <a:extLst>
              <a:ext uri="{FF2B5EF4-FFF2-40B4-BE49-F238E27FC236}">
                <a16:creationId xmlns:a16="http://schemas.microsoft.com/office/drawing/2014/main" id="{C8AAC174-ADC5-72AE-AF54-9C79FA7663A7}"/>
              </a:ext>
            </a:extLst>
          </p:cNvPr>
          <p:cNvGrpSpPr/>
          <p:nvPr/>
        </p:nvGrpSpPr>
        <p:grpSpPr>
          <a:xfrm>
            <a:off x="6397880" y="4241475"/>
            <a:ext cx="364383" cy="777549"/>
            <a:chOff x="2896107" y="4671588"/>
            <a:chExt cx="364383" cy="777549"/>
          </a:xfrm>
        </p:grpSpPr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836C8A70-209D-3B6A-0212-80D0678919FE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E4A1A329-70D1-BC34-31C5-3E99E9850F9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1" name="直線接點 40">
                <a:extLst>
                  <a:ext uri="{FF2B5EF4-FFF2-40B4-BE49-F238E27FC236}">
                    <a16:creationId xmlns:a16="http://schemas.microsoft.com/office/drawing/2014/main" id="{E82F5851-0B74-D57D-4F2F-F4C068FCE11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34900270-DBEA-C337-9FA5-2E3391A71CF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7A488395-FBE8-CC22-6099-2D6D615C4742}"/>
                  </a:ext>
                </a:extLst>
              </p:cNvPr>
              <p:cNvSpPr txBox="1"/>
              <p:nvPr/>
            </p:nvSpPr>
            <p:spPr>
              <a:xfrm>
                <a:off x="6755233" y="43985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7A488395-FBE8-CC22-6099-2D6D615C4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233" y="4398594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790FAD9F-E032-D377-1B93-1B96C123D1D1}"/>
              </a:ext>
            </a:extLst>
          </p:cNvPr>
          <p:cNvSpPr txBox="1"/>
          <p:nvPr/>
        </p:nvSpPr>
        <p:spPr>
          <a:xfrm>
            <a:off x="6999043" y="4418484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01CFBEE6-B1ED-6E9D-1A68-7FED3E48883F}"/>
                  </a:ext>
                </a:extLst>
              </p:cNvPr>
              <p:cNvSpPr txBox="1"/>
              <p:nvPr/>
            </p:nvSpPr>
            <p:spPr>
              <a:xfrm>
                <a:off x="7253837" y="43985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01CFBEE6-B1ED-6E9D-1A68-7FED3E488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837" y="4398594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群組 45">
            <a:extLst>
              <a:ext uri="{FF2B5EF4-FFF2-40B4-BE49-F238E27FC236}">
                <a16:creationId xmlns:a16="http://schemas.microsoft.com/office/drawing/2014/main" id="{131D89D8-4A97-D746-6C94-1AB690B618B7}"/>
              </a:ext>
            </a:extLst>
          </p:cNvPr>
          <p:cNvGrpSpPr/>
          <p:nvPr/>
        </p:nvGrpSpPr>
        <p:grpSpPr>
          <a:xfrm>
            <a:off x="7616638" y="4247167"/>
            <a:ext cx="364383" cy="777549"/>
            <a:chOff x="2896107" y="4671588"/>
            <a:chExt cx="364383" cy="777549"/>
          </a:xfrm>
        </p:grpSpPr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7FA022B0-975F-0AF3-9CAF-0C49457B5EA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F913CB60-68CB-02E4-FEEF-A04407001F44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9" name="直線接點 48">
                <a:extLst>
                  <a:ext uri="{FF2B5EF4-FFF2-40B4-BE49-F238E27FC236}">
                    <a16:creationId xmlns:a16="http://schemas.microsoft.com/office/drawing/2014/main" id="{3439C140-1649-34C6-30C4-4A82EF35022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408A362B-065A-F67F-BBE2-95D55E96274F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1B378190-6F0D-A51F-2F23-53ABF1471012}"/>
                  </a:ext>
                </a:extLst>
              </p:cNvPr>
              <p:cNvSpPr txBox="1"/>
              <p:nvPr/>
            </p:nvSpPr>
            <p:spPr>
              <a:xfrm>
                <a:off x="7973991" y="44042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1B378190-6F0D-A51F-2F23-53ABF1471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3991" y="4404286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字方塊 51">
            <a:extLst>
              <a:ext uri="{FF2B5EF4-FFF2-40B4-BE49-F238E27FC236}">
                <a16:creationId xmlns:a16="http://schemas.microsoft.com/office/drawing/2014/main" id="{D3554093-F261-BED5-8CD7-C5B3FB310A94}"/>
              </a:ext>
            </a:extLst>
          </p:cNvPr>
          <p:cNvSpPr txBox="1"/>
          <p:nvPr/>
        </p:nvSpPr>
        <p:spPr>
          <a:xfrm>
            <a:off x="8217801" y="442417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9AA119FC-9565-C290-5E88-84442DCA08E4}"/>
                  </a:ext>
                </a:extLst>
              </p:cNvPr>
              <p:cNvSpPr txBox="1"/>
              <p:nvPr/>
            </p:nvSpPr>
            <p:spPr>
              <a:xfrm>
                <a:off x="8472595" y="44042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9AA119FC-9565-C290-5E88-84442DCA0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595" y="4404286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群組 53">
            <a:extLst>
              <a:ext uri="{FF2B5EF4-FFF2-40B4-BE49-F238E27FC236}">
                <a16:creationId xmlns:a16="http://schemas.microsoft.com/office/drawing/2014/main" id="{8771F39A-A71F-FF73-FB6F-3D9FCDAE206E}"/>
              </a:ext>
            </a:extLst>
          </p:cNvPr>
          <p:cNvGrpSpPr/>
          <p:nvPr/>
        </p:nvGrpSpPr>
        <p:grpSpPr>
          <a:xfrm>
            <a:off x="8849540" y="4247167"/>
            <a:ext cx="364383" cy="777549"/>
            <a:chOff x="2896107" y="4671588"/>
            <a:chExt cx="364383" cy="777549"/>
          </a:xfrm>
        </p:grpSpPr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078F0DA5-1ABC-3475-EEDF-1A4227D41CDB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D66FFD3D-3430-1929-4849-A6059017AFFA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7" name="直線接點 56">
                <a:extLst>
                  <a:ext uri="{FF2B5EF4-FFF2-40B4-BE49-F238E27FC236}">
                    <a16:creationId xmlns:a16="http://schemas.microsoft.com/office/drawing/2014/main" id="{D59F38A5-ACFC-E842-8DBE-18F19D68681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03B08634-35F9-C428-E95E-3D79D0647B0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374C3200-4C30-9D16-7914-C1D884051A1A}"/>
                  </a:ext>
                </a:extLst>
              </p:cNvPr>
              <p:cNvSpPr txBox="1"/>
              <p:nvPr/>
            </p:nvSpPr>
            <p:spPr>
              <a:xfrm>
                <a:off x="9206893" y="44042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374C3200-4C30-9D16-7914-C1D884051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6893" y="4404286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字方塊 59">
            <a:extLst>
              <a:ext uri="{FF2B5EF4-FFF2-40B4-BE49-F238E27FC236}">
                <a16:creationId xmlns:a16="http://schemas.microsoft.com/office/drawing/2014/main" id="{926A1228-1F07-4049-60DC-B72770D19AD0}"/>
              </a:ext>
            </a:extLst>
          </p:cNvPr>
          <p:cNvSpPr txBox="1"/>
          <p:nvPr/>
        </p:nvSpPr>
        <p:spPr>
          <a:xfrm>
            <a:off x="9450703" y="442417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90DEE9E-A9CC-B0DA-203F-B6CAA7FE7414}"/>
                  </a:ext>
                </a:extLst>
              </p:cNvPr>
              <p:cNvSpPr txBox="1"/>
              <p:nvPr/>
            </p:nvSpPr>
            <p:spPr>
              <a:xfrm>
                <a:off x="2343404" y="51703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90DEE9E-A9CC-B0DA-203F-B6CAA7FE7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404" y="5170326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62">
            <a:extLst>
              <a:ext uri="{FF2B5EF4-FFF2-40B4-BE49-F238E27FC236}">
                <a16:creationId xmlns:a16="http://schemas.microsoft.com/office/drawing/2014/main" id="{7B96FA46-AAFB-D71F-9662-9C956C49C753}"/>
              </a:ext>
            </a:extLst>
          </p:cNvPr>
          <p:cNvSpPr txBox="1"/>
          <p:nvPr/>
        </p:nvSpPr>
        <p:spPr>
          <a:xfrm>
            <a:off x="2632006" y="5189130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3.5</a:t>
            </a:r>
          </a:p>
        </p:txBody>
      </p:sp>
    </p:spTree>
    <p:extLst>
      <p:ext uri="{BB962C8B-B14F-4D97-AF65-F5344CB8AC3E}">
        <p14:creationId xmlns:p14="http://schemas.microsoft.com/office/powerpoint/2010/main" val="138043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1" grpId="0"/>
      <p:bldP spid="12" grpId="0"/>
      <p:bldP spid="19" grpId="0"/>
      <p:bldP spid="20" grpId="0"/>
      <p:bldP spid="21" grpId="0"/>
      <p:bldP spid="27" grpId="0"/>
      <p:bldP spid="28" grpId="0"/>
      <p:bldP spid="29" grpId="0"/>
      <p:bldP spid="35" grpId="0"/>
      <p:bldP spid="36" grpId="0"/>
      <p:bldP spid="37" grpId="0"/>
      <p:bldP spid="43" grpId="0"/>
      <p:bldP spid="44" grpId="0"/>
      <p:bldP spid="45" grpId="0"/>
      <p:bldP spid="51" grpId="0"/>
      <p:bldP spid="52" grpId="0"/>
      <p:bldP spid="53" grpId="0"/>
      <p:bldP spid="59" grpId="0"/>
      <p:bldP spid="60" grpId="0"/>
      <p:bldP spid="62" grpId="0"/>
      <p:bldP spid="6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44B7F96-A81F-5005-9F42-C19293FCD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16632"/>
            <a:ext cx="9485714" cy="13619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327D5F1D-0035-1F10-27CB-D4CE10B2C4F0}"/>
                  </a:ext>
                </a:extLst>
              </p14:cNvPr>
              <p14:cNvContentPartPr/>
              <p14:nvPr/>
            </p14:nvContentPartPr>
            <p14:xfrm>
              <a:off x="6100227" y="286937"/>
              <a:ext cx="715853" cy="45719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327D5F1D-0035-1F10-27CB-D4CE10B2C4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46187" y="-13428763"/>
                <a:ext cx="82357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DA9A8D5B-5175-1165-D8AC-33BF2AE190D4}"/>
                  </a:ext>
                </a:extLst>
              </p14:cNvPr>
              <p14:cNvContentPartPr/>
              <p14:nvPr/>
            </p14:nvContentPartPr>
            <p14:xfrm>
              <a:off x="6977050" y="264077"/>
              <a:ext cx="631118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DA9A8D5B-5175-1165-D8AC-33BF2AE190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23047" y="-13451623"/>
                <a:ext cx="73876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C096C5A2-CFBA-6988-162E-BCF208985B47}"/>
                  </a:ext>
                </a:extLst>
              </p14:cNvPr>
              <p14:cNvContentPartPr/>
              <p14:nvPr/>
            </p14:nvContentPartPr>
            <p14:xfrm>
              <a:off x="8282695" y="260648"/>
              <a:ext cx="477601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C096C5A2-CFBA-6988-162E-BCF208985B4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28708" y="-13455052"/>
                <a:ext cx="5852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6A565779-BA66-739E-60FE-F1B658193615}"/>
                  </a:ext>
                </a:extLst>
              </p14:cNvPr>
              <p14:cNvContentPartPr/>
              <p14:nvPr/>
            </p14:nvContentPartPr>
            <p14:xfrm>
              <a:off x="7680176" y="980728"/>
              <a:ext cx="216024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6A565779-BA66-739E-60FE-F1B65819361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26260" y="-12734972"/>
                <a:ext cx="32349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67DF177C-FC2E-5695-4F79-7671D085C407}"/>
                  </a:ext>
                </a:extLst>
              </p14:cNvPr>
              <p14:cNvContentPartPr/>
              <p14:nvPr/>
            </p14:nvContentPartPr>
            <p14:xfrm>
              <a:off x="8282695" y="970330"/>
              <a:ext cx="216024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67DF177C-FC2E-5695-4F79-7671D085C40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28779" y="-12745370"/>
                <a:ext cx="32349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F5C6D0DC-D266-22F2-ACEF-82D7A9E16CDF}"/>
                  </a:ext>
                </a:extLst>
              </p14:cNvPr>
              <p14:cNvContentPartPr/>
              <p14:nvPr/>
            </p14:nvContentPartPr>
            <p14:xfrm>
              <a:off x="9260068" y="963494"/>
              <a:ext cx="216024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F5C6D0DC-D266-22F2-ACEF-82D7A9E16CD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206152" y="-12752206"/>
                <a:ext cx="32349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78AE86B8-4375-475A-1FCC-109351D8A261}"/>
                  </a:ext>
                </a:extLst>
              </p14:cNvPr>
              <p14:cNvContentPartPr/>
              <p14:nvPr/>
            </p14:nvContentPartPr>
            <p14:xfrm>
              <a:off x="2586950" y="1295049"/>
              <a:ext cx="1335337" cy="45719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78AE86B8-4375-475A-1FCC-109351D8A26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32932" y="-12420651"/>
                <a:ext cx="1443014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EA77BE2C-05E6-344B-39AC-BCCDACAE76BC}"/>
              </a:ext>
            </a:extLst>
          </p:cNvPr>
          <p:cNvSpPr txBox="1"/>
          <p:nvPr/>
        </p:nvSpPr>
        <p:spPr>
          <a:xfrm>
            <a:off x="551384" y="2082495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value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68AF8D6-9E11-745D-7785-D9BA4CF42973}"/>
                  </a:ext>
                </a:extLst>
              </p:cNvPr>
              <p:cNvSpPr txBox="1"/>
              <p:nvPr/>
            </p:nvSpPr>
            <p:spPr>
              <a:xfrm>
                <a:off x="2707796" y="20640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68AF8D6-9E11-745D-7785-D9BA4CF42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796" y="2064066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EDFFE590-2841-F139-3239-236E265D3366}"/>
              </a:ext>
            </a:extLst>
          </p:cNvPr>
          <p:cNvSpPr txBox="1"/>
          <p:nvPr/>
        </p:nvSpPr>
        <p:spPr>
          <a:xfrm>
            <a:off x="3003484" y="2082495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0.1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348C8EC-F4AE-4B20-1382-48AC1A56CF1C}"/>
                  </a:ext>
                </a:extLst>
              </p:cNvPr>
              <p:cNvSpPr txBox="1"/>
              <p:nvPr/>
            </p:nvSpPr>
            <p:spPr>
              <a:xfrm>
                <a:off x="3496055" y="20640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348C8EC-F4AE-4B20-1382-48AC1A56C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055" y="2064066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02E2E4E9-FC44-4762-2F81-21578098F605}"/>
              </a:ext>
            </a:extLst>
          </p:cNvPr>
          <p:cNvSpPr txBox="1"/>
          <p:nvPr/>
        </p:nvSpPr>
        <p:spPr>
          <a:xfrm>
            <a:off x="3719736" y="2082495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80DD2C3-B5E6-0BE3-B71C-1EEFF07626B4}"/>
                  </a:ext>
                </a:extLst>
              </p:cNvPr>
              <p:cNvSpPr txBox="1"/>
              <p:nvPr/>
            </p:nvSpPr>
            <p:spPr>
              <a:xfrm>
                <a:off x="4449055" y="20640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80DD2C3-B5E6-0BE3-B71C-1EEFF0762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055" y="2064066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29379397-F247-0D28-6F5E-D5E31FF3C1F2}"/>
              </a:ext>
            </a:extLst>
          </p:cNvPr>
          <p:cNvSpPr txBox="1"/>
          <p:nvPr/>
        </p:nvSpPr>
        <p:spPr>
          <a:xfrm>
            <a:off x="4685803" y="2082495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0.2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3D64020-4E75-4A31-39C1-32DFA13FE91A}"/>
                  </a:ext>
                </a:extLst>
              </p:cNvPr>
              <p:cNvSpPr txBox="1"/>
              <p:nvPr/>
            </p:nvSpPr>
            <p:spPr>
              <a:xfrm>
                <a:off x="5178374" y="20640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3D64020-4E75-4A31-39C1-32DFA13FE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374" y="2064066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E37FB309-9619-E183-8B38-5954749DD1CE}"/>
              </a:ext>
            </a:extLst>
          </p:cNvPr>
          <p:cNvSpPr txBox="1"/>
          <p:nvPr/>
        </p:nvSpPr>
        <p:spPr>
          <a:xfrm>
            <a:off x="5402055" y="2082495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E5BF0E3-4110-240D-CEDA-E72F09EBA796}"/>
                  </a:ext>
                </a:extLst>
              </p:cNvPr>
              <p:cNvSpPr txBox="1"/>
              <p:nvPr/>
            </p:nvSpPr>
            <p:spPr>
              <a:xfrm>
                <a:off x="6138045" y="206145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E5BF0E3-4110-240D-CEDA-E72F09EBA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045" y="2061450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4A6B3290-6FEC-F120-7C55-9D7A047E4F85}"/>
              </a:ext>
            </a:extLst>
          </p:cNvPr>
          <p:cNvSpPr txBox="1"/>
          <p:nvPr/>
        </p:nvSpPr>
        <p:spPr>
          <a:xfrm>
            <a:off x="6374793" y="2079879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0.3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026CF9D-B7EC-2929-296D-72ECA8A048B5}"/>
                  </a:ext>
                </a:extLst>
              </p:cNvPr>
              <p:cNvSpPr txBox="1"/>
              <p:nvPr/>
            </p:nvSpPr>
            <p:spPr>
              <a:xfrm>
                <a:off x="6867364" y="206145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026CF9D-B7EC-2929-296D-72ECA8A04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364" y="2061450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D02F8ED8-66B3-8C73-F7EB-FF72B678813E}"/>
              </a:ext>
            </a:extLst>
          </p:cNvPr>
          <p:cNvSpPr txBox="1"/>
          <p:nvPr/>
        </p:nvSpPr>
        <p:spPr>
          <a:xfrm>
            <a:off x="7091045" y="207987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500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E7D71DC-0C77-5A7A-1915-5037F52F8DB2}"/>
                  </a:ext>
                </a:extLst>
              </p:cNvPr>
              <p:cNvSpPr txBox="1"/>
              <p:nvPr/>
            </p:nvSpPr>
            <p:spPr>
              <a:xfrm>
                <a:off x="2707605" y="28664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E7D71DC-0C77-5A7A-1915-5037F52F8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605" y="2866445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79FA0A11-BCD0-729C-D3AA-36760447BF96}"/>
              </a:ext>
            </a:extLst>
          </p:cNvPr>
          <p:cNvSpPr txBox="1"/>
          <p:nvPr/>
        </p:nvSpPr>
        <p:spPr>
          <a:xfrm>
            <a:off x="2994730" y="2884874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$650</a:t>
            </a:r>
          </a:p>
        </p:txBody>
      </p:sp>
    </p:spTree>
    <p:extLst>
      <p:ext uri="{BB962C8B-B14F-4D97-AF65-F5344CB8AC3E}">
        <p14:creationId xmlns:p14="http://schemas.microsoft.com/office/powerpoint/2010/main" val="250149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38CFF19-62E0-2CDE-B178-B6C3F90BA49C}"/>
              </a:ext>
            </a:extLst>
          </p:cNvPr>
          <p:cNvSpPr txBox="1"/>
          <p:nvPr/>
        </p:nvSpPr>
        <p:spPr>
          <a:xfrm>
            <a:off x="479375" y="332656"/>
            <a:ext cx="4697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</a:t>
            </a:r>
            <a:r>
              <a:rPr lang="en-US" sz="2000" b="1" dirty="0" err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xpected</a:t>
            </a:r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 value of multiple event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4FE1BB6-08A7-C6AD-EC4A-A4418762D791}"/>
              </a:ext>
            </a:extLst>
          </p:cNvPr>
          <p:cNvSpPr txBox="1"/>
          <p:nvPr/>
        </p:nvSpPr>
        <p:spPr>
          <a:xfrm>
            <a:off x="231711" y="713809"/>
            <a:ext cx="394660" cy="437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dirty="0">
                <a:latin typeface="+mn-lt"/>
              </a:rPr>
              <a:t>=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8B67489-A18D-42C7-96B2-87C28AB12ED1}"/>
              </a:ext>
            </a:extLst>
          </p:cNvPr>
          <p:cNvSpPr txBox="1"/>
          <p:nvPr/>
        </p:nvSpPr>
        <p:spPr>
          <a:xfrm>
            <a:off x="479376" y="769699"/>
            <a:ext cx="3580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Probability of first event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3A98018-C769-F64C-6BF0-BA24486AA905}"/>
              </a:ext>
            </a:extLst>
          </p:cNvPr>
          <p:cNvSpPr txBox="1"/>
          <p:nvPr/>
        </p:nvSpPr>
        <p:spPr>
          <a:xfrm>
            <a:off x="4241870" y="769698"/>
            <a:ext cx="3162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Marks of first events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F1D4567-E8F0-292A-CFC8-37E4E3D27F0B}"/>
                  </a:ext>
                </a:extLst>
              </p:cNvPr>
              <p:cNvSpPr txBox="1"/>
              <p:nvPr/>
            </p:nvSpPr>
            <p:spPr>
              <a:xfrm>
                <a:off x="3970907" y="764152"/>
                <a:ext cx="27801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F1D4567-E8F0-292A-CFC8-37E4E3D27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907" y="764152"/>
                <a:ext cx="278019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5E86C39-36C4-C4DE-03AB-2E878DCE8788}"/>
                  </a:ext>
                </a:extLst>
              </p:cNvPr>
              <p:cNvSpPr txBox="1"/>
              <p:nvPr/>
            </p:nvSpPr>
            <p:spPr>
              <a:xfrm>
                <a:off x="7187491" y="758157"/>
                <a:ext cx="97471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</m:t>
                      </m:r>
                      <m:r>
                        <a:rPr lang="en-US" altLang="zh-HK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5E86C39-36C4-C4DE-03AB-2E878DCE8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491" y="758157"/>
                <a:ext cx="97471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4B737EBB-2D3C-93C0-F2A0-CBF5AD3B8E9C}"/>
              </a:ext>
            </a:extLst>
          </p:cNvPr>
          <p:cNvSpPr txBox="1"/>
          <p:nvPr/>
        </p:nvSpPr>
        <p:spPr>
          <a:xfrm>
            <a:off x="479376" y="1182206"/>
            <a:ext cx="3580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Probability of last event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D233237-1ADB-C5C5-4839-2E10F5B1CF01}"/>
              </a:ext>
            </a:extLst>
          </p:cNvPr>
          <p:cNvSpPr txBox="1"/>
          <p:nvPr/>
        </p:nvSpPr>
        <p:spPr>
          <a:xfrm>
            <a:off x="4248926" y="1182205"/>
            <a:ext cx="3162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Marks of last events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21A2F53-4934-5C32-A3FD-521B83299B2D}"/>
                  </a:ext>
                </a:extLst>
              </p:cNvPr>
              <p:cNvSpPr txBox="1"/>
              <p:nvPr/>
            </p:nvSpPr>
            <p:spPr>
              <a:xfrm>
                <a:off x="3977963" y="1167694"/>
                <a:ext cx="27801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21A2F53-4934-5C32-A3FD-521B83299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963" y="1167694"/>
                <a:ext cx="278019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B059E223-F6CD-A8DF-A977-02810C74BD01}"/>
              </a:ext>
            </a:extLst>
          </p:cNvPr>
          <p:cNvSpPr txBox="1"/>
          <p:nvPr/>
        </p:nvSpPr>
        <p:spPr>
          <a:xfrm>
            <a:off x="479375" y="1692412"/>
            <a:ext cx="148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Example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AE084B4-CCE4-D4DC-5526-EEF113B464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9375" y="2335189"/>
            <a:ext cx="4885714" cy="1466667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41D3088F-297C-14BA-AE5B-D9DB8E0A88DD}"/>
              </a:ext>
            </a:extLst>
          </p:cNvPr>
          <p:cNvSpPr txBox="1"/>
          <p:nvPr/>
        </p:nvSpPr>
        <p:spPr>
          <a:xfrm>
            <a:off x="417040" y="4035701"/>
            <a:ext cx="5102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value of rolling dice twice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6C8F2B9-284D-D5C2-D4E3-A38B1C93F324}"/>
                  </a:ext>
                </a:extLst>
              </p:cNvPr>
              <p:cNvSpPr txBox="1"/>
              <p:nvPr/>
            </p:nvSpPr>
            <p:spPr>
              <a:xfrm>
                <a:off x="433016" y="46677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6C8F2B9-284D-D5C2-D4E3-A38B1C93F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16" y="4667700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群組 14">
            <a:extLst>
              <a:ext uri="{FF2B5EF4-FFF2-40B4-BE49-F238E27FC236}">
                <a16:creationId xmlns:a16="http://schemas.microsoft.com/office/drawing/2014/main" id="{84B5159B-84A3-71C5-816F-CF8019475E64}"/>
              </a:ext>
            </a:extLst>
          </p:cNvPr>
          <p:cNvGrpSpPr/>
          <p:nvPr/>
        </p:nvGrpSpPr>
        <p:grpSpPr>
          <a:xfrm>
            <a:off x="797574" y="4509120"/>
            <a:ext cx="364383" cy="777549"/>
            <a:chOff x="2896107" y="4671588"/>
            <a:chExt cx="364383" cy="777549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1FC66133-9671-668D-05DC-10CF16C3C8E7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F62566F7-A2C3-AD9D-6493-8CB59EA20A78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2546E4D0-7422-605E-0D8A-DEBF4947EA2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5ECAD2AE-E6E5-2D81-67E3-176768B509C5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68A06CFA-1B15-75FE-A9CE-BBC4BDFD9698}"/>
                  </a:ext>
                </a:extLst>
              </p:cNvPr>
              <p:cNvSpPr txBox="1"/>
              <p:nvPr/>
            </p:nvSpPr>
            <p:spPr>
              <a:xfrm>
                <a:off x="1154927" y="4666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68A06CFA-1B15-75FE-A9CE-BBC4BDFD9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927" y="4666239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91877142-CB53-472B-0D0D-98AC468F4BF1}"/>
              </a:ext>
            </a:extLst>
          </p:cNvPr>
          <p:cNvSpPr txBox="1"/>
          <p:nvPr/>
        </p:nvSpPr>
        <p:spPr>
          <a:xfrm>
            <a:off x="1398737" y="4686129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AC67A72-CD4D-1988-708B-9E605C2EA4D1}"/>
                  </a:ext>
                </a:extLst>
              </p:cNvPr>
              <p:cNvSpPr txBox="1"/>
              <p:nvPr/>
            </p:nvSpPr>
            <p:spPr>
              <a:xfrm>
                <a:off x="1653531" y="4666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AC67A72-CD4D-1988-708B-9E605C2EA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531" y="4666239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群組 22">
            <a:extLst>
              <a:ext uri="{FF2B5EF4-FFF2-40B4-BE49-F238E27FC236}">
                <a16:creationId xmlns:a16="http://schemas.microsoft.com/office/drawing/2014/main" id="{6376B668-F1BE-AA5A-5A1B-4037473E553B}"/>
              </a:ext>
            </a:extLst>
          </p:cNvPr>
          <p:cNvGrpSpPr/>
          <p:nvPr/>
        </p:nvGrpSpPr>
        <p:grpSpPr>
          <a:xfrm>
            <a:off x="2016332" y="4514812"/>
            <a:ext cx="364383" cy="777549"/>
            <a:chOff x="2896107" y="4671588"/>
            <a:chExt cx="364383" cy="777549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BCD4BD60-63DE-5A41-ACE3-B0827693708A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8A7458CF-E170-06C4-39CA-DAFE902C13BB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6" name="直線接點 25">
                <a:extLst>
                  <a:ext uri="{FF2B5EF4-FFF2-40B4-BE49-F238E27FC236}">
                    <a16:creationId xmlns:a16="http://schemas.microsoft.com/office/drawing/2014/main" id="{40DF0FB4-A1D9-AEEB-64BA-B7FD3127FC9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544A6A5-4EA2-DF6D-7FAC-DB57CF2653C3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E6FD4B4B-25F4-EABA-94C8-5E211FDCA76A}"/>
                  </a:ext>
                </a:extLst>
              </p:cNvPr>
              <p:cNvSpPr txBox="1"/>
              <p:nvPr/>
            </p:nvSpPr>
            <p:spPr>
              <a:xfrm>
                <a:off x="2373685" y="46719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E6FD4B4B-25F4-EABA-94C8-5E211FDCA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685" y="4671931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AFE0DA60-79A6-D6A8-14F1-12EB1A24394B}"/>
              </a:ext>
            </a:extLst>
          </p:cNvPr>
          <p:cNvSpPr txBox="1"/>
          <p:nvPr/>
        </p:nvSpPr>
        <p:spPr>
          <a:xfrm>
            <a:off x="2617495" y="4691821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F1BBF0CB-F1E9-814C-D011-EB94BBC06514}"/>
                  </a:ext>
                </a:extLst>
              </p:cNvPr>
              <p:cNvSpPr txBox="1"/>
              <p:nvPr/>
            </p:nvSpPr>
            <p:spPr>
              <a:xfrm>
                <a:off x="2872289" y="46719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F1BBF0CB-F1E9-814C-D011-EB94BBC06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289" y="4671931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437200EC-B00A-19EC-C994-8D623BD5F800}"/>
              </a:ext>
            </a:extLst>
          </p:cNvPr>
          <p:cNvGrpSpPr/>
          <p:nvPr/>
        </p:nvGrpSpPr>
        <p:grpSpPr>
          <a:xfrm>
            <a:off x="3249234" y="4514812"/>
            <a:ext cx="364383" cy="777549"/>
            <a:chOff x="2896107" y="4671588"/>
            <a:chExt cx="364383" cy="777549"/>
          </a:xfrm>
        </p:grpSpPr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4E1BEC14-0AA4-4C52-B400-425A970E687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3A22063F-F2A2-301F-52A6-11C3336C70A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343AFEA3-0896-731E-2E31-8C17FF46AD0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CC4B65C-0929-00E3-6DB2-9CDFFE74E15E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FB35734-FD98-275A-EB2E-A228F81D4E10}"/>
                  </a:ext>
                </a:extLst>
              </p:cNvPr>
              <p:cNvSpPr txBox="1"/>
              <p:nvPr/>
            </p:nvSpPr>
            <p:spPr>
              <a:xfrm>
                <a:off x="3606587" y="46719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FB35734-FD98-275A-EB2E-A228F81D4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587" y="4671931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字方塊 36">
            <a:extLst>
              <a:ext uri="{FF2B5EF4-FFF2-40B4-BE49-F238E27FC236}">
                <a16:creationId xmlns:a16="http://schemas.microsoft.com/office/drawing/2014/main" id="{E481E88D-6445-6C78-5DC6-801B34BD99CC}"/>
              </a:ext>
            </a:extLst>
          </p:cNvPr>
          <p:cNvSpPr txBox="1"/>
          <p:nvPr/>
        </p:nvSpPr>
        <p:spPr>
          <a:xfrm>
            <a:off x="3850397" y="4691821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C7FCAA7-3BC5-7EF2-8FB2-2FA3EB7B53AC}"/>
                  </a:ext>
                </a:extLst>
              </p:cNvPr>
              <p:cNvSpPr txBox="1"/>
              <p:nvPr/>
            </p:nvSpPr>
            <p:spPr>
              <a:xfrm>
                <a:off x="4105191" y="46719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C7FCAA7-3BC5-7EF2-8FB2-2FA3EB7B5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191" y="4671931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DEAC920D-AFCD-D6B5-4E3D-37F302EF9803}"/>
              </a:ext>
            </a:extLst>
          </p:cNvPr>
          <p:cNvGrpSpPr/>
          <p:nvPr/>
        </p:nvGrpSpPr>
        <p:grpSpPr>
          <a:xfrm>
            <a:off x="4488799" y="4517428"/>
            <a:ext cx="364383" cy="777549"/>
            <a:chOff x="2896107" y="4671588"/>
            <a:chExt cx="364383" cy="777549"/>
          </a:xfrm>
        </p:grpSpPr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B70825DB-B8E0-7799-A32F-B29D12C964DB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1" name="群組 40">
              <a:extLst>
                <a:ext uri="{FF2B5EF4-FFF2-40B4-BE49-F238E27FC236}">
                  <a16:creationId xmlns:a16="http://schemas.microsoft.com/office/drawing/2014/main" id="{34F6B03E-661D-9B5A-D537-F4A8EC793006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9A40F8C8-C3F6-F110-36E7-AA8B239824E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D71DDDC3-F1DB-6C3C-9A86-86B813CB6FE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95F3DC29-BC94-1449-DBB8-6CF8F3236E67}"/>
                  </a:ext>
                </a:extLst>
              </p:cNvPr>
              <p:cNvSpPr txBox="1"/>
              <p:nvPr/>
            </p:nvSpPr>
            <p:spPr>
              <a:xfrm>
                <a:off x="4846152" y="46745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95F3DC29-BC94-1449-DBB8-6CF8F3236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152" y="4674547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1511DA60-26C9-E5E1-F475-C46D96CB130C}"/>
              </a:ext>
            </a:extLst>
          </p:cNvPr>
          <p:cNvSpPr txBox="1"/>
          <p:nvPr/>
        </p:nvSpPr>
        <p:spPr>
          <a:xfrm>
            <a:off x="5089962" y="4694437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6B0105AF-41F9-8E9F-B020-DEFFCB2FEB48}"/>
                  </a:ext>
                </a:extLst>
              </p:cNvPr>
              <p:cNvSpPr txBox="1"/>
              <p:nvPr/>
            </p:nvSpPr>
            <p:spPr>
              <a:xfrm>
                <a:off x="5344756" y="46745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6B0105AF-41F9-8E9F-B020-DEFFCB2FE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756" y="467454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46">
            <a:extLst>
              <a:ext uri="{FF2B5EF4-FFF2-40B4-BE49-F238E27FC236}">
                <a16:creationId xmlns:a16="http://schemas.microsoft.com/office/drawing/2014/main" id="{DA887E88-556C-18C7-BE2F-453DE7376DBD}"/>
              </a:ext>
            </a:extLst>
          </p:cNvPr>
          <p:cNvGrpSpPr/>
          <p:nvPr/>
        </p:nvGrpSpPr>
        <p:grpSpPr>
          <a:xfrm>
            <a:off x="5707557" y="4523120"/>
            <a:ext cx="364383" cy="777549"/>
            <a:chOff x="2896107" y="4671588"/>
            <a:chExt cx="364383" cy="777549"/>
          </a:xfrm>
        </p:grpSpPr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F6BCEF61-121D-9508-5D02-AAE57BA5F43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FDF0DCDD-773E-A7EA-58B5-33A2E03A773B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0" name="直線接點 49">
                <a:extLst>
                  <a:ext uri="{FF2B5EF4-FFF2-40B4-BE49-F238E27FC236}">
                    <a16:creationId xmlns:a16="http://schemas.microsoft.com/office/drawing/2014/main" id="{CC45F964-83D4-0BDF-1DFF-BED6AB38446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FDFAC6A1-6F58-987A-D50B-72E47CB9BE43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23E05B41-D97D-8004-3C23-E05BF4328BD3}"/>
                  </a:ext>
                </a:extLst>
              </p:cNvPr>
              <p:cNvSpPr txBox="1"/>
              <p:nvPr/>
            </p:nvSpPr>
            <p:spPr>
              <a:xfrm>
                <a:off x="6064910" y="4680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23E05B41-D97D-8004-3C23-E05BF4328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910" y="4680239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字方塊 52">
            <a:extLst>
              <a:ext uri="{FF2B5EF4-FFF2-40B4-BE49-F238E27FC236}">
                <a16:creationId xmlns:a16="http://schemas.microsoft.com/office/drawing/2014/main" id="{5ACDD51C-7D14-82D4-4CEA-CC70611DB0BE}"/>
              </a:ext>
            </a:extLst>
          </p:cNvPr>
          <p:cNvSpPr txBox="1"/>
          <p:nvPr/>
        </p:nvSpPr>
        <p:spPr>
          <a:xfrm>
            <a:off x="6308720" y="4700129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82E44239-290F-CF02-9565-021EFCD6759F}"/>
                  </a:ext>
                </a:extLst>
              </p:cNvPr>
              <p:cNvSpPr txBox="1"/>
              <p:nvPr/>
            </p:nvSpPr>
            <p:spPr>
              <a:xfrm>
                <a:off x="6563514" y="4680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82E44239-290F-CF02-9565-021EFCD67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514" y="4680239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54">
            <a:extLst>
              <a:ext uri="{FF2B5EF4-FFF2-40B4-BE49-F238E27FC236}">
                <a16:creationId xmlns:a16="http://schemas.microsoft.com/office/drawing/2014/main" id="{71F5369B-4A12-214C-CD3C-1C8E5AFCAF3C}"/>
              </a:ext>
            </a:extLst>
          </p:cNvPr>
          <p:cNvGrpSpPr/>
          <p:nvPr/>
        </p:nvGrpSpPr>
        <p:grpSpPr>
          <a:xfrm>
            <a:off x="6940459" y="4523120"/>
            <a:ext cx="364383" cy="777549"/>
            <a:chOff x="2896107" y="4671588"/>
            <a:chExt cx="364383" cy="777549"/>
          </a:xfrm>
        </p:grpSpPr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ACAEA9F0-BCF5-E6B4-8E76-89C1703947D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C485AFE0-72D4-35E4-CDF7-8827874F147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8" name="直線接點 57">
                <a:extLst>
                  <a:ext uri="{FF2B5EF4-FFF2-40B4-BE49-F238E27FC236}">
                    <a16:creationId xmlns:a16="http://schemas.microsoft.com/office/drawing/2014/main" id="{C3199E15-61C3-2226-B1F2-E37B962CE75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6181737F-F183-8359-3EA7-5A430BAD115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9866F303-4CE4-B600-A09C-6F87495F1FFB}"/>
                  </a:ext>
                </a:extLst>
              </p:cNvPr>
              <p:cNvSpPr txBox="1"/>
              <p:nvPr/>
            </p:nvSpPr>
            <p:spPr>
              <a:xfrm>
                <a:off x="7297812" y="4680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9866F303-4CE4-B600-A09C-6F87495F1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812" y="4680239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字方塊 60">
            <a:extLst>
              <a:ext uri="{FF2B5EF4-FFF2-40B4-BE49-F238E27FC236}">
                <a16:creationId xmlns:a16="http://schemas.microsoft.com/office/drawing/2014/main" id="{1B999062-12F7-7144-D145-A4CEB92373BD}"/>
              </a:ext>
            </a:extLst>
          </p:cNvPr>
          <p:cNvSpPr txBox="1"/>
          <p:nvPr/>
        </p:nvSpPr>
        <p:spPr>
          <a:xfrm>
            <a:off x="7541622" y="4700129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FADF599B-BF3C-D8C5-2A00-74B137200B0B}"/>
                  </a:ext>
                </a:extLst>
              </p:cNvPr>
              <p:cNvSpPr txBox="1"/>
              <p:nvPr/>
            </p:nvSpPr>
            <p:spPr>
              <a:xfrm>
                <a:off x="7830280" y="46727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FADF599B-BF3C-D8C5-2A00-74B137200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280" y="4672726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群組 62">
            <a:extLst>
              <a:ext uri="{FF2B5EF4-FFF2-40B4-BE49-F238E27FC236}">
                <a16:creationId xmlns:a16="http://schemas.microsoft.com/office/drawing/2014/main" id="{938513FE-46C5-0723-FD05-B800ECA96603}"/>
              </a:ext>
            </a:extLst>
          </p:cNvPr>
          <p:cNvGrpSpPr/>
          <p:nvPr/>
        </p:nvGrpSpPr>
        <p:grpSpPr>
          <a:xfrm>
            <a:off x="8221030" y="4514763"/>
            <a:ext cx="364383" cy="777549"/>
            <a:chOff x="2896107" y="4671588"/>
            <a:chExt cx="364383" cy="777549"/>
          </a:xfrm>
        </p:grpSpPr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0DBFEC14-399C-3C08-9E4D-ECE733C7551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65" name="群組 64">
              <a:extLst>
                <a:ext uri="{FF2B5EF4-FFF2-40B4-BE49-F238E27FC236}">
                  <a16:creationId xmlns:a16="http://schemas.microsoft.com/office/drawing/2014/main" id="{FF8F023C-EAB7-45B6-B1BD-7F11070F2167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6" name="直線接點 65">
                <a:extLst>
                  <a:ext uri="{FF2B5EF4-FFF2-40B4-BE49-F238E27FC236}">
                    <a16:creationId xmlns:a16="http://schemas.microsoft.com/office/drawing/2014/main" id="{C4900638-ACCC-6FCB-425E-5A50DEE4E72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FD18D8A1-A004-1DD0-252A-4735706504EC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517178E4-5FE8-7461-C42D-EA14C11F8A15}"/>
                  </a:ext>
                </a:extLst>
              </p:cNvPr>
              <p:cNvSpPr txBox="1"/>
              <p:nvPr/>
            </p:nvSpPr>
            <p:spPr>
              <a:xfrm>
                <a:off x="8578383" y="46718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517178E4-5FE8-7461-C42D-EA14C11F8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8383" y="4671882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字方塊 68">
            <a:extLst>
              <a:ext uri="{FF2B5EF4-FFF2-40B4-BE49-F238E27FC236}">
                <a16:creationId xmlns:a16="http://schemas.microsoft.com/office/drawing/2014/main" id="{FEE1A2A0-72F6-A6AC-C708-035C3945A6D5}"/>
              </a:ext>
            </a:extLst>
          </p:cNvPr>
          <p:cNvSpPr txBox="1"/>
          <p:nvPr/>
        </p:nvSpPr>
        <p:spPr>
          <a:xfrm>
            <a:off x="8822193" y="4691772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E77BA32C-E13F-6417-AEB8-6AE67B910EB9}"/>
                  </a:ext>
                </a:extLst>
              </p:cNvPr>
              <p:cNvSpPr txBox="1"/>
              <p:nvPr/>
            </p:nvSpPr>
            <p:spPr>
              <a:xfrm>
                <a:off x="9076987" y="46718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E77BA32C-E13F-6417-AEB8-6AE67B910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6987" y="4671882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群組 70">
            <a:extLst>
              <a:ext uri="{FF2B5EF4-FFF2-40B4-BE49-F238E27FC236}">
                <a16:creationId xmlns:a16="http://schemas.microsoft.com/office/drawing/2014/main" id="{61259FB9-75DB-C018-EE61-DB02CDF97453}"/>
              </a:ext>
            </a:extLst>
          </p:cNvPr>
          <p:cNvGrpSpPr/>
          <p:nvPr/>
        </p:nvGrpSpPr>
        <p:grpSpPr>
          <a:xfrm>
            <a:off x="9439788" y="4520455"/>
            <a:ext cx="364383" cy="777549"/>
            <a:chOff x="2896107" y="4671588"/>
            <a:chExt cx="364383" cy="777549"/>
          </a:xfrm>
        </p:grpSpPr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1FC01828-6B89-DFC5-85CB-4D06B1FCE71D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E5B747C6-28CE-4423-9CFE-9FF2754C97E1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74" name="直線接點 73">
                <a:extLst>
                  <a:ext uri="{FF2B5EF4-FFF2-40B4-BE49-F238E27FC236}">
                    <a16:creationId xmlns:a16="http://schemas.microsoft.com/office/drawing/2014/main" id="{B3FE3D40-16DE-C823-F1E6-B23E4B9E1D9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F4160886-AB56-4656-050A-72302A59F7D2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B0555B03-C4BE-13A3-10F3-6600E8699882}"/>
                  </a:ext>
                </a:extLst>
              </p:cNvPr>
              <p:cNvSpPr txBox="1"/>
              <p:nvPr/>
            </p:nvSpPr>
            <p:spPr>
              <a:xfrm>
                <a:off x="9797141" y="467757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B0555B03-C4BE-13A3-10F3-6600E8699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7141" y="4677574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字方塊 76">
            <a:extLst>
              <a:ext uri="{FF2B5EF4-FFF2-40B4-BE49-F238E27FC236}">
                <a16:creationId xmlns:a16="http://schemas.microsoft.com/office/drawing/2014/main" id="{B4A046A4-B138-6DCD-67AB-3EF33B4A1CAE}"/>
              </a:ext>
            </a:extLst>
          </p:cNvPr>
          <p:cNvSpPr txBox="1"/>
          <p:nvPr/>
        </p:nvSpPr>
        <p:spPr>
          <a:xfrm>
            <a:off x="10040951" y="4697464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09037D74-3C9F-0F8F-8D4C-DDA9ED294665}"/>
                  </a:ext>
                </a:extLst>
              </p:cNvPr>
              <p:cNvSpPr txBox="1"/>
              <p:nvPr/>
            </p:nvSpPr>
            <p:spPr>
              <a:xfrm>
                <a:off x="10295745" y="467757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09037D74-3C9F-0F8F-8D4C-DDA9ED294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745" y="4677574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群組 78">
            <a:extLst>
              <a:ext uri="{FF2B5EF4-FFF2-40B4-BE49-F238E27FC236}">
                <a16:creationId xmlns:a16="http://schemas.microsoft.com/office/drawing/2014/main" id="{C0DFBCC3-0899-9C0B-222A-FD381886A879}"/>
              </a:ext>
            </a:extLst>
          </p:cNvPr>
          <p:cNvGrpSpPr/>
          <p:nvPr/>
        </p:nvGrpSpPr>
        <p:grpSpPr>
          <a:xfrm>
            <a:off x="10672690" y="4520455"/>
            <a:ext cx="364383" cy="777549"/>
            <a:chOff x="2896107" y="4671588"/>
            <a:chExt cx="364383" cy="777549"/>
          </a:xfrm>
        </p:grpSpPr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AF909AE5-0332-2781-109A-CE008F079CF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81" name="群組 80">
              <a:extLst>
                <a:ext uri="{FF2B5EF4-FFF2-40B4-BE49-F238E27FC236}">
                  <a16:creationId xmlns:a16="http://schemas.microsoft.com/office/drawing/2014/main" id="{327A9D81-D96B-768F-8B7C-9BC8D316041E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82" name="直線接點 81">
                <a:extLst>
                  <a:ext uri="{FF2B5EF4-FFF2-40B4-BE49-F238E27FC236}">
                    <a16:creationId xmlns:a16="http://schemas.microsoft.com/office/drawing/2014/main" id="{CB1BAC48-0754-088C-4895-D5B11A22136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D537DA64-6847-684B-F3EF-356E5BF4C449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144BC2A4-8766-3F30-AAF7-9CC15B86C405}"/>
                  </a:ext>
                </a:extLst>
              </p:cNvPr>
              <p:cNvSpPr txBox="1"/>
              <p:nvPr/>
            </p:nvSpPr>
            <p:spPr>
              <a:xfrm>
                <a:off x="11030043" y="467757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144BC2A4-8766-3F30-AAF7-9CC15B86C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0043" y="4677574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文字方塊 84">
            <a:extLst>
              <a:ext uri="{FF2B5EF4-FFF2-40B4-BE49-F238E27FC236}">
                <a16:creationId xmlns:a16="http://schemas.microsoft.com/office/drawing/2014/main" id="{B18ADD3A-266C-C148-DE68-F133EF17021E}"/>
              </a:ext>
            </a:extLst>
          </p:cNvPr>
          <p:cNvSpPr txBox="1"/>
          <p:nvPr/>
        </p:nvSpPr>
        <p:spPr>
          <a:xfrm>
            <a:off x="11273853" y="4697464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D0FB7F2B-52F5-77E9-80FB-105CBC0CED9D}"/>
                  </a:ext>
                </a:extLst>
              </p:cNvPr>
              <p:cNvSpPr txBox="1"/>
              <p:nvPr/>
            </p:nvSpPr>
            <p:spPr>
              <a:xfrm>
                <a:off x="11535240" y="46791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D0FB7F2B-52F5-77E9-80FB-105CBC0CE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5240" y="4679165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群組 94">
            <a:extLst>
              <a:ext uri="{FF2B5EF4-FFF2-40B4-BE49-F238E27FC236}">
                <a16:creationId xmlns:a16="http://schemas.microsoft.com/office/drawing/2014/main" id="{DC9E3BF5-E7BC-3BD9-F3DC-03F6BDD34AEE}"/>
              </a:ext>
            </a:extLst>
          </p:cNvPr>
          <p:cNvGrpSpPr/>
          <p:nvPr/>
        </p:nvGrpSpPr>
        <p:grpSpPr>
          <a:xfrm>
            <a:off x="797574" y="5285133"/>
            <a:ext cx="364383" cy="777549"/>
            <a:chOff x="2896107" y="4671588"/>
            <a:chExt cx="364383" cy="777549"/>
          </a:xfrm>
        </p:grpSpPr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79B1ABC2-9DEF-483C-40D6-0340616773D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97" name="群組 96">
              <a:extLst>
                <a:ext uri="{FF2B5EF4-FFF2-40B4-BE49-F238E27FC236}">
                  <a16:creationId xmlns:a16="http://schemas.microsoft.com/office/drawing/2014/main" id="{9AAC35D5-E702-D36E-B220-7B26470E885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98" name="直線接點 97">
                <a:extLst>
                  <a:ext uri="{FF2B5EF4-FFF2-40B4-BE49-F238E27FC236}">
                    <a16:creationId xmlns:a16="http://schemas.microsoft.com/office/drawing/2014/main" id="{5F5E6B0F-5AB4-693A-4963-5F7506710A5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EEC32CE1-9624-5F6B-132C-0B3AD225724E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7C50CE92-B990-0364-4799-3B93B21E1FB5}"/>
                  </a:ext>
                </a:extLst>
              </p:cNvPr>
              <p:cNvSpPr txBox="1"/>
              <p:nvPr/>
            </p:nvSpPr>
            <p:spPr>
              <a:xfrm>
                <a:off x="1154927" y="54422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7C50CE92-B990-0364-4799-3B93B21E1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927" y="5442252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BEE40B95-F082-F2EE-79D7-8A8326CF7A41}"/>
              </a:ext>
            </a:extLst>
          </p:cNvPr>
          <p:cNvSpPr txBox="1"/>
          <p:nvPr/>
        </p:nvSpPr>
        <p:spPr>
          <a:xfrm>
            <a:off x="1398737" y="5462142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F82727DC-C816-C58C-7BE1-F194131A99FA}"/>
                  </a:ext>
                </a:extLst>
              </p:cNvPr>
              <p:cNvSpPr txBox="1"/>
              <p:nvPr/>
            </p:nvSpPr>
            <p:spPr>
              <a:xfrm>
                <a:off x="1653531" y="54422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F82727DC-C816-C58C-7BE1-F194131A9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531" y="5442252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B5801287-70CB-9981-2EB9-1906BCEE854E}"/>
              </a:ext>
            </a:extLst>
          </p:cNvPr>
          <p:cNvGrpSpPr/>
          <p:nvPr/>
        </p:nvGrpSpPr>
        <p:grpSpPr>
          <a:xfrm>
            <a:off x="2016332" y="5290825"/>
            <a:ext cx="364383" cy="777549"/>
            <a:chOff x="2896107" y="4671588"/>
            <a:chExt cx="364383" cy="777549"/>
          </a:xfrm>
        </p:grpSpPr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797E44C7-FD57-E4D0-C549-86645AF523B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05" name="群組 104">
              <a:extLst>
                <a:ext uri="{FF2B5EF4-FFF2-40B4-BE49-F238E27FC236}">
                  <a16:creationId xmlns:a16="http://schemas.microsoft.com/office/drawing/2014/main" id="{60BBB98C-9589-2811-D774-727B9F2F234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06" name="直線接點 105">
                <a:extLst>
                  <a:ext uri="{FF2B5EF4-FFF2-40B4-BE49-F238E27FC236}">
                    <a16:creationId xmlns:a16="http://schemas.microsoft.com/office/drawing/2014/main" id="{82C03D1B-DF90-FFE2-7345-6DAF87E18B2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D95C0683-4AFC-062B-8B9E-4F79A9784599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D66483DA-8239-7B63-A47E-92F4FDE430CF}"/>
                  </a:ext>
                </a:extLst>
              </p:cNvPr>
              <p:cNvSpPr txBox="1"/>
              <p:nvPr/>
            </p:nvSpPr>
            <p:spPr>
              <a:xfrm>
                <a:off x="2373685" y="54479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D66483DA-8239-7B63-A47E-92F4FDE43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685" y="5447944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C504CF55-C095-0B34-0C3E-0016168E0CF7}"/>
              </a:ext>
            </a:extLst>
          </p:cNvPr>
          <p:cNvSpPr txBox="1"/>
          <p:nvPr/>
        </p:nvSpPr>
        <p:spPr>
          <a:xfrm>
            <a:off x="2617495" y="5467834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D0F7313-CCA3-5F9F-63E3-D00C0FE7512C}"/>
                  </a:ext>
                </a:extLst>
              </p:cNvPr>
              <p:cNvSpPr txBox="1"/>
              <p:nvPr/>
            </p:nvSpPr>
            <p:spPr>
              <a:xfrm>
                <a:off x="2872289" y="54479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D0F7313-CCA3-5F9F-63E3-D00C0FE75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289" y="5447944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群組 110">
            <a:extLst>
              <a:ext uri="{FF2B5EF4-FFF2-40B4-BE49-F238E27FC236}">
                <a16:creationId xmlns:a16="http://schemas.microsoft.com/office/drawing/2014/main" id="{296FED9B-AF44-2A5E-988A-75356954A43D}"/>
              </a:ext>
            </a:extLst>
          </p:cNvPr>
          <p:cNvGrpSpPr/>
          <p:nvPr/>
        </p:nvGrpSpPr>
        <p:grpSpPr>
          <a:xfrm>
            <a:off x="3249234" y="5290825"/>
            <a:ext cx="364383" cy="777549"/>
            <a:chOff x="2896107" y="4671588"/>
            <a:chExt cx="364383" cy="777549"/>
          </a:xfrm>
        </p:grpSpPr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46351866-7627-0BA5-4720-8A79EA31899A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13" name="群組 112">
              <a:extLst>
                <a:ext uri="{FF2B5EF4-FFF2-40B4-BE49-F238E27FC236}">
                  <a16:creationId xmlns:a16="http://schemas.microsoft.com/office/drawing/2014/main" id="{202C278C-68EE-3CBC-06D6-244E69CC87C2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14" name="直線接點 113">
                <a:extLst>
                  <a:ext uri="{FF2B5EF4-FFF2-40B4-BE49-F238E27FC236}">
                    <a16:creationId xmlns:a16="http://schemas.microsoft.com/office/drawing/2014/main" id="{92197930-CE78-C1B7-092A-0FDD8F6E89E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5" name="文字方塊 114">
                <a:extLst>
                  <a:ext uri="{FF2B5EF4-FFF2-40B4-BE49-F238E27FC236}">
                    <a16:creationId xmlns:a16="http://schemas.microsoft.com/office/drawing/2014/main" id="{3CC6B186-1843-9B48-ECBD-260A1603C872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96D827DC-CA7D-82D3-4CA4-A122F112B1A6}"/>
                  </a:ext>
                </a:extLst>
              </p:cNvPr>
              <p:cNvSpPr txBox="1"/>
              <p:nvPr/>
            </p:nvSpPr>
            <p:spPr>
              <a:xfrm>
                <a:off x="3606587" y="54479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96D827DC-CA7D-82D3-4CA4-A122F112B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587" y="5447944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F7C2F2BB-2A05-7855-6C0C-3AAB3D467983}"/>
              </a:ext>
            </a:extLst>
          </p:cNvPr>
          <p:cNvSpPr txBox="1"/>
          <p:nvPr/>
        </p:nvSpPr>
        <p:spPr>
          <a:xfrm>
            <a:off x="3850397" y="5467834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90868033-9E91-C00E-4F9F-0AEEEA887334}"/>
                  </a:ext>
                </a:extLst>
              </p:cNvPr>
              <p:cNvSpPr txBox="1"/>
              <p:nvPr/>
            </p:nvSpPr>
            <p:spPr>
              <a:xfrm>
                <a:off x="433016" y="60626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90868033-9E91-C00E-4F9F-0AEEEA887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16" y="6062682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EE626087-386A-F7BE-2C49-1B332076B015}"/>
              </a:ext>
            </a:extLst>
          </p:cNvPr>
          <p:cNvSpPr txBox="1"/>
          <p:nvPr/>
        </p:nvSpPr>
        <p:spPr>
          <a:xfrm>
            <a:off x="728704" y="6062682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BD652F0F-4BE9-9B55-28C8-2C0674178677}"/>
                  </a:ext>
                </a:extLst>
              </p:cNvPr>
              <p:cNvSpPr txBox="1"/>
              <p:nvPr/>
            </p:nvSpPr>
            <p:spPr>
              <a:xfrm>
                <a:off x="1223384" y="60381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BD652F0F-4BE9-9B55-28C8-2C0674178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384" y="6038100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0CE2C135-16F3-1262-95CE-372F146ADE48}"/>
              </a:ext>
            </a:extLst>
          </p:cNvPr>
          <p:cNvSpPr txBox="1"/>
          <p:nvPr/>
        </p:nvSpPr>
        <p:spPr>
          <a:xfrm>
            <a:off x="1463638" y="6065845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B2FAC1B9-00A2-7E3B-BFC4-101CE28D514A}"/>
                  </a:ext>
                </a:extLst>
              </p:cNvPr>
              <p:cNvSpPr txBox="1"/>
              <p:nvPr/>
            </p:nvSpPr>
            <p:spPr>
              <a:xfrm>
                <a:off x="2037069" y="60500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B2FAC1B9-00A2-7E3B-BFC4-101CE28D5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069" y="6050001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73817592-B758-64B5-11A1-564AB3774472}"/>
              </a:ext>
            </a:extLst>
          </p:cNvPr>
          <p:cNvSpPr txBox="1"/>
          <p:nvPr/>
        </p:nvSpPr>
        <p:spPr>
          <a:xfrm>
            <a:off x="2311583" y="6073691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9025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  <p:bldP spid="8" grpId="0"/>
      <p:bldP spid="9" grpId="0"/>
      <p:bldP spid="11" grpId="0"/>
      <p:bldP spid="13" grpId="0"/>
      <p:bldP spid="14" grpId="0"/>
      <p:bldP spid="20" grpId="0"/>
      <p:bldP spid="21" grpId="0"/>
      <p:bldP spid="22" grpId="0"/>
      <p:bldP spid="28" grpId="0"/>
      <p:bldP spid="29" grpId="0"/>
      <p:bldP spid="30" grpId="0"/>
      <p:bldP spid="36" grpId="0"/>
      <p:bldP spid="37" grpId="0"/>
      <p:bldP spid="38" grpId="0"/>
      <p:bldP spid="44" grpId="0"/>
      <p:bldP spid="45" grpId="0"/>
      <p:bldP spid="46" grpId="0"/>
      <p:bldP spid="52" grpId="0"/>
      <p:bldP spid="53" grpId="0"/>
      <p:bldP spid="54" grpId="0"/>
      <p:bldP spid="60" grpId="0"/>
      <p:bldP spid="61" grpId="0"/>
      <p:bldP spid="62" grpId="0"/>
      <p:bldP spid="68" grpId="0"/>
      <p:bldP spid="69" grpId="0"/>
      <p:bldP spid="70" grpId="0"/>
      <p:bldP spid="76" grpId="0"/>
      <p:bldP spid="77" grpId="0"/>
      <p:bldP spid="78" grpId="0"/>
      <p:bldP spid="84" grpId="0"/>
      <p:bldP spid="85" grpId="0"/>
      <p:bldP spid="94" grpId="0"/>
      <p:bldP spid="100" grpId="0"/>
      <p:bldP spid="101" grpId="0"/>
      <p:bldP spid="102" grpId="0"/>
      <p:bldP spid="108" grpId="0"/>
      <p:bldP spid="109" grpId="0"/>
      <p:bldP spid="110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B2A8521-3928-84E5-B2ED-9D43A0561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16632"/>
            <a:ext cx="9095238" cy="6761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43640617-F2CB-E5DC-DC75-9C3613CEA5A2}"/>
                  </a:ext>
                </a:extLst>
              </p14:cNvPr>
              <p14:cNvContentPartPr/>
              <p14:nvPr/>
            </p14:nvContentPartPr>
            <p14:xfrm>
              <a:off x="5807968" y="260648"/>
              <a:ext cx="864096" cy="45719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43640617-F2CB-E5DC-DC75-9C3613CEA5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53962" y="-13455052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FED82625-8D26-A1A5-E819-51E978AB5023}"/>
                  </a:ext>
                </a:extLst>
              </p14:cNvPr>
              <p14:cNvContentPartPr/>
              <p14:nvPr/>
            </p14:nvContentPartPr>
            <p14:xfrm>
              <a:off x="767408" y="620688"/>
              <a:ext cx="792088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FED82625-8D26-A1A5-E819-51E978AB50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377" y="-13095012"/>
                <a:ext cx="89978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BB8C1BB8-5689-3266-E60E-61378C4D7BA0}"/>
                  </a:ext>
                </a:extLst>
              </p14:cNvPr>
              <p14:cNvContentPartPr/>
              <p14:nvPr/>
            </p14:nvContentPartPr>
            <p14:xfrm>
              <a:off x="4143984" y="643547"/>
              <a:ext cx="3536192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BB8C1BB8-5689-3266-E60E-61378C4D7BA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89952" y="-13072153"/>
                <a:ext cx="3643895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F436FED1-32EF-5D30-CC2F-D37C52BA1190}"/>
              </a:ext>
            </a:extLst>
          </p:cNvPr>
          <p:cNvSpPr txBox="1"/>
          <p:nvPr/>
        </p:nvSpPr>
        <p:spPr>
          <a:xfrm>
            <a:off x="623392" y="1167288"/>
            <a:ext cx="5688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total mark after the two tosses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8948F28-3D5E-A676-CBE2-BECEFB072E9F}"/>
                  </a:ext>
                </a:extLst>
              </p:cNvPr>
              <p:cNvSpPr txBox="1"/>
              <p:nvPr/>
            </p:nvSpPr>
            <p:spPr>
              <a:xfrm>
                <a:off x="327704" y="18450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8948F28-3D5E-A676-CBE2-BECEFB072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04" y="1845075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2E801CF8-6563-3C40-34BF-D8C120B092C6}"/>
              </a:ext>
            </a:extLst>
          </p:cNvPr>
          <p:cNvSpPr txBox="1"/>
          <p:nvPr/>
        </p:nvSpPr>
        <p:spPr>
          <a:xfrm>
            <a:off x="623392" y="1845075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CE05CA8-73CC-A6B5-14A9-C5D2AC8BB5EC}"/>
                  </a:ext>
                </a:extLst>
              </p:cNvPr>
              <p:cNvSpPr txBox="1"/>
              <p:nvPr/>
            </p:nvSpPr>
            <p:spPr>
              <a:xfrm>
                <a:off x="1115963" y="18266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CE05CA8-73CC-A6B5-14A9-C5D2AC8BB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963" y="1826646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B8A7351F-1213-10CF-7A4B-4F5725B2EC81}"/>
              </a:ext>
            </a:extLst>
          </p:cNvPr>
          <p:cNvSpPr txBox="1"/>
          <p:nvPr/>
        </p:nvSpPr>
        <p:spPr>
          <a:xfrm>
            <a:off x="1339644" y="1845075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FCF7EC8-1E9D-2811-47C1-0AC53657FDD0}"/>
                  </a:ext>
                </a:extLst>
              </p:cNvPr>
              <p:cNvSpPr txBox="1"/>
              <p:nvPr/>
            </p:nvSpPr>
            <p:spPr>
              <a:xfrm>
                <a:off x="1756378" y="18266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FCF7EC8-1E9D-2811-47C1-0AC53657F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378" y="1826646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BBB39775-26FD-EE99-1047-F121D53693CF}"/>
              </a:ext>
            </a:extLst>
          </p:cNvPr>
          <p:cNvSpPr txBox="1"/>
          <p:nvPr/>
        </p:nvSpPr>
        <p:spPr>
          <a:xfrm>
            <a:off x="1991544" y="1845075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AD092A93-6BC2-AF15-88A6-A22817B08E57}"/>
                  </a:ext>
                </a:extLst>
              </p:cNvPr>
              <p:cNvSpPr txBox="1"/>
              <p:nvPr/>
            </p:nvSpPr>
            <p:spPr>
              <a:xfrm>
                <a:off x="2484115" y="18266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AD092A93-6BC2-AF15-88A6-A22817B08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115" y="1826646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群組 16">
            <a:extLst>
              <a:ext uri="{FF2B5EF4-FFF2-40B4-BE49-F238E27FC236}">
                <a16:creationId xmlns:a16="http://schemas.microsoft.com/office/drawing/2014/main" id="{1A2B51A3-A023-ACBD-8C67-5EBDFC85C228}"/>
              </a:ext>
            </a:extLst>
          </p:cNvPr>
          <p:cNvGrpSpPr/>
          <p:nvPr/>
        </p:nvGrpSpPr>
        <p:grpSpPr>
          <a:xfrm>
            <a:off x="2693435" y="1820626"/>
            <a:ext cx="956647" cy="412150"/>
            <a:chOff x="1151524" y="1365813"/>
            <a:chExt cx="956647" cy="412150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D6257BC5-1E5A-27EE-5E9B-354D2F945DA2}"/>
                </a:ext>
              </a:extLst>
            </p:cNvPr>
            <p:cNvGrpSpPr/>
            <p:nvPr/>
          </p:nvGrpSpPr>
          <p:grpSpPr>
            <a:xfrm>
              <a:off x="1151524" y="1369717"/>
              <a:ext cx="956647" cy="408246"/>
              <a:chOff x="1151524" y="1369717"/>
              <a:chExt cx="956647" cy="408246"/>
            </a:xfrm>
          </p:grpSpPr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6E78DB7-0AD9-CB40-DD6F-35D174039945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42C3BBE-8620-3536-45CF-2E1ACFFAF95C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6206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20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6536555F-D5C7-8EF8-8636-1858246C1FC8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6536555F-D5C7-8EF8-8636-1858246C1F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6D1F360-9599-779E-DC4C-1F3B68A9B267}"/>
                  </a:ext>
                </a:extLst>
              </p:cNvPr>
              <p:cNvSpPr txBox="1"/>
              <p:nvPr/>
            </p:nvSpPr>
            <p:spPr>
              <a:xfrm>
                <a:off x="3554539" y="18206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6D1F360-9599-779E-DC4C-1F3B68A9B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539" y="1820626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8D864A9F-7C32-BF91-9BAC-AB6B1751A368}"/>
              </a:ext>
            </a:extLst>
          </p:cNvPr>
          <p:cNvSpPr txBox="1"/>
          <p:nvPr/>
        </p:nvSpPr>
        <p:spPr>
          <a:xfrm>
            <a:off x="3789390" y="1833035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0CF523AB-F0AB-1CC1-A4BF-36999D367325}"/>
                  </a:ext>
                </a:extLst>
              </p:cNvPr>
              <p:cNvSpPr txBox="1"/>
              <p:nvPr/>
            </p:nvSpPr>
            <p:spPr>
              <a:xfrm>
                <a:off x="4281961" y="18146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0CF523AB-F0AB-1CC1-A4BF-36999D367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961" y="1814606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60F13934-BBCF-BE19-D817-4ACF9A1F8BCE}"/>
              </a:ext>
            </a:extLst>
          </p:cNvPr>
          <p:cNvSpPr txBox="1"/>
          <p:nvPr/>
        </p:nvSpPr>
        <p:spPr>
          <a:xfrm>
            <a:off x="4505642" y="1833035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59819F9E-8075-4161-9DFB-E1440AFCBF7E}"/>
                  </a:ext>
                </a:extLst>
              </p:cNvPr>
              <p:cNvSpPr txBox="1"/>
              <p:nvPr/>
            </p:nvSpPr>
            <p:spPr>
              <a:xfrm>
                <a:off x="4922376" y="18146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59819F9E-8075-4161-9DFB-E1440AFCB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376" y="1814606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D4718-D17D-E27E-111A-596C7054FA8E}"/>
              </a:ext>
            </a:extLst>
          </p:cNvPr>
          <p:cNvSpPr txBox="1"/>
          <p:nvPr/>
        </p:nvSpPr>
        <p:spPr>
          <a:xfrm>
            <a:off x="5157542" y="1833035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8A7B402-1E74-B726-8E8A-5757285ECBCF}"/>
                  </a:ext>
                </a:extLst>
              </p:cNvPr>
              <p:cNvSpPr txBox="1"/>
              <p:nvPr/>
            </p:nvSpPr>
            <p:spPr>
              <a:xfrm>
                <a:off x="5650113" y="18146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8A7B402-1E74-B726-8E8A-5757285EC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113" y="1814606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28">
            <a:extLst>
              <a:ext uri="{FF2B5EF4-FFF2-40B4-BE49-F238E27FC236}">
                <a16:creationId xmlns:a16="http://schemas.microsoft.com/office/drawing/2014/main" id="{5E045543-9D6F-D900-133F-20E58C04AB94}"/>
              </a:ext>
            </a:extLst>
          </p:cNvPr>
          <p:cNvGrpSpPr/>
          <p:nvPr/>
        </p:nvGrpSpPr>
        <p:grpSpPr>
          <a:xfrm>
            <a:off x="5859433" y="1808586"/>
            <a:ext cx="956647" cy="412150"/>
            <a:chOff x="1151524" y="1365813"/>
            <a:chExt cx="956647" cy="412150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3674AC90-6864-0F3A-2EF8-F16C15916E2A}"/>
                </a:ext>
              </a:extLst>
            </p:cNvPr>
            <p:cNvGrpSpPr/>
            <p:nvPr/>
          </p:nvGrpSpPr>
          <p:grpSpPr>
            <a:xfrm>
              <a:off x="1151524" y="1369717"/>
              <a:ext cx="956647" cy="408246"/>
              <a:chOff x="1151524" y="1369717"/>
              <a:chExt cx="956647" cy="408246"/>
            </a:xfrm>
          </p:grpSpPr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5DBA58FF-107D-B334-B096-16F940BC86DE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BE4E592-FDAD-FB1D-B359-DCD5A0943DD8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6206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20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E95E3D58-6CBF-2F47-BAC2-717C26A5112F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E95E3D58-6CBF-2F47-BAC2-717C26A511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38E9ED6-5535-A760-1AFB-82278A2EE305}"/>
                  </a:ext>
                </a:extLst>
              </p:cNvPr>
              <p:cNvSpPr txBox="1"/>
              <p:nvPr/>
            </p:nvSpPr>
            <p:spPr>
              <a:xfrm>
                <a:off x="331296" y="247880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38E9ED6-5535-A760-1AFB-82278A2EE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96" y="2478809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34">
            <a:extLst>
              <a:ext uri="{FF2B5EF4-FFF2-40B4-BE49-F238E27FC236}">
                <a16:creationId xmlns:a16="http://schemas.microsoft.com/office/drawing/2014/main" id="{73E336B8-2125-E5C9-6EAE-1985B584EE71}"/>
              </a:ext>
            </a:extLst>
          </p:cNvPr>
          <p:cNvSpPr txBox="1"/>
          <p:nvPr/>
        </p:nvSpPr>
        <p:spPr>
          <a:xfrm>
            <a:off x="623392" y="2478809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F70B06A7-6E69-FB6D-805B-686ECD9222B0}"/>
                  </a:ext>
                </a:extLst>
              </p:cNvPr>
              <p:cNvSpPr txBox="1"/>
              <p:nvPr/>
            </p:nvSpPr>
            <p:spPr>
              <a:xfrm>
                <a:off x="1047784" y="24625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F70B06A7-6E69-FB6D-805B-686ECD922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84" y="2462511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>
            <a:extLst>
              <a:ext uri="{FF2B5EF4-FFF2-40B4-BE49-F238E27FC236}">
                <a16:creationId xmlns:a16="http://schemas.microsoft.com/office/drawing/2014/main" id="{DEF3F402-5CBA-FBCA-13ED-FB27AE552015}"/>
              </a:ext>
            </a:extLst>
          </p:cNvPr>
          <p:cNvSpPr txBox="1"/>
          <p:nvPr/>
        </p:nvSpPr>
        <p:spPr>
          <a:xfrm>
            <a:off x="1263807" y="2478809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EBB27758-1CFF-A9B1-8015-412A2E4A110C}"/>
                  </a:ext>
                </a:extLst>
              </p:cNvPr>
              <p:cNvSpPr txBox="1"/>
              <p:nvPr/>
            </p:nvSpPr>
            <p:spPr>
              <a:xfrm>
                <a:off x="327704" y="31008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EBB27758-1CFF-A9B1-8015-412A2E4A1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04" y="3100898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39">
            <a:extLst>
              <a:ext uri="{FF2B5EF4-FFF2-40B4-BE49-F238E27FC236}">
                <a16:creationId xmlns:a16="http://schemas.microsoft.com/office/drawing/2014/main" id="{6FEA1E41-5BC5-5898-4252-77EF175B7C0B}"/>
              </a:ext>
            </a:extLst>
          </p:cNvPr>
          <p:cNvSpPr txBox="1"/>
          <p:nvPr/>
        </p:nvSpPr>
        <p:spPr>
          <a:xfrm>
            <a:off x="621166" y="3100898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50699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4" grpId="0"/>
      <p:bldP spid="35" grpId="0"/>
      <p:bldP spid="36" grpId="0"/>
      <p:bldP spid="38" grpId="0"/>
      <p:bldP spid="39" grpId="0"/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69675322-03EA-AC33-9B76-5DCD032F32E0}"/>
              </a:ext>
            </a:extLst>
          </p:cNvPr>
          <p:cNvGrpSpPr/>
          <p:nvPr/>
        </p:nvGrpSpPr>
        <p:grpSpPr>
          <a:xfrm>
            <a:off x="263352" y="116632"/>
            <a:ext cx="11413268" cy="3600400"/>
            <a:chOff x="263352" y="116632"/>
            <a:chExt cx="11413268" cy="360040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8A544D53-85FD-D170-BA44-6BCAF22B8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3352" y="116632"/>
              <a:ext cx="10276190" cy="1952381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912B1285-74A9-812E-1C3F-03752C09E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96200" y="1484784"/>
              <a:ext cx="2800000" cy="647619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D69C00F5-13C8-30BD-8EE9-28E4F5DCC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24392" y="1052736"/>
              <a:ext cx="2052228" cy="2664296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E7D007A7-CDE7-DF29-391C-A9168F2786C3}"/>
                  </a:ext>
                </a:extLst>
              </p14:cNvPr>
              <p14:cNvContentPartPr/>
              <p14:nvPr/>
            </p14:nvContentPartPr>
            <p14:xfrm>
              <a:off x="9480376" y="254318"/>
              <a:ext cx="792088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E7D007A7-CDE7-DF29-391C-A9168F2786C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26370" y="-13461382"/>
                <a:ext cx="89974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A1C51D56-FB45-3E86-3042-041D586D2425}"/>
                  </a:ext>
                </a:extLst>
              </p14:cNvPr>
              <p14:cNvContentPartPr/>
              <p14:nvPr/>
            </p14:nvContentPartPr>
            <p14:xfrm>
              <a:off x="4151784" y="574969"/>
              <a:ext cx="720080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A1C51D56-FB45-3E86-3042-041D586D242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97751" y="-13140731"/>
                <a:ext cx="82778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9B6CF85B-8E33-1A2E-9C16-C88771748D36}"/>
                  </a:ext>
                </a:extLst>
              </p14:cNvPr>
              <p14:cNvContentPartPr/>
              <p14:nvPr/>
            </p14:nvContentPartPr>
            <p14:xfrm>
              <a:off x="8819198" y="583012"/>
              <a:ext cx="720081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9B6CF85B-8E33-1A2E-9C16-C88771748D3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65192" y="-13132688"/>
                <a:ext cx="82773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411B81DD-1A68-2C70-7F16-4117A2F8EBF0}"/>
                  </a:ext>
                </a:extLst>
              </p14:cNvPr>
              <p14:cNvContentPartPr/>
              <p14:nvPr/>
            </p14:nvContentPartPr>
            <p14:xfrm>
              <a:off x="2035624" y="1583081"/>
              <a:ext cx="4564432" cy="45719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411B81DD-1A68-2C70-7F16-4117A2F8EBF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81603" y="-12132619"/>
                <a:ext cx="46721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1A40A20A-9597-A1F4-793A-224E4D0B2E44}"/>
                  </a:ext>
                </a:extLst>
              </p14:cNvPr>
              <p14:cNvContentPartPr/>
              <p14:nvPr/>
            </p14:nvContentPartPr>
            <p14:xfrm>
              <a:off x="2037014" y="1916832"/>
              <a:ext cx="1322682" cy="45719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1A40A20A-9597-A1F4-793A-224E4D0B2E4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82998" y="-11798868"/>
                <a:ext cx="1430355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F32E6C2E-4B17-6B24-B23E-378A6F787FEF}"/>
              </a:ext>
            </a:extLst>
          </p:cNvPr>
          <p:cNvSpPr txBox="1"/>
          <p:nvPr/>
        </p:nvSpPr>
        <p:spPr>
          <a:xfrm>
            <a:off x="29858" y="2276872"/>
            <a:ext cx="6928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(a)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ACA1103-AA91-A62F-6DA9-A6585E723277}"/>
              </a:ext>
            </a:extLst>
          </p:cNvPr>
          <p:cNvSpPr txBox="1"/>
          <p:nvPr/>
        </p:nvSpPr>
        <p:spPr>
          <a:xfrm>
            <a:off x="722676" y="2250583"/>
            <a:ext cx="3429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Area of the dart board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D6A2848-631B-7319-9051-10E0AF9ABDEC}"/>
                  </a:ext>
                </a:extLst>
              </p:cNvPr>
              <p:cNvSpPr txBox="1"/>
              <p:nvPr/>
            </p:nvSpPr>
            <p:spPr>
              <a:xfrm>
                <a:off x="3979182" y="22307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D6A2848-631B-7319-9051-10E0AF9AB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182" y="2230705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群組 16">
            <a:extLst>
              <a:ext uri="{FF2B5EF4-FFF2-40B4-BE49-F238E27FC236}">
                <a16:creationId xmlns:a16="http://schemas.microsoft.com/office/drawing/2014/main" id="{53951BA5-5C42-E712-CFE2-A7C8B3A7CC8C}"/>
              </a:ext>
            </a:extLst>
          </p:cNvPr>
          <p:cNvGrpSpPr/>
          <p:nvPr/>
        </p:nvGrpSpPr>
        <p:grpSpPr>
          <a:xfrm>
            <a:off x="4226470" y="2250583"/>
            <a:ext cx="730500" cy="400110"/>
            <a:chOff x="1377671" y="1369717"/>
            <a:chExt cx="730500" cy="400110"/>
          </a:xfrm>
        </p:grpSpPr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5BF24E95-8487-218C-D6A8-4B4354CBA2E5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A22FD16A-87CF-D02B-CC5A-6F661079A0A3}"/>
                </a:ext>
              </a:extLst>
            </p:cNvPr>
            <p:cNvSpPr txBox="1"/>
            <p:nvPr/>
          </p:nvSpPr>
          <p:spPr>
            <a:xfrm>
              <a:off x="1487488" y="1369717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42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D3A2427-7323-A409-4E04-04EFA5C9A4F5}"/>
              </a:ext>
            </a:extLst>
          </p:cNvPr>
          <p:cNvSpPr txBox="1"/>
          <p:nvPr/>
        </p:nvSpPr>
        <p:spPr>
          <a:xfrm>
            <a:off x="4739738" y="2096694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F34ADB73-9C57-E4F0-C349-7E0FF8436440}"/>
                  </a:ext>
                </a:extLst>
              </p:cNvPr>
              <p:cNvSpPr txBox="1"/>
              <p:nvPr/>
            </p:nvSpPr>
            <p:spPr>
              <a:xfrm>
                <a:off x="4918943" y="22307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F34ADB73-9C57-E4F0-C349-7E0FF8436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943" y="2230705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05067F0C-0560-1F06-B499-9804689CBD80}"/>
              </a:ext>
            </a:extLst>
          </p:cNvPr>
          <p:cNvGrpSpPr/>
          <p:nvPr/>
        </p:nvGrpSpPr>
        <p:grpSpPr>
          <a:xfrm>
            <a:off x="5195804" y="2124136"/>
            <a:ext cx="1540470" cy="506679"/>
            <a:chOff x="2048488" y="4844102"/>
            <a:chExt cx="1540470" cy="506679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A8241E3D-21A6-287C-13C0-39E633F18A80}"/>
                </a:ext>
              </a:extLst>
            </p:cNvPr>
            <p:cNvSpPr txBox="1"/>
            <p:nvPr/>
          </p:nvSpPr>
          <p:spPr>
            <a:xfrm>
              <a:off x="2048488" y="4946123"/>
              <a:ext cx="9078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1764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415E8318-E635-EEC0-99F0-03CAA28056FE}"/>
                </a:ext>
              </a:extLst>
            </p:cNvPr>
            <p:cNvSpPr txBox="1"/>
            <p:nvPr/>
          </p:nvSpPr>
          <p:spPr>
            <a:xfrm>
              <a:off x="2846791" y="4950671"/>
              <a:ext cx="637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3980B0AA-3356-226B-B9C7-ECFFBDD2DAF9}"/>
                </a:ext>
              </a:extLst>
            </p:cNvPr>
            <p:cNvSpPr txBox="1"/>
            <p:nvPr/>
          </p:nvSpPr>
          <p:spPr>
            <a:xfrm>
              <a:off x="3261909" y="4844102"/>
              <a:ext cx="3270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2725450-7A71-E479-7951-1EF8153C0CFE}"/>
              </a:ext>
            </a:extLst>
          </p:cNvPr>
          <p:cNvSpPr txBox="1"/>
          <p:nvPr/>
        </p:nvSpPr>
        <p:spPr>
          <a:xfrm>
            <a:off x="1824327" y="2743072"/>
            <a:ext cx="2391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Area of zone A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1DF00CA9-FF5C-9E62-6A85-CE5E5AC588DD}"/>
                  </a:ext>
                </a:extLst>
              </p:cNvPr>
              <p:cNvSpPr txBox="1"/>
              <p:nvPr/>
            </p:nvSpPr>
            <p:spPr>
              <a:xfrm>
                <a:off x="3983222" y="27231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1DF00CA9-FF5C-9E62-6A85-CE5E5AC58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222" y="2723194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185A27B8-E457-A218-D758-A0C484940BE2}"/>
              </a:ext>
            </a:extLst>
          </p:cNvPr>
          <p:cNvSpPr txBox="1"/>
          <p:nvPr/>
        </p:nvSpPr>
        <p:spPr>
          <a:xfrm>
            <a:off x="4224951" y="2743072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B60087A-2227-1A23-2ECA-0B5C567515E1}"/>
                  </a:ext>
                </a:extLst>
              </p:cNvPr>
              <p:cNvSpPr txBox="1"/>
              <p:nvPr/>
            </p:nvSpPr>
            <p:spPr>
              <a:xfrm>
                <a:off x="4449469" y="272801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B60087A-2227-1A23-2ECA-0B5C56751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469" y="2728016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29">
            <a:extLst>
              <a:ext uri="{FF2B5EF4-FFF2-40B4-BE49-F238E27FC236}">
                <a16:creationId xmlns:a16="http://schemas.microsoft.com/office/drawing/2014/main" id="{036733C2-F3EC-9005-12D5-0181503D2C80}"/>
              </a:ext>
            </a:extLst>
          </p:cNvPr>
          <p:cNvGrpSpPr/>
          <p:nvPr/>
        </p:nvGrpSpPr>
        <p:grpSpPr>
          <a:xfrm>
            <a:off x="4787483" y="2566163"/>
            <a:ext cx="364383" cy="777549"/>
            <a:chOff x="2896107" y="4671588"/>
            <a:chExt cx="364383" cy="777549"/>
          </a:xfrm>
        </p:grpSpPr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7655C174-BFC4-3A59-BF62-DEBF778947F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7CE12FB0-D503-10A7-BCC8-028A620EC539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3" name="直線接點 32">
                <a:extLst>
                  <a:ext uri="{FF2B5EF4-FFF2-40B4-BE49-F238E27FC236}">
                    <a16:creationId xmlns:a16="http://schemas.microsoft.com/office/drawing/2014/main" id="{8E4C01E7-5D10-747A-8642-44E5C231643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5D7BCFE-A41B-9A2D-1F79-67C862369B1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875A9F62-0D44-3C78-B7B3-32EDCBCDF8B5}"/>
                  </a:ext>
                </a:extLst>
              </p:cNvPr>
              <p:cNvSpPr txBox="1"/>
              <p:nvPr/>
            </p:nvSpPr>
            <p:spPr>
              <a:xfrm>
                <a:off x="5126451" y="27231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875A9F62-0D44-3C78-B7B3-32EDCBCDF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451" y="2723194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35">
            <a:extLst>
              <a:ext uri="{FF2B5EF4-FFF2-40B4-BE49-F238E27FC236}">
                <a16:creationId xmlns:a16="http://schemas.microsoft.com/office/drawing/2014/main" id="{34393FE2-47EA-FB5E-DBB3-C3948FAE3059}"/>
              </a:ext>
            </a:extLst>
          </p:cNvPr>
          <p:cNvSpPr txBox="1"/>
          <p:nvPr/>
        </p:nvSpPr>
        <p:spPr>
          <a:xfrm>
            <a:off x="5331011" y="2741079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64EA17A5-DE47-7F1F-9007-04AD7E8D1C96}"/>
                  </a:ext>
                </a:extLst>
              </p:cNvPr>
              <p:cNvSpPr txBox="1"/>
              <p:nvPr/>
            </p:nvSpPr>
            <p:spPr>
              <a:xfrm>
                <a:off x="5739570" y="27149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64EA17A5-DE47-7F1F-9007-04AD7E8D1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570" y="2714951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>
            <a:extLst>
              <a:ext uri="{FF2B5EF4-FFF2-40B4-BE49-F238E27FC236}">
                <a16:creationId xmlns:a16="http://schemas.microsoft.com/office/drawing/2014/main" id="{C1A93BEF-F9D8-AE11-E189-59C61CEA9D75}"/>
              </a:ext>
            </a:extLst>
          </p:cNvPr>
          <p:cNvSpPr txBox="1"/>
          <p:nvPr/>
        </p:nvSpPr>
        <p:spPr>
          <a:xfrm>
            <a:off x="5944130" y="273283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09950B98-820D-4F52-ADBC-51C78131B8D3}"/>
                  </a:ext>
                </a:extLst>
              </p:cNvPr>
              <p:cNvSpPr txBox="1"/>
              <p:nvPr/>
            </p:nvSpPr>
            <p:spPr>
              <a:xfrm>
                <a:off x="6249964" y="27231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09950B98-820D-4F52-ADBC-51C78131B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964" y="2723194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群組 39">
            <a:extLst>
              <a:ext uri="{FF2B5EF4-FFF2-40B4-BE49-F238E27FC236}">
                <a16:creationId xmlns:a16="http://schemas.microsoft.com/office/drawing/2014/main" id="{A437B8A5-0C3B-308F-1E09-CA9DFBD5F635}"/>
              </a:ext>
            </a:extLst>
          </p:cNvPr>
          <p:cNvGrpSpPr/>
          <p:nvPr/>
        </p:nvGrpSpPr>
        <p:grpSpPr>
          <a:xfrm>
            <a:off x="6526373" y="2633196"/>
            <a:ext cx="1196553" cy="506679"/>
            <a:chOff x="2392405" y="4844102"/>
            <a:chExt cx="1196553" cy="506679"/>
          </a:xfrm>
        </p:grpSpPr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EA8632DD-2CB4-58AB-0CFB-DA8636BB1C8E}"/>
                </a:ext>
              </a:extLst>
            </p:cNvPr>
            <p:cNvSpPr txBox="1"/>
            <p:nvPr/>
          </p:nvSpPr>
          <p:spPr>
            <a:xfrm>
              <a:off x="2392405" y="4946123"/>
              <a:ext cx="5638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98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2" name="TextBox 15">
              <a:extLst>
                <a:ext uri="{FF2B5EF4-FFF2-40B4-BE49-F238E27FC236}">
                  <a16:creationId xmlns:a16="http://schemas.microsoft.com/office/drawing/2014/main" id="{8BD2E2A9-5BEE-4E0E-90FE-682215CF4CA0}"/>
                </a:ext>
              </a:extLst>
            </p:cNvPr>
            <p:cNvSpPr txBox="1"/>
            <p:nvPr/>
          </p:nvSpPr>
          <p:spPr>
            <a:xfrm>
              <a:off x="2846791" y="4950671"/>
              <a:ext cx="637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34F636FE-13BF-4563-0B1E-98CD42084CC1}"/>
                </a:ext>
              </a:extLst>
            </p:cNvPr>
            <p:cNvSpPr txBox="1"/>
            <p:nvPr/>
          </p:nvSpPr>
          <p:spPr>
            <a:xfrm>
              <a:off x="3261909" y="4844102"/>
              <a:ext cx="3270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ABCDB12E-8D4D-B8F7-7840-E6DD4183FB38}"/>
              </a:ext>
            </a:extLst>
          </p:cNvPr>
          <p:cNvSpPr txBox="1"/>
          <p:nvPr/>
        </p:nvSpPr>
        <p:spPr>
          <a:xfrm>
            <a:off x="1852882" y="3316922"/>
            <a:ext cx="2259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Area of zone B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7651CA9-C73D-AD57-40D5-EEAB8403089A}"/>
                  </a:ext>
                </a:extLst>
              </p:cNvPr>
              <p:cNvSpPr txBox="1"/>
              <p:nvPr/>
            </p:nvSpPr>
            <p:spPr>
              <a:xfrm>
                <a:off x="3979182" y="32913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7651CA9-C73D-AD57-40D5-EEAB84030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182" y="3291393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DDCB0B8-527E-1532-048A-DAABA5CB6F7F}"/>
                  </a:ext>
                </a:extLst>
              </p:cNvPr>
              <p:cNvSpPr txBox="1"/>
              <p:nvPr/>
            </p:nvSpPr>
            <p:spPr>
              <a:xfrm>
                <a:off x="4258866" y="327912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DDCB0B8-527E-1532-048A-DAABA5CB6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866" y="3279124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F9C71767-1412-33FD-A7F0-4EFA8BD21B92}"/>
                  </a:ext>
                </a:extLst>
              </p:cNvPr>
              <p:cNvSpPr txBox="1"/>
              <p:nvPr/>
            </p:nvSpPr>
            <p:spPr>
              <a:xfrm>
                <a:off x="4503485" y="32954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F9C71767-1412-33FD-A7F0-4EFA8BD2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485" y="3295489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群組 47">
            <a:extLst>
              <a:ext uri="{FF2B5EF4-FFF2-40B4-BE49-F238E27FC236}">
                <a16:creationId xmlns:a16="http://schemas.microsoft.com/office/drawing/2014/main" id="{84A5AB0E-17C8-97E7-7F83-19FF8EBBF8E8}"/>
              </a:ext>
            </a:extLst>
          </p:cNvPr>
          <p:cNvGrpSpPr/>
          <p:nvPr/>
        </p:nvGrpSpPr>
        <p:grpSpPr>
          <a:xfrm>
            <a:off x="4739738" y="3302824"/>
            <a:ext cx="730500" cy="400110"/>
            <a:chOff x="1377671" y="1369717"/>
            <a:chExt cx="730500" cy="400110"/>
          </a:xfrm>
        </p:grpSpPr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742C46DD-F82A-041D-5153-B03279D0C058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EC25FFEF-F6E8-1AB8-9C0A-EB5F62F2CDC4}"/>
                </a:ext>
              </a:extLst>
            </p:cNvPr>
            <p:cNvSpPr txBox="1"/>
            <p:nvPr/>
          </p:nvSpPr>
          <p:spPr>
            <a:xfrm>
              <a:off x="1487488" y="1369717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14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56BDDBAB-374D-F1AF-38BE-F50649668848}"/>
              </a:ext>
            </a:extLst>
          </p:cNvPr>
          <p:cNvSpPr txBox="1"/>
          <p:nvPr/>
        </p:nvSpPr>
        <p:spPr>
          <a:xfrm>
            <a:off x="5272999" y="3176042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7565D411-07DA-E33E-4864-EB6877CB02F2}"/>
                  </a:ext>
                </a:extLst>
              </p:cNvPr>
              <p:cNvSpPr txBox="1"/>
              <p:nvPr/>
            </p:nvSpPr>
            <p:spPr>
              <a:xfrm>
                <a:off x="5432211" y="32913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7565D411-07DA-E33E-4864-EB6877CB0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211" y="3291393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字方塊 52">
            <a:extLst>
              <a:ext uri="{FF2B5EF4-FFF2-40B4-BE49-F238E27FC236}">
                <a16:creationId xmlns:a16="http://schemas.microsoft.com/office/drawing/2014/main" id="{894E9780-136D-FC95-AA2F-4EF3ECC49EBC}"/>
              </a:ext>
            </a:extLst>
          </p:cNvPr>
          <p:cNvSpPr txBox="1"/>
          <p:nvPr/>
        </p:nvSpPr>
        <p:spPr>
          <a:xfrm>
            <a:off x="5678672" y="3302824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98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66397608-658E-15DE-0D09-0E3DF4DC0E22}"/>
                  </a:ext>
                </a:extLst>
              </p:cNvPr>
              <p:cNvSpPr txBox="1"/>
              <p:nvPr/>
            </p:nvSpPr>
            <p:spPr>
              <a:xfrm>
                <a:off x="6105615" y="32841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66397608-658E-15DE-0D09-0E3DF4DC0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615" y="3284166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54">
            <a:extLst>
              <a:ext uri="{FF2B5EF4-FFF2-40B4-BE49-F238E27FC236}">
                <a16:creationId xmlns:a16="http://schemas.microsoft.com/office/drawing/2014/main" id="{0EEABA2D-A852-23C3-7B5C-775BD417C041}"/>
              </a:ext>
            </a:extLst>
          </p:cNvPr>
          <p:cNvGrpSpPr/>
          <p:nvPr/>
        </p:nvGrpSpPr>
        <p:grpSpPr>
          <a:xfrm>
            <a:off x="6372432" y="3194504"/>
            <a:ext cx="1405211" cy="506679"/>
            <a:chOff x="2183747" y="4844102"/>
            <a:chExt cx="1405211" cy="506679"/>
          </a:xfrm>
        </p:grpSpPr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5869705A-0B5B-7EFA-983E-979FDBF27006}"/>
                </a:ext>
              </a:extLst>
            </p:cNvPr>
            <p:cNvSpPr txBox="1"/>
            <p:nvPr/>
          </p:nvSpPr>
          <p:spPr>
            <a:xfrm>
              <a:off x="2183747" y="4946123"/>
              <a:ext cx="772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518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7" name="TextBox 15">
              <a:extLst>
                <a:ext uri="{FF2B5EF4-FFF2-40B4-BE49-F238E27FC236}">
                  <a16:creationId xmlns:a16="http://schemas.microsoft.com/office/drawing/2014/main" id="{9C100C4F-4CF5-980D-FA5D-14FCB51D89D6}"/>
                </a:ext>
              </a:extLst>
            </p:cNvPr>
            <p:cNvSpPr txBox="1"/>
            <p:nvPr/>
          </p:nvSpPr>
          <p:spPr>
            <a:xfrm>
              <a:off x="2846791" y="4950671"/>
              <a:ext cx="637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A1F2F15A-2208-2772-4584-5CB6D8B91D59}"/>
                </a:ext>
              </a:extLst>
            </p:cNvPr>
            <p:cNvSpPr txBox="1"/>
            <p:nvPr/>
          </p:nvSpPr>
          <p:spPr>
            <a:xfrm>
              <a:off x="3261909" y="4844102"/>
              <a:ext cx="3270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190D183C-4F37-695A-8E4B-BC141E7AF722}"/>
              </a:ext>
            </a:extLst>
          </p:cNvPr>
          <p:cNvSpPr txBox="1"/>
          <p:nvPr/>
        </p:nvSpPr>
        <p:spPr>
          <a:xfrm>
            <a:off x="1867988" y="3757248"/>
            <a:ext cx="2259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Area of zone C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73B17DF6-82F0-95E9-3E10-57B300F6EC80}"/>
                  </a:ext>
                </a:extLst>
              </p:cNvPr>
              <p:cNvSpPr txBox="1"/>
              <p:nvPr/>
            </p:nvSpPr>
            <p:spPr>
              <a:xfrm>
                <a:off x="3979182" y="37380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73B17DF6-82F0-95E9-3E10-57B300F6E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182" y="3738075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字方塊 60">
            <a:extLst>
              <a:ext uri="{FF2B5EF4-FFF2-40B4-BE49-F238E27FC236}">
                <a16:creationId xmlns:a16="http://schemas.microsoft.com/office/drawing/2014/main" id="{A9D1500A-B916-660F-0706-E4D1EB329780}"/>
              </a:ext>
            </a:extLst>
          </p:cNvPr>
          <p:cNvSpPr txBox="1"/>
          <p:nvPr/>
        </p:nvSpPr>
        <p:spPr>
          <a:xfrm>
            <a:off x="4245196" y="3753824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1764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87CCCAB-7137-4E9A-9102-F67674ABF920}"/>
                  </a:ext>
                </a:extLst>
              </p:cNvPr>
              <p:cNvSpPr txBox="1"/>
              <p:nvPr/>
            </p:nvSpPr>
            <p:spPr>
              <a:xfrm>
                <a:off x="5031681" y="37380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87CCCAB-7137-4E9A-9102-F67674ABF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1681" y="3738075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62">
            <a:extLst>
              <a:ext uri="{FF2B5EF4-FFF2-40B4-BE49-F238E27FC236}">
                <a16:creationId xmlns:a16="http://schemas.microsoft.com/office/drawing/2014/main" id="{09F9A458-E5DC-2D03-9362-65007CE3A43E}"/>
              </a:ext>
            </a:extLst>
          </p:cNvPr>
          <p:cNvSpPr txBox="1"/>
          <p:nvPr/>
        </p:nvSpPr>
        <p:spPr>
          <a:xfrm>
            <a:off x="5266057" y="3753824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518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D8A7F601-FF8B-2564-476E-3847BB850379}"/>
                  </a:ext>
                </a:extLst>
              </p:cNvPr>
              <p:cNvSpPr txBox="1"/>
              <p:nvPr/>
            </p:nvSpPr>
            <p:spPr>
              <a:xfrm>
                <a:off x="5857144" y="37412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D8A7F601-FF8B-2564-476E-3847BB850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144" y="3741230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字方塊 64">
            <a:extLst>
              <a:ext uri="{FF2B5EF4-FFF2-40B4-BE49-F238E27FC236}">
                <a16:creationId xmlns:a16="http://schemas.microsoft.com/office/drawing/2014/main" id="{4AB4B54A-20D1-8F0B-7C3A-4CAEC0F8A02F}"/>
              </a:ext>
            </a:extLst>
          </p:cNvPr>
          <p:cNvSpPr txBox="1"/>
          <p:nvPr/>
        </p:nvSpPr>
        <p:spPr>
          <a:xfrm>
            <a:off x="6103605" y="3752661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98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39AC1BA5-1CE2-662F-5393-B12E70018CE6}"/>
                  </a:ext>
                </a:extLst>
              </p:cNvPr>
              <p:cNvSpPr txBox="1"/>
              <p:nvPr/>
            </p:nvSpPr>
            <p:spPr>
              <a:xfrm>
                <a:off x="6545652" y="37380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39AC1BA5-1CE2-662F-5393-B12E70018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652" y="3738075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群組 67">
            <a:extLst>
              <a:ext uri="{FF2B5EF4-FFF2-40B4-BE49-F238E27FC236}">
                <a16:creationId xmlns:a16="http://schemas.microsoft.com/office/drawing/2014/main" id="{54AB4D8B-3492-25C8-2872-E2963BE734AD}"/>
              </a:ext>
            </a:extLst>
          </p:cNvPr>
          <p:cNvGrpSpPr/>
          <p:nvPr/>
        </p:nvGrpSpPr>
        <p:grpSpPr>
          <a:xfrm>
            <a:off x="6812087" y="3650411"/>
            <a:ext cx="1540470" cy="506679"/>
            <a:chOff x="2048488" y="4844102"/>
            <a:chExt cx="1540470" cy="506679"/>
          </a:xfrm>
        </p:grpSpPr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72CE5379-1604-17A4-8C84-5E5BF3F6D105}"/>
                </a:ext>
              </a:extLst>
            </p:cNvPr>
            <p:cNvSpPr txBox="1"/>
            <p:nvPr/>
          </p:nvSpPr>
          <p:spPr>
            <a:xfrm>
              <a:off x="2048488" y="4946123"/>
              <a:ext cx="9078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1148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0" name="TextBox 15">
              <a:extLst>
                <a:ext uri="{FF2B5EF4-FFF2-40B4-BE49-F238E27FC236}">
                  <a16:creationId xmlns:a16="http://schemas.microsoft.com/office/drawing/2014/main" id="{BEA697CD-863C-79C6-AD8E-E576667BD1BB}"/>
                </a:ext>
              </a:extLst>
            </p:cNvPr>
            <p:cNvSpPr txBox="1"/>
            <p:nvPr/>
          </p:nvSpPr>
          <p:spPr>
            <a:xfrm>
              <a:off x="2846791" y="4950671"/>
              <a:ext cx="637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4A722A48-3D79-4290-7423-88C4D7A5409D}"/>
                </a:ext>
              </a:extLst>
            </p:cNvPr>
            <p:cNvSpPr txBox="1"/>
            <p:nvPr/>
          </p:nvSpPr>
          <p:spPr>
            <a:xfrm>
              <a:off x="3261909" y="4844102"/>
              <a:ext cx="3270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F1A50884-9CF5-3FFD-1133-5BE6257EB46F}"/>
              </a:ext>
            </a:extLst>
          </p:cNvPr>
          <p:cNvSpPr txBox="1"/>
          <p:nvPr/>
        </p:nvSpPr>
        <p:spPr>
          <a:xfrm>
            <a:off x="122159" y="4325034"/>
            <a:ext cx="2653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hitting zone A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499DF90-3370-CBF9-CDFA-3012C30F1125}"/>
                  </a:ext>
                </a:extLst>
              </p:cNvPr>
              <p:cNvSpPr txBox="1"/>
              <p:nvPr/>
            </p:nvSpPr>
            <p:spPr>
              <a:xfrm>
                <a:off x="2543155" y="43250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499DF90-3370-CBF9-CDFA-3012C30F1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155" y="4325034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文字方塊 73">
            <a:extLst>
              <a:ext uri="{FF2B5EF4-FFF2-40B4-BE49-F238E27FC236}">
                <a16:creationId xmlns:a16="http://schemas.microsoft.com/office/drawing/2014/main" id="{B4B2416D-B01E-F551-A7B7-18A72F10AC13}"/>
              </a:ext>
            </a:extLst>
          </p:cNvPr>
          <p:cNvSpPr txBox="1"/>
          <p:nvPr/>
        </p:nvSpPr>
        <p:spPr>
          <a:xfrm>
            <a:off x="2980488" y="4152542"/>
            <a:ext cx="530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98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6DE1AB53-DF4F-7700-5A0C-CBC8BD791908}"/>
              </a:ext>
            </a:extLst>
          </p:cNvPr>
          <p:cNvCxnSpPr>
            <a:cxnSpLocks/>
          </p:cNvCxnSpPr>
          <p:nvPr/>
        </p:nvCxnSpPr>
        <p:spPr>
          <a:xfrm>
            <a:off x="2881504" y="4523856"/>
            <a:ext cx="776578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E15D37EF-7D0E-2C61-3E16-4F36A8F345D5}"/>
              </a:ext>
            </a:extLst>
          </p:cNvPr>
          <p:cNvSpPr txBox="1"/>
          <p:nvPr/>
        </p:nvSpPr>
        <p:spPr>
          <a:xfrm>
            <a:off x="2836572" y="4520432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1764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1CE4C4DF-5D1A-0E81-DC32-6D05333D7F6B}"/>
                  </a:ext>
                </a:extLst>
              </p:cNvPr>
              <p:cNvSpPr txBox="1"/>
              <p:nvPr/>
            </p:nvSpPr>
            <p:spPr>
              <a:xfrm>
                <a:off x="3667057" y="43169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1CE4C4DF-5D1A-0E81-DC32-6D05333D7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057" y="4316953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群組 79">
            <a:extLst>
              <a:ext uri="{FF2B5EF4-FFF2-40B4-BE49-F238E27FC236}">
                <a16:creationId xmlns:a16="http://schemas.microsoft.com/office/drawing/2014/main" id="{D85E7136-E955-C72F-E2A1-4A9D3E8C9F43}"/>
              </a:ext>
            </a:extLst>
          </p:cNvPr>
          <p:cNvGrpSpPr/>
          <p:nvPr/>
        </p:nvGrpSpPr>
        <p:grpSpPr>
          <a:xfrm>
            <a:off x="3983580" y="4161559"/>
            <a:ext cx="530915" cy="778067"/>
            <a:chOff x="2809544" y="4671588"/>
            <a:chExt cx="530915" cy="778067"/>
          </a:xfrm>
        </p:grpSpPr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89FA5E49-6018-1589-7B8B-7F1EE5A54E48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82" name="群組 81">
              <a:extLst>
                <a:ext uri="{FF2B5EF4-FFF2-40B4-BE49-F238E27FC236}">
                  <a16:creationId xmlns:a16="http://schemas.microsoft.com/office/drawing/2014/main" id="{0A33EB23-61A7-37EA-6E1F-FFC74E0E6D9D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83" name="直線接點 82">
                <a:extLst>
                  <a:ext uri="{FF2B5EF4-FFF2-40B4-BE49-F238E27FC236}">
                    <a16:creationId xmlns:a16="http://schemas.microsoft.com/office/drawing/2014/main" id="{E36A6002-C5C5-F357-4B0F-380EDCC5135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C7C4CEE1-5027-BC44-B799-DDCF5AEA3A2F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18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3557EE8B-E974-FCA3-B211-8D3CF45D65C0}"/>
              </a:ext>
            </a:extLst>
          </p:cNvPr>
          <p:cNvSpPr txBox="1"/>
          <p:nvPr/>
        </p:nvSpPr>
        <p:spPr>
          <a:xfrm>
            <a:off x="119336" y="5119273"/>
            <a:ext cx="2653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hitting zone B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B70A3BE8-FD1D-0984-143D-6C5958D1A2BA}"/>
                  </a:ext>
                </a:extLst>
              </p:cNvPr>
              <p:cNvSpPr txBox="1"/>
              <p:nvPr/>
            </p:nvSpPr>
            <p:spPr>
              <a:xfrm>
                <a:off x="2540332" y="51192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B70A3BE8-FD1D-0984-143D-6C5958D1A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332" y="5119273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文字方塊 86">
            <a:extLst>
              <a:ext uri="{FF2B5EF4-FFF2-40B4-BE49-F238E27FC236}">
                <a16:creationId xmlns:a16="http://schemas.microsoft.com/office/drawing/2014/main" id="{8CBD29C7-42D2-0F75-AFDD-2DFC3A5CE3EE}"/>
              </a:ext>
            </a:extLst>
          </p:cNvPr>
          <p:cNvSpPr txBox="1"/>
          <p:nvPr/>
        </p:nvSpPr>
        <p:spPr>
          <a:xfrm>
            <a:off x="2904735" y="4972284"/>
            <a:ext cx="7106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518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5421EBB8-3E8B-2418-CF08-032416535244}"/>
              </a:ext>
            </a:extLst>
          </p:cNvPr>
          <p:cNvCxnSpPr>
            <a:cxnSpLocks/>
          </p:cNvCxnSpPr>
          <p:nvPr/>
        </p:nvCxnSpPr>
        <p:spPr>
          <a:xfrm>
            <a:off x="2878681" y="5318095"/>
            <a:ext cx="776578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8D2CB773-1D3F-1622-065A-88B8D272A96D}"/>
              </a:ext>
            </a:extLst>
          </p:cNvPr>
          <p:cNvSpPr txBox="1"/>
          <p:nvPr/>
        </p:nvSpPr>
        <p:spPr>
          <a:xfrm>
            <a:off x="2818800" y="5311176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1764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35134640-1C5D-7E52-8315-900A55001147}"/>
                  </a:ext>
                </a:extLst>
              </p:cNvPr>
              <p:cNvSpPr txBox="1"/>
              <p:nvPr/>
            </p:nvSpPr>
            <p:spPr>
              <a:xfrm>
                <a:off x="3664234" y="51111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35134640-1C5D-7E52-8315-900A55001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234" y="5111192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" name="群組 95">
            <a:extLst>
              <a:ext uri="{FF2B5EF4-FFF2-40B4-BE49-F238E27FC236}">
                <a16:creationId xmlns:a16="http://schemas.microsoft.com/office/drawing/2014/main" id="{22B79AA5-8CC7-673F-F827-06D7BB5F00A6}"/>
              </a:ext>
            </a:extLst>
          </p:cNvPr>
          <p:cNvGrpSpPr/>
          <p:nvPr/>
        </p:nvGrpSpPr>
        <p:grpSpPr>
          <a:xfrm>
            <a:off x="3966406" y="4951048"/>
            <a:ext cx="704039" cy="782208"/>
            <a:chOff x="2816625" y="4675072"/>
            <a:chExt cx="704039" cy="782208"/>
          </a:xfrm>
        </p:grpSpPr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F63A3E39-F803-6D43-4079-08F34768FE2F}"/>
                </a:ext>
              </a:extLst>
            </p:cNvPr>
            <p:cNvSpPr txBox="1"/>
            <p:nvPr/>
          </p:nvSpPr>
          <p:spPr>
            <a:xfrm>
              <a:off x="2863015" y="4675072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37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98" name="群組 97">
              <a:extLst>
                <a:ext uri="{FF2B5EF4-FFF2-40B4-BE49-F238E27FC236}">
                  <a16:creationId xmlns:a16="http://schemas.microsoft.com/office/drawing/2014/main" id="{D40CA8EE-DF6E-420F-A647-397865671B34}"/>
                </a:ext>
              </a:extLst>
            </p:cNvPr>
            <p:cNvGrpSpPr/>
            <p:nvPr/>
          </p:nvGrpSpPr>
          <p:grpSpPr>
            <a:xfrm>
              <a:off x="2816625" y="5036045"/>
              <a:ext cx="704039" cy="421235"/>
              <a:chOff x="2816625" y="5036045"/>
              <a:chExt cx="704039" cy="421235"/>
            </a:xfrm>
          </p:grpSpPr>
          <p:cxnSp>
            <p:nvCxnSpPr>
              <p:cNvPr id="99" name="直線接點 98">
                <a:extLst>
                  <a:ext uri="{FF2B5EF4-FFF2-40B4-BE49-F238E27FC236}">
                    <a16:creationId xmlns:a16="http://schemas.microsoft.com/office/drawing/2014/main" id="{7B5C3F3E-3DA3-38E2-2D83-427D741C6DB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534691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F3CB36D9-8071-EC1D-94F6-8E3B59166374}"/>
                  </a:ext>
                </a:extLst>
              </p:cNvPr>
              <p:cNvSpPr txBox="1"/>
              <p:nvPr/>
            </p:nvSpPr>
            <p:spPr>
              <a:xfrm>
                <a:off x="2816625" y="5057170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126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A94A747E-4BAA-8FD3-9784-FE3E7EC3198E}"/>
              </a:ext>
            </a:extLst>
          </p:cNvPr>
          <p:cNvSpPr txBox="1"/>
          <p:nvPr/>
        </p:nvSpPr>
        <p:spPr>
          <a:xfrm>
            <a:off x="121373" y="5886932"/>
            <a:ext cx="2653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hitting zone C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304A6364-6B24-FDAB-A630-015E4069FD9D}"/>
                  </a:ext>
                </a:extLst>
              </p:cNvPr>
              <p:cNvSpPr txBox="1"/>
              <p:nvPr/>
            </p:nvSpPr>
            <p:spPr>
              <a:xfrm>
                <a:off x="2542369" y="58869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304A6364-6B24-FDAB-A630-015E4069F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369" y="5886932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A88718FB-635B-0040-E669-7340B724978B}"/>
              </a:ext>
            </a:extLst>
          </p:cNvPr>
          <p:cNvSpPr txBox="1"/>
          <p:nvPr/>
        </p:nvSpPr>
        <p:spPr>
          <a:xfrm>
            <a:off x="2810966" y="5738869"/>
            <a:ext cx="908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1148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E3904C58-A34F-5FE8-39B3-4EF14735BECB}"/>
              </a:ext>
            </a:extLst>
          </p:cNvPr>
          <p:cNvCxnSpPr>
            <a:cxnSpLocks/>
          </p:cNvCxnSpPr>
          <p:nvPr/>
        </p:nvCxnSpPr>
        <p:spPr>
          <a:xfrm>
            <a:off x="2880718" y="6085754"/>
            <a:ext cx="776578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4C31F98B-34F8-2917-8903-40E3B9EB8E5F}"/>
              </a:ext>
            </a:extLst>
          </p:cNvPr>
          <p:cNvSpPr txBox="1"/>
          <p:nvPr/>
        </p:nvSpPr>
        <p:spPr>
          <a:xfrm>
            <a:off x="2804540" y="6125234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1764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50CDFF08-914F-CF6C-82F0-70D9E5FA48CF}"/>
                  </a:ext>
                </a:extLst>
              </p:cNvPr>
              <p:cNvSpPr txBox="1"/>
              <p:nvPr/>
            </p:nvSpPr>
            <p:spPr>
              <a:xfrm>
                <a:off x="3666271" y="58788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50CDFF08-914F-CF6C-82F0-70D9E5FA4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271" y="5878851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群組 112">
            <a:extLst>
              <a:ext uri="{FF2B5EF4-FFF2-40B4-BE49-F238E27FC236}">
                <a16:creationId xmlns:a16="http://schemas.microsoft.com/office/drawing/2014/main" id="{6C6A2C20-C7FC-F8C7-665C-02668A1A53EE}"/>
              </a:ext>
            </a:extLst>
          </p:cNvPr>
          <p:cNvGrpSpPr/>
          <p:nvPr/>
        </p:nvGrpSpPr>
        <p:grpSpPr>
          <a:xfrm>
            <a:off x="3933900" y="5701952"/>
            <a:ext cx="550203" cy="801987"/>
            <a:chOff x="2790256" y="4647668"/>
            <a:chExt cx="550203" cy="801987"/>
          </a:xfrm>
        </p:grpSpPr>
        <p:sp>
          <p:nvSpPr>
            <p:cNvPr id="114" name="文字方塊 113">
              <a:extLst>
                <a:ext uri="{FF2B5EF4-FFF2-40B4-BE49-F238E27FC236}">
                  <a16:creationId xmlns:a16="http://schemas.microsoft.com/office/drawing/2014/main" id="{73593312-3FB7-E5DA-7058-5AFBD6CB4DAB}"/>
                </a:ext>
              </a:extLst>
            </p:cNvPr>
            <p:cNvSpPr txBox="1"/>
            <p:nvPr/>
          </p:nvSpPr>
          <p:spPr>
            <a:xfrm>
              <a:off x="2790256" y="4647668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41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15" name="群組 114">
              <a:extLst>
                <a:ext uri="{FF2B5EF4-FFF2-40B4-BE49-F238E27FC236}">
                  <a16:creationId xmlns:a16="http://schemas.microsoft.com/office/drawing/2014/main" id="{1524A2C9-23D5-3063-4729-18B1133DC43C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116" name="直線接點 115">
                <a:extLst>
                  <a:ext uri="{FF2B5EF4-FFF2-40B4-BE49-F238E27FC236}">
                    <a16:creationId xmlns:a16="http://schemas.microsoft.com/office/drawing/2014/main" id="{39200085-946B-AC1F-D84F-803B54F3D75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753FBB84-7567-88B2-FB04-A21E7AF94C30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A61D4917-D9B7-5E07-9A24-9072D87EDA68}"/>
              </a:ext>
            </a:extLst>
          </p:cNvPr>
          <p:cNvSpPr txBox="1"/>
          <p:nvPr/>
        </p:nvSpPr>
        <p:spPr>
          <a:xfrm>
            <a:off x="4831694" y="4473430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5E56B5CE-31E9-0962-D256-4BCC9A6C683C}"/>
              </a:ext>
            </a:extLst>
          </p:cNvPr>
          <p:cNvSpPr txBox="1"/>
          <p:nvPr/>
        </p:nvSpPr>
        <p:spPr>
          <a:xfrm>
            <a:off x="5484203" y="4452634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value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B2E1E9CC-62F1-0CF4-F227-B3D2870DAEC3}"/>
                  </a:ext>
                </a:extLst>
              </p:cNvPr>
              <p:cNvSpPr txBox="1"/>
              <p:nvPr/>
            </p:nvSpPr>
            <p:spPr>
              <a:xfrm>
                <a:off x="7640615" y="44342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B2E1E9CC-62F1-0CF4-F227-B3D2870DA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615" y="4434205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2" name="群組 121">
            <a:extLst>
              <a:ext uri="{FF2B5EF4-FFF2-40B4-BE49-F238E27FC236}">
                <a16:creationId xmlns:a16="http://schemas.microsoft.com/office/drawing/2014/main" id="{2F3A2C57-A9E5-AD5D-FBD9-9727E0823B3F}"/>
              </a:ext>
            </a:extLst>
          </p:cNvPr>
          <p:cNvGrpSpPr/>
          <p:nvPr/>
        </p:nvGrpSpPr>
        <p:grpSpPr>
          <a:xfrm>
            <a:off x="7929810" y="4263655"/>
            <a:ext cx="530915" cy="778067"/>
            <a:chOff x="2809544" y="4671588"/>
            <a:chExt cx="530915" cy="778067"/>
          </a:xfrm>
        </p:grpSpPr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5D29B8A2-E68F-105D-4F5D-1362BCF7EE64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24" name="群組 123">
              <a:extLst>
                <a:ext uri="{FF2B5EF4-FFF2-40B4-BE49-F238E27FC236}">
                  <a16:creationId xmlns:a16="http://schemas.microsoft.com/office/drawing/2014/main" id="{77FB6543-E83F-81B8-1586-8964CAD809F1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125" name="直線接點 124">
                <a:extLst>
                  <a:ext uri="{FF2B5EF4-FFF2-40B4-BE49-F238E27FC236}">
                    <a16:creationId xmlns:a16="http://schemas.microsoft.com/office/drawing/2014/main" id="{945F61BC-35AF-1CDF-E622-E7C23EC437E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5CC7C38F-5592-0B48-E827-6442BC5E6F76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18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0B2BA36-CE80-91A0-3726-F033691332D7}"/>
                  </a:ext>
                </a:extLst>
              </p:cNvPr>
              <p:cNvSpPr txBox="1"/>
              <p:nvPr/>
            </p:nvSpPr>
            <p:spPr>
              <a:xfrm>
                <a:off x="8353956" y="44264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0B2BA36-CE80-91A0-3726-F03369133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956" y="4426466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915B9C93-06DC-E5B5-6696-4AC370014497}"/>
              </a:ext>
            </a:extLst>
          </p:cNvPr>
          <p:cNvSpPr txBox="1"/>
          <p:nvPr/>
        </p:nvSpPr>
        <p:spPr>
          <a:xfrm>
            <a:off x="8577605" y="4448637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68E5181E-036B-C57C-24BE-AFA0B649BC72}"/>
                  </a:ext>
                </a:extLst>
              </p:cNvPr>
              <p:cNvSpPr txBox="1"/>
              <p:nvPr/>
            </p:nvSpPr>
            <p:spPr>
              <a:xfrm>
                <a:off x="8803022" y="442575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68E5181E-036B-C57C-24BE-AFA0B649B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3022" y="4425750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" name="群組 129">
            <a:extLst>
              <a:ext uri="{FF2B5EF4-FFF2-40B4-BE49-F238E27FC236}">
                <a16:creationId xmlns:a16="http://schemas.microsoft.com/office/drawing/2014/main" id="{CB605CC7-2222-14A3-CB80-23D7E728AD40}"/>
              </a:ext>
            </a:extLst>
          </p:cNvPr>
          <p:cNvGrpSpPr/>
          <p:nvPr/>
        </p:nvGrpSpPr>
        <p:grpSpPr>
          <a:xfrm>
            <a:off x="9062126" y="4272661"/>
            <a:ext cx="704039" cy="782208"/>
            <a:chOff x="2816625" y="4675072"/>
            <a:chExt cx="704039" cy="782208"/>
          </a:xfrm>
        </p:grpSpPr>
        <p:sp>
          <p:nvSpPr>
            <p:cNvPr id="131" name="文字方塊 130">
              <a:extLst>
                <a:ext uri="{FF2B5EF4-FFF2-40B4-BE49-F238E27FC236}">
                  <a16:creationId xmlns:a16="http://schemas.microsoft.com/office/drawing/2014/main" id="{A1F41E99-F251-8608-7E2E-524ED5DC1A86}"/>
                </a:ext>
              </a:extLst>
            </p:cNvPr>
            <p:cNvSpPr txBox="1"/>
            <p:nvPr/>
          </p:nvSpPr>
          <p:spPr>
            <a:xfrm>
              <a:off x="2863015" y="4675072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37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32" name="群組 131">
              <a:extLst>
                <a:ext uri="{FF2B5EF4-FFF2-40B4-BE49-F238E27FC236}">
                  <a16:creationId xmlns:a16="http://schemas.microsoft.com/office/drawing/2014/main" id="{C9CB6A0C-F2CD-F169-2042-73EBD55FA78A}"/>
                </a:ext>
              </a:extLst>
            </p:cNvPr>
            <p:cNvGrpSpPr/>
            <p:nvPr/>
          </p:nvGrpSpPr>
          <p:grpSpPr>
            <a:xfrm>
              <a:off x="2816625" y="5036045"/>
              <a:ext cx="704039" cy="421235"/>
              <a:chOff x="2816625" y="5036045"/>
              <a:chExt cx="704039" cy="421235"/>
            </a:xfrm>
          </p:grpSpPr>
          <p:cxnSp>
            <p:nvCxnSpPr>
              <p:cNvPr id="133" name="直線接點 132">
                <a:extLst>
                  <a:ext uri="{FF2B5EF4-FFF2-40B4-BE49-F238E27FC236}">
                    <a16:creationId xmlns:a16="http://schemas.microsoft.com/office/drawing/2014/main" id="{AE015E8A-8AC7-B9C1-BFAE-F9AB5BAC1BC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534691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4D9D7194-2387-AC2C-6D5A-2E9C8FFDDF3C}"/>
                  </a:ext>
                </a:extLst>
              </p:cNvPr>
              <p:cNvSpPr txBox="1"/>
              <p:nvPr/>
            </p:nvSpPr>
            <p:spPr>
              <a:xfrm>
                <a:off x="2816625" y="5057170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126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DFE6B11F-4553-741B-0E49-55392CA08B0E}"/>
                  </a:ext>
                </a:extLst>
              </p:cNvPr>
              <p:cNvSpPr txBox="1"/>
              <p:nvPr/>
            </p:nvSpPr>
            <p:spPr>
              <a:xfrm>
                <a:off x="9669247" y="44325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DFE6B11F-4553-741B-0E49-55392CA08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247" y="4432533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文字方塊 137">
            <a:extLst>
              <a:ext uri="{FF2B5EF4-FFF2-40B4-BE49-F238E27FC236}">
                <a16:creationId xmlns:a16="http://schemas.microsoft.com/office/drawing/2014/main" id="{841390C4-39FF-D77D-BE2D-C61644E4E045}"/>
              </a:ext>
            </a:extLst>
          </p:cNvPr>
          <p:cNvSpPr txBox="1"/>
          <p:nvPr/>
        </p:nvSpPr>
        <p:spPr>
          <a:xfrm>
            <a:off x="9892896" y="4454704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1624B323-9442-75CC-CC20-6E55ACB01A20}"/>
                  </a:ext>
                </a:extLst>
              </p:cNvPr>
              <p:cNvSpPr txBox="1"/>
              <p:nvPr/>
            </p:nvSpPr>
            <p:spPr>
              <a:xfrm>
                <a:off x="10135576" y="44325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1624B323-9442-75CC-CC20-6E55ACB01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5576" y="4432533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1812A891-5C96-D7F0-E2D6-E07C44DC081A}"/>
              </a:ext>
            </a:extLst>
          </p:cNvPr>
          <p:cNvGrpSpPr/>
          <p:nvPr/>
        </p:nvGrpSpPr>
        <p:grpSpPr>
          <a:xfrm>
            <a:off x="10372194" y="4257983"/>
            <a:ext cx="550203" cy="801987"/>
            <a:chOff x="2790256" y="4647668"/>
            <a:chExt cx="550203" cy="801987"/>
          </a:xfrm>
        </p:grpSpPr>
        <p:sp>
          <p:nvSpPr>
            <p:cNvPr id="141" name="文字方塊 140">
              <a:extLst>
                <a:ext uri="{FF2B5EF4-FFF2-40B4-BE49-F238E27FC236}">
                  <a16:creationId xmlns:a16="http://schemas.microsoft.com/office/drawing/2014/main" id="{DDC7F34A-5E12-3904-E9B9-02AF7B2496B5}"/>
                </a:ext>
              </a:extLst>
            </p:cNvPr>
            <p:cNvSpPr txBox="1"/>
            <p:nvPr/>
          </p:nvSpPr>
          <p:spPr>
            <a:xfrm>
              <a:off x="2790256" y="4647668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41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42" name="群組 141">
              <a:extLst>
                <a:ext uri="{FF2B5EF4-FFF2-40B4-BE49-F238E27FC236}">
                  <a16:creationId xmlns:a16="http://schemas.microsoft.com/office/drawing/2014/main" id="{0C3BAD64-F111-978F-1FF4-CEF80482CFC9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143" name="直線接點 142">
                <a:extLst>
                  <a:ext uri="{FF2B5EF4-FFF2-40B4-BE49-F238E27FC236}">
                    <a16:creationId xmlns:a16="http://schemas.microsoft.com/office/drawing/2014/main" id="{F9C5372C-E8E8-FEF2-D73F-3BCB31599A1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2F29286E-110E-1E6E-9F66-8B1E466F370E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E582FCF8-BCB7-1491-6D47-F009DD3B2017}"/>
                  </a:ext>
                </a:extLst>
              </p:cNvPr>
              <p:cNvSpPr txBox="1"/>
              <p:nvPr/>
            </p:nvSpPr>
            <p:spPr>
              <a:xfrm>
                <a:off x="10820592" y="442755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E582FCF8-BCB7-1491-6D47-F009DD3B2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0592" y="4427559"/>
                <a:ext cx="295688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6" name="群組 145">
            <a:extLst>
              <a:ext uri="{FF2B5EF4-FFF2-40B4-BE49-F238E27FC236}">
                <a16:creationId xmlns:a16="http://schemas.microsoft.com/office/drawing/2014/main" id="{5D117521-A736-9A07-F6B1-B019AE117109}"/>
              </a:ext>
            </a:extLst>
          </p:cNvPr>
          <p:cNvGrpSpPr/>
          <p:nvPr/>
        </p:nvGrpSpPr>
        <p:grpSpPr>
          <a:xfrm>
            <a:off x="11042128" y="4427559"/>
            <a:ext cx="783522" cy="412150"/>
            <a:chOff x="1151524" y="1365813"/>
            <a:chExt cx="783522" cy="412150"/>
          </a:xfrm>
        </p:grpSpPr>
        <p:grpSp>
          <p:nvGrpSpPr>
            <p:cNvPr id="147" name="群組 146">
              <a:extLst>
                <a:ext uri="{FF2B5EF4-FFF2-40B4-BE49-F238E27FC236}">
                  <a16:creationId xmlns:a16="http://schemas.microsoft.com/office/drawing/2014/main" id="{84A5EC50-A494-3A94-84EC-47FC61779F65}"/>
                </a:ext>
              </a:extLst>
            </p:cNvPr>
            <p:cNvGrpSpPr/>
            <p:nvPr/>
          </p:nvGrpSpPr>
          <p:grpSpPr>
            <a:xfrm>
              <a:off x="1151524" y="1369717"/>
              <a:ext cx="783522" cy="408246"/>
              <a:chOff x="1151524" y="1369717"/>
              <a:chExt cx="783522" cy="408246"/>
            </a:xfrm>
          </p:grpSpPr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400A1F36-BBF7-9D52-D392-57A108447AEB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DD4F563-4A40-848D-5ED2-432AD652E91B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4475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874B2069-2F0D-B529-9529-F71B79D25433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7C8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874B2069-2F0D-B529-9529-F71B79D254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5B04E61B-9F3E-4CD7-ED41-3C99A6D7FF56}"/>
                  </a:ext>
                </a:extLst>
              </p:cNvPr>
              <p:cNvSpPr txBox="1"/>
              <p:nvPr/>
            </p:nvSpPr>
            <p:spPr>
              <a:xfrm>
                <a:off x="7640615" y="522424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5B04E61B-9F3E-4CD7-ED41-3C99A6D7F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615" y="5224248"/>
                <a:ext cx="295688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D3E8053C-1EF3-EA1D-46D3-616917150F2C}"/>
              </a:ext>
            </a:extLst>
          </p:cNvPr>
          <p:cNvGrpSpPr/>
          <p:nvPr/>
        </p:nvGrpSpPr>
        <p:grpSpPr>
          <a:xfrm>
            <a:off x="7933106" y="5067282"/>
            <a:ext cx="530915" cy="778067"/>
            <a:chOff x="2809544" y="4671588"/>
            <a:chExt cx="530915" cy="778067"/>
          </a:xfrm>
        </p:grpSpPr>
        <p:sp>
          <p:nvSpPr>
            <p:cNvPr id="153" name="文字方塊 152">
              <a:extLst>
                <a:ext uri="{FF2B5EF4-FFF2-40B4-BE49-F238E27FC236}">
                  <a16:creationId xmlns:a16="http://schemas.microsoft.com/office/drawing/2014/main" id="{022DA314-29B5-3671-A48F-9F95C768B51C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Handwriting" panose="03010101010101010101" pitchFamily="66" charset="0"/>
                </a:rPr>
                <a:t>5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54" name="群組 153">
              <a:extLst>
                <a:ext uri="{FF2B5EF4-FFF2-40B4-BE49-F238E27FC236}">
                  <a16:creationId xmlns:a16="http://schemas.microsoft.com/office/drawing/2014/main" id="{5C73CF6B-5476-C2F0-04B8-3EEABE9A9AB5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155" name="直線接點 154">
                <a:extLst>
                  <a:ext uri="{FF2B5EF4-FFF2-40B4-BE49-F238E27FC236}">
                    <a16:creationId xmlns:a16="http://schemas.microsoft.com/office/drawing/2014/main" id="{689CF95E-8E85-016A-D58C-7D34D36588A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C1B9BF81-64D6-B9FC-550C-B63F827BB44D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66FFFF"/>
                    </a:solidFill>
                    <a:latin typeface="Lucida Handwriting" panose="03010101010101010101" pitchFamily="66" charset="0"/>
                  </a:rPr>
                  <a:t>63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108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20" grpId="0"/>
      <p:bldP spid="21" grpId="0"/>
      <p:bldP spid="26" grpId="0"/>
      <p:bldP spid="27" grpId="0"/>
      <p:bldP spid="28" grpId="0"/>
      <p:bldP spid="29" grpId="0"/>
      <p:bldP spid="35" grpId="0"/>
      <p:bldP spid="36" grpId="0"/>
      <p:bldP spid="37" grpId="0"/>
      <p:bldP spid="38" grpId="0"/>
      <p:bldP spid="39" grpId="0"/>
      <p:bldP spid="44" grpId="0"/>
      <p:bldP spid="45" grpId="0"/>
      <p:bldP spid="46" grpId="0"/>
      <p:bldP spid="47" grpId="0"/>
      <p:bldP spid="51" grpId="0"/>
      <p:bldP spid="52" grpId="0"/>
      <p:bldP spid="53" grpId="0"/>
      <p:bldP spid="54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72" grpId="0"/>
      <p:bldP spid="73" grpId="0"/>
      <p:bldP spid="74" grpId="0"/>
      <p:bldP spid="78" grpId="0"/>
      <p:bldP spid="79" grpId="0"/>
      <p:bldP spid="85" grpId="0"/>
      <p:bldP spid="86" grpId="0"/>
      <p:bldP spid="87" grpId="0"/>
      <p:bldP spid="89" grpId="0"/>
      <p:bldP spid="90" grpId="0"/>
      <p:bldP spid="102" grpId="0"/>
      <p:bldP spid="103" grpId="0"/>
      <p:bldP spid="104" grpId="0"/>
      <p:bldP spid="106" grpId="0"/>
      <p:bldP spid="107" grpId="0"/>
      <p:bldP spid="118" grpId="0"/>
      <p:bldP spid="119" grpId="0"/>
      <p:bldP spid="120" grpId="0"/>
      <p:bldP spid="127" grpId="0"/>
      <p:bldP spid="128" grpId="0"/>
      <p:bldP spid="129" grpId="0"/>
      <p:bldP spid="137" grpId="0"/>
      <p:bldP spid="138" grpId="0"/>
      <p:bldP spid="139" grpId="0"/>
      <p:bldP spid="145" grpId="0"/>
      <p:bldP spid="151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  <SharedWithUsers xmlns="53703969-f457-4a88-8c40-86a712be61e1">
      <UserInfo>
        <DisplayName/>
        <AccountId xsi:nil="true"/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7E3D07-A4F0-4B46-8CC2-5E0D0E7BD098}"/>
</file>

<file path=customXml/itemProps2.xml><?xml version="1.0" encoding="utf-8"?>
<ds:datastoreItem xmlns:ds="http://schemas.openxmlformats.org/officeDocument/2006/customXml" ds:itemID="{D8FE1411-5924-4396-9CFE-6A8D27AC4EA0}">
  <ds:schemaRefs>
    <ds:schemaRef ds:uri="http://www.w3.org/XML/1998/namespace"/>
    <ds:schemaRef ds:uri="http://schemas.microsoft.com/office/infopath/2007/PartnerControls"/>
    <ds:schemaRef ds:uri="http://purl.org/dc/elements/1.1/"/>
    <ds:schemaRef ds:uri="53703969-f457-4a88-8c40-86a712be61e1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1d17fa38-d5b6-4a8b-82e7-5ce3b2398ac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3DA0A66-61D7-4254-A5F8-B04DC6FA6D1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945</Words>
  <Application>Microsoft Office PowerPoint</Application>
  <PresentationFormat>Widescreen</PresentationFormat>
  <Paragraphs>566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Lucida Calligraphy</vt:lpstr>
      <vt:lpstr>Lucida Handwriting</vt:lpstr>
      <vt:lpstr>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Tai Sura</dc:creator>
  <cp:lastModifiedBy>CSPT02</cp:lastModifiedBy>
  <cp:revision>1</cp:revision>
  <dcterms:created xsi:type="dcterms:W3CDTF">2022-07-28T06:10:20Z</dcterms:created>
  <dcterms:modified xsi:type="dcterms:W3CDTF">2025-07-30T08:47:55Z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  <property fmtid="{D5CDD505-2E9C-101B-9397-08002B2CF9AE}" pid="3" name="MediaServiceImageTags">
    <vt:lpwstr/>
  </property>
  <property fmtid="{D5CDD505-2E9C-101B-9397-08002B2CF9AE}" pid="4" name="Order">
    <vt:r8>1134500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